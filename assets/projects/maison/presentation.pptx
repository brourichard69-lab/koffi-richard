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8" r:id="rId3"/>
    <p:sldId id="260" r:id="rId4"/>
    <p:sldId id="318" r:id="rId5"/>
    <p:sldId id="297" r:id="rId6"/>
    <p:sldId id="317" r:id="rId7"/>
    <p:sldId id="322" r:id="rId8"/>
    <p:sldId id="298" r:id="rId9"/>
    <p:sldId id="316" r:id="rId10"/>
    <p:sldId id="299" r:id="rId11"/>
    <p:sldId id="311" r:id="rId12"/>
    <p:sldId id="309" r:id="rId13"/>
    <p:sldId id="310" r:id="rId14"/>
    <p:sldId id="301" r:id="rId15"/>
    <p:sldId id="305" r:id="rId16"/>
    <p:sldId id="304" r:id="rId17"/>
    <p:sldId id="300" r:id="rId18"/>
    <p:sldId id="307" r:id="rId19"/>
    <p:sldId id="308" r:id="rId20"/>
    <p:sldId id="302" r:id="rId21"/>
    <p:sldId id="315" r:id="rId22"/>
    <p:sldId id="319" r:id="rId23"/>
    <p:sldId id="320" r:id="rId24"/>
    <p:sldId id="312" r:id="rId25"/>
    <p:sldId id="313" r:id="rId26"/>
  </p:sldIdLst>
  <p:sldSz cx="9144000" cy="5143500" type="screen16x9"/>
  <p:notesSz cx="6858000" cy="9144000"/>
  <p:embeddedFontLst>
    <p:embeddedFont>
      <p:font typeface="Aboreto" panose="020B0604020202020204" charset="0"/>
      <p:regular r:id="rId29"/>
    </p:embeddedFont>
    <p:embeddedFont>
      <p:font typeface="Quattrocento" panose="02020502030000000404" pitchFamily="18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467D06D-2D10-414B-BBF3-7E60F532934A}">
  <a:tblStyle styleId="{A467D06D-2D10-414B-BBF3-7E60F532934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94507" autoAdjust="0"/>
  </p:normalViewPr>
  <p:slideViewPr>
    <p:cSldViewPr snapToGrid="0">
      <p:cViewPr>
        <p:scale>
          <a:sx n="92" d="100"/>
          <a:sy n="92" d="100"/>
        </p:scale>
        <p:origin x="1450" y="33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AAE4ED38-6734-FDDF-BFB8-0891DD0807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978BACA-0461-7D04-0296-671509B06E2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50553C-DA08-416F-9822-1E4D1E746459}" type="datetimeFigureOut">
              <a:rPr lang="fr-FR" smtClean="0"/>
              <a:t>12/05/2024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8E878D3-A05B-2E01-0F16-DEDFB25DED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F4FFB7-5E47-9ECC-DFE0-81A5617E860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6C1626-09C8-4A6B-88D0-7747208167DA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6066017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24a82768ff4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3" name="Google Shape;1263;g24a82768ff4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24a82768ff4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24a82768ff4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4a82768ff4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4a82768ff4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153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4a82768ff4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4a82768ff4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83331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4a82768ff4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4a82768ff4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5655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4a82768ff4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4a82768ff4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70399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4a82768ff4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4a82768ff4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37941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4a82768ff4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4a82768ff4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02039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4a82768ff4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4a82768ff4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186228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4a82768ff4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4a82768ff4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173897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4a82768ff4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4a82768ff4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942651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4a82768ff4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4a82768ff4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834920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4a82768ff4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4a82768ff4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825344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4a82768ff4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4a82768ff4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126213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4a82768ff4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4a82768ff4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52610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24a82768ff4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24a82768ff4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29961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75" y="-25"/>
            <a:ext cx="9143872" cy="5143339"/>
            <a:chOff x="-75" y="-30"/>
            <a:chExt cx="9002532" cy="5143339"/>
          </a:xfrm>
        </p:grpSpPr>
        <p:sp>
          <p:nvSpPr>
            <p:cNvPr id="10" name="Google Shape;10;p2"/>
            <p:cNvSpPr/>
            <p:nvPr/>
          </p:nvSpPr>
          <p:spPr>
            <a:xfrm>
              <a:off x="-75" y="-25"/>
              <a:ext cx="9002532" cy="5143334"/>
            </a:xfrm>
            <a:custGeom>
              <a:avLst/>
              <a:gdLst/>
              <a:ahLst/>
              <a:cxnLst/>
              <a:rect l="l" t="t" r="r" b="b"/>
              <a:pathLst>
                <a:path w="169723" h="169691" fill="none" extrusionOk="0">
                  <a:moveTo>
                    <a:pt x="0" y="0"/>
                  </a:moveTo>
                  <a:lnTo>
                    <a:pt x="169723" y="0"/>
                  </a:lnTo>
                  <a:lnTo>
                    <a:pt x="169723" y="169691"/>
                  </a:lnTo>
                  <a:lnTo>
                    <a:pt x="0" y="169691"/>
                  </a:lnTo>
                  <a:close/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75" y="4821770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75" y="4500242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75" y="4178715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75" y="3857217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75" y="3535690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75" y="3214162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-75" y="2892665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75" y="2571137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-75" y="2249610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-75" y="1928113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75" y="1607555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75" y="1286027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-75" y="964530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-75" y="643003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-75" y="321475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482270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501177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4179649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85815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536622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215094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289359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572067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2250539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92904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1607512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1285984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964485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642957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321428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14423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46575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78728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610880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643033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75185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707338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739490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771643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803795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835948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868100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53" name="Google Shape;53;p2"/>
          <p:cNvSpPr/>
          <p:nvPr/>
        </p:nvSpPr>
        <p:spPr>
          <a:xfrm>
            <a:off x="-75" y="-25"/>
            <a:ext cx="9144000" cy="5143500"/>
          </a:xfrm>
          <a:prstGeom prst="frame">
            <a:avLst>
              <a:gd name="adj1" fmla="val 309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715375" y="1116934"/>
            <a:ext cx="3955200" cy="23952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715375" y="3692366"/>
            <a:ext cx="3955200" cy="3342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3"/>
          <p:cNvGrpSpPr/>
          <p:nvPr/>
        </p:nvGrpSpPr>
        <p:grpSpPr>
          <a:xfrm>
            <a:off x="-75" y="-25"/>
            <a:ext cx="9143872" cy="5143339"/>
            <a:chOff x="-75" y="-30"/>
            <a:chExt cx="9002532" cy="5143339"/>
          </a:xfrm>
        </p:grpSpPr>
        <p:sp>
          <p:nvSpPr>
            <p:cNvPr id="58" name="Google Shape;58;p3"/>
            <p:cNvSpPr/>
            <p:nvPr/>
          </p:nvSpPr>
          <p:spPr>
            <a:xfrm>
              <a:off x="-75" y="-25"/>
              <a:ext cx="9002532" cy="5143334"/>
            </a:xfrm>
            <a:custGeom>
              <a:avLst/>
              <a:gdLst/>
              <a:ahLst/>
              <a:cxnLst/>
              <a:rect l="l" t="t" r="r" b="b"/>
              <a:pathLst>
                <a:path w="169723" h="169691" fill="none" extrusionOk="0">
                  <a:moveTo>
                    <a:pt x="0" y="0"/>
                  </a:moveTo>
                  <a:lnTo>
                    <a:pt x="169723" y="0"/>
                  </a:lnTo>
                  <a:lnTo>
                    <a:pt x="169723" y="169691"/>
                  </a:lnTo>
                  <a:lnTo>
                    <a:pt x="0" y="169691"/>
                  </a:lnTo>
                  <a:close/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-75" y="4821770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-75" y="4500242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-75" y="4178715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-75" y="3857217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-75" y="3535690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-75" y="3214162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-75" y="2892665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-75" y="2571137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-75" y="2249610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-75" y="1928113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-75" y="1607555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-75" y="1286027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-75" y="964530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-75" y="643003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-75" y="321475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482270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4501177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4179649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385815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3536622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3215094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289359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2572067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2250539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192904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1607512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1285984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964485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642957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321428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514423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546575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578728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610880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643033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675185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707338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739490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771643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803795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835948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868100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1" name="Google Shape;101;p3"/>
          <p:cNvSpPr/>
          <p:nvPr/>
        </p:nvSpPr>
        <p:spPr>
          <a:xfrm>
            <a:off x="-75" y="-25"/>
            <a:ext cx="9144000" cy="5143500"/>
          </a:xfrm>
          <a:prstGeom prst="frame">
            <a:avLst>
              <a:gd name="adj1" fmla="val 309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3"/>
          <p:cNvSpPr txBox="1">
            <a:spLocks noGrp="1"/>
          </p:cNvSpPr>
          <p:nvPr>
            <p:ph type="title"/>
          </p:nvPr>
        </p:nvSpPr>
        <p:spPr>
          <a:xfrm>
            <a:off x="4862875" y="2459613"/>
            <a:ext cx="3567900" cy="1584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3" name="Google Shape;103;p3"/>
          <p:cNvSpPr txBox="1">
            <a:spLocks noGrp="1"/>
          </p:cNvSpPr>
          <p:nvPr>
            <p:ph type="title" idx="2" hasCustomPrompt="1"/>
          </p:nvPr>
        </p:nvSpPr>
        <p:spPr>
          <a:xfrm>
            <a:off x="6032600" y="1098987"/>
            <a:ext cx="1161600" cy="1056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5"/>
          <p:cNvGrpSpPr/>
          <p:nvPr/>
        </p:nvGrpSpPr>
        <p:grpSpPr>
          <a:xfrm>
            <a:off x="-75" y="-25"/>
            <a:ext cx="9143872" cy="5143339"/>
            <a:chOff x="-75" y="-30"/>
            <a:chExt cx="9002532" cy="5143339"/>
          </a:xfrm>
        </p:grpSpPr>
        <p:sp>
          <p:nvSpPr>
            <p:cNvPr id="154" name="Google Shape;154;p5"/>
            <p:cNvSpPr/>
            <p:nvPr/>
          </p:nvSpPr>
          <p:spPr>
            <a:xfrm>
              <a:off x="-75" y="-25"/>
              <a:ext cx="9002532" cy="5143334"/>
            </a:xfrm>
            <a:custGeom>
              <a:avLst/>
              <a:gdLst/>
              <a:ahLst/>
              <a:cxnLst/>
              <a:rect l="l" t="t" r="r" b="b"/>
              <a:pathLst>
                <a:path w="169723" h="169691" fill="none" extrusionOk="0">
                  <a:moveTo>
                    <a:pt x="0" y="0"/>
                  </a:moveTo>
                  <a:lnTo>
                    <a:pt x="169723" y="0"/>
                  </a:lnTo>
                  <a:lnTo>
                    <a:pt x="169723" y="169691"/>
                  </a:lnTo>
                  <a:lnTo>
                    <a:pt x="0" y="169691"/>
                  </a:lnTo>
                  <a:close/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-75" y="4821770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-75" y="4500242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-75" y="4178715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-75" y="3857217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-75" y="3535690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-75" y="3214162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-75" y="2892665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-75" y="2571137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-75" y="2249610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-75" y="1928113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-75" y="1607555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-75" y="1286027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-75" y="964530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-75" y="643003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-75" y="321475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482270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4501177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4179649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385815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3536622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3215094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289359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2572067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2250539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192904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1607512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" name="Google Shape;181;p5"/>
            <p:cNvSpPr/>
            <p:nvPr/>
          </p:nvSpPr>
          <p:spPr>
            <a:xfrm>
              <a:off x="1285984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964485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3" name="Google Shape;183;p5"/>
            <p:cNvSpPr/>
            <p:nvPr/>
          </p:nvSpPr>
          <p:spPr>
            <a:xfrm>
              <a:off x="642957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321428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514423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546575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578728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610880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643033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675185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707338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739490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" name="Google Shape;193;p5"/>
            <p:cNvSpPr/>
            <p:nvPr/>
          </p:nvSpPr>
          <p:spPr>
            <a:xfrm>
              <a:off x="771643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803795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835948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868100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97" name="Google Shape;197;p5"/>
          <p:cNvSpPr/>
          <p:nvPr/>
        </p:nvSpPr>
        <p:spPr>
          <a:xfrm>
            <a:off x="-75" y="-25"/>
            <a:ext cx="9144000" cy="5143500"/>
          </a:xfrm>
          <a:prstGeom prst="frame">
            <a:avLst>
              <a:gd name="adj1" fmla="val 309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8" name="Google Shape;198;p5"/>
          <p:cNvSpPr txBox="1">
            <a:spLocks noGrp="1"/>
          </p:cNvSpPr>
          <p:nvPr>
            <p:ph type="title"/>
          </p:nvPr>
        </p:nvSpPr>
        <p:spPr>
          <a:xfrm>
            <a:off x="713350" y="540650"/>
            <a:ext cx="7717500" cy="6411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5"/>
          <p:cNvSpPr txBox="1">
            <a:spLocks noGrp="1"/>
          </p:cNvSpPr>
          <p:nvPr>
            <p:ph type="subTitle" idx="1"/>
          </p:nvPr>
        </p:nvSpPr>
        <p:spPr>
          <a:xfrm>
            <a:off x="1018581" y="2841384"/>
            <a:ext cx="33243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oreto"/>
              <a:buNone/>
              <a:defRPr sz="1800" b="1" i="1">
                <a:latin typeface="Aboreto"/>
                <a:ea typeface="Aboreto"/>
                <a:cs typeface="Aboreto"/>
                <a:sym typeface="Abore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oreto"/>
              <a:buNone/>
              <a:defRPr sz="1800" b="1" i="1">
                <a:latin typeface="Aboreto"/>
                <a:ea typeface="Aboreto"/>
                <a:cs typeface="Aboreto"/>
                <a:sym typeface="Abore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oreto"/>
              <a:buNone/>
              <a:defRPr sz="1800" b="1" i="1">
                <a:latin typeface="Aboreto"/>
                <a:ea typeface="Aboreto"/>
                <a:cs typeface="Aboreto"/>
                <a:sym typeface="Abore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oreto"/>
              <a:buNone/>
              <a:defRPr sz="1800" b="1" i="1">
                <a:latin typeface="Aboreto"/>
                <a:ea typeface="Aboreto"/>
                <a:cs typeface="Aboreto"/>
                <a:sym typeface="Abore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oreto"/>
              <a:buNone/>
              <a:defRPr sz="1800" b="1" i="1">
                <a:latin typeface="Aboreto"/>
                <a:ea typeface="Aboreto"/>
                <a:cs typeface="Aboreto"/>
                <a:sym typeface="Abore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oreto"/>
              <a:buNone/>
              <a:defRPr sz="1800" b="1" i="1">
                <a:latin typeface="Aboreto"/>
                <a:ea typeface="Aboreto"/>
                <a:cs typeface="Aboreto"/>
                <a:sym typeface="Abore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oreto"/>
              <a:buNone/>
              <a:defRPr sz="1800" b="1" i="1">
                <a:latin typeface="Aboreto"/>
                <a:ea typeface="Aboreto"/>
                <a:cs typeface="Aboreto"/>
                <a:sym typeface="Abore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oreto"/>
              <a:buNone/>
              <a:defRPr sz="1800" b="1" i="1">
                <a:latin typeface="Aboreto"/>
                <a:ea typeface="Aboreto"/>
                <a:cs typeface="Aboreto"/>
                <a:sym typeface="Abore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oreto"/>
              <a:buNone/>
              <a:defRPr sz="1800" b="1" i="1">
                <a:latin typeface="Aboreto"/>
                <a:ea typeface="Aboreto"/>
                <a:cs typeface="Aboreto"/>
                <a:sym typeface="Aboreto"/>
              </a:defRPr>
            </a:lvl9pPr>
          </a:lstStyle>
          <a:p>
            <a:endParaRPr/>
          </a:p>
        </p:txBody>
      </p:sp>
      <p:sp>
        <p:nvSpPr>
          <p:cNvPr id="200" name="Google Shape;200;p5"/>
          <p:cNvSpPr txBox="1">
            <a:spLocks noGrp="1"/>
          </p:cNvSpPr>
          <p:nvPr>
            <p:ph type="subTitle" idx="2"/>
          </p:nvPr>
        </p:nvSpPr>
        <p:spPr>
          <a:xfrm>
            <a:off x="1018581" y="3238775"/>
            <a:ext cx="33243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5"/>
          <p:cNvSpPr txBox="1">
            <a:spLocks noGrp="1"/>
          </p:cNvSpPr>
          <p:nvPr>
            <p:ph type="subTitle" idx="3"/>
          </p:nvPr>
        </p:nvSpPr>
        <p:spPr>
          <a:xfrm>
            <a:off x="4801113" y="2841384"/>
            <a:ext cx="33243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oreto"/>
              <a:buNone/>
              <a:defRPr sz="1800" b="1" i="1">
                <a:latin typeface="Aboreto"/>
                <a:ea typeface="Aboreto"/>
                <a:cs typeface="Aboreto"/>
                <a:sym typeface="Abore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oreto"/>
              <a:buNone/>
              <a:defRPr sz="1800" b="1" i="1">
                <a:latin typeface="Aboreto"/>
                <a:ea typeface="Aboreto"/>
                <a:cs typeface="Aboreto"/>
                <a:sym typeface="Abore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oreto"/>
              <a:buNone/>
              <a:defRPr sz="1800" b="1" i="1">
                <a:latin typeface="Aboreto"/>
                <a:ea typeface="Aboreto"/>
                <a:cs typeface="Aboreto"/>
                <a:sym typeface="Abore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oreto"/>
              <a:buNone/>
              <a:defRPr sz="1800" b="1" i="1">
                <a:latin typeface="Aboreto"/>
                <a:ea typeface="Aboreto"/>
                <a:cs typeface="Aboreto"/>
                <a:sym typeface="Abore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oreto"/>
              <a:buNone/>
              <a:defRPr sz="1800" b="1" i="1">
                <a:latin typeface="Aboreto"/>
                <a:ea typeface="Aboreto"/>
                <a:cs typeface="Aboreto"/>
                <a:sym typeface="Abore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oreto"/>
              <a:buNone/>
              <a:defRPr sz="1800" b="1" i="1">
                <a:latin typeface="Aboreto"/>
                <a:ea typeface="Aboreto"/>
                <a:cs typeface="Aboreto"/>
                <a:sym typeface="Abore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oreto"/>
              <a:buNone/>
              <a:defRPr sz="1800" b="1" i="1">
                <a:latin typeface="Aboreto"/>
                <a:ea typeface="Aboreto"/>
                <a:cs typeface="Aboreto"/>
                <a:sym typeface="Abore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oreto"/>
              <a:buNone/>
              <a:defRPr sz="1800" b="1" i="1">
                <a:latin typeface="Aboreto"/>
                <a:ea typeface="Aboreto"/>
                <a:cs typeface="Aboreto"/>
                <a:sym typeface="Abore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oreto"/>
              <a:buNone/>
              <a:defRPr sz="1800" b="1" i="1">
                <a:latin typeface="Aboreto"/>
                <a:ea typeface="Aboreto"/>
                <a:cs typeface="Aboreto"/>
                <a:sym typeface="Aboreto"/>
              </a:defRPr>
            </a:lvl9pPr>
          </a:lstStyle>
          <a:p>
            <a:endParaRPr/>
          </a:p>
        </p:txBody>
      </p:sp>
      <p:sp>
        <p:nvSpPr>
          <p:cNvPr id="202" name="Google Shape;202;p5"/>
          <p:cNvSpPr txBox="1">
            <a:spLocks noGrp="1"/>
          </p:cNvSpPr>
          <p:nvPr>
            <p:ph type="subTitle" idx="4"/>
          </p:nvPr>
        </p:nvSpPr>
        <p:spPr>
          <a:xfrm>
            <a:off x="4801113" y="3238775"/>
            <a:ext cx="33243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8"/>
          <p:cNvGrpSpPr/>
          <p:nvPr/>
        </p:nvGrpSpPr>
        <p:grpSpPr>
          <a:xfrm>
            <a:off x="-75" y="-25"/>
            <a:ext cx="9143872" cy="5143339"/>
            <a:chOff x="-75" y="-30"/>
            <a:chExt cx="9002532" cy="5143339"/>
          </a:xfrm>
        </p:grpSpPr>
        <p:sp>
          <p:nvSpPr>
            <p:cNvPr id="301" name="Google Shape;301;p8"/>
            <p:cNvSpPr/>
            <p:nvPr/>
          </p:nvSpPr>
          <p:spPr>
            <a:xfrm>
              <a:off x="-75" y="-25"/>
              <a:ext cx="9002532" cy="5143334"/>
            </a:xfrm>
            <a:custGeom>
              <a:avLst/>
              <a:gdLst/>
              <a:ahLst/>
              <a:cxnLst/>
              <a:rect l="l" t="t" r="r" b="b"/>
              <a:pathLst>
                <a:path w="169723" h="169691" fill="none" extrusionOk="0">
                  <a:moveTo>
                    <a:pt x="0" y="0"/>
                  </a:moveTo>
                  <a:lnTo>
                    <a:pt x="169723" y="0"/>
                  </a:lnTo>
                  <a:lnTo>
                    <a:pt x="169723" y="169691"/>
                  </a:lnTo>
                  <a:lnTo>
                    <a:pt x="0" y="169691"/>
                  </a:lnTo>
                  <a:close/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2" name="Google Shape;302;p8"/>
            <p:cNvSpPr/>
            <p:nvPr/>
          </p:nvSpPr>
          <p:spPr>
            <a:xfrm>
              <a:off x="-75" y="4821770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3" name="Google Shape;303;p8"/>
            <p:cNvSpPr/>
            <p:nvPr/>
          </p:nvSpPr>
          <p:spPr>
            <a:xfrm>
              <a:off x="-75" y="4500242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4" name="Google Shape;304;p8"/>
            <p:cNvSpPr/>
            <p:nvPr/>
          </p:nvSpPr>
          <p:spPr>
            <a:xfrm>
              <a:off x="-75" y="4178715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5" name="Google Shape;305;p8"/>
            <p:cNvSpPr/>
            <p:nvPr/>
          </p:nvSpPr>
          <p:spPr>
            <a:xfrm>
              <a:off x="-75" y="3857217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6" name="Google Shape;306;p8"/>
            <p:cNvSpPr/>
            <p:nvPr/>
          </p:nvSpPr>
          <p:spPr>
            <a:xfrm>
              <a:off x="-75" y="3535690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7" name="Google Shape;307;p8"/>
            <p:cNvSpPr/>
            <p:nvPr/>
          </p:nvSpPr>
          <p:spPr>
            <a:xfrm>
              <a:off x="-75" y="3214162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8" name="Google Shape;308;p8"/>
            <p:cNvSpPr/>
            <p:nvPr/>
          </p:nvSpPr>
          <p:spPr>
            <a:xfrm>
              <a:off x="-75" y="2892665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9" name="Google Shape;309;p8"/>
            <p:cNvSpPr/>
            <p:nvPr/>
          </p:nvSpPr>
          <p:spPr>
            <a:xfrm>
              <a:off x="-75" y="2571137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0" name="Google Shape;310;p8"/>
            <p:cNvSpPr/>
            <p:nvPr/>
          </p:nvSpPr>
          <p:spPr>
            <a:xfrm>
              <a:off x="-75" y="2249610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1" name="Google Shape;311;p8"/>
            <p:cNvSpPr/>
            <p:nvPr/>
          </p:nvSpPr>
          <p:spPr>
            <a:xfrm>
              <a:off x="-75" y="1928113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2" name="Google Shape;312;p8"/>
            <p:cNvSpPr/>
            <p:nvPr/>
          </p:nvSpPr>
          <p:spPr>
            <a:xfrm>
              <a:off x="-75" y="1607555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3" name="Google Shape;313;p8"/>
            <p:cNvSpPr/>
            <p:nvPr/>
          </p:nvSpPr>
          <p:spPr>
            <a:xfrm>
              <a:off x="-75" y="1286027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4" name="Google Shape;314;p8"/>
            <p:cNvSpPr/>
            <p:nvPr/>
          </p:nvSpPr>
          <p:spPr>
            <a:xfrm>
              <a:off x="-75" y="964530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5" name="Google Shape;315;p8"/>
            <p:cNvSpPr/>
            <p:nvPr/>
          </p:nvSpPr>
          <p:spPr>
            <a:xfrm>
              <a:off x="-75" y="643003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6" name="Google Shape;316;p8"/>
            <p:cNvSpPr/>
            <p:nvPr/>
          </p:nvSpPr>
          <p:spPr>
            <a:xfrm>
              <a:off x="-75" y="321475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7" name="Google Shape;317;p8"/>
            <p:cNvSpPr/>
            <p:nvPr/>
          </p:nvSpPr>
          <p:spPr>
            <a:xfrm>
              <a:off x="482270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8" name="Google Shape;318;p8"/>
            <p:cNvSpPr/>
            <p:nvPr/>
          </p:nvSpPr>
          <p:spPr>
            <a:xfrm>
              <a:off x="4501177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9" name="Google Shape;319;p8"/>
            <p:cNvSpPr/>
            <p:nvPr/>
          </p:nvSpPr>
          <p:spPr>
            <a:xfrm>
              <a:off x="4179649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0" name="Google Shape;320;p8"/>
            <p:cNvSpPr/>
            <p:nvPr/>
          </p:nvSpPr>
          <p:spPr>
            <a:xfrm>
              <a:off x="385815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1" name="Google Shape;321;p8"/>
            <p:cNvSpPr/>
            <p:nvPr/>
          </p:nvSpPr>
          <p:spPr>
            <a:xfrm>
              <a:off x="3536622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2" name="Google Shape;322;p8"/>
            <p:cNvSpPr/>
            <p:nvPr/>
          </p:nvSpPr>
          <p:spPr>
            <a:xfrm>
              <a:off x="3215094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3" name="Google Shape;323;p8"/>
            <p:cNvSpPr/>
            <p:nvPr/>
          </p:nvSpPr>
          <p:spPr>
            <a:xfrm>
              <a:off x="289359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4" name="Google Shape;324;p8"/>
            <p:cNvSpPr/>
            <p:nvPr/>
          </p:nvSpPr>
          <p:spPr>
            <a:xfrm>
              <a:off x="2572067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5" name="Google Shape;325;p8"/>
            <p:cNvSpPr/>
            <p:nvPr/>
          </p:nvSpPr>
          <p:spPr>
            <a:xfrm>
              <a:off x="2250539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6" name="Google Shape;326;p8"/>
            <p:cNvSpPr/>
            <p:nvPr/>
          </p:nvSpPr>
          <p:spPr>
            <a:xfrm>
              <a:off x="192904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" name="Google Shape;327;p8"/>
            <p:cNvSpPr/>
            <p:nvPr/>
          </p:nvSpPr>
          <p:spPr>
            <a:xfrm>
              <a:off x="1607512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" name="Google Shape;328;p8"/>
            <p:cNvSpPr/>
            <p:nvPr/>
          </p:nvSpPr>
          <p:spPr>
            <a:xfrm>
              <a:off x="1285984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" name="Google Shape;329;p8"/>
            <p:cNvSpPr/>
            <p:nvPr/>
          </p:nvSpPr>
          <p:spPr>
            <a:xfrm>
              <a:off x="964485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" name="Google Shape;330;p8"/>
            <p:cNvSpPr/>
            <p:nvPr/>
          </p:nvSpPr>
          <p:spPr>
            <a:xfrm>
              <a:off x="642957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" name="Google Shape;331;p8"/>
            <p:cNvSpPr/>
            <p:nvPr/>
          </p:nvSpPr>
          <p:spPr>
            <a:xfrm>
              <a:off x="321428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" name="Google Shape;332;p8"/>
            <p:cNvSpPr/>
            <p:nvPr/>
          </p:nvSpPr>
          <p:spPr>
            <a:xfrm>
              <a:off x="514423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" name="Google Shape;333;p8"/>
            <p:cNvSpPr/>
            <p:nvPr/>
          </p:nvSpPr>
          <p:spPr>
            <a:xfrm>
              <a:off x="546575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" name="Google Shape;334;p8"/>
            <p:cNvSpPr/>
            <p:nvPr/>
          </p:nvSpPr>
          <p:spPr>
            <a:xfrm>
              <a:off x="578728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" name="Google Shape;335;p8"/>
            <p:cNvSpPr/>
            <p:nvPr/>
          </p:nvSpPr>
          <p:spPr>
            <a:xfrm>
              <a:off x="610880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" name="Google Shape;336;p8"/>
            <p:cNvSpPr/>
            <p:nvPr/>
          </p:nvSpPr>
          <p:spPr>
            <a:xfrm>
              <a:off x="643033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" name="Google Shape;337;p8"/>
            <p:cNvSpPr/>
            <p:nvPr/>
          </p:nvSpPr>
          <p:spPr>
            <a:xfrm>
              <a:off x="675185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" name="Google Shape;338;p8"/>
            <p:cNvSpPr/>
            <p:nvPr/>
          </p:nvSpPr>
          <p:spPr>
            <a:xfrm>
              <a:off x="707338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" name="Google Shape;339;p8"/>
            <p:cNvSpPr/>
            <p:nvPr/>
          </p:nvSpPr>
          <p:spPr>
            <a:xfrm>
              <a:off x="739490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" name="Google Shape;340;p8"/>
            <p:cNvSpPr/>
            <p:nvPr/>
          </p:nvSpPr>
          <p:spPr>
            <a:xfrm>
              <a:off x="771643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" name="Google Shape;341;p8"/>
            <p:cNvSpPr/>
            <p:nvPr/>
          </p:nvSpPr>
          <p:spPr>
            <a:xfrm>
              <a:off x="803795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" name="Google Shape;342;p8"/>
            <p:cNvSpPr/>
            <p:nvPr/>
          </p:nvSpPr>
          <p:spPr>
            <a:xfrm>
              <a:off x="835948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" name="Google Shape;343;p8"/>
            <p:cNvSpPr/>
            <p:nvPr/>
          </p:nvSpPr>
          <p:spPr>
            <a:xfrm>
              <a:off x="868100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44" name="Google Shape;344;p8"/>
          <p:cNvSpPr/>
          <p:nvPr/>
        </p:nvSpPr>
        <p:spPr>
          <a:xfrm>
            <a:off x="-75" y="-25"/>
            <a:ext cx="9144000" cy="5143500"/>
          </a:xfrm>
          <a:prstGeom prst="frame">
            <a:avLst>
              <a:gd name="adj1" fmla="val 309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5" name="Google Shape;345;p8"/>
          <p:cNvSpPr txBox="1">
            <a:spLocks noGrp="1"/>
          </p:cNvSpPr>
          <p:nvPr>
            <p:ph type="title"/>
          </p:nvPr>
        </p:nvSpPr>
        <p:spPr>
          <a:xfrm>
            <a:off x="721200" y="801650"/>
            <a:ext cx="7701600" cy="35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9"/>
          <p:cNvGrpSpPr/>
          <p:nvPr/>
        </p:nvGrpSpPr>
        <p:grpSpPr>
          <a:xfrm>
            <a:off x="-75" y="-25"/>
            <a:ext cx="9143872" cy="5143339"/>
            <a:chOff x="-75" y="-30"/>
            <a:chExt cx="9002532" cy="5143339"/>
          </a:xfrm>
        </p:grpSpPr>
        <p:sp>
          <p:nvSpPr>
            <p:cNvPr id="348" name="Google Shape;348;p9"/>
            <p:cNvSpPr/>
            <p:nvPr/>
          </p:nvSpPr>
          <p:spPr>
            <a:xfrm>
              <a:off x="-75" y="-25"/>
              <a:ext cx="9002532" cy="5143334"/>
            </a:xfrm>
            <a:custGeom>
              <a:avLst/>
              <a:gdLst/>
              <a:ahLst/>
              <a:cxnLst/>
              <a:rect l="l" t="t" r="r" b="b"/>
              <a:pathLst>
                <a:path w="169723" h="169691" fill="none" extrusionOk="0">
                  <a:moveTo>
                    <a:pt x="0" y="0"/>
                  </a:moveTo>
                  <a:lnTo>
                    <a:pt x="169723" y="0"/>
                  </a:lnTo>
                  <a:lnTo>
                    <a:pt x="169723" y="169691"/>
                  </a:lnTo>
                  <a:lnTo>
                    <a:pt x="0" y="169691"/>
                  </a:lnTo>
                  <a:close/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" name="Google Shape;349;p9"/>
            <p:cNvSpPr/>
            <p:nvPr/>
          </p:nvSpPr>
          <p:spPr>
            <a:xfrm>
              <a:off x="-75" y="4821770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" name="Google Shape;350;p9"/>
            <p:cNvSpPr/>
            <p:nvPr/>
          </p:nvSpPr>
          <p:spPr>
            <a:xfrm>
              <a:off x="-75" y="4500242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" name="Google Shape;351;p9"/>
            <p:cNvSpPr/>
            <p:nvPr/>
          </p:nvSpPr>
          <p:spPr>
            <a:xfrm>
              <a:off x="-75" y="4178715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" name="Google Shape;352;p9"/>
            <p:cNvSpPr/>
            <p:nvPr/>
          </p:nvSpPr>
          <p:spPr>
            <a:xfrm>
              <a:off x="-75" y="3857217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" name="Google Shape;353;p9"/>
            <p:cNvSpPr/>
            <p:nvPr/>
          </p:nvSpPr>
          <p:spPr>
            <a:xfrm>
              <a:off x="-75" y="3535690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" name="Google Shape;354;p9"/>
            <p:cNvSpPr/>
            <p:nvPr/>
          </p:nvSpPr>
          <p:spPr>
            <a:xfrm>
              <a:off x="-75" y="3214162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" name="Google Shape;355;p9"/>
            <p:cNvSpPr/>
            <p:nvPr/>
          </p:nvSpPr>
          <p:spPr>
            <a:xfrm>
              <a:off x="-75" y="2892665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" name="Google Shape;356;p9"/>
            <p:cNvSpPr/>
            <p:nvPr/>
          </p:nvSpPr>
          <p:spPr>
            <a:xfrm>
              <a:off x="-75" y="2571137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" name="Google Shape;357;p9"/>
            <p:cNvSpPr/>
            <p:nvPr/>
          </p:nvSpPr>
          <p:spPr>
            <a:xfrm>
              <a:off x="-75" y="2249610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" name="Google Shape;358;p9"/>
            <p:cNvSpPr/>
            <p:nvPr/>
          </p:nvSpPr>
          <p:spPr>
            <a:xfrm>
              <a:off x="-75" y="1928113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9" name="Google Shape;359;p9"/>
            <p:cNvSpPr/>
            <p:nvPr/>
          </p:nvSpPr>
          <p:spPr>
            <a:xfrm>
              <a:off x="-75" y="1607555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0" name="Google Shape;360;p9"/>
            <p:cNvSpPr/>
            <p:nvPr/>
          </p:nvSpPr>
          <p:spPr>
            <a:xfrm>
              <a:off x="-75" y="1286027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1" name="Google Shape;361;p9"/>
            <p:cNvSpPr/>
            <p:nvPr/>
          </p:nvSpPr>
          <p:spPr>
            <a:xfrm>
              <a:off x="-75" y="964530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2" name="Google Shape;362;p9"/>
            <p:cNvSpPr/>
            <p:nvPr/>
          </p:nvSpPr>
          <p:spPr>
            <a:xfrm>
              <a:off x="-75" y="643003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3" name="Google Shape;363;p9"/>
            <p:cNvSpPr/>
            <p:nvPr/>
          </p:nvSpPr>
          <p:spPr>
            <a:xfrm>
              <a:off x="-75" y="321475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4" name="Google Shape;364;p9"/>
            <p:cNvSpPr/>
            <p:nvPr/>
          </p:nvSpPr>
          <p:spPr>
            <a:xfrm>
              <a:off x="482270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5" name="Google Shape;365;p9"/>
            <p:cNvSpPr/>
            <p:nvPr/>
          </p:nvSpPr>
          <p:spPr>
            <a:xfrm>
              <a:off x="4501177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6" name="Google Shape;366;p9"/>
            <p:cNvSpPr/>
            <p:nvPr/>
          </p:nvSpPr>
          <p:spPr>
            <a:xfrm>
              <a:off x="4179649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7" name="Google Shape;367;p9"/>
            <p:cNvSpPr/>
            <p:nvPr/>
          </p:nvSpPr>
          <p:spPr>
            <a:xfrm>
              <a:off x="385815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8" name="Google Shape;368;p9"/>
            <p:cNvSpPr/>
            <p:nvPr/>
          </p:nvSpPr>
          <p:spPr>
            <a:xfrm>
              <a:off x="3536622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9" name="Google Shape;369;p9"/>
            <p:cNvSpPr/>
            <p:nvPr/>
          </p:nvSpPr>
          <p:spPr>
            <a:xfrm>
              <a:off x="3215094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0" name="Google Shape;370;p9"/>
            <p:cNvSpPr/>
            <p:nvPr/>
          </p:nvSpPr>
          <p:spPr>
            <a:xfrm>
              <a:off x="289359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1" name="Google Shape;371;p9"/>
            <p:cNvSpPr/>
            <p:nvPr/>
          </p:nvSpPr>
          <p:spPr>
            <a:xfrm>
              <a:off x="2572067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2" name="Google Shape;372;p9"/>
            <p:cNvSpPr/>
            <p:nvPr/>
          </p:nvSpPr>
          <p:spPr>
            <a:xfrm>
              <a:off x="2250539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3" name="Google Shape;373;p9"/>
            <p:cNvSpPr/>
            <p:nvPr/>
          </p:nvSpPr>
          <p:spPr>
            <a:xfrm>
              <a:off x="192904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4" name="Google Shape;374;p9"/>
            <p:cNvSpPr/>
            <p:nvPr/>
          </p:nvSpPr>
          <p:spPr>
            <a:xfrm>
              <a:off x="1607512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5" name="Google Shape;375;p9"/>
            <p:cNvSpPr/>
            <p:nvPr/>
          </p:nvSpPr>
          <p:spPr>
            <a:xfrm>
              <a:off x="1285984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6" name="Google Shape;376;p9"/>
            <p:cNvSpPr/>
            <p:nvPr/>
          </p:nvSpPr>
          <p:spPr>
            <a:xfrm>
              <a:off x="964485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7" name="Google Shape;377;p9"/>
            <p:cNvSpPr/>
            <p:nvPr/>
          </p:nvSpPr>
          <p:spPr>
            <a:xfrm>
              <a:off x="642957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8" name="Google Shape;378;p9"/>
            <p:cNvSpPr/>
            <p:nvPr/>
          </p:nvSpPr>
          <p:spPr>
            <a:xfrm>
              <a:off x="321428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9" name="Google Shape;379;p9"/>
            <p:cNvSpPr/>
            <p:nvPr/>
          </p:nvSpPr>
          <p:spPr>
            <a:xfrm>
              <a:off x="514423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0" name="Google Shape;380;p9"/>
            <p:cNvSpPr/>
            <p:nvPr/>
          </p:nvSpPr>
          <p:spPr>
            <a:xfrm>
              <a:off x="546575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1" name="Google Shape;381;p9"/>
            <p:cNvSpPr/>
            <p:nvPr/>
          </p:nvSpPr>
          <p:spPr>
            <a:xfrm>
              <a:off x="578728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2" name="Google Shape;382;p9"/>
            <p:cNvSpPr/>
            <p:nvPr/>
          </p:nvSpPr>
          <p:spPr>
            <a:xfrm>
              <a:off x="610880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3" name="Google Shape;383;p9"/>
            <p:cNvSpPr/>
            <p:nvPr/>
          </p:nvSpPr>
          <p:spPr>
            <a:xfrm>
              <a:off x="643033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4" name="Google Shape;384;p9"/>
            <p:cNvSpPr/>
            <p:nvPr/>
          </p:nvSpPr>
          <p:spPr>
            <a:xfrm>
              <a:off x="675185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5" name="Google Shape;385;p9"/>
            <p:cNvSpPr/>
            <p:nvPr/>
          </p:nvSpPr>
          <p:spPr>
            <a:xfrm>
              <a:off x="707338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6" name="Google Shape;386;p9"/>
            <p:cNvSpPr/>
            <p:nvPr/>
          </p:nvSpPr>
          <p:spPr>
            <a:xfrm>
              <a:off x="739490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7" name="Google Shape;387;p9"/>
            <p:cNvSpPr/>
            <p:nvPr/>
          </p:nvSpPr>
          <p:spPr>
            <a:xfrm>
              <a:off x="771643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8" name="Google Shape;388;p9"/>
            <p:cNvSpPr/>
            <p:nvPr/>
          </p:nvSpPr>
          <p:spPr>
            <a:xfrm>
              <a:off x="803795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9" name="Google Shape;389;p9"/>
            <p:cNvSpPr/>
            <p:nvPr/>
          </p:nvSpPr>
          <p:spPr>
            <a:xfrm>
              <a:off x="835948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0" name="Google Shape;390;p9"/>
            <p:cNvSpPr/>
            <p:nvPr/>
          </p:nvSpPr>
          <p:spPr>
            <a:xfrm>
              <a:off x="868100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91" name="Google Shape;391;p9"/>
          <p:cNvSpPr/>
          <p:nvPr/>
        </p:nvSpPr>
        <p:spPr>
          <a:xfrm>
            <a:off x="-75" y="-25"/>
            <a:ext cx="9144000" cy="5143500"/>
          </a:xfrm>
          <a:prstGeom prst="frame">
            <a:avLst>
              <a:gd name="adj1" fmla="val 309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2" name="Google Shape;392;p9"/>
          <p:cNvSpPr txBox="1">
            <a:spLocks noGrp="1"/>
          </p:cNvSpPr>
          <p:nvPr>
            <p:ph type="subTitle" idx="1"/>
          </p:nvPr>
        </p:nvSpPr>
        <p:spPr>
          <a:xfrm>
            <a:off x="2047363" y="2274750"/>
            <a:ext cx="5049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3" name="Google Shape;393;p9"/>
          <p:cNvSpPr txBox="1">
            <a:spLocks noGrp="1"/>
          </p:cNvSpPr>
          <p:nvPr>
            <p:ph type="title"/>
          </p:nvPr>
        </p:nvSpPr>
        <p:spPr>
          <a:xfrm>
            <a:off x="2047375" y="1633650"/>
            <a:ext cx="50490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10"/>
          <p:cNvSpPr txBox="1">
            <a:spLocks noGrp="1"/>
          </p:cNvSpPr>
          <p:nvPr>
            <p:ph type="body" idx="1"/>
          </p:nvPr>
        </p:nvSpPr>
        <p:spPr>
          <a:xfrm>
            <a:off x="713350" y="3826700"/>
            <a:ext cx="7717500" cy="7773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boreto"/>
              <a:buNone/>
              <a:defRPr sz="2800" b="1">
                <a:latin typeface="Aboreto"/>
                <a:ea typeface="Aboreto"/>
                <a:cs typeface="Aboreto"/>
                <a:sym typeface="Aboreto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7" name="Google Shape;447;p13"/>
          <p:cNvGrpSpPr/>
          <p:nvPr/>
        </p:nvGrpSpPr>
        <p:grpSpPr>
          <a:xfrm>
            <a:off x="-75" y="-25"/>
            <a:ext cx="9143872" cy="5143339"/>
            <a:chOff x="-75" y="-30"/>
            <a:chExt cx="9002532" cy="5143339"/>
          </a:xfrm>
        </p:grpSpPr>
        <p:sp>
          <p:nvSpPr>
            <p:cNvPr id="448" name="Google Shape;448;p13"/>
            <p:cNvSpPr/>
            <p:nvPr/>
          </p:nvSpPr>
          <p:spPr>
            <a:xfrm>
              <a:off x="-75" y="-25"/>
              <a:ext cx="9002532" cy="5143334"/>
            </a:xfrm>
            <a:custGeom>
              <a:avLst/>
              <a:gdLst/>
              <a:ahLst/>
              <a:cxnLst/>
              <a:rect l="l" t="t" r="r" b="b"/>
              <a:pathLst>
                <a:path w="169723" h="169691" fill="none" extrusionOk="0">
                  <a:moveTo>
                    <a:pt x="0" y="0"/>
                  </a:moveTo>
                  <a:lnTo>
                    <a:pt x="169723" y="0"/>
                  </a:lnTo>
                  <a:lnTo>
                    <a:pt x="169723" y="169691"/>
                  </a:lnTo>
                  <a:lnTo>
                    <a:pt x="0" y="169691"/>
                  </a:lnTo>
                  <a:close/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" name="Google Shape;449;p13"/>
            <p:cNvSpPr/>
            <p:nvPr/>
          </p:nvSpPr>
          <p:spPr>
            <a:xfrm>
              <a:off x="-75" y="4821770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0" name="Google Shape;450;p13"/>
            <p:cNvSpPr/>
            <p:nvPr/>
          </p:nvSpPr>
          <p:spPr>
            <a:xfrm>
              <a:off x="-75" y="4500242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1" name="Google Shape;451;p13"/>
            <p:cNvSpPr/>
            <p:nvPr/>
          </p:nvSpPr>
          <p:spPr>
            <a:xfrm>
              <a:off x="-75" y="4178715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2" name="Google Shape;452;p13"/>
            <p:cNvSpPr/>
            <p:nvPr/>
          </p:nvSpPr>
          <p:spPr>
            <a:xfrm>
              <a:off x="-75" y="3857217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3" name="Google Shape;453;p13"/>
            <p:cNvSpPr/>
            <p:nvPr/>
          </p:nvSpPr>
          <p:spPr>
            <a:xfrm>
              <a:off x="-75" y="3535690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4" name="Google Shape;454;p13"/>
            <p:cNvSpPr/>
            <p:nvPr/>
          </p:nvSpPr>
          <p:spPr>
            <a:xfrm>
              <a:off x="-75" y="3214162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5" name="Google Shape;455;p13"/>
            <p:cNvSpPr/>
            <p:nvPr/>
          </p:nvSpPr>
          <p:spPr>
            <a:xfrm>
              <a:off x="-75" y="2892665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6" name="Google Shape;456;p13"/>
            <p:cNvSpPr/>
            <p:nvPr/>
          </p:nvSpPr>
          <p:spPr>
            <a:xfrm>
              <a:off x="-75" y="2571137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7" name="Google Shape;457;p13"/>
            <p:cNvSpPr/>
            <p:nvPr/>
          </p:nvSpPr>
          <p:spPr>
            <a:xfrm>
              <a:off x="-75" y="2249610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8" name="Google Shape;458;p13"/>
            <p:cNvSpPr/>
            <p:nvPr/>
          </p:nvSpPr>
          <p:spPr>
            <a:xfrm>
              <a:off x="-75" y="1928113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9" name="Google Shape;459;p13"/>
            <p:cNvSpPr/>
            <p:nvPr/>
          </p:nvSpPr>
          <p:spPr>
            <a:xfrm>
              <a:off x="-75" y="1607555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0" name="Google Shape;460;p13"/>
            <p:cNvSpPr/>
            <p:nvPr/>
          </p:nvSpPr>
          <p:spPr>
            <a:xfrm>
              <a:off x="-75" y="1286027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1" name="Google Shape;461;p13"/>
            <p:cNvSpPr/>
            <p:nvPr/>
          </p:nvSpPr>
          <p:spPr>
            <a:xfrm>
              <a:off x="-75" y="964530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2" name="Google Shape;462;p13"/>
            <p:cNvSpPr/>
            <p:nvPr/>
          </p:nvSpPr>
          <p:spPr>
            <a:xfrm>
              <a:off x="-75" y="643003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3" name="Google Shape;463;p13"/>
            <p:cNvSpPr/>
            <p:nvPr/>
          </p:nvSpPr>
          <p:spPr>
            <a:xfrm>
              <a:off x="-75" y="321475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4" name="Google Shape;464;p13"/>
            <p:cNvSpPr/>
            <p:nvPr/>
          </p:nvSpPr>
          <p:spPr>
            <a:xfrm>
              <a:off x="482270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5" name="Google Shape;465;p13"/>
            <p:cNvSpPr/>
            <p:nvPr/>
          </p:nvSpPr>
          <p:spPr>
            <a:xfrm>
              <a:off x="4501177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6" name="Google Shape;466;p13"/>
            <p:cNvSpPr/>
            <p:nvPr/>
          </p:nvSpPr>
          <p:spPr>
            <a:xfrm>
              <a:off x="4179649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7" name="Google Shape;467;p13"/>
            <p:cNvSpPr/>
            <p:nvPr/>
          </p:nvSpPr>
          <p:spPr>
            <a:xfrm>
              <a:off x="385815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8" name="Google Shape;468;p13"/>
            <p:cNvSpPr/>
            <p:nvPr/>
          </p:nvSpPr>
          <p:spPr>
            <a:xfrm>
              <a:off x="3536622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9" name="Google Shape;469;p13"/>
            <p:cNvSpPr/>
            <p:nvPr/>
          </p:nvSpPr>
          <p:spPr>
            <a:xfrm>
              <a:off x="3215094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0" name="Google Shape;470;p13"/>
            <p:cNvSpPr/>
            <p:nvPr/>
          </p:nvSpPr>
          <p:spPr>
            <a:xfrm>
              <a:off x="289359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1" name="Google Shape;471;p13"/>
            <p:cNvSpPr/>
            <p:nvPr/>
          </p:nvSpPr>
          <p:spPr>
            <a:xfrm>
              <a:off x="2572067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2" name="Google Shape;472;p13"/>
            <p:cNvSpPr/>
            <p:nvPr/>
          </p:nvSpPr>
          <p:spPr>
            <a:xfrm>
              <a:off x="2250539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3" name="Google Shape;473;p13"/>
            <p:cNvSpPr/>
            <p:nvPr/>
          </p:nvSpPr>
          <p:spPr>
            <a:xfrm>
              <a:off x="192904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4" name="Google Shape;474;p13"/>
            <p:cNvSpPr/>
            <p:nvPr/>
          </p:nvSpPr>
          <p:spPr>
            <a:xfrm>
              <a:off x="1607512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5" name="Google Shape;475;p13"/>
            <p:cNvSpPr/>
            <p:nvPr/>
          </p:nvSpPr>
          <p:spPr>
            <a:xfrm>
              <a:off x="1285984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6" name="Google Shape;476;p13"/>
            <p:cNvSpPr/>
            <p:nvPr/>
          </p:nvSpPr>
          <p:spPr>
            <a:xfrm>
              <a:off x="964485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7" name="Google Shape;477;p13"/>
            <p:cNvSpPr/>
            <p:nvPr/>
          </p:nvSpPr>
          <p:spPr>
            <a:xfrm>
              <a:off x="642957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8" name="Google Shape;478;p13"/>
            <p:cNvSpPr/>
            <p:nvPr/>
          </p:nvSpPr>
          <p:spPr>
            <a:xfrm>
              <a:off x="321428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9" name="Google Shape;479;p13"/>
            <p:cNvSpPr/>
            <p:nvPr/>
          </p:nvSpPr>
          <p:spPr>
            <a:xfrm>
              <a:off x="514423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0" name="Google Shape;480;p13"/>
            <p:cNvSpPr/>
            <p:nvPr/>
          </p:nvSpPr>
          <p:spPr>
            <a:xfrm>
              <a:off x="546575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1" name="Google Shape;481;p13"/>
            <p:cNvSpPr/>
            <p:nvPr/>
          </p:nvSpPr>
          <p:spPr>
            <a:xfrm>
              <a:off x="578728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2" name="Google Shape;482;p13"/>
            <p:cNvSpPr/>
            <p:nvPr/>
          </p:nvSpPr>
          <p:spPr>
            <a:xfrm>
              <a:off x="610880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3" name="Google Shape;483;p13"/>
            <p:cNvSpPr/>
            <p:nvPr/>
          </p:nvSpPr>
          <p:spPr>
            <a:xfrm>
              <a:off x="643033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4" name="Google Shape;484;p13"/>
            <p:cNvSpPr/>
            <p:nvPr/>
          </p:nvSpPr>
          <p:spPr>
            <a:xfrm>
              <a:off x="675185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5" name="Google Shape;485;p13"/>
            <p:cNvSpPr/>
            <p:nvPr/>
          </p:nvSpPr>
          <p:spPr>
            <a:xfrm>
              <a:off x="707338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6" name="Google Shape;486;p13"/>
            <p:cNvSpPr/>
            <p:nvPr/>
          </p:nvSpPr>
          <p:spPr>
            <a:xfrm>
              <a:off x="739490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7" name="Google Shape;487;p13"/>
            <p:cNvSpPr/>
            <p:nvPr/>
          </p:nvSpPr>
          <p:spPr>
            <a:xfrm>
              <a:off x="771643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8" name="Google Shape;488;p13"/>
            <p:cNvSpPr/>
            <p:nvPr/>
          </p:nvSpPr>
          <p:spPr>
            <a:xfrm>
              <a:off x="803795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9" name="Google Shape;489;p13"/>
            <p:cNvSpPr/>
            <p:nvPr/>
          </p:nvSpPr>
          <p:spPr>
            <a:xfrm>
              <a:off x="835948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0" name="Google Shape;490;p13"/>
            <p:cNvSpPr/>
            <p:nvPr/>
          </p:nvSpPr>
          <p:spPr>
            <a:xfrm>
              <a:off x="868100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91" name="Google Shape;491;p13"/>
          <p:cNvSpPr/>
          <p:nvPr/>
        </p:nvSpPr>
        <p:spPr>
          <a:xfrm>
            <a:off x="-75" y="-25"/>
            <a:ext cx="9144000" cy="5143500"/>
          </a:xfrm>
          <a:prstGeom prst="frame">
            <a:avLst>
              <a:gd name="adj1" fmla="val 309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92" name="Google Shape;492;p13"/>
          <p:cNvSpPr txBox="1">
            <a:spLocks noGrp="1"/>
          </p:cNvSpPr>
          <p:nvPr>
            <p:ph type="title"/>
          </p:nvPr>
        </p:nvSpPr>
        <p:spPr>
          <a:xfrm>
            <a:off x="713350" y="540650"/>
            <a:ext cx="7717500" cy="6411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3" name="Google Shape;493;p13"/>
          <p:cNvSpPr txBox="1">
            <a:spLocks noGrp="1"/>
          </p:cNvSpPr>
          <p:nvPr>
            <p:ph type="title" idx="2" hasCustomPrompt="1"/>
          </p:nvPr>
        </p:nvSpPr>
        <p:spPr>
          <a:xfrm>
            <a:off x="1529875" y="1515496"/>
            <a:ext cx="822900" cy="525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494" name="Google Shape;494;p13"/>
          <p:cNvSpPr txBox="1">
            <a:spLocks noGrp="1"/>
          </p:cNvSpPr>
          <p:nvPr>
            <p:ph type="subTitle" idx="1"/>
          </p:nvPr>
        </p:nvSpPr>
        <p:spPr>
          <a:xfrm>
            <a:off x="1009975" y="2098100"/>
            <a:ext cx="1862700" cy="72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 b="1" i="1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9pPr>
          </a:lstStyle>
          <a:p>
            <a:endParaRPr/>
          </a:p>
        </p:txBody>
      </p:sp>
      <p:sp>
        <p:nvSpPr>
          <p:cNvPr id="495" name="Google Shape;495;p13"/>
          <p:cNvSpPr txBox="1">
            <a:spLocks noGrp="1"/>
          </p:cNvSpPr>
          <p:nvPr>
            <p:ph type="title" idx="3" hasCustomPrompt="1"/>
          </p:nvPr>
        </p:nvSpPr>
        <p:spPr>
          <a:xfrm>
            <a:off x="4160550" y="1515496"/>
            <a:ext cx="822900" cy="525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496" name="Google Shape;496;p13"/>
          <p:cNvSpPr txBox="1">
            <a:spLocks noGrp="1"/>
          </p:cNvSpPr>
          <p:nvPr>
            <p:ph type="subTitle" idx="4"/>
          </p:nvPr>
        </p:nvSpPr>
        <p:spPr>
          <a:xfrm>
            <a:off x="3640650" y="2098100"/>
            <a:ext cx="1862700" cy="72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 b="1" i="1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9pPr>
          </a:lstStyle>
          <a:p>
            <a:endParaRPr/>
          </a:p>
        </p:txBody>
      </p:sp>
      <p:sp>
        <p:nvSpPr>
          <p:cNvPr id="497" name="Google Shape;497;p13"/>
          <p:cNvSpPr txBox="1">
            <a:spLocks noGrp="1"/>
          </p:cNvSpPr>
          <p:nvPr>
            <p:ph type="title" idx="5" hasCustomPrompt="1"/>
          </p:nvPr>
        </p:nvSpPr>
        <p:spPr>
          <a:xfrm>
            <a:off x="6791225" y="1515496"/>
            <a:ext cx="822900" cy="525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498" name="Google Shape;498;p13"/>
          <p:cNvSpPr txBox="1">
            <a:spLocks noGrp="1"/>
          </p:cNvSpPr>
          <p:nvPr>
            <p:ph type="subTitle" idx="6"/>
          </p:nvPr>
        </p:nvSpPr>
        <p:spPr>
          <a:xfrm>
            <a:off x="6271325" y="2098100"/>
            <a:ext cx="1862700" cy="72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 b="1" i="1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9pPr>
          </a:lstStyle>
          <a:p>
            <a:endParaRPr/>
          </a:p>
        </p:txBody>
      </p:sp>
      <p:sp>
        <p:nvSpPr>
          <p:cNvPr id="499" name="Google Shape;499;p13"/>
          <p:cNvSpPr txBox="1">
            <a:spLocks noGrp="1"/>
          </p:cNvSpPr>
          <p:nvPr>
            <p:ph type="title" idx="7" hasCustomPrompt="1"/>
          </p:nvPr>
        </p:nvSpPr>
        <p:spPr>
          <a:xfrm>
            <a:off x="1529875" y="3093796"/>
            <a:ext cx="822900" cy="525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500" name="Google Shape;500;p13"/>
          <p:cNvSpPr txBox="1">
            <a:spLocks noGrp="1"/>
          </p:cNvSpPr>
          <p:nvPr>
            <p:ph type="subTitle" idx="8"/>
          </p:nvPr>
        </p:nvSpPr>
        <p:spPr>
          <a:xfrm>
            <a:off x="1009975" y="3676525"/>
            <a:ext cx="1862700" cy="72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 b="1" i="1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9pPr>
          </a:lstStyle>
          <a:p>
            <a:endParaRPr/>
          </a:p>
        </p:txBody>
      </p:sp>
      <p:sp>
        <p:nvSpPr>
          <p:cNvPr id="501" name="Google Shape;501;p13"/>
          <p:cNvSpPr txBox="1">
            <a:spLocks noGrp="1"/>
          </p:cNvSpPr>
          <p:nvPr>
            <p:ph type="title" idx="9" hasCustomPrompt="1"/>
          </p:nvPr>
        </p:nvSpPr>
        <p:spPr>
          <a:xfrm>
            <a:off x="4160550" y="3093796"/>
            <a:ext cx="822900" cy="525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502" name="Google Shape;502;p13"/>
          <p:cNvSpPr txBox="1">
            <a:spLocks noGrp="1"/>
          </p:cNvSpPr>
          <p:nvPr>
            <p:ph type="subTitle" idx="13"/>
          </p:nvPr>
        </p:nvSpPr>
        <p:spPr>
          <a:xfrm>
            <a:off x="3640650" y="3676525"/>
            <a:ext cx="1862700" cy="72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 b="1" i="1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9pPr>
          </a:lstStyle>
          <a:p>
            <a:endParaRPr/>
          </a:p>
        </p:txBody>
      </p:sp>
      <p:sp>
        <p:nvSpPr>
          <p:cNvPr id="503" name="Google Shape;503;p13"/>
          <p:cNvSpPr txBox="1">
            <a:spLocks noGrp="1"/>
          </p:cNvSpPr>
          <p:nvPr>
            <p:ph type="title" idx="14" hasCustomPrompt="1"/>
          </p:nvPr>
        </p:nvSpPr>
        <p:spPr>
          <a:xfrm>
            <a:off x="6791225" y="3093796"/>
            <a:ext cx="822900" cy="525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504" name="Google Shape;504;p13"/>
          <p:cNvSpPr txBox="1">
            <a:spLocks noGrp="1"/>
          </p:cNvSpPr>
          <p:nvPr>
            <p:ph type="subTitle" idx="15"/>
          </p:nvPr>
        </p:nvSpPr>
        <p:spPr>
          <a:xfrm>
            <a:off x="6271325" y="3676525"/>
            <a:ext cx="1862700" cy="72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 b="1" i="1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3"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7" name="Google Shape;867;p21"/>
          <p:cNvGrpSpPr/>
          <p:nvPr/>
        </p:nvGrpSpPr>
        <p:grpSpPr>
          <a:xfrm>
            <a:off x="-75" y="-25"/>
            <a:ext cx="9143872" cy="5143339"/>
            <a:chOff x="-75" y="-30"/>
            <a:chExt cx="9002532" cy="5143339"/>
          </a:xfrm>
        </p:grpSpPr>
        <p:sp>
          <p:nvSpPr>
            <p:cNvPr id="868" name="Google Shape;868;p21"/>
            <p:cNvSpPr/>
            <p:nvPr/>
          </p:nvSpPr>
          <p:spPr>
            <a:xfrm>
              <a:off x="-75" y="-25"/>
              <a:ext cx="9002532" cy="5143334"/>
            </a:xfrm>
            <a:custGeom>
              <a:avLst/>
              <a:gdLst/>
              <a:ahLst/>
              <a:cxnLst/>
              <a:rect l="l" t="t" r="r" b="b"/>
              <a:pathLst>
                <a:path w="169723" h="169691" fill="none" extrusionOk="0">
                  <a:moveTo>
                    <a:pt x="0" y="0"/>
                  </a:moveTo>
                  <a:lnTo>
                    <a:pt x="169723" y="0"/>
                  </a:lnTo>
                  <a:lnTo>
                    <a:pt x="169723" y="169691"/>
                  </a:lnTo>
                  <a:lnTo>
                    <a:pt x="0" y="169691"/>
                  </a:lnTo>
                  <a:close/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9" name="Google Shape;869;p21"/>
            <p:cNvSpPr/>
            <p:nvPr/>
          </p:nvSpPr>
          <p:spPr>
            <a:xfrm>
              <a:off x="-75" y="4821770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0" name="Google Shape;870;p21"/>
            <p:cNvSpPr/>
            <p:nvPr/>
          </p:nvSpPr>
          <p:spPr>
            <a:xfrm>
              <a:off x="-75" y="4500242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1" name="Google Shape;871;p21"/>
            <p:cNvSpPr/>
            <p:nvPr/>
          </p:nvSpPr>
          <p:spPr>
            <a:xfrm>
              <a:off x="-75" y="4178715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2" name="Google Shape;872;p21"/>
            <p:cNvSpPr/>
            <p:nvPr/>
          </p:nvSpPr>
          <p:spPr>
            <a:xfrm>
              <a:off x="-75" y="3857217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3" name="Google Shape;873;p21"/>
            <p:cNvSpPr/>
            <p:nvPr/>
          </p:nvSpPr>
          <p:spPr>
            <a:xfrm>
              <a:off x="-75" y="3535690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4" name="Google Shape;874;p21"/>
            <p:cNvSpPr/>
            <p:nvPr/>
          </p:nvSpPr>
          <p:spPr>
            <a:xfrm>
              <a:off x="-75" y="3214162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5" name="Google Shape;875;p21"/>
            <p:cNvSpPr/>
            <p:nvPr/>
          </p:nvSpPr>
          <p:spPr>
            <a:xfrm>
              <a:off x="-75" y="2892665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6" name="Google Shape;876;p21"/>
            <p:cNvSpPr/>
            <p:nvPr/>
          </p:nvSpPr>
          <p:spPr>
            <a:xfrm>
              <a:off x="-75" y="2571137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7" name="Google Shape;877;p21"/>
            <p:cNvSpPr/>
            <p:nvPr/>
          </p:nvSpPr>
          <p:spPr>
            <a:xfrm>
              <a:off x="-75" y="2249610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8" name="Google Shape;878;p21"/>
            <p:cNvSpPr/>
            <p:nvPr/>
          </p:nvSpPr>
          <p:spPr>
            <a:xfrm>
              <a:off x="-75" y="1928113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9" name="Google Shape;879;p21"/>
            <p:cNvSpPr/>
            <p:nvPr/>
          </p:nvSpPr>
          <p:spPr>
            <a:xfrm>
              <a:off x="-75" y="1607555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0" name="Google Shape;880;p21"/>
            <p:cNvSpPr/>
            <p:nvPr/>
          </p:nvSpPr>
          <p:spPr>
            <a:xfrm>
              <a:off x="-75" y="1286027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1" name="Google Shape;881;p21"/>
            <p:cNvSpPr/>
            <p:nvPr/>
          </p:nvSpPr>
          <p:spPr>
            <a:xfrm>
              <a:off x="-75" y="964530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2" name="Google Shape;882;p21"/>
            <p:cNvSpPr/>
            <p:nvPr/>
          </p:nvSpPr>
          <p:spPr>
            <a:xfrm>
              <a:off x="-75" y="643003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3" name="Google Shape;883;p21"/>
            <p:cNvSpPr/>
            <p:nvPr/>
          </p:nvSpPr>
          <p:spPr>
            <a:xfrm>
              <a:off x="-75" y="321475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4" name="Google Shape;884;p21"/>
            <p:cNvSpPr/>
            <p:nvPr/>
          </p:nvSpPr>
          <p:spPr>
            <a:xfrm>
              <a:off x="482270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5" name="Google Shape;885;p21"/>
            <p:cNvSpPr/>
            <p:nvPr/>
          </p:nvSpPr>
          <p:spPr>
            <a:xfrm>
              <a:off x="4501177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6" name="Google Shape;886;p21"/>
            <p:cNvSpPr/>
            <p:nvPr/>
          </p:nvSpPr>
          <p:spPr>
            <a:xfrm>
              <a:off x="4179649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7" name="Google Shape;887;p21"/>
            <p:cNvSpPr/>
            <p:nvPr/>
          </p:nvSpPr>
          <p:spPr>
            <a:xfrm>
              <a:off x="385815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8" name="Google Shape;888;p21"/>
            <p:cNvSpPr/>
            <p:nvPr/>
          </p:nvSpPr>
          <p:spPr>
            <a:xfrm>
              <a:off x="3536622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9" name="Google Shape;889;p21"/>
            <p:cNvSpPr/>
            <p:nvPr/>
          </p:nvSpPr>
          <p:spPr>
            <a:xfrm>
              <a:off x="3215094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0" name="Google Shape;890;p21"/>
            <p:cNvSpPr/>
            <p:nvPr/>
          </p:nvSpPr>
          <p:spPr>
            <a:xfrm>
              <a:off x="289359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1" name="Google Shape;891;p21"/>
            <p:cNvSpPr/>
            <p:nvPr/>
          </p:nvSpPr>
          <p:spPr>
            <a:xfrm>
              <a:off x="2572067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2" name="Google Shape;892;p21"/>
            <p:cNvSpPr/>
            <p:nvPr/>
          </p:nvSpPr>
          <p:spPr>
            <a:xfrm>
              <a:off x="2250539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3" name="Google Shape;893;p21"/>
            <p:cNvSpPr/>
            <p:nvPr/>
          </p:nvSpPr>
          <p:spPr>
            <a:xfrm>
              <a:off x="192904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4" name="Google Shape;894;p21"/>
            <p:cNvSpPr/>
            <p:nvPr/>
          </p:nvSpPr>
          <p:spPr>
            <a:xfrm>
              <a:off x="1607512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5" name="Google Shape;895;p21"/>
            <p:cNvSpPr/>
            <p:nvPr/>
          </p:nvSpPr>
          <p:spPr>
            <a:xfrm>
              <a:off x="1285984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6" name="Google Shape;896;p21"/>
            <p:cNvSpPr/>
            <p:nvPr/>
          </p:nvSpPr>
          <p:spPr>
            <a:xfrm>
              <a:off x="964485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7" name="Google Shape;897;p21"/>
            <p:cNvSpPr/>
            <p:nvPr/>
          </p:nvSpPr>
          <p:spPr>
            <a:xfrm>
              <a:off x="642957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8" name="Google Shape;898;p21"/>
            <p:cNvSpPr/>
            <p:nvPr/>
          </p:nvSpPr>
          <p:spPr>
            <a:xfrm>
              <a:off x="321428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9" name="Google Shape;899;p21"/>
            <p:cNvSpPr/>
            <p:nvPr/>
          </p:nvSpPr>
          <p:spPr>
            <a:xfrm>
              <a:off x="514423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0" name="Google Shape;900;p21"/>
            <p:cNvSpPr/>
            <p:nvPr/>
          </p:nvSpPr>
          <p:spPr>
            <a:xfrm>
              <a:off x="546575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1" name="Google Shape;901;p21"/>
            <p:cNvSpPr/>
            <p:nvPr/>
          </p:nvSpPr>
          <p:spPr>
            <a:xfrm>
              <a:off x="578728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2" name="Google Shape;902;p21"/>
            <p:cNvSpPr/>
            <p:nvPr/>
          </p:nvSpPr>
          <p:spPr>
            <a:xfrm>
              <a:off x="610880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3" name="Google Shape;903;p21"/>
            <p:cNvSpPr/>
            <p:nvPr/>
          </p:nvSpPr>
          <p:spPr>
            <a:xfrm>
              <a:off x="643033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4" name="Google Shape;904;p21"/>
            <p:cNvSpPr/>
            <p:nvPr/>
          </p:nvSpPr>
          <p:spPr>
            <a:xfrm>
              <a:off x="675185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5" name="Google Shape;905;p21"/>
            <p:cNvSpPr/>
            <p:nvPr/>
          </p:nvSpPr>
          <p:spPr>
            <a:xfrm>
              <a:off x="707338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6" name="Google Shape;906;p21"/>
            <p:cNvSpPr/>
            <p:nvPr/>
          </p:nvSpPr>
          <p:spPr>
            <a:xfrm>
              <a:off x="739490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7" name="Google Shape;907;p21"/>
            <p:cNvSpPr/>
            <p:nvPr/>
          </p:nvSpPr>
          <p:spPr>
            <a:xfrm>
              <a:off x="771643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8" name="Google Shape;908;p21"/>
            <p:cNvSpPr/>
            <p:nvPr/>
          </p:nvSpPr>
          <p:spPr>
            <a:xfrm>
              <a:off x="803795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9" name="Google Shape;909;p21"/>
            <p:cNvSpPr/>
            <p:nvPr/>
          </p:nvSpPr>
          <p:spPr>
            <a:xfrm>
              <a:off x="835948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0" name="Google Shape;910;p21"/>
            <p:cNvSpPr/>
            <p:nvPr/>
          </p:nvSpPr>
          <p:spPr>
            <a:xfrm>
              <a:off x="868100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911" name="Google Shape;911;p21"/>
          <p:cNvSpPr/>
          <p:nvPr/>
        </p:nvSpPr>
        <p:spPr>
          <a:xfrm>
            <a:off x="-75" y="-25"/>
            <a:ext cx="9144000" cy="5143500"/>
          </a:xfrm>
          <a:prstGeom prst="frame">
            <a:avLst>
              <a:gd name="adj1" fmla="val 309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2"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3" name="Google Shape;913;p22"/>
          <p:cNvGrpSpPr/>
          <p:nvPr/>
        </p:nvGrpSpPr>
        <p:grpSpPr>
          <a:xfrm>
            <a:off x="-75" y="-25"/>
            <a:ext cx="9143872" cy="5143339"/>
            <a:chOff x="-75" y="-30"/>
            <a:chExt cx="9002532" cy="5143339"/>
          </a:xfrm>
        </p:grpSpPr>
        <p:sp>
          <p:nvSpPr>
            <p:cNvPr id="914" name="Google Shape;914;p22"/>
            <p:cNvSpPr/>
            <p:nvPr/>
          </p:nvSpPr>
          <p:spPr>
            <a:xfrm>
              <a:off x="-75" y="-25"/>
              <a:ext cx="9002532" cy="5143334"/>
            </a:xfrm>
            <a:custGeom>
              <a:avLst/>
              <a:gdLst/>
              <a:ahLst/>
              <a:cxnLst/>
              <a:rect l="l" t="t" r="r" b="b"/>
              <a:pathLst>
                <a:path w="169723" h="169691" fill="none" extrusionOk="0">
                  <a:moveTo>
                    <a:pt x="0" y="0"/>
                  </a:moveTo>
                  <a:lnTo>
                    <a:pt x="169723" y="0"/>
                  </a:lnTo>
                  <a:lnTo>
                    <a:pt x="169723" y="169691"/>
                  </a:lnTo>
                  <a:lnTo>
                    <a:pt x="0" y="169691"/>
                  </a:lnTo>
                  <a:close/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5" name="Google Shape;915;p22"/>
            <p:cNvSpPr/>
            <p:nvPr/>
          </p:nvSpPr>
          <p:spPr>
            <a:xfrm>
              <a:off x="-75" y="4821770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6" name="Google Shape;916;p22"/>
            <p:cNvSpPr/>
            <p:nvPr/>
          </p:nvSpPr>
          <p:spPr>
            <a:xfrm>
              <a:off x="-75" y="4500242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7" name="Google Shape;917;p22"/>
            <p:cNvSpPr/>
            <p:nvPr/>
          </p:nvSpPr>
          <p:spPr>
            <a:xfrm>
              <a:off x="-75" y="4178715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8" name="Google Shape;918;p22"/>
            <p:cNvSpPr/>
            <p:nvPr/>
          </p:nvSpPr>
          <p:spPr>
            <a:xfrm>
              <a:off x="-75" y="3857217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9" name="Google Shape;919;p22"/>
            <p:cNvSpPr/>
            <p:nvPr/>
          </p:nvSpPr>
          <p:spPr>
            <a:xfrm>
              <a:off x="-75" y="3535690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0" name="Google Shape;920;p22"/>
            <p:cNvSpPr/>
            <p:nvPr/>
          </p:nvSpPr>
          <p:spPr>
            <a:xfrm>
              <a:off x="-75" y="3214162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1" name="Google Shape;921;p22"/>
            <p:cNvSpPr/>
            <p:nvPr/>
          </p:nvSpPr>
          <p:spPr>
            <a:xfrm>
              <a:off x="-75" y="2892665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2" name="Google Shape;922;p22"/>
            <p:cNvSpPr/>
            <p:nvPr/>
          </p:nvSpPr>
          <p:spPr>
            <a:xfrm>
              <a:off x="-75" y="2571137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3" name="Google Shape;923;p22"/>
            <p:cNvSpPr/>
            <p:nvPr/>
          </p:nvSpPr>
          <p:spPr>
            <a:xfrm>
              <a:off x="-75" y="2249610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4" name="Google Shape;924;p22"/>
            <p:cNvSpPr/>
            <p:nvPr/>
          </p:nvSpPr>
          <p:spPr>
            <a:xfrm>
              <a:off x="-75" y="1928113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5" name="Google Shape;925;p22"/>
            <p:cNvSpPr/>
            <p:nvPr/>
          </p:nvSpPr>
          <p:spPr>
            <a:xfrm>
              <a:off x="-75" y="1607555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6" name="Google Shape;926;p22"/>
            <p:cNvSpPr/>
            <p:nvPr/>
          </p:nvSpPr>
          <p:spPr>
            <a:xfrm>
              <a:off x="-75" y="1286027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7" name="Google Shape;927;p22"/>
            <p:cNvSpPr/>
            <p:nvPr/>
          </p:nvSpPr>
          <p:spPr>
            <a:xfrm>
              <a:off x="-75" y="964530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8" name="Google Shape;928;p22"/>
            <p:cNvSpPr/>
            <p:nvPr/>
          </p:nvSpPr>
          <p:spPr>
            <a:xfrm>
              <a:off x="-75" y="643003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0"/>
                  </a:moveTo>
                  <a:lnTo>
                    <a:pt x="169723" y="0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9" name="Google Shape;929;p22"/>
            <p:cNvSpPr/>
            <p:nvPr/>
          </p:nvSpPr>
          <p:spPr>
            <a:xfrm>
              <a:off x="-75" y="321475"/>
              <a:ext cx="9002532" cy="30"/>
            </a:xfrm>
            <a:custGeom>
              <a:avLst/>
              <a:gdLst/>
              <a:ahLst/>
              <a:cxnLst/>
              <a:rect l="l" t="t" r="r" b="b"/>
              <a:pathLst>
                <a:path w="169723" h="1" fill="none" extrusionOk="0">
                  <a:moveTo>
                    <a:pt x="0" y="1"/>
                  </a:moveTo>
                  <a:lnTo>
                    <a:pt x="169723" y="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0" name="Google Shape;930;p22"/>
            <p:cNvSpPr/>
            <p:nvPr/>
          </p:nvSpPr>
          <p:spPr>
            <a:xfrm>
              <a:off x="482270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1" name="Google Shape;931;p22"/>
            <p:cNvSpPr/>
            <p:nvPr/>
          </p:nvSpPr>
          <p:spPr>
            <a:xfrm>
              <a:off x="4501177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2" name="Google Shape;932;p22"/>
            <p:cNvSpPr/>
            <p:nvPr/>
          </p:nvSpPr>
          <p:spPr>
            <a:xfrm>
              <a:off x="4179649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3" name="Google Shape;933;p22"/>
            <p:cNvSpPr/>
            <p:nvPr/>
          </p:nvSpPr>
          <p:spPr>
            <a:xfrm>
              <a:off x="385815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4" name="Google Shape;934;p22"/>
            <p:cNvSpPr/>
            <p:nvPr/>
          </p:nvSpPr>
          <p:spPr>
            <a:xfrm>
              <a:off x="3536622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5" name="Google Shape;935;p22"/>
            <p:cNvSpPr/>
            <p:nvPr/>
          </p:nvSpPr>
          <p:spPr>
            <a:xfrm>
              <a:off x="3215094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6" name="Google Shape;936;p22"/>
            <p:cNvSpPr/>
            <p:nvPr/>
          </p:nvSpPr>
          <p:spPr>
            <a:xfrm>
              <a:off x="289359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7" name="Google Shape;937;p22"/>
            <p:cNvSpPr/>
            <p:nvPr/>
          </p:nvSpPr>
          <p:spPr>
            <a:xfrm>
              <a:off x="2572067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8" name="Google Shape;938;p22"/>
            <p:cNvSpPr/>
            <p:nvPr/>
          </p:nvSpPr>
          <p:spPr>
            <a:xfrm>
              <a:off x="2250539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9" name="Google Shape;939;p22"/>
            <p:cNvSpPr/>
            <p:nvPr/>
          </p:nvSpPr>
          <p:spPr>
            <a:xfrm>
              <a:off x="192904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0" name="Google Shape;940;p22"/>
            <p:cNvSpPr/>
            <p:nvPr/>
          </p:nvSpPr>
          <p:spPr>
            <a:xfrm>
              <a:off x="1607512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1" name="Google Shape;941;p22"/>
            <p:cNvSpPr/>
            <p:nvPr/>
          </p:nvSpPr>
          <p:spPr>
            <a:xfrm>
              <a:off x="1285984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2" name="Google Shape;942;p22"/>
            <p:cNvSpPr/>
            <p:nvPr/>
          </p:nvSpPr>
          <p:spPr>
            <a:xfrm>
              <a:off x="964485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3" name="Google Shape;943;p22"/>
            <p:cNvSpPr/>
            <p:nvPr/>
          </p:nvSpPr>
          <p:spPr>
            <a:xfrm>
              <a:off x="642957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4" name="Google Shape;944;p22"/>
            <p:cNvSpPr/>
            <p:nvPr/>
          </p:nvSpPr>
          <p:spPr>
            <a:xfrm>
              <a:off x="321428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1" y="0"/>
                  </a:moveTo>
                  <a:lnTo>
                    <a:pt x="1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5" name="Google Shape;945;p22"/>
            <p:cNvSpPr/>
            <p:nvPr/>
          </p:nvSpPr>
          <p:spPr>
            <a:xfrm>
              <a:off x="514423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6" name="Google Shape;946;p22"/>
            <p:cNvSpPr/>
            <p:nvPr/>
          </p:nvSpPr>
          <p:spPr>
            <a:xfrm>
              <a:off x="546575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7" name="Google Shape;947;p22"/>
            <p:cNvSpPr/>
            <p:nvPr/>
          </p:nvSpPr>
          <p:spPr>
            <a:xfrm>
              <a:off x="578728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8" name="Google Shape;948;p22"/>
            <p:cNvSpPr/>
            <p:nvPr/>
          </p:nvSpPr>
          <p:spPr>
            <a:xfrm>
              <a:off x="610880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9" name="Google Shape;949;p22"/>
            <p:cNvSpPr/>
            <p:nvPr/>
          </p:nvSpPr>
          <p:spPr>
            <a:xfrm>
              <a:off x="643033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0" name="Google Shape;950;p22"/>
            <p:cNvSpPr/>
            <p:nvPr/>
          </p:nvSpPr>
          <p:spPr>
            <a:xfrm>
              <a:off x="675185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1" name="Google Shape;951;p22"/>
            <p:cNvSpPr/>
            <p:nvPr/>
          </p:nvSpPr>
          <p:spPr>
            <a:xfrm>
              <a:off x="707338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2" name="Google Shape;952;p22"/>
            <p:cNvSpPr/>
            <p:nvPr/>
          </p:nvSpPr>
          <p:spPr>
            <a:xfrm>
              <a:off x="739490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3" name="Google Shape;953;p22"/>
            <p:cNvSpPr/>
            <p:nvPr/>
          </p:nvSpPr>
          <p:spPr>
            <a:xfrm>
              <a:off x="771643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4" name="Google Shape;954;p22"/>
            <p:cNvSpPr/>
            <p:nvPr/>
          </p:nvSpPr>
          <p:spPr>
            <a:xfrm>
              <a:off x="803795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5" name="Google Shape;955;p22"/>
            <p:cNvSpPr/>
            <p:nvPr/>
          </p:nvSpPr>
          <p:spPr>
            <a:xfrm>
              <a:off x="8359481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6" name="Google Shape;956;p22"/>
            <p:cNvSpPr/>
            <p:nvPr/>
          </p:nvSpPr>
          <p:spPr>
            <a:xfrm>
              <a:off x="8681006" y="-30"/>
              <a:ext cx="30" cy="5143334"/>
            </a:xfrm>
            <a:custGeom>
              <a:avLst/>
              <a:gdLst/>
              <a:ahLst/>
              <a:cxnLst/>
              <a:rect l="l" t="t" r="r" b="b"/>
              <a:pathLst>
                <a:path w="1" h="169691" fill="none" extrusionOk="0">
                  <a:moveTo>
                    <a:pt x="0" y="0"/>
                  </a:moveTo>
                  <a:lnTo>
                    <a:pt x="0" y="169691"/>
                  </a:lnTo>
                </a:path>
              </a:pathLst>
            </a:custGeom>
            <a:noFill/>
            <a:ln w="4825" cap="flat" cmpd="sng">
              <a:solidFill>
                <a:schemeClr val="dk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350" y="540650"/>
            <a:ext cx="77175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boreto"/>
              <a:buNone/>
              <a:defRPr sz="2800" b="1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boreto"/>
              <a:buNone/>
              <a:defRPr sz="2800" b="1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boreto"/>
              <a:buNone/>
              <a:defRPr sz="2800" b="1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boreto"/>
              <a:buNone/>
              <a:defRPr sz="2800" b="1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boreto"/>
              <a:buNone/>
              <a:defRPr sz="2800" b="1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boreto"/>
              <a:buNone/>
              <a:defRPr sz="2800" b="1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boreto"/>
              <a:buNone/>
              <a:defRPr sz="2800" b="1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boreto"/>
              <a:buNone/>
              <a:defRPr sz="2800" b="1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boreto"/>
              <a:buNone/>
              <a:defRPr sz="2800" b="1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350" y="1181627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attrocento"/>
              <a:buChar char="●"/>
              <a:defRPr sz="1200">
                <a:solidFill>
                  <a:schemeClr val="dk1"/>
                </a:solidFill>
                <a:latin typeface="Quattrocento"/>
                <a:ea typeface="Quattrocento"/>
                <a:cs typeface="Quattrocento"/>
                <a:sym typeface="Quattrocen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attrocento"/>
              <a:buChar char="○"/>
              <a:defRPr sz="1200">
                <a:solidFill>
                  <a:schemeClr val="dk1"/>
                </a:solidFill>
                <a:latin typeface="Quattrocento"/>
                <a:ea typeface="Quattrocento"/>
                <a:cs typeface="Quattrocento"/>
                <a:sym typeface="Quattrocen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attrocento"/>
              <a:buChar char="■"/>
              <a:defRPr sz="1200">
                <a:solidFill>
                  <a:schemeClr val="dk1"/>
                </a:solidFill>
                <a:latin typeface="Quattrocento"/>
                <a:ea typeface="Quattrocento"/>
                <a:cs typeface="Quattrocento"/>
                <a:sym typeface="Quattrocen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attrocento"/>
              <a:buChar char="●"/>
              <a:defRPr sz="1200">
                <a:solidFill>
                  <a:schemeClr val="dk1"/>
                </a:solidFill>
                <a:latin typeface="Quattrocento"/>
                <a:ea typeface="Quattrocento"/>
                <a:cs typeface="Quattrocento"/>
                <a:sym typeface="Quattrocen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attrocento"/>
              <a:buChar char="○"/>
              <a:defRPr sz="1200">
                <a:solidFill>
                  <a:schemeClr val="dk1"/>
                </a:solidFill>
                <a:latin typeface="Quattrocento"/>
                <a:ea typeface="Quattrocento"/>
                <a:cs typeface="Quattrocento"/>
                <a:sym typeface="Quattrocen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attrocento"/>
              <a:buChar char="■"/>
              <a:defRPr sz="1200">
                <a:solidFill>
                  <a:schemeClr val="dk1"/>
                </a:solidFill>
                <a:latin typeface="Quattrocento"/>
                <a:ea typeface="Quattrocento"/>
                <a:cs typeface="Quattrocento"/>
                <a:sym typeface="Quattrocen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attrocento"/>
              <a:buChar char="●"/>
              <a:defRPr sz="1200">
                <a:solidFill>
                  <a:schemeClr val="dk1"/>
                </a:solidFill>
                <a:latin typeface="Quattrocento"/>
                <a:ea typeface="Quattrocento"/>
                <a:cs typeface="Quattrocento"/>
                <a:sym typeface="Quattrocen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attrocento"/>
              <a:buChar char="○"/>
              <a:defRPr sz="1200">
                <a:solidFill>
                  <a:schemeClr val="dk1"/>
                </a:solidFill>
                <a:latin typeface="Quattrocento"/>
                <a:ea typeface="Quattrocento"/>
                <a:cs typeface="Quattrocento"/>
                <a:sym typeface="Quattrocen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attrocento"/>
              <a:buChar char="■"/>
              <a:defRPr sz="1200">
                <a:solidFill>
                  <a:schemeClr val="dk1"/>
                </a:solidFill>
                <a:latin typeface="Quattrocento"/>
                <a:ea typeface="Quattrocento"/>
                <a:cs typeface="Quattrocento"/>
                <a:sym typeface="Quattrocen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7" r:id="rId9"/>
    <p:sldLayoutId id="2147483668" r:id="rId10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26"/>
          <p:cNvSpPr txBox="1">
            <a:spLocks noGrp="1"/>
          </p:cNvSpPr>
          <p:nvPr>
            <p:ph type="ctrTitle"/>
          </p:nvPr>
        </p:nvSpPr>
        <p:spPr>
          <a:xfrm>
            <a:off x="627438" y="974196"/>
            <a:ext cx="3955200" cy="23952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u="sng" dirty="0">
                <a:solidFill>
                  <a:srgbClr val="002060"/>
                </a:solidFill>
              </a:rPr>
              <a:t>Etude Economique et Modélisation 3D d’un Projet de construction d’une VILLA individuelle.</a:t>
            </a:r>
            <a:endParaRPr sz="2400" b="0" u="sng" dirty="0">
              <a:solidFill>
                <a:srgbClr val="002060"/>
              </a:solidFill>
            </a:endParaRPr>
          </a:p>
        </p:txBody>
      </p:sp>
      <p:sp>
        <p:nvSpPr>
          <p:cNvPr id="968" name="Google Shape;968;p26"/>
          <p:cNvSpPr txBox="1">
            <a:spLocks noGrp="1"/>
          </p:cNvSpPr>
          <p:nvPr>
            <p:ph type="subTitle" idx="1"/>
          </p:nvPr>
        </p:nvSpPr>
        <p:spPr>
          <a:xfrm>
            <a:off x="652299" y="3613446"/>
            <a:ext cx="3955200" cy="126961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 u="sng" dirty="0">
                <a:solidFill>
                  <a:srgbClr val="002060"/>
                </a:solidFill>
              </a:rPr>
              <a:t>Réalisé par: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KOFFI Brou Kouassi Richard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 GARBA Benie Toussaint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ABOUBAKER Ibrahim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MOUSTATAI Reda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760869D-4359-7B8E-4193-109635BAC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4766" y="312217"/>
            <a:ext cx="3395233" cy="696458"/>
          </a:xfrm>
          <a:prstGeom prst="rect">
            <a:avLst/>
          </a:prstGeom>
        </p:spPr>
      </p:pic>
      <p:grpSp>
        <p:nvGrpSpPr>
          <p:cNvPr id="4" name="Google Shape;1291;p30">
            <a:extLst>
              <a:ext uri="{FF2B5EF4-FFF2-40B4-BE49-F238E27FC236}">
                <a16:creationId xmlns:a16="http://schemas.microsoft.com/office/drawing/2014/main" id="{7DA86F6C-535E-5652-8C69-F2B70BDA10FF}"/>
              </a:ext>
            </a:extLst>
          </p:cNvPr>
          <p:cNvGrpSpPr/>
          <p:nvPr/>
        </p:nvGrpSpPr>
        <p:grpSpPr>
          <a:xfrm flipH="1">
            <a:off x="4816476" y="1400748"/>
            <a:ext cx="4028188" cy="3310009"/>
            <a:chOff x="1795775" y="580625"/>
            <a:chExt cx="4532450" cy="4621200"/>
          </a:xfrm>
        </p:grpSpPr>
        <p:sp>
          <p:nvSpPr>
            <p:cNvPr id="5" name="Google Shape;1292;p30">
              <a:extLst>
                <a:ext uri="{FF2B5EF4-FFF2-40B4-BE49-F238E27FC236}">
                  <a16:creationId xmlns:a16="http://schemas.microsoft.com/office/drawing/2014/main" id="{941440CC-0A0B-8A23-1A05-885CD7042F7C}"/>
                </a:ext>
              </a:extLst>
            </p:cNvPr>
            <p:cNvSpPr/>
            <p:nvPr/>
          </p:nvSpPr>
          <p:spPr>
            <a:xfrm>
              <a:off x="3332600" y="1741225"/>
              <a:ext cx="2968125" cy="811925"/>
            </a:xfrm>
            <a:custGeom>
              <a:avLst/>
              <a:gdLst/>
              <a:ahLst/>
              <a:cxnLst/>
              <a:rect l="l" t="t" r="r" b="b"/>
              <a:pathLst>
                <a:path w="118725" h="32477" fill="none" extrusionOk="0">
                  <a:moveTo>
                    <a:pt x="1" y="32477"/>
                  </a:moveTo>
                  <a:lnTo>
                    <a:pt x="118724" y="1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" name="Google Shape;1293;p30">
              <a:extLst>
                <a:ext uri="{FF2B5EF4-FFF2-40B4-BE49-F238E27FC236}">
                  <a16:creationId xmlns:a16="http://schemas.microsoft.com/office/drawing/2014/main" id="{BBE13FA4-2154-9EDD-CEEA-98CED2FEF0C0}"/>
                </a:ext>
              </a:extLst>
            </p:cNvPr>
            <p:cNvSpPr/>
            <p:nvPr/>
          </p:nvSpPr>
          <p:spPr>
            <a:xfrm>
              <a:off x="5704425" y="987900"/>
              <a:ext cx="623800" cy="1113625"/>
            </a:xfrm>
            <a:custGeom>
              <a:avLst/>
              <a:gdLst/>
              <a:ahLst/>
              <a:cxnLst/>
              <a:rect l="l" t="t" r="r" b="b"/>
              <a:pathLst>
                <a:path w="24952" h="44545" fill="none" extrusionOk="0">
                  <a:moveTo>
                    <a:pt x="0" y="0"/>
                  </a:moveTo>
                  <a:lnTo>
                    <a:pt x="24952" y="44544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" name="Google Shape;1294;p30">
              <a:extLst>
                <a:ext uri="{FF2B5EF4-FFF2-40B4-BE49-F238E27FC236}">
                  <a16:creationId xmlns:a16="http://schemas.microsoft.com/office/drawing/2014/main" id="{159D4D01-C6A1-0757-A4BF-E390F65EC6CC}"/>
                </a:ext>
              </a:extLst>
            </p:cNvPr>
            <p:cNvSpPr/>
            <p:nvPr/>
          </p:nvSpPr>
          <p:spPr>
            <a:xfrm>
              <a:off x="4443525" y="3372125"/>
              <a:ext cx="1884700" cy="1772025"/>
            </a:xfrm>
            <a:custGeom>
              <a:avLst/>
              <a:gdLst/>
              <a:ahLst/>
              <a:cxnLst/>
              <a:rect l="l" t="t" r="r" b="b"/>
              <a:pathLst>
                <a:path w="75388" h="70881" fill="none" extrusionOk="0">
                  <a:moveTo>
                    <a:pt x="75388" y="1"/>
                  </a:moveTo>
                  <a:lnTo>
                    <a:pt x="1" y="70880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1295;p30">
              <a:extLst>
                <a:ext uri="{FF2B5EF4-FFF2-40B4-BE49-F238E27FC236}">
                  <a16:creationId xmlns:a16="http://schemas.microsoft.com/office/drawing/2014/main" id="{14274914-60C9-A289-F2C8-F74EEA9A7F4F}"/>
                </a:ext>
              </a:extLst>
            </p:cNvPr>
            <p:cNvSpPr/>
            <p:nvPr/>
          </p:nvSpPr>
          <p:spPr>
            <a:xfrm>
              <a:off x="4443525" y="3301150"/>
              <a:ext cx="1884700" cy="1514675"/>
            </a:xfrm>
            <a:custGeom>
              <a:avLst/>
              <a:gdLst/>
              <a:ahLst/>
              <a:cxnLst/>
              <a:rect l="l" t="t" r="r" b="b"/>
              <a:pathLst>
                <a:path w="75388" h="60587" fill="none" extrusionOk="0">
                  <a:moveTo>
                    <a:pt x="75388" y="0"/>
                  </a:moveTo>
                  <a:lnTo>
                    <a:pt x="1" y="60587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1296;p30">
              <a:extLst>
                <a:ext uri="{FF2B5EF4-FFF2-40B4-BE49-F238E27FC236}">
                  <a16:creationId xmlns:a16="http://schemas.microsoft.com/office/drawing/2014/main" id="{CB17E0A9-539C-0ACD-D75C-32BE2AF6AD22}"/>
                </a:ext>
              </a:extLst>
            </p:cNvPr>
            <p:cNvSpPr/>
            <p:nvPr/>
          </p:nvSpPr>
          <p:spPr>
            <a:xfrm>
              <a:off x="1795775" y="1861025"/>
              <a:ext cx="1423275" cy="531525"/>
            </a:xfrm>
            <a:custGeom>
              <a:avLst/>
              <a:gdLst/>
              <a:ahLst/>
              <a:cxnLst/>
              <a:rect l="l" t="t" r="r" b="b"/>
              <a:pathLst>
                <a:path w="56931" h="21261" fill="none" extrusionOk="0">
                  <a:moveTo>
                    <a:pt x="0" y="21261"/>
                  </a:moveTo>
                  <a:lnTo>
                    <a:pt x="56931" y="0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1297;p30">
              <a:extLst>
                <a:ext uri="{FF2B5EF4-FFF2-40B4-BE49-F238E27FC236}">
                  <a16:creationId xmlns:a16="http://schemas.microsoft.com/office/drawing/2014/main" id="{39B2D214-8742-6034-4770-9469CA2D6ABD}"/>
                </a:ext>
              </a:extLst>
            </p:cNvPr>
            <p:cNvSpPr/>
            <p:nvPr/>
          </p:nvSpPr>
          <p:spPr>
            <a:xfrm>
              <a:off x="3060200" y="1861025"/>
              <a:ext cx="2644250" cy="735625"/>
            </a:xfrm>
            <a:custGeom>
              <a:avLst/>
              <a:gdLst/>
              <a:ahLst/>
              <a:cxnLst/>
              <a:rect l="l" t="t" r="r" b="b"/>
              <a:pathLst>
                <a:path w="105770" h="29425" fill="none" extrusionOk="0">
                  <a:moveTo>
                    <a:pt x="105769" y="29424"/>
                  </a:moveTo>
                  <a:lnTo>
                    <a:pt x="1" y="0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" name="Google Shape;1298;p30">
              <a:extLst>
                <a:ext uri="{FF2B5EF4-FFF2-40B4-BE49-F238E27FC236}">
                  <a16:creationId xmlns:a16="http://schemas.microsoft.com/office/drawing/2014/main" id="{15EA87BC-7DB2-53D0-DDFB-776CD85E6F73}"/>
                </a:ext>
              </a:extLst>
            </p:cNvPr>
            <p:cNvSpPr/>
            <p:nvPr/>
          </p:nvSpPr>
          <p:spPr>
            <a:xfrm>
              <a:off x="1795775" y="3406750"/>
              <a:ext cx="1523550" cy="472950"/>
            </a:xfrm>
            <a:custGeom>
              <a:avLst/>
              <a:gdLst/>
              <a:ahLst/>
              <a:cxnLst/>
              <a:rect l="l" t="t" r="r" b="b"/>
              <a:pathLst>
                <a:path w="60942" h="18918" fill="none" extrusionOk="0">
                  <a:moveTo>
                    <a:pt x="0" y="0"/>
                  </a:moveTo>
                  <a:lnTo>
                    <a:pt x="60941" y="18918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" name="Google Shape;1299;p30">
              <a:extLst>
                <a:ext uri="{FF2B5EF4-FFF2-40B4-BE49-F238E27FC236}">
                  <a16:creationId xmlns:a16="http://schemas.microsoft.com/office/drawing/2014/main" id="{55245C13-BFD8-A01C-70F7-A6DBE9AF35A3}"/>
                </a:ext>
              </a:extLst>
            </p:cNvPr>
            <p:cNvSpPr/>
            <p:nvPr/>
          </p:nvSpPr>
          <p:spPr>
            <a:xfrm>
              <a:off x="1795775" y="3542500"/>
              <a:ext cx="2885575" cy="1273325"/>
            </a:xfrm>
            <a:custGeom>
              <a:avLst/>
              <a:gdLst/>
              <a:ahLst/>
              <a:cxnLst/>
              <a:rect l="l" t="t" r="r" b="b"/>
              <a:pathLst>
                <a:path w="115423" h="50933" fill="none" extrusionOk="0">
                  <a:moveTo>
                    <a:pt x="115423" y="50933"/>
                  </a:moveTo>
                  <a:lnTo>
                    <a:pt x="0" y="1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" name="Google Shape;1300;p30">
              <a:extLst>
                <a:ext uri="{FF2B5EF4-FFF2-40B4-BE49-F238E27FC236}">
                  <a16:creationId xmlns:a16="http://schemas.microsoft.com/office/drawing/2014/main" id="{4AFC8168-90AE-13D7-3942-B42EC1147D88}"/>
                </a:ext>
              </a:extLst>
            </p:cNvPr>
            <p:cNvSpPr/>
            <p:nvPr/>
          </p:nvSpPr>
          <p:spPr>
            <a:xfrm>
              <a:off x="1795775" y="3677375"/>
              <a:ext cx="2885575" cy="1466775"/>
            </a:xfrm>
            <a:custGeom>
              <a:avLst/>
              <a:gdLst/>
              <a:ahLst/>
              <a:cxnLst/>
              <a:rect l="l" t="t" r="r" b="b"/>
              <a:pathLst>
                <a:path w="115423" h="58671" fill="none" extrusionOk="0">
                  <a:moveTo>
                    <a:pt x="115423" y="58670"/>
                  </a:moveTo>
                  <a:lnTo>
                    <a:pt x="0" y="0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" name="Google Shape;1301;p30">
              <a:extLst>
                <a:ext uri="{FF2B5EF4-FFF2-40B4-BE49-F238E27FC236}">
                  <a16:creationId xmlns:a16="http://schemas.microsoft.com/office/drawing/2014/main" id="{2C1AD5DD-1ACC-E48C-BFA6-33BBAC224103}"/>
                </a:ext>
              </a:extLst>
            </p:cNvPr>
            <p:cNvSpPr/>
            <p:nvPr/>
          </p:nvSpPr>
          <p:spPr>
            <a:xfrm>
              <a:off x="4572200" y="2410275"/>
              <a:ext cx="1756025" cy="362050"/>
            </a:xfrm>
            <a:custGeom>
              <a:avLst/>
              <a:gdLst/>
              <a:ahLst/>
              <a:cxnLst/>
              <a:rect l="l" t="t" r="r" b="b"/>
              <a:pathLst>
                <a:path w="70241" h="14482" fill="none" extrusionOk="0">
                  <a:moveTo>
                    <a:pt x="0" y="1"/>
                  </a:moveTo>
                  <a:lnTo>
                    <a:pt x="70241" y="14482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1302;p30">
              <a:extLst>
                <a:ext uri="{FF2B5EF4-FFF2-40B4-BE49-F238E27FC236}">
                  <a16:creationId xmlns:a16="http://schemas.microsoft.com/office/drawing/2014/main" id="{1D1FF854-E98B-B227-E526-AB9B49C68533}"/>
                </a:ext>
              </a:extLst>
            </p:cNvPr>
            <p:cNvSpPr/>
            <p:nvPr/>
          </p:nvSpPr>
          <p:spPr>
            <a:xfrm>
              <a:off x="1795775" y="2422700"/>
              <a:ext cx="2965450" cy="399325"/>
            </a:xfrm>
            <a:custGeom>
              <a:avLst/>
              <a:gdLst/>
              <a:ahLst/>
              <a:cxnLst/>
              <a:rect l="l" t="t" r="r" b="b"/>
              <a:pathLst>
                <a:path w="118618" h="15973" fill="none" extrusionOk="0">
                  <a:moveTo>
                    <a:pt x="118617" y="0"/>
                  </a:moveTo>
                  <a:lnTo>
                    <a:pt x="0" y="15972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" name="Google Shape;1303;p30">
              <a:extLst>
                <a:ext uri="{FF2B5EF4-FFF2-40B4-BE49-F238E27FC236}">
                  <a16:creationId xmlns:a16="http://schemas.microsoft.com/office/drawing/2014/main" id="{606001A9-6ACD-EE9D-9E7E-4506193380C8}"/>
                </a:ext>
              </a:extLst>
            </p:cNvPr>
            <p:cNvSpPr/>
            <p:nvPr/>
          </p:nvSpPr>
          <p:spPr>
            <a:xfrm>
              <a:off x="1795775" y="3379225"/>
              <a:ext cx="3047975" cy="832350"/>
            </a:xfrm>
            <a:custGeom>
              <a:avLst/>
              <a:gdLst/>
              <a:ahLst/>
              <a:cxnLst/>
              <a:rect l="l" t="t" r="r" b="b"/>
              <a:pathLst>
                <a:path w="121919" h="33294" fill="none" extrusionOk="0">
                  <a:moveTo>
                    <a:pt x="0" y="1"/>
                  </a:moveTo>
                  <a:lnTo>
                    <a:pt x="121918" y="33293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" name="Google Shape;1304;p30">
              <a:extLst>
                <a:ext uri="{FF2B5EF4-FFF2-40B4-BE49-F238E27FC236}">
                  <a16:creationId xmlns:a16="http://schemas.microsoft.com/office/drawing/2014/main" id="{3DA45AF7-CB39-9213-E690-4F61992FD4BA}"/>
                </a:ext>
              </a:extLst>
            </p:cNvPr>
            <p:cNvSpPr/>
            <p:nvPr/>
          </p:nvSpPr>
          <p:spPr>
            <a:xfrm>
              <a:off x="4613900" y="3203550"/>
              <a:ext cx="1714325" cy="1008025"/>
            </a:xfrm>
            <a:custGeom>
              <a:avLst/>
              <a:gdLst/>
              <a:ahLst/>
              <a:cxnLst/>
              <a:rect l="l" t="t" r="r" b="b"/>
              <a:pathLst>
                <a:path w="68573" h="40321" fill="none" extrusionOk="0">
                  <a:moveTo>
                    <a:pt x="0" y="40320"/>
                  </a:moveTo>
                  <a:lnTo>
                    <a:pt x="68573" y="0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1305;p30">
              <a:extLst>
                <a:ext uri="{FF2B5EF4-FFF2-40B4-BE49-F238E27FC236}">
                  <a16:creationId xmlns:a16="http://schemas.microsoft.com/office/drawing/2014/main" id="{4DA1EDB7-0741-827A-9CE9-4CADE5DFDEB7}"/>
                </a:ext>
              </a:extLst>
            </p:cNvPr>
            <p:cNvSpPr/>
            <p:nvPr/>
          </p:nvSpPr>
          <p:spPr>
            <a:xfrm>
              <a:off x="1795775" y="1084625"/>
              <a:ext cx="4197925" cy="1506700"/>
            </a:xfrm>
            <a:custGeom>
              <a:avLst/>
              <a:gdLst/>
              <a:ahLst/>
              <a:cxnLst/>
              <a:rect l="l" t="t" r="r" b="b"/>
              <a:pathLst>
                <a:path w="167917" h="60268" fill="none" extrusionOk="0">
                  <a:moveTo>
                    <a:pt x="167917" y="0"/>
                  </a:moveTo>
                  <a:lnTo>
                    <a:pt x="0" y="60267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1306;p30">
              <a:extLst>
                <a:ext uri="{FF2B5EF4-FFF2-40B4-BE49-F238E27FC236}">
                  <a16:creationId xmlns:a16="http://schemas.microsoft.com/office/drawing/2014/main" id="{594B378E-C630-711C-73B3-FE94B0049748}"/>
                </a:ext>
              </a:extLst>
            </p:cNvPr>
            <p:cNvSpPr/>
            <p:nvPr/>
          </p:nvSpPr>
          <p:spPr>
            <a:xfrm>
              <a:off x="1795775" y="2915175"/>
              <a:ext cx="1523550" cy="31075"/>
            </a:xfrm>
            <a:custGeom>
              <a:avLst/>
              <a:gdLst/>
              <a:ahLst/>
              <a:cxnLst/>
              <a:rect l="l" t="t" r="r" b="b"/>
              <a:pathLst>
                <a:path w="60942" h="1243" fill="none" extrusionOk="0">
                  <a:moveTo>
                    <a:pt x="60941" y="0"/>
                  </a:moveTo>
                  <a:lnTo>
                    <a:pt x="0" y="1242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1307;p30">
              <a:extLst>
                <a:ext uri="{FF2B5EF4-FFF2-40B4-BE49-F238E27FC236}">
                  <a16:creationId xmlns:a16="http://schemas.microsoft.com/office/drawing/2014/main" id="{A407DCE6-8416-84B2-0487-BD6D7460AE75}"/>
                </a:ext>
              </a:extLst>
            </p:cNvPr>
            <p:cNvSpPr/>
            <p:nvPr/>
          </p:nvSpPr>
          <p:spPr>
            <a:xfrm>
              <a:off x="3060200" y="2915175"/>
              <a:ext cx="3268025" cy="57700"/>
            </a:xfrm>
            <a:custGeom>
              <a:avLst/>
              <a:gdLst/>
              <a:ahLst/>
              <a:cxnLst/>
              <a:rect l="l" t="t" r="r" b="b"/>
              <a:pathLst>
                <a:path w="130721" h="2308" fill="none" extrusionOk="0">
                  <a:moveTo>
                    <a:pt x="1" y="0"/>
                  </a:moveTo>
                  <a:lnTo>
                    <a:pt x="130721" y="2307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" name="Google Shape;1308;p30">
              <a:extLst>
                <a:ext uri="{FF2B5EF4-FFF2-40B4-BE49-F238E27FC236}">
                  <a16:creationId xmlns:a16="http://schemas.microsoft.com/office/drawing/2014/main" id="{29D62475-815B-7FEC-72FD-208839B8BA65}"/>
                </a:ext>
              </a:extLst>
            </p:cNvPr>
            <p:cNvSpPr/>
            <p:nvPr/>
          </p:nvSpPr>
          <p:spPr>
            <a:xfrm>
              <a:off x="3137400" y="3072225"/>
              <a:ext cx="3190825" cy="807475"/>
            </a:xfrm>
            <a:custGeom>
              <a:avLst/>
              <a:gdLst/>
              <a:ahLst/>
              <a:cxnLst/>
              <a:rect l="l" t="t" r="r" b="b"/>
              <a:pathLst>
                <a:path w="127633" h="32299" fill="none" extrusionOk="0">
                  <a:moveTo>
                    <a:pt x="0" y="32299"/>
                  </a:moveTo>
                  <a:lnTo>
                    <a:pt x="127633" y="0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" name="Google Shape;1309;p30">
              <a:extLst>
                <a:ext uri="{FF2B5EF4-FFF2-40B4-BE49-F238E27FC236}">
                  <a16:creationId xmlns:a16="http://schemas.microsoft.com/office/drawing/2014/main" id="{2C9A4B2D-9781-C9CE-485B-6CE57140F659}"/>
                </a:ext>
              </a:extLst>
            </p:cNvPr>
            <p:cNvSpPr/>
            <p:nvPr/>
          </p:nvSpPr>
          <p:spPr>
            <a:xfrm>
              <a:off x="5704425" y="953300"/>
              <a:ext cx="623800" cy="1112725"/>
            </a:xfrm>
            <a:custGeom>
              <a:avLst/>
              <a:gdLst/>
              <a:ahLst/>
              <a:cxnLst/>
              <a:rect l="l" t="t" r="r" b="b"/>
              <a:pathLst>
                <a:path w="24952" h="44509" fill="none" extrusionOk="0">
                  <a:moveTo>
                    <a:pt x="0" y="0"/>
                  </a:moveTo>
                  <a:lnTo>
                    <a:pt x="24952" y="44508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1310;p30">
              <a:extLst>
                <a:ext uri="{FF2B5EF4-FFF2-40B4-BE49-F238E27FC236}">
                  <a16:creationId xmlns:a16="http://schemas.microsoft.com/office/drawing/2014/main" id="{C940F8D8-94C3-2825-9067-A486C37B6E75}"/>
                </a:ext>
              </a:extLst>
            </p:cNvPr>
            <p:cNvSpPr/>
            <p:nvPr/>
          </p:nvSpPr>
          <p:spPr>
            <a:xfrm>
              <a:off x="4443525" y="3336650"/>
              <a:ext cx="1884700" cy="1772875"/>
            </a:xfrm>
            <a:custGeom>
              <a:avLst/>
              <a:gdLst/>
              <a:ahLst/>
              <a:cxnLst/>
              <a:rect l="l" t="t" r="r" b="b"/>
              <a:pathLst>
                <a:path w="75388" h="70915" fill="none" extrusionOk="0">
                  <a:moveTo>
                    <a:pt x="75388" y="0"/>
                  </a:moveTo>
                  <a:lnTo>
                    <a:pt x="1" y="70915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1311;p30">
              <a:extLst>
                <a:ext uri="{FF2B5EF4-FFF2-40B4-BE49-F238E27FC236}">
                  <a16:creationId xmlns:a16="http://schemas.microsoft.com/office/drawing/2014/main" id="{EABA1EF9-07EC-2630-A6EE-AFDCC1DDD69A}"/>
                </a:ext>
              </a:extLst>
            </p:cNvPr>
            <p:cNvSpPr/>
            <p:nvPr/>
          </p:nvSpPr>
          <p:spPr>
            <a:xfrm>
              <a:off x="4443525" y="3266550"/>
              <a:ext cx="1884700" cy="1514675"/>
            </a:xfrm>
            <a:custGeom>
              <a:avLst/>
              <a:gdLst/>
              <a:ahLst/>
              <a:cxnLst/>
              <a:rect l="l" t="t" r="r" b="b"/>
              <a:pathLst>
                <a:path w="75388" h="60587" fill="none" extrusionOk="0">
                  <a:moveTo>
                    <a:pt x="75388" y="0"/>
                  </a:moveTo>
                  <a:lnTo>
                    <a:pt x="1" y="60587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1312;p30">
              <a:extLst>
                <a:ext uri="{FF2B5EF4-FFF2-40B4-BE49-F238E27FC236}">
                  <a16:creationId xmlns:a16="http://schemas.microsoft.com/office/drawing/2014/main" id="{4CC59725-E924-83BE-19E5-65F3C35DB29D}"/>
                </a:ext>
              </a:extLst>
            </p:cNvPr>
            <p:cNvSpPr/>
            <p:nvPr/>
          </p:nvSpPr>
          <p:spPr>
            <a:xfrm>
              <a:off x="1795775" y="1826425"/>
              <a:ext cx="1423275" cy="531525"/>
            </a:xfrm>
            <a:custGeom>
              <a:avLst/>
              <a:gdLst/>
              <a:ahLst/>
              <a:cxnLst/>
              <a:rect l="l" t="t" r="r" b="b"/>
              <a:pathLst>
                <a:path w="56931" h="21261" fill="none" extrusionOk="0">
                  <a:moveTo>
                    <a:pt x="0" y="21261"/>
                  </a:moveTo>
                  <a:lnTo>
                    <a:pt x="56931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1313;p30">
              <a:extLst>
                <a:ext uri="{FF2B5EF4-FFF2-40B4-BE49-F238E27FC236}">
                  <a16:creationId xmlns:a16="http://schemas.microsoft.com/office/drawing/2014/main" id="{4DD8A5E8-801C-0F7D-A181-B8B5FBF246D7}"/>
                </a:ext>
              </a:extLst>
            </p:cNvPr>
            <p:cNvSpPr/>
            <p:nvPr/>
          </p:nvSpPr>
          <p:spPr>
            <a:xfrm>
              <a:off x="3060200" y="1826425"/>
              <a:ext cx="2644250" cy="735600"/>
            </a:xfrm>
            <a:custGeom>
              <a:avLst/>
              <a:gdLst/>
              <a:ahLst/>
              <a:cxnLst/>
              <a:rect l="l" t="t" r="r" b="b"/>
              <a:pathLst>
                <a:path w="105770" h="29424" fill="none" extrusionOk="0">
                  <a:moveTo>
                    <a:pt x="105769" y="29424"/>
                  </a:moveTo>
                  <a:lnTo>
                    <a:pt x="1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1314;p30">
              <a:extLst>
                <a:ext uri="{FF2B5EF4-FFF2-40B4-BE49-F238E27FC236}">
                  <a16:creationId xmlns:a16="http://schemas.microsoft.com/office/drawing/2014/main" id="{861F5390-A55E-D858-79CF-0F855FDA89AE}"/>
                </a:ext>
              </a:extLst>
            </p:cNvPr>
            <p:cNvSpPr/>
            <p:nvPr/>
          </p:nvSpPr>
          <p:spPr>
            <a:xfrm>
              <a:off x="1795775" y="3372125"/>
              <a:ext cx="1523550" cy="472975"/>
            </a:xfrm>
            <a:custGeom>
              <a:avLst/>
              <a:gdLst/>
              <a:ahLst/>
              <a:cxnLst/>
              <a:rect l="l" t="t" r="r" b="b"/>
              <a:pathLst>
                <a:path w="60942" h="18919" fill="none" extrusionOk="0">
                  <a:moveTo>
                    <a:pt x="0" y="1"/>
                  </a:moveTo>
                  <a:lnTo>
                    <a:pt x="60941" y="18919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1315;p30">
              <a:extLst>
                <a:ext uri="{FF2B5EF4-FFF2-40B4-BE49-F238E27FC236}">
                  <a16:creationId xmlns:a16="http://schemas.microsoft.com/office/drawing/2014/main" id="{ABDB3DE3-8732-CA0B-10F8-C9F6A68A3506}"/>
                </a:ext>
              </a:extLst>
            </p:cNvPr>
            <p:cNvSpPr/>
            <p:nvPr/>
          </p:nvSpPr>
          <p:spPr>
            <a:xfrm>
              <a:off x="1795775" y="3507000"/>
              <a:ext cx="2885575" cy="1274225"/>
            </a:xfrm>
            <a:custGeom>
              <a:avLst/>
              <a:gdLst/>
              <a:ahLst/>
              <a:cxnLst/>
              <a:rect l="l" t="t" r="r" b="b"/>
              <a:pathLst>
                <a:path w="115423" h="50969" fill="none" extrusionOk="0">
                  <a:moveTo>
                    <a:pt x="115423" y="50969"/>
                  </a:moveTo>
                  <a:lnTo>
                    <a:pt x="0" y="1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1316;p30">
              <a:extLst>
                <a:ext uri="{FF2B5EF4-FFF2-40B4-BE49-F238E27FC236}">
                  <a16:creationId xmlns:a16="http://schemas.microsoft.com/office/drawing/2014/main" id="{32A188B5-7261-D2A2-A023-3719C8C9B405}"/>
                </a:ext>
              </a:extLst>
            </p:cNvPr>
            <p:cNvSpPr/>
            <p:nvPr/>
          </p:nvSpPr>
          <p:spPr>
            <a:xfrm>
              <a:off x="1795775" y="3642775"/>
              <a:ext cx="2885575" cy="1466750"/>
            </a:xfrm>
            <a:custGeom>
              <a:avLst/>
              <a:gdLst/>
              <a:ahLst/>
              <a:cxnLst/>
              <a:rect l="l" t="t" r="r" b="b"/>
              <a:pathLst>
                <a:path w="115423" h="58670" fill="none" extrusionOk="0">
                  <a:moveTo>
                    <a:pt x="115423" y="58670"/>
                  </a:moveTo>
                  <a:lnTo>
                    <a:pt x="0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" name="Google Shape;1317;p30">
              <a:extLst>
                <a:ext uri="{FF2B5EF4-FFF2-40B4-BE49-F238E27FC236}">
                  <a16:creationId xmlns:a16="http://schemas.microsoft.com/office/drawing/2014/main" id="{9CFCDBA8-D47D-070B-0131-78BD44D31E0A}"/>
                </a:ext>
              </a:extLst>
            </p:cNvPr>
            <p:cNvSpPr/>
            <p:nvPr/>
          </p:nvSpPr>
          <p:spPr>
            <a:xfrm>
              <a:off x="4572200" y="2375675"/>
              <a:ext cx="1756025" cy="362050"/>
            </a:xfrm>
            <a:custGeom>
              <a:avLst/>
              <a:gdLst/>
              <a:ahLst/>
              <a:cxnLst/>
              <a:rect l="l" t="t" r="r" b="b"/>
              <a:pathLst>
                <a:path w="70241" h="14482" fill="none" extrusionOk="0">
                  <a:moveTo>
                    <a:pt x="0" y="0"/>
                  </a:moveTo>
                  <a:lnTo>
                    <a:pt x="70241" y="14481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" name="Google Shape;1318;p30">
              <a:extLst>
                <a:ext uri="{FF2B5EF4-FFF2-40B4-BE49-F238E27FC236}">
                  <a16:creationId xmlns:a16="http://schemas.microsoft.com/office/drawing/2014/main" id="{E2AF77A5-FBD9-994A-D831-25D152B93607}"/>
                </a:ext>
              </a:extLst>
            </p:cNvPr>
            <p:cNvSpPr/>
            <p:nvPr/>
          </p:nvSpPr>
          <p:spPr>
            <a:xfrm>
              <a:off x="1795775" y="2388100"/>
              <a:ext cx="2965450" cy="398425"/>
            </a:xfrm>
            <a:custGeom>
              <a:avLst/>
              <a:gdLst/>
              <a:ahLst/>
              <a:cxnLst/>
              <a:rect l="l" t="t" r="r" b="b"/>
              <a:pathLst>
                <a:path w="118618" h="15937" fill="none" extrusionOk="0">
                  <a:moveTo>
                    <a:pt x="118617" y="0"/>
                  </a:moveTo>
                  <a:lnTo>
                    <a:pt x="0" y="15937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0" name="Google Shape;1319;p30">
              <a:extLst>
                <a:ext uri="{FF2B5EF4-FFF2-40B4-BE49-F238E27FC236}">
                  <a16:creationId xmlns:a16="http://schemas.microsoft.com/office/drawing/2014/main" id="{AFA41767-BE62-FA6F-91CF-CBB70B4E7645}"/>
                </a:ext>
              </a:extLst>
            </p:cNvPr>
            <p:cNvSpPr/>
            <p:nvPr/>
          </p:nvSpPr>
          <p:spPr>
            <a:xfrm>
              <a:off x="1795775" y="3344625"/>
              <a:ext cx="3047975" cy="831450"/>
            </a:xfrm>
            <a:custGeom>
              <a:avLst/>
              <a:gdLst/>
              <a:ahLst/>
              <a:cxnLst/>
              <a:rect l="l" t="t" r="r" b="b"/>
              <a:pathLst>
                <a:path w="121919" h="33258" fill="none" extrusionOk="0">
                  <a:moveTo>
                    <a:pt x="0" y="1"/>
                  </a:moveTo>
                  <a:lnTo>
                    <a:pt x="121918" y="33257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1" name="Google Shape;1320;p30">
              <a:extLst>
                <a:ext uri="{FF2B5EF4-FFF2-40B4-BE49-F238E27FC236}">
                  <a16:creationId xmlns:a16="http://schemas.microsoft.com/office/drawing/2014/main" id="{612ECF48-532F-0FC9-FBD9-FEBC3052B8DF}"/>
                </a:ext>
              </a:extLst>
            </p:cNvPr>
            <p:cNvSpPr/>
            <p:nvPr/>
          </p:nvSpPr>
          <p:spPr>
            <a:xfrm>
              <a:off x="4613900" y="3168950"/>
              <a:ext cx="1714325" cy="1007125"/>
            </a:xfrm>
            <a:custGeom>
              <a:avLst/>
              <a:gdLst/>
              <a:ahLst/>
              <a:cxnLst/>
              <a:rect l="l" t="t" r="r" b="b"/>
              <a:pathLst>
                <a:path w="68573" h="40285" fill="none" extrusionOk="0">
                  <a:moveTo>
                    <a:pt x="0" y="40284"/>
                  </a:moveTo>
                  <a:lnTo>
                    <a:pt x="68573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2" name="Google Shape;1321;p30">
              <a:extLst>
                <a:ext uri="{FF2B5EF4-FFF2-40B4-BE49-F238E27FC236}">
                  <a16:creationId xmlns:a16="http://schemas.microsoft.com/office/drawing/2014/main" id="{4CFD6232-5CBB-1DFC-2BD0-E8574B758A3F}"/>
                </a:ext>
              </a:extLst>
            </p:cNvPr>
            <p:cNvSpPr/>
            <p:nvPr/>
          </p:nvSpPr>
          <p:spPr>
            <a:xfrm>
              <a:off x="1795775" y="1050000"/>
              <a:ext cx="4197925" cy="1506700"/>
            </a:xfrm>
            <a:custGeom>
              <a:avLst/>
              <a:gdLst/>
              <a:ahLst/>
              <a:cxnLst/>
              <a:rect l="l" t="t" r="r" b="b"/>
              <a:pathLst>
                <a:path w="167917" h="60268" fill="none" extrusionOk="0">
                  <a:moveTo>
                    <a:pt x="167917" y="1"/>
                  </a:moveTo>
                  <a:lnTo>
                    <a:pt x="0" y="60268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3" name="Google Shape;1322;p30">
              <a:extLst>
                <a:ext uri="{FF2B5EF4-FFF2-40B4-BE49-F238E27FC236}">
                  <a16:creationId xmlns:a16="http://schemas.microsoft.com/office/drawing/2014/main" id="{E490B316-A59E-4F60-53DD-B7DC77D6AC46}"/>
                </a:ext>
              </a:extLst>
            </p:cNvPr>
            <p:cNvSpPr/>
            <p:nvPr/>
          </p:nvSpPr>
          <p:spPr>
            <a:xfrm>
              <a:off x="1795775" y="2880550"/>
              <a:ext cx="1523550" cy="31100"/>
            </a:xfrm>
            <a:custGeom>
              <a:avLst/>
              <a:gdLst/>
              <a:ahLst/>
              <a:cxnLst/>
              <a:rect l="l" t="t" r="r" b="b"/>
              <a:pathLst>
                <a:path w="60942" h="1244" fill="none" extrusionOk="0">
                  <a:moveTo>
                    <a:pt x="60941" y="1"/>
                  </a:moveTo>
                  <a:lnTo>
                    <a:pt x="0" y="1243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4" name="Google Shape;1323;p30">
              <a:extLst>
                <a:ext uri="{FF2B5EF4-FFF2-40B4-BE49-F238E27FC236}">
                  <a16:creationId xmlns:a16="http://schemas.microsoft.com/office/drawing/2014/main" id="{A9DA4B18-3B6B-C72A-D62D-4CF071C97C79}"/>
                </a:ext>
              </a:extLst>
            </p:cNvPr>
            <p:cNvSpPr/>
            <p:nvPr/>
          </p:nvSpPr>
          <p:spPr>
            <a:xfrm>
              <a:off x="3060200" y="2880550"/>
              <a:ext cx="3268025" cy="56825"/>
            </a:xfrm>
            <a:custGeom>
              <a:avLst/>
              <a:gdLst/>
              <a:ahLst/>
              <a:cxnLst/>
              <a:rect l="l" t="t" r="r" b="b"/>
              <a:pathLst>
                <a:path w="130721" h="2273" fill="none" extrusionOk="0">
                  <a:moveTo>
                    <a:pt x="1" y="1"/>
                  </a:moveTo>
                  <a:lnTo>
                    <a:pt x="130721" y="2272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5" name="Google Shape;1324;p30">
              <a:extLst>
                <a:ext uri="{FF2B5EF4-FFF2-40B4-BE49-F238E27FC236}">
                  <a16:creationId xmlns:a16="http://schemas.microsoft.com/office/drawing/2014/main" id="{C4EC592B-86E9-643F-EA36-27263AD089ED}"/>
                </a:ext>
              </a:extLst>
            </p:cNvPr>
            <p:cNvSpPr/>
            <p:nvPr/>
          </p:nvSpPr>
          <p:spPr>
            <a:xfrm>
              <a:off x="3137400" y="3037625"/>
              <a:ext cx="3190825" cy="807475"/>
            </a:xfrm>
            <a:custGeom>
              <a:avLst/>
              <a:gdLst/>
              <a:ahLst/>
              <a:cxnLst/>
              <a:rect l="l" t="t" r="r" b="b"/>
              <a:pathLst>
                <a:path w="127633" h="32299" fill="none" extrusionOk="0">
                  <a:moveTo>
                    <a:pt x="0" y="32299"/>
                  </a:moveTo>
                  <a:lnTo>
                    <a:pt x="127633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6" name="Google Shape;1325;p30">
              <a:extLst>
                <a:ext uri="{FF2B5EF4-FFF2-40B4-BE49-F238E27FC236}">
                  <a16:creationId xmlns:a16="http://schemas.microsoft.com/office/drawing/2014/main" id="{7CEB40BE-9EDC-5BF8-DC78-1E2B23B057E2}"/>
                </a:ext>
              </a:extLst>
            </p:cNvPr>
            <p:cNvSpPr/>
            <p:nvPr/>
          </p:nvSpPr>
          <p:spPr>
            <a:xfrm>
              <a:off x="5704425" y="1014525"/>
              <a:ext cx="623800" cy="1113600"/>
            </a:xfrm>
            <a:custGeom>
              <a:avLst/>
              <a:gdLst/>
              <a:ahLst/>
              <a:cxnLst/>
              <a:rect l="l" t="t" r="r" b="b"/>
              <a:pathLst>
                <a:path w="24952" h="44544" fill="none" extrusionOk="0">
                  <a:moveTo>
                    <a:pt x="0" y="0"/>
                  </a:moveTo>
                  <a:lnTo>
                    <a:pt x="24952" y="44544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2" name="Google Shape;1326;p30">
              <a:extLst>
                <a:ext uri="{FF2B5EF4-FFF2-40B4-BE49-F238E27FC236}">
                  <a16:creationId xmlns:a16="http://schemas.microsoft.com/office/drawing/2014/main" id="{AA951D93-0F9C-92E2-9C3B-FEA5ECB7871E}"/>
                </a:ext>
              </a:extLst>
            </p:cNvPr>
            <p:cNvSpPr/>
            <p:nvPr/>
          </p:nvSpPr>
          <p:spPr>
            <a:xfrm>
              <a:off x="4443525" y="3398750"/>
              <a:ext cx="1884700" cy="1772000"/>
            </a:xfrm>
            <a:custGeom>
              <a:avLst/>
              <a:gdLst/>
              <a:ahLst/>
              <a:cxnLst/>
              <a:rect l="l" t="t" r="r" b="b"/>
              <a:pathLst>
                <a:path w="75388" h="70880" fill="none" extrusionOk="0">
                  <a:moveTo>
                    <a:pt x="75388" y="1"/>
                  </a:moveTo>
                  <a:lnTo>
                    <a:pt x="1" y="7088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3" name="Google Shape;1327;p30">
              <a:extLst>
                <a:ext uri="{FF2B5EF4-FFF2-40B4-BE49-F238E27FC236}">
                  <a16:creationId xmlns:a16="http://schemas.microsoft.com/office/drawing/2014/main" id="{ED188A25-6D99-01C3-81E1-E3E07A356242}"/>
                </a:ext>
              </a:extLst>
            </p:cNvPr>
            <p:cNvSpPr/>
            <p:nvPr/>
          </p:nvSpPr>
          <p:spPr>
            <a:xfrm>
              <a:off x="4443525" y="3327775"/>
              <a:ext cx="1884700" cy="1514675"/>
            </a:xfrm>
            <a:custGeom>
              <a:avLst/>
              <a:gdLst/>
              <a:ahLst/>
              <a:cxnLst/>
              <a:rect l="l" t="t" r="r" b="b"/>
              <a:pathLst>
                <a:path w="75388" h="60587" fill="none" extrusionOk="0">
                  <a:moveTo>
                    <a:pt x="75388" y="0"/>
                  </a:moveTo>
                  <a:lnTo>
                    <a:pt x="1" y="60587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4" name="Google Shape;1328;p30">
              <a:extLst>
                <a:ext uri="{FF2B5EF4-FFF2-40B4-BE49-F238E27FC236}">
                  <a16:creationId xmlns:a16="http://schemas.microsoft.com/office/drawing/2014/main" id="{98BC1240-98F6-3DE4-F5B7-D4807FAD9E0F}"/>
                </a:ext>
              </a:extLst>
            </p:cNvPr>
            <p:cNvSpPr/>
            <p:nvPr/>
          </p:nvSpPr>
          <p:spPr>
            <a:xfrm>
              <a:off x="1795775" y="1887650"/>
              <a:ext cx="1423275" cy="531525"/>
            </a:xfrm>
            <a:custGeom>
              <a:avLst/>
              <a:gdLst/>
              <a:ahLst/>
              <a:cxnLst/>
              <a:rect l="l" t="t" r="r" b="b"/>
              <a:pathLst>
                <a:path w="56931" h="21261" fill="none" extrusionOk="0">
                  <a:moveTo>
                    <a:pt x="0" y="21261"/>
                  </a:moveTo>
                  <a:lnTo>
                    <a:pt x="56931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5" name="Google Shape;1329;p30">
              <a:extLst>
                <a:ext uri="{FF2B5EF4-FFF2-40B4-BE49-F238E27FC236}">
                  <a16:creationId xmlns:a16="http://schemas.microsoft.com/office/drawing/2014/main" id="{86E4F194-BE29-E1ED-C585-8D6437348699}"/>
                </a:ext>
              </a:extLst>
            </p:cNvPr>
            <p:cNvSpPr/>
            <p:nvPr/>
          </p:nvSpPr>
          <p:spPr>
            <a:xfrm>
              <a:off x="3060200" y="1887650"/>
              <a:ext cx="2644250" cy="735600"/>
            </a:xfrm>
            <a:custGeom>
              <a:avLst/>
              <a:gdLst/>
              <a:ahLst/>
              <a:cxnLst/>
              <a:rect l="l" t="t" r="r" b="b"/>
              <a:pathLst>
                <a:path w="105770" h="29424" fill="none" extrusionOk="0">
                  <a:moveTo>
                    <a:pt x="105769" y="29424"/>
                  </a:moveTo>
                  <a:lnTo>
                    <a:pt x="1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6" name="Google Shape;1330;p30">
              <a:extLst>
                <a:ext uri="{FF2B5EF4-FFF2-40B4-BE49-F238E27FC236}">
                  <a16:creationId xmlns:a16="http://schemas.microsoft.com/office/drawing/2014/main" id="{F4311BCE-FE38-0CBD-EDF1-195CB394040B}"/>
                </a:ext>
              </a:extLst>
            </p:cNvPr>
            <p:cNvSpPr/>
            <p:nvPr/>
          </p:nvSpPr>
          <p:spPr>
            <a:xfrm>
              <a:off x="1795775" y="3433350"/>
              <a:ext cx="1523550" cy="472975"/>
            </a:xfrm>
            <a:custGeom>
              <a:avLst/>
              <a:gdLst/>
              <a:ahLst/>
              <a:cxnLst/>
              <a:rect l="l" t="t" r="r" b="b"/>
              <a:pathLst>
                <a:path w="60942" h="18919" fill="none" extrusionOk="0">
                  <a:moveTo>
                    <a:pt x="0" y="1"/>
                  </a:moveTo>
                  <a:lnTo>
                    <a:pt x="60941" y="18919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7" name="Google Shape;1331;p30">
              <a:extLst>
                <a:ext uri="{FF2B5EF4-FFF2-40B4-BE49-F238E27FC236}">
                  <a16:creationId xmlns:a16="http://schemas.microsoft.com/office/drawing/2014/main" id="{6C7D5161-2E5D-0922-8DCC-F24721951B04}"/>
                </a:ext>
              </a:extLst>
            </p:cNvPr>
            <p:cNvSpPr/>
            <p:nvPr/>
          </p:nvSpPr>
          <p:spPr>
            <a:xfrm>
              <a:off x="1795775" y="3569125"/>
              <a:ext cx="2885575" cy="1273325"/>
            </a:xfrm>
            <a:custGeom>
              <a:avLst/>
              <a:gdLst/>
              <a:ahLst/>
              <a:cxnLst/>
              <a:rect l="l" t="t" r="r" b="b"/>
              <a:pathLst>
                <a:path w="115423" h="50933" fill="none" extrusionOk="0">
                  <a:moveTo>
                    <a:pt x="115423" y="50933"/>
                  </a:moveTo>
                  <a:lnTo>
                    <a:pt x="0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8" name="Google Shape;1332;p30">
              <a:extLst>
                <a:ext uri="{FF2B5EF4-FFF2-40B4-BE49-F238E27FC236}">
                  <a16:creationId xmlns:a16="http://schemas.microsoft.com/office/drawing/2014/main" id="{BB3D47A4-0D98-0085-9C09-76A907F691AE}"/>
                </a:ext>
              </a:extLst>
            </p:cNvPr>
            <p:cNvSpPr/>
            <p:nvPr/>
          </p:nvSpPr>
          <p:spPr>
            <a:xfrm>
              <a:off x="1795775" y="3704000"/>
              <a:ext cx="2885575" cy="1466750"/>
            </a:xfrm>
            <a:custGeom>
              <a:avLst/>
              <a:gdLst/>
              <a:ahLst/>
              <a:cxnLst/>
              <a:rect l="l" t="t" r="r" b="b"/>
              <a:pathLst>
                <a:path w="115423" h="58670" fill="none" extrusionOk="0">
                  <a:moveTo>
                    <a:pt x="115423" y="58670"/>
                  </a:moveTo>
                  <a:lnTo>
                    <a:pt x="0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9" name="Google Shape;1333;p30">
              <a:extLst>
                <a:ext uri="{FF2B5EF4-FFF2-40B4-BE49-F238E27FC236}">
                  <a16:creationId xmlns:a16="http://schemas.microsoft.com/office/drawing/2014/main" id="{0C4F8D1A-6F15-2658-13AA-D285CED74E97}"/>
                </a:ext>
              </a:extLst>
            </p:cNvPr>
            <p:cNvSpPr/>
            <p:nvPr/>
          </p:nvSpPr>
          <p:spPr>
            <a:xfrm>
              <a:off x="4572200" y="2436900"/>
              <a:ext cx="1756025" cy="362050"/>
            </a:xfrm>
            <a:custGeom>
              <a:avLst/>
              <a:gdLst/>
              <a:ahLst/>
              <a:cxnLst/>
              <a:rect l="l" t="t" r="r" b="b"/>
              <a:pathLst>
                <a:path w="70241" h="14482" fill="none" extrusionOk="0">
                  <a:moveTo>
                    <a:pt x="0" y="0"/>
                  </a:moveTo>
                  <a:lnTo>
                    <a:pt x="70241" y="14481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0" name="Google Shape;1334;p30">
              <a:extLst>
                <a:ext uri="{FF2B5EF4-FFF2-40B4-BE49-F238E27FC236}">
                  <a16:creationId xmlns:a16="http://schemas.microsoft.com/office/drawing/2014/main" id="{F1496415-023B-92F4-D625-4F9B3AE02610}"/>
                </a:ext>
              </a:extLst>
            </p:cNvPr>
            <p:cNvSpPr/>
            <p:nvPr/>
          </p:nvSpPr>
          <p:spPr>
            <a:xfrm>
              <a:off x="1795775" y="2449325"/>
              <a:ext cx="2965450" cy="399325"/>
            </a:xfrm>
            <a:custGeom>
              <a:avLst/>
              <a:gdLst/>
              <a:ahLst/>
              <a:cxnLst/>
              <a:rect l="l" t="t" r="r" b="b"/>
              <a:pathLst>
                <a:path w="118618" h="15973" fill="none" extrusionOk="0">
                  <a:moveTo>
                    <a:pt x="118617" y="0"/>
                  </a:moveTo>
                  <a:lnTo>
                    <a:pt x="0" y="15972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1" name="Google Shape;1335;p30">
              <a:extLst>
                <a:ext uri="{FF2B5EF4-FFF2-40B4-BE49-F238E27FC236}">
                  <a16:creationId xmlns:a16="http://schemas.microsoft.com/office/drawing/2014/main" id="{7D79CF0B-8D01-DC04-651B-5486FB05C440}"/>
                </a:ext>
              </a:extLst>
            </p:cNvPr>
            <p:cNvSpPr/>
            <p:nvPr/>
          </p:nvSpPr>
          <p:spPr>
            <a:xfrm>
              <a:off x="1795775" y="3405850"/>
              <a:ext cx="3047975" cy="832325"/>
            </a:xfrm>
            <a:custGeom>
              <a:avLst/>
              <a:gdLst/>
              <a:ahLst/>
              <a:cxnLst/>
              <a:rect l="l" t="t" r="r" b="b"/>
              <a:pathLst>
                <a:path w="121919" h="33293" fill="none" extrusionOk="0">
                  <a:moveTo>
                    <a:pt x="0" y="1"/>
                  </a:moveTo>
                  <a:lnTo>
                    <a:pt x="121918" y="33293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2" name="Google Shape;1336;p30">
              <a:extLst>
                <a:ext uri="{FF2B5EF4-FFF2-40B4-BE49-F238E27FC236}">
                  <a16:creationId xmlns:a16="http://schemas.microsoft.com/office/drawing/2014/main" id="{332BF061-5541-F346-5148-500B6CBE3AAB}"/>
                </a:ext>
              </a:extLst>
            </p:cNvPr>
            <p:cNvSpPr/>
            <p:nvPr/>
          </p:nvSpPr>
          <p:spPr>
            <a:xfrm>
              <a:off x="4613900" y="3230175"/>
              <a:ext cx="1714325" cy="1008000"/>
            </a:xfrm>
            <a:custGeom>
              <a:avLst/>
              <a:gdLst/>
              <a:ahLst/>
              <a:cxnLst/>
              <a:rect l="l" t="t" r="r" b="b"/>
              <a:pathLst>
                <a:path w="68573" h="40320" fill="none" extrusionOk="0">
                  <a:moveTo>
                    <a:pt x="0" y="40320"/>
                  </a:moveTo>
                  <a:lnTo>
                    <a:pt x="68573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3" name="Google Shape;1337;p30">
              <a:extLst>
                <a:ext uri="{FF2B5EF4-FFF2-40B4-BE49-F238E27FC236}">
                  <a16:creationId xmlns:a16="http://schemas.microsoft.com/office/drawing/2014/main" id="{AB15F0E2-4235-D7C5-27FA-E788D386917E}"/>
                </a:ext>
              </a:extLst>
            </p:cNvPr>
            <p:cNvSpPr/>
            <p:nvPr/>
          </p:nvSpPr>
          <p:spPr>
            <a:xfrm>
              <a:off x="1795775" y="1111250"/>
              <a:ext cx="4197925" cy="1506675"/>
            </a:xfrm>
            <a:custGeom>
              <a:avLst/>
              <a:gdLst/>
              <a:ahLst/>
              <a:cxnLst/>
              <a:rect l="l" t="t" r="r" b="b"/>
              <a:pathLst>
                <a:path w="167917" h="60267" fill="none" extrusionOk="0">
                  <a:moveTo>
                    <a:pt x="167917" y="0"/>
                  </a:moveTo>
                  <a:lnTo>
                    <a:pt x="0" y="60267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4" name="Google Shape;1338;p30">
              <a:extLst>
                <a:ext uri="{FF2B5EF4-FFF2-40B4-BE49-F238E27FC236}">
                  <a16:creationId xmlns:a16="http://schemas.microsoft.com/office/drawing/2014/main" id="{C9F82A45-79A5-1744-F49E-DEFAC45AF331}"/>
                </a:ext>
              </a:extLst>
            </p:cNvPr>
            <p:cNvSpPr/>
            <p:nvPr/>
          </p:nvSpPr>
          <p:spPr>
            <a:xfrm>
              <a:off x="1795775" y="2941775"/>
              <a:ext cx="1523550" cy="31100"/>
            </a:xfrm>
            <a:custGeom>
              <a:avLst/>
              <a:gdLst/>
              <a:ahLst/>
              <a:cxnLst/>
              <a:rect l="l" t="t" r="r" b="b"/>
              <a:pathLst>
                <a:path w="60942" h="1244" fill="none" extrusionOk="0">
                  <a:moveTo>
                    <a:pt x="60941" y="1"/>
                  </a:moveTo>
                  <a:lnTo>
                    <a:pt x="0" y="1243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5" name="Google Shape;1339;p30">
              <a:extLst>
                <a:ext uri="{FF2B5EF4-FFF2-40B4-BE49-F238E27FC236}">
                  <a16:creationId xmlns:a16="http://schemas.microsoft.com/office/drawing/2014/main" id="{AC1E67E5-F940-6F97-B1AD-7426BD3358F9}"/>
                </a:ext>
              </a:extLst>
            </p:cNvPr>
            <p:cNvSpPr/>
            <p:nvPr/>
          </p:nvSpPr>
          <p:spPr>
            <a:xfrm>
              <a:off x="3060200" y="2941775"/>
              <a:ext cx="3268025" cy="57700"/>
            </a:xfrm>
            <a:custGeom>
              <a:avLst/>
              <a:gdLst/>
              <a:ahLst/>
              <a:cxnLst/>
              <a:rect l="l" t="t" r="r" b="b"/>
              <a:pathLst>
                <a:path w="130721" h="2308" fill="none" extrusionOk="0">
                  <a:moveTo>
                    <a:pt x="1" y="1"/>
                  </a:moveTo>
                  <a:lnTo>
                    <a:pt x="130721" y="2308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6" name="Google Shape;1340;p30">
              <a:extLst>
                <a:ext uri="{FF2B5EF4-FFF2-40B4-BE49-F238E27FC236}">
                  <a16:creationId xmlns:a16="http://schemas.microsoft.com/office/drawing/2014/main" id="{E9D9F321-17AC-8806-C38C-F900D016381D}"/>
                </a:ext>
              </a:extLst>
            </p:cNvPr>
            <p:cNvSpPr/>
            <p:nvPr/>
          </p:nvSpPr>
          <p:spPr>
            <a:xfrm>
              <a:off x="3137400" y="3098850"/>
              <a:ext cx="3190825" cy="807475"/>
            </a:xfrm>
            <a:custGeom>
              <a:avLst/>
              <a:gdLst/>
              <a:ahLst/>
              <a:cxnLst/>
              <a:rect l="l" t="t" r="r" b="b"/>
              <a:pathLst>
                <a:path w="127633" h="32299" fill="none" extrusionOk="0">
                  <a:moveTo>
                    <a:pt x="0" y="32299"/>
                  </a:moveTo>
                  <a:lnTo>
                    <a:pt x="127633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7" name="Google Shape;1341;p30">
              <a:extLst>
                <a:ext uri="{FF2B5EF4-FFF2-40B4-BE49-F238E27FC236}">
                  <a16:creationId xmlns:a16="http://schemas.microsoft.com/office/drawing/2014/main" id="{DD7BD94A-BE73-2A34-63F6-6F2915D2D6D2}"/>
                </a:ext>
              </a:extLst>
            </p:cNvPr>
            <p:cNvSpPr/>
            <p:nvPr/>
          </p:nvSpPr>
          <p:spPr>
            <a:xfrm>
              <a:off x="1845450" y="2361475"/>
              <a:ext cx="41750" cy="1362075"/>
            </a:xfrm>
            <a:custGeom>
              <a:avLst/>
              <a:gdLst/>
              <a:ahLst/>
              <a:cxnLst/>
              <a:rect l="l" t="t" r="r" b="b"/>
              <a:pathLst>
                <a:path w="1670" h="54483" fill="none" extrusionOk="0">
                  <a:moveTo>
                    <a:pt x="1" y="639"/>
                  </a:moveTo>
                  <a:lnTo>
                    <a:pt x="1" y="53666"/>
                  </a:lnTo>
                  <a:lnTo>
                    <a:pt x="1669" y="54482"/>
                  </a:lnTo>
                  <a:lnTo>
                    <a:pt x="1669" y="0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8" name="Google Shape;1342;p30">
              <a:extLst>
                <a:ext uri="{FF2B5EF4-FFF2-40B4-BE49-F238E27FC236}">
                  <a16:creationId xmlns:a16="http://schemas.microsoft.com/office/drawing/2014/main" id="{519F09F8-2BDE-15DE-E19B-2591F387E22F}"/>
                </a:ext>
              </a:extLst>
            </p:cNvPr>
            <p:cNvSpPr/>
            <p:nvPr/>
          </p:nvSpPr>
          <p:spPr>
            <a:xfrm>
              <a:off x="1887175" y="2361475"/>
              <a:ext cx="46150" cy="1362075"/>
            </a:xfrm>
            <a:custGeom>
              <a:avLst/>
              <a:gdLst/>
              <a:ahLst/>
              <a:cxnLst/>
              <a:rect l="l" t="t" r="r" b="b"/>
              <a:pathLst>
                <a:path w="1846" h="54483" fill="none" extrusionOk="0">
                  <a:moveTo>
                    <a:pt x="0" y="0"/>
                  </a:moveTo>
                  <a:lnTo>
                    <a:pt x="1846" y="391"/>
                  </a:lnTo>
                  <a:lnTo>
                    <a:pt x="1846" y="53950"/>
                  </a:lnTo>
                  <a:lnTo>
                    <a:pt x="0" y="54482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9" name="Google Shape;1343;p30">
              <a:extLst>
                <a:ext uri="{FF2B5EF4-FFF2-40B4-BE49-F238E27FC236}">
                  <a16:creationId xmlns:a16="http://schemas.microsoft.com/office/drawing/2014/main" id="{FD851C08-9054-3ED5-A830-BA7767A2C980}"/>
                </a:ext>
              </a:extLst>
            </p:cNvPr>
            <p:cNvSpPr/>
            <p:nvPr/>
          </p:nvSpPr>
          <p:spPr>
            <a:xfrm>
              <a:off x="3238550" y="1910725"/>
              <a:ext cx="94075" cy="1944125"/>
            </a:xfrm>
            <a:custGeom>
              <a:avLst/>
              <a:gdLst/>
              <a:ahLst/>
              <a:cxnLst/>
              <a:rect l="l" t="t" r="r" b="b"/>
              <a:pathLst>
                <a:path w="3763" h="77765" fill="none" extrusionOk="0">
                  <a:moveTo>
                    <a:pt x="1" y="77765"/>
                  </a:moveTo>
                  <a:lnTo>
                    <a:pt x="1" y="0"/>
                  </a:lnTo>
                  <a:lnTo>
                    <a:pt x="3763" y="1029"/>
                  </a:lnTo>
                  <a:lnTo>
                    <a:pt x="3763" y="76807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0" name="Google Shape;1344;p30">
              <a:extLst>
                <a:ext uri="{FF2B5EF4-FFF2-40B4-BE49-F238E27FC236}">
                  <a16:creationId xmlns:a16="http://schemas.microsoft.com/office/drawing/2014/main" id="{584A3B1F-CF4A-73A7-B5B9-FE5760075AE1}"/>
                </a:ext>
              </a:extLst>
            </p:cNvPr>
            <p:cNvSpPr/>
            <p:nvPr/>
          </p:nvSpPr>
          <p:spPr>
            <a:xfrm>
              <a:off x="3148050" y="1910725"/>
              <a:ext cx="90525" cy="1944125"/>
            </a:xfrm>
            <a:custGeom>
              <a:avLst/>
              <a:gdLst/>
              <a:ahLst/>
              <a:cxnLst/>
              <a:rect l="l" t="t" r="r" b="b"/>
              <a:pathLst>
                <a:path w="3621" h="77765" fill="none" extrusionOk="0">
                  <a:moveTo>
                    <a:pt x="3621" y="0"/>
                  </a:moveTo>
                  <a:lnTo>
                    <a:pt x="0" y="1100"/>
                  </a:lnTo>
                  <a:lnTo>
                    <a:pt x="0" y="76629"/>
                  </a:lnTo>
                  <a:lnTo>
                    <a:pt x="3621" y="77765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1" name="Google Shape;1345;p30">
              <a:extLst>
                <a:ext uri="{FF2B5EF4-FFF2-40B4-BE49-F238E27FC236}">
                  <a16:creationId xmlns:a16="http://schemas.microsoft.com/office/drawing/2014/main" id="{8F9289AB-8D0D-D50D-6F0D-9D60074CF906}"/>
                </a:ext>
              </a:extLst>
            </p:cNvPr>
            <p:cNvSpPr/>
            <p:nvPr/>
          </p:nvSpPr>
          <p:spPr>
            <a:xfrm>
              <a:off x="3677775" y="2566450"/>
              <a:ext cx="68350" cy="1345200"/>
            </a:xfrm>
            <a:custGeom>
              <a:avLst/>
              <a:gdLst/>
              <a:ahLst/>
              <a:cxnLst/>
              <a:rect l="l" t="t" r="r" b="b"/>
              <a:pathLst>
                <a:path w="2734" h="53808" fill="none" extrusionOk="0">
                  <a:moveTo>
                    <a:pt x="1" y="355"/>
                  </a:moveTo>
                  <a:lnTo>
                    <a:pt x="1" y="53062"/>
                  </a:lnTo>
                  <a:lnTo>
                    <a:pt x="2734" y="53808"/>
                  </a:lnTo>
                  <a:lnTo>
                    <a:pt x="2734" y="0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2" name="Google Shape;1346;p30">
              <a:extLst>
                <a:ext uri="{FF2B5EF4-FFF2-40B4-BE49-F238E27FC236}">
                  <a16:creationId xmlns:a16="http://schemas.microsoft.com/office/drawing/2014/main" id="{5F372DB7-4CA3-2DAE-2389-D427C178FAAD}"/>
                </a:ext>
              </a:extLst>
            </p:cNvPr>
            <p:cNvSpPr/>
            <p:nvPr/>
          </p:nvSpPr>
          <p:spPr>
            <a:xfrm>
              <a:off x="3746100" y="2566450"/>
              <a:ext cx="69225" cy="1345200"/>
            </a:xfrm>
            <a:custGeom>
              <a:avLst/>
              <a:gdLst/>
              <a:ahLst/>
              <a:cxnLst/>
              <a:rect l="l" t="t" r="r" b="b"/>
              <a:pathLst>
                <a:path w="2769" h="53808" fill="none" extrusionOk="0">
                  <a:moveTo>
                    <a:pt x="1" y="0"/>
                  </a:moveTo>
                  <a:lnTo>
                    <a:pt x="2769" y="426"/>
                  </a:lnTo>
                  <a:lnTo>
                    <a:pt x="2769" y="52814"/>
                  </a:lnTo>
                  <a:lnTo>
                    <a:pt x="1" y="53808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3" name="Google Shape;1347;p30">
              <a:extLst>
                <a:ext uri="{FF2B5EF4-FFF2-40B4-BE49-F238E27FC236}">
                  <a16:creationId xmlns:a16="http://schemas.microsoft.com/office/drawing/2014/main" id="{B6A2AA9C-3394-CA8C-527F-DFCB17CA1972}"/>
                </a:ext>
              </a:extLst>
            </p:cNvPr>
            <p:cNvSpPr/>
            <p:nvPr/>
          </p:nvSpPr>
          <p:spPr>
            <a:xfrm>
              <a:off x="4590825" y="2433350"/>
              <a:ext cx="95850" cy="1734725"/>
            </a:xfrm>
            <a:custGeom>
              <a:avLst/>
              <a:gdLst/>
              <a:ahLst/>
              <a:cxnLst/>
              <a:rect l="l" t="t" r="r" b="b"/>
              <a:pathLst>
                <a:path w="3834" h="69389" fill="none" extrusionOk="0">
                  <a:moveTo>
                    <a:pt x="3834" y="69389"/>
                  </a:moveTo>
                  <a:lnTo>
                    <a:pt x="3834" y="0"/>
                  </a:lnTo>
                  <a:lnTo>
                    <a:pt x="1" y="497"/>
                  </a:lnTo>
                  <a:lnTo>
                    <a:pt x="1" y="68360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4" name="Google Shape;1348;p30">
              <a:extLst>
                <a:ext uri="{FF2B5EF4-FFF2-40B4-BE49-F238E27FC236}">
                  <a16:creationId xmlns:a16="http://schemas.microsoft.com/office/drawing/2014/main" id="{362089A4-B921-7188-A72F-FB853F0AB635}"/>
                </a:ext>
              </a:extLst>
            </p:cNvPr>
            <p:cNvSpPr/>
            <p:nvPr/>
          </p:nvSpPr>
          <p:spPr>
            <a:xfrm>
              <a:off x="4686650" y="2433350"/>
              <a:ext cx="87875" cy="1734725"/>
            </a:xfrm>
            <a:custGeom>
              <a:avLst/>
              <a:gdLst/>
              <a:ahLst/>
              <a:cxnLst/>
              <a:rect l="l" t="t" r="r" b="b"/>
              <a:pathLst>
                <a:path w="3515" h="69389" fill="none" extrusionOk="0">
                  <a:moveTo>
                    <a:pt x="1" y="0"/>
                  </a:moveTo>
                  <a:lnTo>
                    <a:pt x="3515" y="746"/>
                  </a:lnTo>
                  <a:lnTo>
                    <a:pt x="3515" y="67330"/>
                  </a:lnTo>
                  <a:lnTo>
                    <a:pt x="1" y="69389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5" name="Google Shape;1349;p30">
              <a:extLst>
                <a:ext uri="{FF2B5EF4-FFF2-40B4-BE49-F238E27FC236}">
                  <a16:creationId xmlns:a16="http://schemas.microsoft.com/office/drawing/2014/main" id="{0EBC66D4-20F5-04D0-21DF-D260E8F0DFA9}"/>
                </a:ext>
              </a:extLst>
            </p:cNvPr>
            <p:cNvSpPr/>
            <p:nvPr/>
          </p:nvSpPr>
          <p:spPr>
            <a:xfrm>
              <a:off x="5798475" y="1154725"/>
              <a:ext cx="52375" cy="2716100"/>
            </a:xfrm>
            <a:custGeom>
              <a:avLst/>
              <a:gdLst/>
              <a:ahLst/>
              <a:cxnLst/>
              <a:rect l="l" t="t" r="r" b="b"/>
              <a:pathLst>
                <a:path w="2095" h="108644" fill="none" extrusionOk="0">
                  <a:moveTo>
                    <a:pt x="0" y="0"/>
                  </a:moveTo>
                  <a:lnTo>
                    <a:pt x="0" y="108644"/>
                  </a:lnTo>
                  <a:lnTo>
                    <a:pt x="2094" y="106656"/>
                  </a:lnTo>
                  <a:lnTo>
                    <a:pt x="2094" y="3727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6" name="Google Shape;1350;p30">
              <a:extLst>
                <a:ext uri="{FF2B5EF4-FFF2-40B4-BE49-F238E27FC236}">
                  <a16:creationId xmlns:a16="http://schemas.microsoft.com/office/drawing/2014/main" id="{E797AF5C-55FD-FD9C-A237-881F795F8FA4}"/>
                </a:ext>
              </a:extLst>
            </p:cNvPr>
            <p:cNvSpPr/>
            <p:nvPr/>
          </p:nvSpPr>
          <p:spPr>
            <a:xfrm>
              <a:off x="5716850" y="1154725"/>
              <a:ext cx="81650" cy="2716100"/>
            </a:xfrm>
            <a:custGeom>
              <a:avLst/>
              <a:gdLst/>
              <a:ahLst/>
              <a:cxnLst/>
              <a:rect l="l" t="t" r="r" b="b"/>
              <a:pathLst>
                <a:path w="3266" h="108644" fill="none" extrusionOk="0">
                  <a:moveTo>
                    <a:pt x="3265" y="0"/>
                  </a:moveTo>
                  <a:lnTo>
                    <a:pt x="0" y="1171"/>
                  </a:lnTo>
                  <a:lnTo>
                    <a:pt x="0" y="108182"/>
                  </a:lnTo>
                  <a:lnTo>
                    <a:pt x="3265" y="108644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7" name="Google Shape;1351;p30">
              <a:extLst>
                <a:ext uri="{FF2B5EF4-FFF2-40B4-BE49-F238E27FC236}">
                  <a16:creationId xmlns:a16="http://schemas.microsoft.com/office/drawing/2014/main" id="{39204CF6-DEA4-5FBD-F82E-E0FABB9C0857}"/>
                </a:ext>
              </a:extLst>
            </p:cNvPr>
            <p:cNvSpPr/>
            <p:nvPr/>
          </p:nvSpPr>
          <p:spPr>
            <a:xfrm>
              <a:off x="6217275" y="1902725"/>
              <a:ext cx="31100" cy="1573250"/>
            </a:xfrm>
            <a:custGeom>
              <a:avLst/>
              <a:gdLst/>
              <a:ahLst/>
              <a:cxnLst/>
              <a:rect l="l" t="t" r="r" b="b"/>
              <a:pathLst>
                <a:path w="1244" h="62930" fill="none" extrusionOk="0">
                  <a:moveTo>
                    <a:pt x="1243" y="2237"/>
                  </a:moveTo>
                  <a:lnTo>
                    <a:pt x="1243" y="61758"/>
                  </a:lnTo>
                  <a:lnTo>
                    <a:pt x="1" y="62930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8" name="Google Shape;1352;p30">
              <a:extLst>
                <a:ext uri="{FF2B5EF4-FFF2-40B4-BE49-F238E27FC236}">
                  <a16:creationId xmlns:a16="http://schemas.microsoft.com/office/drawing/2014/main" id="{74828A28-DFFF-27CA-9B46-28EBE206704A}"/>
                </a:ext>
              </a:extLst>
            </p:cNvPr>
            <p:cNvSpPr/>
            <p:nvPr/>
          </p:nvSpPr>
          <p:spPr>
            <a:xfrm>
              <a:off x="6168475" y="1902725"/>
              <a:ext cx="48825" cy="1573250"/>
            </a:xfrm>
            <a:custGeom>
              <a:avLst/>
              <a:gdLst/>
              <a:ahLst/>
              <a:cxnLst/>
              <a:rect l="l" t="t" r="r" b="b"/>
              <a:pathLst>
                <a:path w="1953" h="62930" fill="none" extrusionOk="0">
                  <a:moveTo>
                    <a:pt x="1953" y="1"/>
                  </a:moveTo>
                  <a:lnTo>
                    <a:pt x="1" y="675"/>
                  </a:lnTo>
                  <a:lnTo>
                    <a:pt x="1" y="62930"/>
                  </a:lnTo>
                  <a:lnTo>
                    <a:pt x="1953" y="62930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9" name="Google Shape;1353;p30">
              <a:extLst>
                <a:ext uri="{FF2B5EF4-FFF2-40B4-BE49-F238E27FC236}">
                  <a16:creationId xmlns:a16="http://schemas.microsoft.com/office/drawing/2014/main" id="{E22ACA69-7CE1-4D6F-0BE8-334C9B19C300}"/>
                </a:ext>
              </a:extLst>
            </p:cNvPr>
            <p:cNvSpPr/>
            <p:nvPr/>
          </p:nvSpPr>
          <p:spPr>
            <a:xfrm>
              <a:off x="4300675" y="1666700"/>
              <a:ext cx="71000" cy="2010700"/>
            </a:xfrm>
            <a:custGeom>
              <a:avLst/>
              <a:gdLst/>
              <a:ahLst/>
              <a:cxnLst/>
              <a:rect l="l" t="t" r="r" b="b"/>
              <a:pathLst>
                <a:path w="2840" h="80428" fill="none" extrusionOk="0">
                  <a:moveTo>
                    <a:pt x="1" y="1030"/>
                  </a:moveTo>
                  <a:lnTo>
                    <a:pt x="1" y="79895"/>
                  </a:lnTo>
                  <a:lnTo>
                    <a:pt x="2840" y="80427"/>
                  </a:lnTo>
                  <a:lnTo>
                    <a:pt x="2840" y="1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0" name="Google Shape;1354;p30">
              <a:extLst>
                <a:ext uri="{FF2B5EF4-FFF2-40B4-BE49-F238E27FC236}">
                  <a16:creationId xmlns:a16="http://schemas.microsoft.com/office/drawing/2014/main" id="{FDD03CC9-BCB5-003A-C465-CF6CA468E349}"/>
                </a:ext>
              </a:extLst>
            </p:cNvPr>
            <p:cNvSpPr/>
            <p:nvPr/>
          </p:nvSpPr>
          <p:spPr>
            <a:xfrm>
              <a:off x="4371650" y="1666700"/>
              <a:ext cx="71900" cy="2010700"/>
            </a:xfrm>
            <a:custGeom>
              <a:avLst/>
              <a:gdLst/>
              <a:ahLst/>
              <a:cxnLst/>
              <a:rect l="l" t="t" r="r" b="b"/>
              <a:pathLst>
                <a:path w="2876" h="80428" fill="none" extrusionOk="0">
                  <a:moveTo>
                    <a:pt x="1" y="1"/>
                  </a:moveTo>
                  <a:lnTo>
                    <a:pt x="2876" y="1562"/>
                  </a:lnTo>
                  <a:lnTo>
                    <a:pt x="2876" y="79079"/>
                  </a:lnTo>
                  <a:lnTo>
                    <a:pt x="1" y="80427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1" name="Google Shape;1355;p30">
              <a:extLst>
                <a:ext uri="{FF2B5EF4-FFF2-40B4-BE49-F238E27FC236}">
                  <a16:creationId xmlns:a16="http://schemas.microsoft.com/office/drawing/2014/main" id="{A2809BB7-CEFC-7EE0-AB36-8873E91E42AA}"/>
                </a:ext>
              </a:extLst>
            </p:cNvPr>
            <p:cNvSpPr/>
            <p:nvPr/>
          </p:nvSpPr>
          <p:spPr>
            <a:xfrm>
              <a:off x="1795775" y="3319775"/>
              <a:ext cx="4071050" cy="559925"/>
            </a:xfrm>
            <a:custGeom>
              <a:avLst/>
              <a:gdLst/>
              <a:ahLst/>
              <a:cxnLst/>
              <a:rect l="l" t="t" r="r" b="b"/>
              <a:pathLst>
                <a:path w="162842" h="22397" fill="none" extrusionOk="0">
                  <a:moveTo>
                    <a:pt x="162841" y="22397"/>
                  </a:moveTo>
                  <a:lnTo>
                    <a:pt x="0" y="1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2" name="Google Shape;1356;p30">
              <a:extLst>
                <a:ext uri="{FF2B5EF4-FFF2-40B4-BE49-F238E27FC236}">
                  <a16:creationId xmlns:a16="http://schemas.microsoft.com/office/drawing/2014/main" id="{0C49BF84-DAEC-AA40-9716-433C32D44A50}"/>
                </a:ext>
              </a:extLst>
            </p:cNvPr>
            <p:cNvSpPr/>
            <p:nvPr/>
          </p:nvSpPr>
          <p:spPr>
            <a:xfrm>
              <a:off x="5493225" y="2599275"/>
              <a:ext cx="675275" cy="1165075"/>
            </a:xfrm>
            <a:custGeom>
              <a:avLst/>
              <a:gdLst/>
              <a:ahLst/>
              <a:cxnLst/>
              <a:rect l="l" t="t" r="r" b="b"/>
              <a:pathLst>
                <a:path w="27011" h="46603" fill="none" extrusionOk="0">
                  <a:moveTo>
                    <a:pt x="27011" y="46603"/>
                  </a:moveTo>
                  <a:lnTo>
                    <a:pt x="1" y="43799"/>
                  </a:lnTo>
                  <a:lnTo>
                    <a:pt x="1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3" name="Google Shape;1357;p30">
              <a:extLst>
                <a:ext uri="{FF2B5EF4-FFF2-40B4-BE49-F238E27FC236}">
                  <a16:creationId xmlns:a16="http://schemas.microsoft.com/office/drawing/2014/main" id="{F41C9A47-F1BA-7162-FEC5-DFE87ED39A2F}"/>
                </a:ext>
              </a:extLst>
            </p:cNvPr>
            <p:cNvSpPr/>
            <p:nvPr/>
          </p:nvSpPr>
          <p:spPr>
            <a:xfrm>
              <a:off x="4653825" y="1457300"/>
              <a:ext cx="755150" cy="251125"/>
            </a:xfrm>
            <a:custGeom>
              <a:avLst/>
              <a:gdLst/>
              <a:ahLst/>
              <a:cxnLst/>
              <a:rect l="l" t="t" r="r" b="b"/>
              <a:pathLst>
                <a:path w="30206" h="10045" fill="none" extrusionOk="0">
                  <a:moveTo>
                    <a:pt x="30205" y="0"/>
                  </a:moveTo>
                  <a:lnTo>
                    <a:pt x="1" y="10045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4" name="Google Shape;1358;p30">
              <a:extLst>
                <a:ext uri="{FF2B5EF4-FFF2-40B4-BE49-F238E27FC236}">
                  <a16:creationId xmlns:a16="http://schemas.microsoft.com/office/drawing/2014/main" id="{8894D9DB-64B3-CE78-2F73-B1A3DDA19407}"/>
                </a:ext>
              </a:extLst>
            </p:cNvPr>
            <p:cNvSpPr/>
            <p:nvPr/>
          </p:nvSpPr>
          <p:spPr>
            <a:xfrm>
              <a:off x="4700850" y="1656950"/>
              <a:ext cx="25" cy="776425"/>
            </a:xfrm>
            <a:custGeom>
              <a:avLst/>
              <a:gdLst/>
              <a:ahLst/>
              <a:cxnLst/>
              <a:rect l="l" t="t" r="r" b="b"/>
              <a:pathLst>
                <a:path w="1" h="31057" fill="none" extrusionOk="0">
                  <a:moveTo>
                    <a:pt x="1" y="0"/>
                  </a:moveTo>
                  <a:lnTo>
                    <a:pt x="1" y="31056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5" name="Google Shape;1359;p30">
              <a:extLst>
                <a:ext uri="{FF2B5EF4-FFF2-40B4-BE49-F238E27FC236}">
                  <a16:creationId xmlns:a16="http://schemas.microsoft.com/office/drawing/2014/main" id="{3DBD5052-22DF-51FC-C7EE-5A2ABC7A603E}"/>
                </a:ext>
              </a:extLst>
            </p:cNvPr>
            <p:cNvSpPr/>
            <p:nvPr/>
          </p:nvSpPr>
          <p:spPr>
            <a:xfrm>
              <a:off x="4700850" y="1598375"/>
              <a:ext cx="671725" cy="161525"/>
            </a:xfrm>
            <a:custGeom>
              <a:avLst/>
              <a:gdLst/>
              <a:ahLst/>
              <a:cxnLst/>
              <a:rect l="l" t="t" r="r" b="b"/>
              <a:pathLst>
                <a:path w="26869" h="6461" fill="none" extrusionOk="0">
                  <a:moveTo>
                    <a:pt x="1" y="3763"/>
                  </a:moveTo>
                  <a:lnTo>
                    <a:pt x="6177" y="6460"/>
                  </a:lnTo>
                  <a:lnTo>
                    <a:pt x="26869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6" name="Google Shape;1360;p30">
              <a:extLst>
                <a:ext uri="{FF2B5EF4-FFF2-40B4-BE49-F238E27FC236}">
                  <a16:creationId xmlns:a16="http://schemas.microsoft.com/office/drawing/2014/main" id="{8CC900CE-2D25-5D1E-A3FD-5E798030A8C2}"/>
                </a:ext>
              </a:extLst>
            </p:cNvPr>
            <p:cNvSpPr/>
            <p:nvPr/>
          </p:nvSpPr>
          <p:spPr>
            <a:xfrm>
              <a:off x="4855250" y="1759875"/>
              <a:ext cx="25" cy="699225"/>
            </a:xfrm>
            <a:custGeom>
              <a:avLst/>
              <a:gdLst/>
              <a:ahLst/>
              <a:cxnLst/>
              <a:rect l="l" t="t" r="r" b="b"/>
              <a:pathLst>
                <a:path w="1" h="27969" fill="none" extrusionOk="0">
                  <a:moveTo>
                    <a:pt x="1" y="0"/>
                  </a:moveTo>
                  <a:lnTo>
                    <a:pt x="1" y="27969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7" name="Google Shape;1361;p30">
              <a:extLst>
                <a:ext uri="{FF2B5EF4-FFF2-40B4-BE49-F238E27FC236}">
                  <a16:creationId xmlns:a16="http://schemas.microsoft.com/office/drawing/2014/main" id="{F1258153-DD7F-4A54-043B-8532E91A4462}"/>
                </a:ext>
              </a:extLst>
            </p:cNvPr>
            <p:cNvSpPr/>
            <p:nvPr/>
          </p:nvSpPr>
          <p:spPr>
            <a:xfrm>
              <a:off x="4910275" y="1656950"/>
              <a:ext cx="462300" cy="822575"/>
            </a:xfrm>
            <a:custGeom>
              <a:avLst/>
              <a:gdLst/>
              <a:ahLst/>
              <a:cxnLst/>
              <a:rect l="l" t="t" r="r" b="b"/>
              <a:pathLst>
                <a:path w="18492" h="32903" fill="none" extrusionOk="0">
                  <a:moveTo>
                    <a:pt x="0" y="32902"/>
                  </a:moveTo>
                  <a:lnTo>
                    <a:pt x="0" y="5643"/>
                  </a:lnTo>
                  <a:lnTo>
                    <a:pt x="18492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8" name="Google Shape;1362;p30">
              <a:extLst>
                <a:ext uri="{FF2B5EF4-FFF2-40B4-BE49-F238E27FC236}">
                  <a16:creationId xmlns:a16="http://schemas.microsoft.com/office/drawing/2014/main" id="{1972CD54-4BA0-D5C7-3BDB-17DDC434F680}"/>
                </a:ext>
              </a:extLst>
            </p:cNvPr>
            <p:cNvSpPr/>
            <p:nvPr/>
          </p:nvSpPr>
          <p:spPr>
            <a:xfrm>
              <a:off x="4910275" y="1692425"/>
              <a:ext cx="462300" cy="128700"/>
            </a:xfrm>
            <a:custGeom>
              <a:avLst/>
              <a:gdLst/>
              <a:ahLst/>
              <a:cxnLst/>
              <a:rect l="l" t="t" r="r" b="b"/>
              <a:pathLst>
                <a:path w="18492" h="5148" fill="none" extrusionOk="0">
                  <a:moveTo>
                    <a:pt x="0" y="4224"/>
                  </a:moveTo>
                  <a:lnTo>
                    <a:pt x="1562" y="5147"/>
                  </a:lnTo>
                  <a:lnTo>
                    <a:pt x="18492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9" name="Google Shape;1363;p30">
              <a:extLst>
                <a:ext uri="{FF2B5EF4-FFF2-40B4-BE49-F238E27FC236}">
                  <a16:creationId xmlns:a16="http://schemas.microsoft.com/office/drawing/2014/main" id="{8DEB1D94-FF24-DC71-B699-0702B37F409F}"/>
                </a:ext>
              </a:extLst>
            </p:cNvPr>
            <p:cNvSpPr/>
            <p:nvPr/>
          </p:nvSpPr>
          <p:spPr>
            <a:xfrm>
              <a:off x="4949300" y="1821100"/>
              <a:ext cx="25" cy="666400"/>
            </a:xfrm>
            <a:custGeom>
              <a:avLst/>
              <a:gdLst/>
              <a:ahLst/>
              <a:cxnLst/>
              <a:rect l="l" t="t" r="r" b="b"/>
              <a:pathLst>
                <a:path w="1" h="26656" fill="none" extrusionOk="0">
                  <a:moveTo>
                    <a:pt x="1" y="0"/>
                  </a:moveTo>
                  <a:lnTo>
                    <a:pt x="1" y="26655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0" name="Google Shape;1364;p30">
              <a:extLst>
                <a:ext uri="{FF2B5EF4-FFF2-40B4-BE49-F238E27FC236}">
                  <a16:creationId xmlns:a16="http://schemas.microsoft.com/office/drawing/2014/main" id="{7CFDB651-14D1-C598-A35B-B63723B22881}"/>
                </a:ext>
              </a:extLst>
            </p:cNvPr>
            <p:cNvSpPr/>
            <p:nvPr/>
          </p:nvSpPr>
          <p:spPr>
            <a:xfrm>
              <a:off x="5192425" y="1711950"/>
              <a:ext cx="25" cy="826125"/>
            </a:xfrm>
            <a:custGeom>
              <a:avLst/>
              <a:gdLst/>
              <a:ahLst/>
              <a:cxnLst/>
              <a:rect l="l" t="t" r="r" b="b"/>
              <a:pathLst>
                <a:path w="1" h="33045" fill="none" extrusionOk="0">
                  <a:moveTo>
                    <a:pt x="1" y="1"/>
                  </a:moveTo>
                  <a:lnTo>
                    <a:pt x="1" y="33045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1" name="Google Shape;1365;p30">
              <a:extLst>
                <a:ext uri="{FF2B5EF4-FFF2-40B4-BE49-F238E27FC236}">
                  <a16:creationId xmlns:a16="http://schemas.microsoft.com/office/drawing/2014/main" id="{FC21DDC6-E9D6-FE6E-C9CA-695B09E12B5D}"/>
                </a:ext>
              </a:extLst>
            </p:cNvPr>
            <p:cNvSpPr/>
            <p:nvPr/>
          </p:nvSpPr>
          <p:spPr>
            <a:xfrm>
              <a:off x="5227925" y="1701300"/>
              <a:ext cx="28425" cy="850075"/>
            </a:xfrm>
            <a:custGeom>
              <a:avLst/>
              <a:gdLst/>
              <a:ahLst/>
              <a:cxnLst/>
              <a:rect l="l" t="t" r="r" b="b"/>
              <a:pathLst>
                <a:path w="1137" h="34003" fill="none" extrusionOk="0">
                  <a:moveTo>
                    <a:pt x="0" y="33755"/>
                  </a:moveTo>
                  <a:lnTo>
                    <a:pt x="0" y="1"/>
                  </a:lnTo>
                  <a:lnTo>
                    <a:pt x="1136" y="1030"/>
                  </a:lnTo>
                  <a:lnTo>
                    <a:pt x="1136" y="34003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2" name="Google Shape;1366;p30">
              <a:extLst>
                <a:ext uri="{FF2B5EF4-FFF2-40B4-BE49-F238E27FC236}">
                  <a16:creationId xmlns:a16="http://schemas.microsoft.com/office/drawing/2014/main" id="{246DD966-8C5C-3AD9-1201-EFA642B3AF2F}"/>
                </a:ext>
              </a:extLst>
            </p:cNvPr>
            <p:cNvSpPr/>
            <p:nvPr/>
          </p:nvSpPr>
          <p:spPr>
            <a:xfrm>
              <a:off x="5920925" y="1715500"/>
              <a:ext cx="200550" cy="819925"/>
            </a:xfrm>
            <a:custGeom>
              <a:avLst/>
              <a:gdLst/>
              <a:ahLst/>
              <a:cxnLst/>
              <a:rect l="l" t="t" r="r" b="b"/>
              <a:pathLst>
                <a:path w="8022" h="32797" fill="none" extrusionOk="0">
                  <a:moveTo>
                    <a:pt x="0" y="1"/>
                  </a:moveTo>
                  <a:lnTo>
                    <a:pt x="0" y="28714"/>
                  </a:lnTo>
                  <a:lnTo>
                    <a:pt x="8022" y="32796"/>
                  </a:lnTo>
                  <a:lnTo>
                    <a:pt x="8022" y="10542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3" name="Google Shape;1367;p30">
              <a:extLst>
                <a:ext uri="{FF2B5EF4-FFF2-40B4-BE49-F238E27FC236}">
                  <a16:creationId xmlns:a16="http://schemas.microsoft.com/office/drawing/2014/main" id="{E328BB92-C3CC-6DE1-F9B4-F712CF1470E0}"/>
                </a:ext>
              </a:extLst>
            </p:cNvPr>
            <p:cNvSpPr/>
            <p:nvPr/>
          </p:nvSpPr>
          <p:spPr>
            <a:xfrm>
              <a:off x="5920925" y="1829075"/>
              <a:ext cx="200550" cy="150000"/>
            </a:xfrm>
            <a:custGeom>
              <a:avLst/>
              <a:gdLst/>
              <a:ahLst/>
              <a:cxnLst/>
              <a:rect l="l" t="t" r="r" b="b"/>
              <a:pathLst>
                <a:path w="8022" h="6000" fill="none" extrusionOk="0">
                  <a:moveTo>
                    <a:pt x="8022" y="5999"/>
                  </a:moveTo>
                  <a:lnTo>
                    <a:pt x="5750" y="5999"/>
                  </a:lnTo>
                  <a:lnTo>
                    <a:pt x="0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4" name="Google Shape;1368;p30">
              <a:extLst>
                <a:ext uri="{FF2B5EF4-FFF2-40B4-BE49-F238E27FC236}">
                  <a16:creationId xmlns:a16="http://schemas.microsoft.com/office/drawing/2014/main" id="{B2F02B57-E877-0558-5938-A261D507C1AB}"/>
                </a:ext>
              </a:extLst>
            </p:cNvPr>
            <p:cNvSpPr/>
            <p:nvPr/>
          </p:nvSpPr>
          <p:spPr>
            <a:xfrm>
              <a:off x="6064675" y="1979050"/>
              <a:ext cx="25" cy="525300"/>
            </a:xfrm>
            <a:custGeom>
              <a:avLst/>
              <a:gdLst/>
              <a:ahLst/>
              <a:cxnLst/>
              <a:rect l="l" t="t" r="r" b="b"/>
              <a:pathLst>
                <a:path w="1" h="21012" fill="none" extrusionOk="0">
                  <a:moveTo>
                    <a:pt x="0" y="0"/>
                  </a:moveTo>
                  <a:lnTo>
                    <a:pt x="0" y="21012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5" name="Google Shape;1369;p30">
              <a:extLst>
                <a:ext uri="{FF2B5EF4-FFF2-40B4-BE49-F238E27FC236}">
                  <a16:creationId xmlns:a16="http://schemas.microsoft.com/office/drawing/2014/main" id="{1EFFD3ED-253A-2A98-2350-8743A24A7A21}"/>
                </a:ext>
              </a:extLst>
            </p:cNvPr>
            <p:cNvSpPr/>
            <p:nvPr/>
          </p:nvSpPr>
          <p:spPr>
            <a:xfrm>
              <a:off x="5920925" y="1861025"/>
              <a:ext cx="124250" cy="635350"/>
            </a:xfrm>
            <a:custGeom>
              <a:avLst/>
              <a:gdLst/>
              <a:ahLst/>
              <a:cxnLst/>
              <a:rect l="l" t="t" r="r" b="b"/>
              <a:pathLst>
                <a:path w="4970" h="25414" fill="none" extrusionOk="0">
                  <a:moveTo>
                    <a:pt x="4969" y="25413"/>
                  </a:moveTo>
                  <a:lnTo>
                    <a:pt x="4969" y="5218"/>
                  </a:lnTo>
                  <a:lnTo>
                    <a:pt x="0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6" name="Google Shape;1370;p30">
              <a:extLst>
                <a:ext uri="{FF2B5EF4-FFF2-40B4-BE49-F238E27FC236}">
                  <a16:creationId xmlns:a16="http://schemas.microsoft.com/office/drawing/2014/main" id="{3D096BD1-DB4B-56CC-4BC2-982E2FBEAD25}"/>
                </a:ext>
              </a:extLst>
            </p:cNvPr>
            <p:cNvSpPr/>
            <p:nvPr/>
          </p:nvSpPr>
          <p:spPr>
            <a:xfrm>
              <a:off x="5920925" y="1887650"/>
              <a:ext cx="124250" cy="103825"/>
            </a:xfrm>
            <a:custGeom>
              <a:avLst/>
              <a:gdLst/>
              <a:ahLst/>
              <a:cxnLst/>
              <a:rect l="l" t="t" r="r" b="b"/>
              <a:pathLst>
                <a:path w="4970" h="4153" fill="none" extrusionOk="0">
                  <a:moveTo>
                    <a:pt x="4969" y="4153"/>
                  </a:moveTo>
                  <a:lnTo>
                    <a:pt x="4366" y="4153"/>
                  </a:lnTo>
                  <a:lnTo>
                    <a:pt x="0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7" name="Google Shape;1371;p30">
              <a:extLst>
                <a:ext uri="{FF2B5EF4-FFF2-40B4-BE49-F238E27FC236}">
                  <a16:creationId xmlns:a16="http://schemas.microsoft.com/office/drawing/2014/main" id="{F8A0AF86-104B-B526-2033-F97265349C06}"/>
                </a:ext>
              </a:extLst>
            </p:cNvPr>
            <p:cNvSpPr/>
            <p:nvPr/>
          </p:nvSpPr>
          <p:spPr>
            <a:xfrm>
              <a:off x="6030050" y="1991450"/>
              <a:ext cx="25" cy="496925"/>
            </a:xfrm>
            <a:custGeom>
              <a:avLst/>
              <a:gdLst/>
              <a:ahLst/>
              <a:cxnLst/>
              <a:rect l="l" t="t" r="r" b="b"/>
              <a:pathLst>
                <a:path w="1" h="19877" fill="none" extrusionOk="0">
                  <a:moveTo>
                    <a:pt x="1" y="1"/>
                  </a:moveTo>
                  <a:lnTo>
                    <a:pt x="1" y="19877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8" name="Google Shape;1372;p30">
              <a:extLst>
                <a:ext uri="{FF2B5EF4-FFF2-40B4-BE49-F238E27FC236}">
                  <a16:creationId xmlns:a16="http://schemas.microsoft.com/office/drawing/2014/main" id="{DEB8DAC5-8485-18FA-F651-84636BC8E4FE}"/>
                </a:ext>
              </a:extLst>
            </p:cNvPr>
            <p:cNvSpPr/>
            <p:nvPr/>
          </p:nvSpPr>
          <p:spPr>
            <a:xfrm>
              <a:off x="3868550" y="2672025"/>
              <a:ext cx="631800" cy="1449025"/>
            </a:xfrm>
            <a:custGeom>
              <a:avLst/>
              <a:gdLst/>
              <a:ahLst/>
              <a:cxnLst/>
              <a:rect l="l" t="t" r="r" b="b"/>
              <a:pathLst>
                <a:path w="25272" h="57961" fill="none" extrusionOk="0">
                  <a:moveTo>
                    <a:pt x="25271" y="57961"/>
                  </a:moveTo>
                  <a:lnTo>
                    <a:pt x="25271" y="1"/>
                  </a:lnTo>
                  <a:lnTo>
                    <a:pt x="1" y="2627"/>
                  </a:lnTo>
                  <a:lnTo>
                    <a:pt x="1" y="50933"/>
                  </a:lnTo>
                  <a:lnTo>
                    <a:pt x="6496" y="48307"/>
                  </a:lnTo>
                  <a:lnTo>
                    <a:pt x="6496" y="1953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9" name="Google Shape;1373;p30">
              <a:extLst>
                <a:ext uri="{FF2B5EF4-FFF2-40B4-BE49-F238E27FC236}">
                  <a16:creationId xmlns:a16="http://schemas.microsoft.com/office/drawing/2014/main" id="{88900EC7-101F-C9AE-1C2A-9DD1453B4F61}"/>
                </a:ext>
              </a:extLst>
            </p:cNvPr>
            <p:cNvSpPr/>
            <p:nvPr/>
          </p:nvSpPr>
          <p:spPr>
            <a:xfrm>
              <a:off x="4030925" y="3879675"/>
              <a:ext cx="469425" cy="121600"/>
            </a:xfrm>
            <a:custGeom>
              <a:avLst/>
              <a:gdLst/>
              <a:ahLst/>
              <a:cxnLst/>
              <a:rect l="l" t="t" r="r" b="b"/>
              <a:pathLst>
                <a:path w="18777" h="4864" fill="none" extrusionOk="0">
                  <a:moveTo>
                    <a:pt x="1" y="1"/>
                  </a:moveTo>
                  <a:lnTo>
                    <a:pt x="18776" y="4863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0" name="Google Shape;1374;p30">
              <a:extLst>
                <a:ext uri="{FF2B5EF4-FFF2-40B4-BE49-F238E27FC236}">
                  <a16:creationId xmlns:a16="http://schemas.microsoft.com/office/drawing/2014/main" id="{22FA86B3-C59D-72B5-811D-676B801DBFE6}"/>
                </a:ext>
              </a:extLst>
            </p:cNvPr>
            <p:cNvSpPr/>
            <p:nvPr/>
          </p:nvSpPr>
          <p:spPr>
            <a:xfrm>
              <a:off x="4083275" y="2837075"/>
              <a:ext cx="158850" cy="307050"/>
            </a:xfrm>
            <a:custGeom>
              <a:avLst/>
              <a:gdLst/>
              <a:ahLst/>
              <a:cxnLst/>
              <a:rect l="l" t="t" r="r" b="b"/>
              <a:pathLst>
                <a:path w="6354" h="12282" fill="none" extrusionOk="0">
                  <a:moveTo>
                    <a:pt x="6354" y="1"/>
                  </a:moveTo>
                  <a:lnTo>
                    <a:pt x="1" y="498"/>
                  </a:lnTo>
                  <a:lnTo>
                    <a:pt x="1" y="12281"/>
                  </a:lnTo>
                  <a:lnTo>
                    <a:pt x="6354" y="12281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1" name="Google Shape;1375;p30">
              <a:extLst>
                <a:ext uri="{FF2B5EF4-FFF2-40B4-BE49-F238E27FC236}">
                  <a16:creationId xmlns:a16="http://schemas.microsoft.com/office/drawing/2014/main" id="{E0867092-761A-2D9C-50A3-E443A3B0CA6B}"/>
                </a:ext>
              </a:extLst>
            </p:cNvPr>
            <p:cNvSpPr/>
            <p:nvPr/>
          </p:nvSpPr>
          <p:spPr>
            <a:xfrm>
              <a:off x="4276725" y="2822000"/>
              <a:ext cx="195225" cy="322125"/>
            </a:xfrm>
            <a:custGeom>
              <a:avLst/>
              <a:gdLst/>
              <a:ahLst/>
              <a:cxnLst/>
              <a:rect l="l" t="t" r="r" b="b"/>
              <a:pathLst>
                <a:path w="7809" h="12885" fill="none" extrusionOk="0">
                  <a:moveTo>
                    <a:pt x="0" y="604"/>
                  </a:moveTo>
                  <a:lnTo>
                    <a:pt x="0" y="12884"/>
                  </a:lnTo>
                  <a:lnTo>
                    <a:pt x="7809" y="12884"/>
                  </a:lnTo>
                  <a:lnTo>
                    <a:pt x="7809" y="0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2" name="Google Shape;1376;p30">
              <a:extLst>
                <a:ext uri="{FF2B5EF4-FFF2-40B4-BE49-F238E27FC236}">
                  <a16:creationId xmlns:a16="http://schemas.microsoft.com/office/drawing/2014/main" id="{4C308154-EA8D-1501-0C58-8EFF5C7539AD}"/>
                </a:ext>
              </a:extLst>
            </p:cNvPr>
            <p:cNvSpPr/>
            <p:nvPr/>
          </p:nvSpPr>
          <p:spPr>
            <a:xfrm>
              <a:off x="4083275" y="3182250"/>
              <a:ext cx="158850" cy="283075"/>
            </a:xfrm>
            <a:custGeom>
              <a:avLst/>
              <a:gdLst/>
              <a:ahLst/>
              <a:cxnLst/>
              <a:rect l="l" t="t" r="r" b="b"/>
              <a:pathLst>
                <a:path w="6354" h="11323" fill="none" extrusionOk="0">
                  <a:moveTo>
                    <a:pt x="1" y="0"/>
                  </a:moveTo>
                  <a:lnTo>
                    <a:pt x="6354" y="0"/>
                  </a:lnTo>
                  <a:lnTo>
                    <a:pt x="6354" y="11323"/>
                  </a:lnTo>
                  <a:lnTo>
                    <a:pt x="1" y="10897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3" name="Google Shape;1377;p30">
              <a:extLst>
                <a:ext uri="{FF2B5EF4-FFF2-40B4-BE49-F238E27FC236}">
                  <a16:creationId xmlns:a16="http://schemas.microsoft.com/office/drawing/2014/main" id="{4A731D42-94F3-6F6D-B55B-2F5714FF4F8E}"/>
                </a:ext>
              </a:extLst>
            </p:cNvPr>
            <p:cNvSpPr/>
            <p:nvPr/>
          </p:nvSpPr>
          <p:spPr>
            <a:xfrm>
              <a:off x="4276725" y="3182250"/>
              <a:ext cx="195225" cy="293725"/>
            </a:xfrm>
            <a:custGeom>
              <a:avLst/>
              <a:gdLst/>
              <a:ahLst/>
              <a:cxnLst/>
              <a:rect l="l" t="t" r="r" b="b"/>
              <a:pathLst>
                <a:path w="7809" h="11749" fill="none" extrusionOk="0">
                  <a:moveTo>
                    <a:pt x="0" y="0"/>
                  </a:moveTo>
                  <a:lnTo>
                    <a:pt x="0" y="11323"/>
                  </a:lnTo>
                  <a:lnTo>
                    <a:pt x="7809" y="11749"/>
                  </a:lnTo>
                  <a:lnTo>
                    <a:pt x="7809" y="142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4" name="Google Shape;1378;p30">
              <a:extLst>
                <a:ext uri="{FF2B5EF4-FFF2-40B4-BE49-F238E27FC236}">
                  <a16:creationId xmlns:a16="http://schemas.microsoft.com/office/drawing/2014/main" id="{C5F163B6-A025-1F78-C2F7-1AC7F4533CB8}"/>
                </a:ext>
              </a:extLst>
            </p:cNvPr>
            <p:cNvSpPr/>
            <p:nvPr/>
          </p:nvSpPr>
          <p:spPr>
            <a:xfrm>
              <a:off x="4873875" y="2672025"/>
              <a:ext cx="551050" cy="284875"/>
            </a:xfrm>
            <a:custGeom>
              <a:avLst/>
              <a:gdLst/>
              <a:ahLst/>
              <a:cxnLst/>
              <a:rect l="l" t="t" r="r" b="b"/>
              <a:pathLst>
                <a:path w="22042" h="11395" fill="none" extrusionOk="0">
                  <a:moveTo>
                    <a:pt x="1" y="1"/>
                  </a:moveTo>
                  <a:lnTo>
                    <a:pt x="1" y="11004"/>
                  </a:lnTo>
                  <a:lnTo>
                    <a:pt x="22042" y="11394"/>
                  </a:lnTo>
                  <a:lnTo>
                    <a:pt x="22042" y="2769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5" name="Google Shape;1379;p30">
              <a:extLst>
                <a:ext uri="{FF2B5EF4-FFF2-40B4-BE49-F238E27FC236}">
                  <a16:creationId xmlns:a16="http://schemas.microsoft.com/office/drawing/2014/main" id="{32D6150F-97E6-A3B6-1392-A08140CCC7E6}"/>
                </a:ext>
              </a:extLst>
            </p:cNvPr>
            <p:cNvSpPr/>
            <p:nvPr/>
          </p:nvSpPr>
          <p:spPr>
            <a:xfrm>
              <a:off x="5362800" y="2733250"/>
              <a:ext cx="25" cy="222750"/>
            </a:xfrm>
            <a:custGeom>
              <a:avLst/>
              <a:gdLst/>
              <a:ahLst/>
              <a:cxnLst/>
              <a:rect l="l" t="t" r="r" b="b"/>
              <a:pathLst>
                <a:path w="1" h="8910" fill="none" extrusionOk="0">
                  <a:moveTo>
                    <a:pt x="0" y="8910"/>
                  </a:moveTo>
                  <a:lnTo>
                    <a:pt x="0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6" name="Google Shape;1380;p30">
              <a:extLst>
                <a:ext uri="{FF2B5EF4-FFF2-40B4-BE49-F238E27FC236}">
                  <a16:creationId xmlns:a16="http://schemas.microsoft.com/office/drawing/2014/main" id="{BB9A4572-BD03-47EE-C62B-3DA6E0DE3E97}"/>
                </a:ext>
              </a:extLst>
            </p:cNvPr>
            <p:cNvSpPr/>
            <p:nvPr/>
          </p:nvSpPr>
          <p:spPr>
            <a:xfrm>
              <a:off x="5130325" y="2703975"/>
              <a:ext cx="25" cy="247600"/>
            </a:xfrm>
            <a:custGeom>
              <a:avLst/>
              <a:gdLst/>
              <a:ahLst/>
              <a:cxnLst/>
              <a:rect l="l" t="t" r="r" b="b"/>
              <a:pathLst>
                <a:path w="1" h="9904" fill="none" extrusionOk="0">
                  <a:moveTo>
                    <a:pt x="0" y="1"/>
                  </a:moveTo>
                  <a:lnTo>
                    <a:pt x="0" y="9903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7" name="Google Shape;1381;p30">
              <a:extLst>
                <a:ext uri="{FF2B5EF4-FFF2-40B4-BE49-F238E27FC236}">
                  <a16:creationId xmlns:a16="http://schemas.microsoft.com/office/drawing/2014/main" id="{14904A30-A448-E511-281E-B8F95A47D141}"/>
                </a:ext>
              </a:extLst>
            </p:cNvPr>
            <p:cNvSpPr/>
            <p:nvPr/>
          </p:nvSpPr>
          <p:spPr>
            <a:xfrm>
              <a:off x="5175575" y="2710200"/>
              <a:ext cx="25" cy="241375"/>
            </a:xfrm>
            <a:custGeom>
              <a:avLst/>
              <a:gdLst/>
              <a:ahLst/>
              <a:cxnLst/>
              <a:rect l="l" t="t" r="r" b="b"/>
              <a:pathLst>
                <a:path w="1" h="9655" fill="none" extrusionOk="0">
                  <a:moveTo>
                    <a:pt x="0" y="0"/>
                  </a:moveTo>
                  <a:lnTo>
                    <a:pt x="0" y="9654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8" name="Google Shape;1382;p30">
              <a:extLst>
                <a:ext uri="{FF2B5EF4-FFF2-40B4-BE49-F238E27FC236}">
                  <a16:creationId xmlns:a16="http://schemas.microsoft.com/office/drawing/2014/main" id="{29F5469E-673B-D774-927D-64F1554DE67D}"/>
                </a:ext>
              </a:extLst>
            </p:cNvPr>
            <p:cNvSpPr/>
            <p:nvPr/>
          </p:nvSpPr>
          <p:spPr>
            <a:xfrm>
              <a:off x="5097500" y="2703975"/>
              <a:ext cx="25" cy="246700"/>
            </a:xfrm>
            <a:custGeom>
              <a:avLst/>
              <a:gdLst/>
              <a:ahLst/>
              <a:cxnLst/>
              <a:rect l="l" t="t" r="r" b="b"/>
              <a:pathLst>
                <a:path w="1" h="9868" fill="none" extrusionOk="0">
                  <a:moveTo>
                    <a:pt x="0" y="1"/>
                  </a:moveTo>
                  <a:lnTo>
                    <a:pt x="0" y="9868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9" name="Google Shape;1383;p30">
              <a:extLst>
                <a:ext uri="{FF2B5EF4-FFF2-40B4-BE49-F238E27FC236}">
                  <a16:creationId xmlns:a16="http://schemas.microsoft.com/office/drawing/2014/main" id="{ADEC0DFB-8A59-AED7-0DD7-E77BBACE73EE}"/>
                </a:ext>
              </a:extLst>
            </p:cNvPr>
            <p:cNvSpPr/>
            <p:nvPr/>
          </p:nvSpPr>
          <p:spPr>
            <a:xfrm>
              <a:off x="5920925" y="2802475"/>
              <a:ext cx="200550" cy="165950"/>
            </a:xfrm>
            <a:custGeom>
              <a:avLst/>
              <a:gdLst/>
              <a:ahLst/>
              <a:cxnLst/>
              <a:rect l="l" t="t" r="r" b="b"/>
              <a:pathLst>
                <a:path w="8022" h="6638" fill="none" extrusionOk="0">
                  <a:moveTo>
                    <a:pt x="0" y="0"/>
                  </a:moveTo>
                  <a:lnTo>
                    <a:pt x="0" y="6531"/>
                  </a:lnTo>
                  <a:lnTo>
                    <a:pt x="8022" y="6638"/>
                  </a:lnTo>
                  <a:lnTo>
                    <a:pt x="8022" y="1136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0" name="Google Shape;1384;p30">
              <a:extLst>
                <a:ext uri="{FF2B5EF4-FFF2-40B4-BE49-F238E27FC236}">
                  <a16:creationId xmlns:a16="http://schemas.microsoft.com/office/drawing/2014/main" id="{ECEDAC90-76E2-57A6-0B39-19976B241845}"/>
                </a:ext>
              </a:extLst>
            </p:cNvPr>
            <p:cNvSpPr/>
            <p:nvPr/>
          </p:nvSpPr>
          <p:spPr>
            <a:xfrm>
              <a:off x="6091275" y="2826425"/>
              <a:ext cx="25" cy="142000"/>
            </a:xfrm>
            <a:custGeom>
              <a:avLst/>
              <a:gdLst/>
              <a:ahLst/>
              <a:cxnLst/>
              <a:rect l="l" t="t" r="r" b="b"/>
              <a:pathLst>
                <a:path w="1" h="5680" fill="none" extrusionOk="0">
                  <a:moveTo>
                    <a:pt x="1" y="1"/>
                  </a:moveTo>
                  <a:lnTo>
                    <a:pt x="1" y="568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1" name="Google Shape;1385;p30">
              <a:extLst>
                <a:ext uri="{FF2B5EF4-FFF2-40B4-BE49-F238E27FC236}">
                  <a16:creationId xmlns:a16="http://schemas.microsoft.com/office/drawing/2014/main" id="{4B56416F-D03B-C3A1-46F3-817A36FF7E8E}"/>
                </a:ext>
              </a:extLst>
            </p:cNvPr>
            <p:cNvSpPr/>
            <p:nvPr/>
          </p:nvSpPr>
          <p:spPr>
            <a:xfrm>
              <a:off x="6021200" y="2816675"/>
              <a:ext cx="25" cy="149975"/>
            </a:xfrm>
            <a:custGeom>
              <a:avLst/>
              <a:gdLst/>
              <a:ahLst/>
              <a:cxnLst/>
              <a:rect l="l" t="t" r="r" b="b"/>
              <a:pathLst>
                <a:path w="1" h="5999" fill="none" extrusionOk="0">
                  <a:moveTo>
                    <a:pt x="0" y="0"/>
                  </a:moveTo>
                  <a:lnTo>
                    <a:pt x="0" y="5999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2" name="Google Shape;1386;p30">
              <a:extLst>
                <a:ext uri="{FF2B5EF4-FFF2-40B4-BE49-F238E27FC236}">
                  <a16:creationId xmlns:a16="http://schemas.microsoft.com/office/drawing/2014/main" id="{AADB2636-CC1D-3465-B8F7-D4078915BE64}"/>
                </a:ext>
              </a:extLst>
            </p:cNvPr>
            <p:cNvSpPr/>
            <p:nvPr/>
          </p:nvSpPr>
          <p:spPr>
            <a:xfrm>
              <a:off x="5993675" y="2814000"/>
              <a:ext cx="25" cy="152650"/>
            </a:xfrm>
            <a:custGeom>
              <a:avLst/>
              <a:gdLst/>
              <a:ahLst/>
              <a:cxnLst/>
              <a:rect l="l" t="t" r="r" b="b"/>
              <a:pathLst>
                <a:path w="1" h="6106" fill="none" extrusionOk="0">
                  <a:moveTo>
                    <a:pt x="1" y="1"/>
                  </a:moveTo>
                  <a:lnTo>
                    <a:pt x="1" y="6106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3" name="Google Shape;1387;p30">
              <a:extLst>
                <a:ext uri="{FF2B5EF4-FFF2-40B4-BE49-F238E27FC236}">
                  <a16:creationId xmlns:a16="http://schemas.microsoft.com/office/drawing/2014/main" id="{F4A0A990-D45C-B249-15A8-EF30B7830CD3}"/>
                </a:ext>
              </a:extLst>
            </p:cNvPr>
            <p:cNvSpPr/>
            <p:nvPr/>
          </p:nvSpPr>
          <p:spPr>
            <a:xfrm>
              <a:off x="5976825" y="2810450"/>
              <a:ext cx="25" cy="156200"/>
            </a:xfrm>
            <a:custGeom>
              <a:avLst/>
              <a:gdLst/>
              <a:ahLst/>
              <a:cxnLst/>
              <a:rect l="l" t="t" r="r" b="b"/>
              <a:pathLst>
                <a:path w="1" h="6248" fill="none" extrusionOk="0">
                  <a:moveTo>
                    <a:pt x="0" y="1"/>
                  </a:moveTo>
                  <a:lnTo>
                    <a:pt x="0" y="6248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4" name="Google Shape;1388;p30">
              <a:extLst>
                <a:ext uri="{FF2B5EF4-FFF2-40B4-BE49-F238E27FC236}">
                  <a16:creationId xmlns:a16="http://schemas.microsoft.com/office/drawing/2014/main" id="{E991ED6E-25BC-6305-F6D6-355E443DC7FC}"/>
                </a:ext>
              </a:extLst>
            </p:cNvPr>
            <p:cNvSpPr/>
            <p:nvPr/>
          </p:nvSpPr>
          <p:spPr>
            <a:xfrm>
              <a:off x="1845450" y="2345500"/>
              <a:ext cx="3953050" cy="2402900"/>
            </a:xfrm>
            <a:custGeom>
              <a:avLst/>
              <a:gdLst/>
              <a:ahLst/>
              <a:cxnLst/>
              <a:rect l="l" t="t" r="r" b="b"/>
              <a:pathLst>
                <a:path w="158122" h="96116" fill="none" extrusionOk="0">
                  <a:moveTo>
                    <a:pt x="1" y="1"/>
                  </a:moveTo>
                  <a:lnTo>
                    <a:pt x="1" y="48768"/>
                  </a:lnTo>
                  <a:lnTo>
                    <a:pt x="107296" y="96115"/>
                  </a:lnTo>
                  <a:lnTo>
                    <a:pt x="158121" y="55228"/>
                  </a:lnTo>
                  <a:lnTo>
                    <a:pt x="145912" y="53950"/>
                  </a:lnTo>
                  <a:lnTo>
                    <a:pt x="113649" y="72903"/>
                  </a:lnTo>
                  <a:lnTo>
                    <a:pt x="113649" y="3514"/>
                  </a:lnTo>
                  <a:lnTo>
                    <a:pt x="61900" y="10436"/>
                  </a:lnTo>
                  <a:lnTo>
                    <a:pt x="61900" y="58777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5" name="Google Shape;1389;p30">
              <a:extLst>
                <a:ext uri="{FF2B5EF4-FFF2-40B4-BE49-F238E27FC236}">
                  <a16:creationId xmlns:a16="http://schemas.microsoft.com/office/drawing/2014/main" id="{DE9123CD-8F88-1499-28FD-30DA1B114AC3}"/>
                </a:ext>
              </a:extLst>
            </p:cNvPr>
            <p:cNvSpPr/>
            <p:nvPr/>
          </p:nvSpPr>
          <p:spPr>
            <a:xfrm>
              <a:off x="5798475" y="1084625"/>
              <a:ext cx="25" cy="1578575"/>
            </a:xfrm>
            <a:custGeom>
              <a:avLst/>
              <a:gdLst/>
              <a:ahLst/>
              <a:cxnLst/>
              <a:rect l="l" t="t" r="r" b="b"/>
              <a:pathLst>
                <a:path w="1" h="63143" fill="none" extrusionOk="0">
                  <a:moveTo>
                    <a:pt x="0" y="0"/>
                  </a:moveTo>
                  <a:lnTo>
                    <a:pt x="0" y="63142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6" name="Google Shape;1390;p30">
              <a:extLst>
                <a:ext uri="{FF2B5EF4-FFF2-40B4-BE49-F238E27FC236}">
                  <a16:creationId xmlns:a16="http://schemas.microsoft.com/office/drawing/2014/main" id="{C1180442-A05B-8236-7AB3-E962ADB35992}"/>
                </a:ext>
              </a:extLst>
            </p:cNvPr>
            <p:cNvSpPr/>
            <p:nvPr/>
          </p:nvSpPr>
          <p:spPr>
            <a:xfrm>
              <a:off x="3151600" y="1885875"/>
              <a:ext cx="716975" cy="2059500"/>
            </a:xfrm>
            <a:custGeom>
              <a:avLst/>
              <a:gdLst/>
              <a:ahLst/>
              <a:cxnLst/>
              <a:rect l="l" t="t" r="r" b="b"/>
              <a:pathLst>
                <a:path w="28679" h="82380" fill="none" extrusionOk="0">
                  <a:moveTo>
                    <a:pt x="0" y="0"/>
                  </a:moveTo>
                  <a:lnTo>
                    <a:pt x="0" y="41314"/>
                  </a:lnTo>
                  <a:lnTo>
                    <a:pt x="3479" y="41314"/>
                  </a:lnTo>
                  <a:lnTo>
                    <a:pt x="3479" y="78759"/>
                  </a:lnTo>
                  <a:lnTo>
                    <a:pt x="9654" y="77162"/>
                  </a:lnTo>
                  <a:lnTo>
                    <a:pt x="28679" y="82379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7" name="Google Shape;1391;p30">
              <a:extLst>
                <a:ext uri="{FF2B5EF4-FFF2-40B4-BE49-F238E27FC236}">
                  <a16:creationId xmlns:a16="http://schemas.microsoft.com/office/drawing/2014/main" id="{7537510B-54B9-690F-2BB7-C64B3464487F}"/>
                </a:ext>
              </a:extLst>
            </p:cNvPr>
            <p:cNvSpPr/>
            <p:nvPr/>
          </p:nvSpPr>
          <p:spPr>
            <a:xfrm>
              <a:off x="1933300" y="2936450"/>
              <a:ext cx="1305275" cy="918400"/>
            </a:xfrm>
            <a:custGeom>
              <a:avLst/>
              <a:gdLst/>
              <a:ahLst/>
              <a:cxnLst/>
              <a:rect l="l" t="t" r="r" b="b"/>
              <a:pathLst>
                <a:path w="52211" h="36736" fill="none" extrusionOk="0">
                  <a:moveTo>
                    <a:pt x="13311" y="24668"/>
                  </a:moveTo>
                  <a:lnTo>
                    <a:pt x="1" y="26550"/>
                  </a:lnTo>
                  <a:lnTo>
                    <a:pt x="1" y="391"/>
                  </a:lnTo>
                  <a:lnTo>
                    <a:pt x="13027" y="1"/>
                  </a:lnTo>
                  <a:lnTo>
                    <a:pt x="13311" y="24668"/>
                  </a:lnTo>
                  <a:lnTo>
                    <a:pt x="52211" y="36736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8" name="Google Shape;1392;p30">
              <a:extLst>
                <a:ext uri="{FF2B5EF4-FFF2-40B4-BE49-F238E27FC236}">
                  <a16:creationId xmlns:a16="http://schemas.microsoft.com/office/drawing/2014/main" id="{F8CA5E63-F650-83D0-BF42-543ADAA3737F}"/>
                </a:ext>
              </a:extLst>
            </p:cNvPr>
            <p:cNvSpPr/>
            <p:nvPr/>
          </p:nvSpPr>
          <p:spPr>
            <a:xfrm>
              <a:off x="1845450" y="3564675"/>
              <a:ext cx="2681525" cy="1500500"/>
            </a:xfrm>
            <a:custGeom>
              <a:avLst/>
              <a:gdLst/>
              <a:ahLst/>
              <a:cxnLst/>
              <a:rect l="l" t="t" r="r" b="b"/>
              <a:pathLst>
                <a:path w="107261" h="60020" fill="none" extrusionOk="0">
                  <a:moveTo>
                    <a:pt x="1" y="1"/>
                  </a:moveTo>
                  <a:lnTo>
                    <a:pt x="1" y="5538"/>
                  </a:lnTo>
                  <a:lnTo>
                    <a:pt x="107260" y="60019"/>
                  </a:lnTo>
                  <a:lnTo>
                    <a:pt x="107260" y="47348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9" name="Google Shape;1393;p30">
              <a:extLst>
                <a:ext uri="{FF2B5EF4-FFF2-40B4-BE49-F238E27FC236}">
                  <a16:creationId xmlns:a16="http://schemas.microsoft.com/office/drawing/2014/main" id="{C7CFF0AE-B352-ABF9-ECF1-2F15C467E987}"/>
                </a:ext>
              </a:extLst>
            </p:cNvPr>
            <p:cNvSpPr/>
            <p:nvPr/>
          </p:nvSpPr>
          <p:spPr>
            <a:xfrm>
              <a:off x="2646700" y="4748375"/>
              <a:ext cx="572350" cy="219200"/>
            </a:xfrm>
            <a:custGeom>
              <a:avLst/>
              <a:gdLst/>
              <a:ahLst/>
              <a:cxnLst/>
              <a:rect l="l" t="t" r="r" b="b"/>
              <a:pathLst>
                <a:path w="22894" h="8768" fill="none" extrusionOk="0">
                  <a:moveTo>
                    <a:pt x="22894" y="4366"/>
                  </a:moveTo>
                  <a:cubicBezTo>
                    <a:pt x="22894" y="6815"/>
                    <a:pt x="17783" y="8767"/>
                    <a:pt x="11465" y="8767"/>
                  </a:cubicBezTo>
                  <a:cubicBezTo>
                    <a:pt x="5112" y="8767"/>
                    <a:pt x="1" y="6815"/>
                    <a:pt x="1" y="4366"/>
                  </a:cubicBezTo>
                  <a:cubicBezTo>
                    <a:pt x="1" y="1952"/>
                    <a:pt x="5112" y="0"/>
                    <a:pt x="11465" y="0"/>
                  </a:cubicBezTo>
                  <a:cubicBezTo>
                    <a:pt x="17783" y="0"/>
                    <a:pt x="22894" y="1952"/>
                    <a:pt x="22894" y="4366"/>
                  </a:cubicBez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0" name="Google Shape;1394;p30">
              <a:extLst>
                <a:ext uri="{FF2B5EF4-FFF2-40B4-BE49-F238E27FC236}">
                  <a16:creationId xmlns:a16="http://schemas.microsoft.com/office/drawing/2014/main" id="{A474B0FB-7290-5AA9-2094-7824CD6CE118}"/>
                </a:ext>
              </a:extLst>
            </p:cNvPr>
            <p:cNvSpPr/>
            <p:nvPr/>
          </p:nvSpPr>
          <p:spPr>
            <a:xfrm>
              <a:off x="2442625" y="4467100"/>
              <a:ext cx="286625" cy="110050"/>
            </a:xfrm>
            <a:custGeom>
              <a:avLst/>
              <a:gdLst/>
              <a:ahLst/>
              <a:cxnLst/>
              <a:rect l="l" t="t" r="r" b="b"/>
              <a:pathLst>
                <a:path w="11465" h="4402" fill="none" extrusionOk="0">
                  <a:moveTo>
                    <a:pt x="11465" y="2201"/>
                  </a:moveTo>
                  <a:cubicBezTo>
                    <a:pt x="11465" y="3407"/>
                    <a:pt x="8874" y="4401"/>
                    <a:pt x="5715" y="4401"/>
                  </a:cubicBezTo>
                  <a:cubicBezTo>
                    <a:pt x="2556" y="4401"/>
                    <a:pt x="1" y="3407"/>
                    <a:pt x="1" y="2201"/>
                  </a:cubicBezTo>
                  <a:cubicBezTo>
                    <a:pt x="1" y="994"/>
                    <a:pt x="2556" y="0"/>
                    <a:pt x="5715" y="0"/>
                  </a:cubicBezTo>
                  <a:cubicBezTo>
                    <a:pt x="8874" y="0"/>
                    <a:pt x="11465" y="994"/>
                    <a:pt x="11465" y="2201"/>
                  </a:cubicBez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1" name="Google Shape;1395;p30">
              <a:extLst>
                <a:ext uri="{FF2B5EF4-FFF2-40B4-BE49-F238E27FC236}">
                  <a16:creationId xmlns:a16="http://schemas.microsoft.com/office/drawing/2014/main" id="{971932A5-9A48-8929-38F5-23267E62DF40}"/>
                </a:ext>
              </a:extLst>
            </p:cNvPr>
            <p:cNvSpPr/>
            <p:nvPr/>
          </p:nvSpPr>
          <p:spPr>
            <a:xfrm>
              <a:off x="5778075" y="4202675"/>
              <a:ext cx="286625" cy="110050"/>
            </a:xfrm>
            <a:custGeom>
              <a:avLst/>
              <a:gdLst/>
              <a:ahLst/>
              <a:cxnLst/>
              <a:rect l="l" t="t" r="r" b="b"/>
              <a:pathLst>
                <a:path w="11465" h="4402" fill="none" extrusionOk="0">
                  <a:moveTo>
                    <a:pt x="11464" y="2201"/>
                  </a:moveTo>
                  <a:cubicBezTo>
                    <a:pt x="11464" y="3408"/>
                    <a:pt x="8873" y="4401"/>
                    <a:pt x="5714" y="4401"/>
                  </a:cubicBezTo>
                  <a:cubicBezTo>
                    <a:pt x="2556" y="4401"/>
                    <a:pt x="0" y="3408"/>
                    <a:pt x="0" y="2201"/>
                  </a:cubicBezTo>
                  <a:cubicBezTo>
                    <a:pt x="0" y="994"/>
                    <a:pt x="2556" y="0"/>
                    <a:pt x="5714" y="0"/>
                  </a:cubicBezTo>
                  <a:cubicBezTo>
                    <a:pt x="8873" y="0"/>
                    <a:pt x="11464" y="994"/>
                    <a:pt x="11464" y="2201"/>
                  </a:cubicBez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2" name="Google Shape;1396;p30">
              <a:extLst>
                <a:ext uri="{FF2B5EF4-FFF2-40B4-BE49-F238E27FC236}">
                  <a16:creationId xmlns:a16="http://schemas.microsoft.com/office/drawing/2014/main" id="{67B608D3-DF09-CC43-8195-68E1D1E66648}"/>
                </a:ext>
              </a:extLst>
            </p:cNvPr>
            <p:cNvSpPr/>
            <p:nvPr/>
          </p:nvSpPr>
          <p:spPr>
            <a:xfrm>
              <a:off x="5519850" y="4467100"/>
              <a:ext cx="286625" cy="110050"/>
            </a:xfrm>
            <a:custGeom>
              <a:avLst/>
              <a:gdLst/>
              <a:ahLst/>
              <a:cxnLst/>
              <a:rect l="l" t="t" r="r" b="b"/>
              <a:pathLst>
                <a:path w="11465" h="4402" fill="none" extrusionOk="0">
                  <a:moveTo>
                    <a:pt x="11465" y="2201"/>
                  </a:moveTo>
                  <a:cubicBezTo>
                    <a:pt x="11465" y="3407"/>
                    <a:pt x="8909" y="4401"/>
                    <a:pt x="5715" y="4401"/>
                  </a:cubicBezTo>
                  <a:cubicBezTo>
                    <a:pt x="2556" y="4401"/>
                    <a:pt x="1" y="3407"/>
                    <a:pt x="1" y="2201"/>
                  </a:cubicBezTo>
                  <a:cubicBezTo>
                    <a:pt x="1" y="994"/>
                    <a:pt x="2556" y="0"/>
                    <a:pt x="5715" y="0"/>
                  </a:cubicBezTo>
                  <a:cubicBezTo>
                    <a:pt x="8909" y="0"/>
                    <a:pt x="11465" y="994"/>
                    <a:pt x="11465" y="2201"/>
                  </a:cubicBez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3" name="Google Shape;1397;p30">
              <a:extLst>
                <a:ext uri="{FF2B5EF4-FFF2-40B4-BE49-F238E27FC236}">
                  <a16:creationId xmlns:a16="http://schemas.microsoft.com/office/drawing/2014/main" id="{F8AC8415-DC49-9458-5DCF-6F2F0B15585E}"/>
                </a:ext>
              </a:extLst>
            </p:cNvPr>
            <p:cNvSpPr/>
            <p:nvPr/>
          </p:nvSpPr>
          <p:spPr>
            <a:xfrm>
              <a:off x="5219950" y="4803375"/>
              <a:ext cx="286625" cy="109175"/>
            </a:xfrm>
            <a:custGeom>
              <a:avLst/>
              <a:gdLst/>
              <a:ahLst/>
              <a:cxnLst/>
              <a:rect l="l" t="t" r="r" b="b"/>
              <a:pathLst>
                <a:path w="11465" h="4367" fill="none" extrusionOk="0">
                  <a:moveTo>
                    <a:pt x="11464" y="2166"/>
                  </a:moveTo>
                  <a:cubicBezTo>
                    <a:pt x="11464" y="3408"/>
                    <a:pt x="8873" y="4367"/>
                    <a:pt x="5714" y="4367"/>
                  </a:cubicBezTo>
                  <a:cubicBezTo>
                    <a:pt x="2556" y="4367"/>
                    <a:pt x="0" y="3408"/>
                    <a:pt x="0" y="2166"/>
                  </a:cubicBezTo>
                  <a:cubicBezTo>
                    <a:pt x="0" y="959"/>
                    <a:pt x="2556" y="1"/>
                    <a:pt x="5714" y="1"/>
                  </a:cubicBezTo>
                  <a:cubicBezTo>
                    <a:pt x="8873" y="1"/>
                    <a:pt x="11464" y="959"/>
                    <a:pt x="11464" y="2166"/>
                  </a:cubicBez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4" name="Google Shape;1398;p30">
              <a:extLst>
                <a:ext uri="{FF2B5EF4-FFF2-40B4-BE49-F238E27FC236}">
                  <a16:creationId xmlns:a16="http://schemas.microsoft.com/office/drawing/2014/main" id="{EA6E4A1A-49F3-2CD1-C54F-A6E55A653DC0}"/>
                </a:ext>
              </a:extLst>
            </p:cNvPr>
            <p:cNvSpPr/>
            <p:nvPr/>
          </p:nvSpPr>
          <p:spPr>
            <a:xfrm>
              <a:off x="1845450" y="1154725"/>
              <a:ext cx="4402925" cy="3910450"/>
            </a:xfrm>
            <a:custGeom>
              <a:avLst/>
              <a:gdLst/>
              <a:ahLst/>
              <a:cxnLst/>
              <a:rect l="l" t="t" r="r" b="b"/>
              <a:pathLst>
                <a:path w="176117" h="156418" fill="none" extrusionOk="0">
                  <a:moveTo>
                    <a:pt x="107260" y="156417"/>
                  </a:moveTo>
                  <a:lnTo>
                    <a:pt x="176116" y="91678"/>
                  </a:lnTo>
                  <a:lnTo>
                    <a:pt x="176116" y="32157"/>
                  </a:lnTo>
                  <a:lnTo>
                    <a:pt x="158121" y="0"/>
                  </a:lnTo>
                  <a:lnTo>
                    <a:pt x="98210" y="21509"/>
                  </a:lnTo>
                  <a:lnTo>
                    <a:pt x="98210" y="42059"/>
                  </a:lnTo>
                  <a:lnTo>
                    <a:pt x="52246" y="29246"/>
                  </a:lnTo>
                  <a:lnTo>
                    <a:pt x="1" y="48909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5" name="Google Shape;1399;p30">
              <a:extLst>
                <a:ext uri="{FF2B5EF4-FFF2-40B4-BE49-F238E27FC236}">
                  <a16:creationId xmlns:a16="http://schemas.microsoft.com/office/drawing/2014/main" id="{4425ABE6-6F8D-75C2-553F-6124D402FF5B}"/>
                </a:ext>
              </a:extLst>
            </p:cNvPr>
            <p:cNvSpPr/>
            <p:nvPr/>
          </p:nvSpPr>
          <p:spPr>
            <a:xfrm>
              <a:off x="4300675" y="2206200"/>
              <a:ext cx="25" cy="278625"/>
            </a:xfrm>
            <a:custGeom>
              <a:avLst/>
              <a:gdLst/>
              <a:ahLst/>
              <a:cxnLst/>
              <a:rect l="l" t="t" r="r" b="b"/>
              <a:pathLst>
                <a:path w="1" h="11145" fill="none" extrusionOk="0">
                  <a:moveTo>
                    <a:pt x="1" y="0"/>
                  </a:moveTo>
                  <a:lnTo>
                    <a:pt x="1" y="11145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6" name="Google Shape;1400;p30">
              <a:extLst>
                <a:ext uri="{FF2B5EF4-FFF2-40B4-BE49-F238E27FC236}">
                  <a16:creationId xmlns:a16="http://schemas.microsoft.com/office/drawing/2014/main" id="{DE6BA5D2-2C78-86FC-B913-046B2041766E}"/>
                </a:ext>
              </a:extLst>
            </p:cNvPr>
            <p:cNvSpPr/>
            <p:nvPr/>
          </p:nvSpPr>
          <p:spPr>
            <a:xfrm>
              <a:off x="5798475" y="2663175"/>
              <a:ext cx="25" cy="1063025"/>
            </a:xfrm>
            <a:custGeom>
              <a:avLst/>
              <a:gdLst/>
              <a:ahLst/>
              <a:cxnLst/>
              <a:rect l="l" t="t" r="r" b="b"/>
              <a:pathLst>
                <a:path w="1" h="42521" fill="none" extrusionOk="0">
                  <a:moveTo>
                    <a:pt x="0" y="42521"/>
                  </a:moveTo>
                  <a:lnTo>
                    <a:pt x="0" y="0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7" name="Google Shape;1401;p30">
              <a:extLst>
                <a:ext uri="{FF2B5EF4-FFF2-40B4-BE49-F238E27FC236}">
                  <a16:creationId xmlns:a16="http://schemas.microsoft.com/office/drawing/2014/main" id="{B3AD80EC-5067-941F-9AD8-B5586B4F9ECE}"/>
                </a:ext>
              </a:extLst>
            </p:cNvPr>
            <p:cNvSpPr/>
            <p:nvPr/>
          </p:nvSpPr>
          <p:spPr>
            <a:xfrm>
              <a:off x="4686650" y="2433350"/>
              <a:ext cx="806600" cy="1260900"/>
            </a:xfrm>
            <a:custGeom>
              <a:avLst/>
              <a:gdLst/>
              <a:ahLst/>
              <a:cxnLst/>
              <a:rect l="l" t="t" r="r" b="b"/>
              <a:pathLst>
                <a:path w="32264" h="50436" fill="none" extrusionOk="0">
                  <a:moveTo>
                    <a:pt x="1" y="0"/>
                  </a:moveTo>
                  <a:lnTo>
                    <a:pt x="32086" y="6638"/>
                  </a:lnTo>
                  <a:lnTo>
                    <a:pt x="32264" y="50436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8" name="Google Shape;1402;p30">
              <a:extLst>
                <a:ext uri="{FF2B5EF4-FFF2-40B4-BE49-F238E27FC236}">
                  <a16:creationId xmlns:a16="http://schemas.microsoft.com/office/drawing/2014/main" id="{336C1AB2-1418-5F8E-51CD-11AD105BA3EB}"/>
                </a:ext>
              </a:extLst>
            </p:cNvPr>
            <p:cNvSpPr/>
            <p:nvPr/>
          </p:nvSpPr>
          <p:spPr>
            <a:xfrm>
              <a:off x="3403600" y="2132550"/>
              <a:ext cx="806600" cy="458775"/>
            </a:xfrm>
            <a:custGeom>
              <a:avLst/>
              <a:gdLst/>
              <a:ahLst/>
              <a:cxnLst/>
              <a:rect l="l" t="t" r="r" b="b"/>
              <a:pathLst>
                <a:path w="32264" h="18351" fill="none" extrusionOk="0">
                  <a:moveTo>
                    <a:pt x="0" y="0"/>
                  </a:moveTo>
                  <a:lnTo>
                    <a:pt x="0" y="12032"/>
                  </a:lnTo>
                  <a:lnTo>
                    <a:pt x="32263" y="18350"/>
                  </a:lnTo>
                  <a:lnTo>
                    <a:pt x="32263" y="8306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9" name="Google Shape;1403;p30">
              <a:extLst>
                <a:ext uri="{FF2B5EF4-FFF2-40B4-BE49-F238E27FC236}">
                  <a16:creationId xmlns:a16="http://schemas.microsoft.com/office/drawing/2014/main" id="{3F0DDF53-912F-6703-D20B-C17D0B9C02C4}"/>
                </a:ext>
              </a:extLst>
            </p:cNvPr>
            <p:cNvSpPr/>
            <p:nvPr/>
          </p:nvSpPr>
          <p:spPr>
            <a:xfrm>
              <a:off x="4144500" y="2340175"/>
              <a:ext cx="65700" cy="238725"/>
            </a:xfrm>
            <a:custGeom>
              <a:avLst/>
              <a:gdLst/>
              <a:ahLst/>
              <a:cxnLst/>
              <a:rect l="l" t="t" r="r" b="b"/>
              <a:pathLst>
                <a:path w="2628" h="9549" fill="none" extrusionOk="0">
                  <a:moveTo>
                    <a:pt x="2627" y="1"/>
                  </a:moveTo>
                  <a:lnTo>
                    <a:pt x="1" y="640"/>
                  </a:lnTo>
                  <a:lnTo>
                    <a:pt x="143" y="9548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0" name="Google Shape;1404;p30">
              <a:extLst>
                <a:ext uri="{FF2B5EF4-FFF2-40B4-BE49-F238E27FC236}">
                  <a16:creationId xmlns:a16="http://schemas.microsoft.com/office/drawing/2014/main" id="{D1AF5E63-79A4-816D-B46F-DDC8503B1CF4}"/>
                </a:ext>
              </a:extLst>
            </p:cNvPr>
            <p:cNvSpPr/>
            <p:nvPr/>
          </p:nvSpPr>
          <p:spPr>
            <a:xfrm>
              <a:off x="3403600" y="2171600"/>
              <a:ext cx="740925" cy="184575"/>
            </a:xfrm>
            <a:custGeom>
              <a:avLst/>
              <a:gdLst/>
              <a:ahLst/>
              <a:cxnLst/>
              <a:rect l="l" t="t" r="r" b="b"/>
              <a:pathLst>
                <a:path w="29637" h="7383" fill="none" extrusionOk="0">
                  <a:moveTo>
                    <a:pt x="29637" y="7383"/>
                  </a:moveTo>
                  <a:lnTo>
                    <a:pt x="0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1" name="Google Shape;1405;p30">
              <a:extLst>
                <a:ext uri="{FF2B5EF4-FFF2-40B4-BE49-F238E27FC236}">
                  <a16:creationId xmlns:a16="http://schemas.microsoft.com/office/drawing/2014/main" id="{D8159260-1E7F-C200-CBA8-DEC6655A9C4A}"/>
                </a:ext>
              </a:extLst>
            </p:cNvPr>
            <p:cNvSpPr/>
            <p:nvPr/>
          </p:nvSpPr>
          <p:spPr>
            <a:xfrm>
              <a:off x="3403600" y="2193775"/>
              <a:ext cx="718750" cy="380675"/>
            </a:xfrm>
            <a:custGeom>
              <a:avLst/>
              <a:gdLst/>
              <a:ahLst/>
              <a:cxnLst/>
              <a:rect l="l" t="t" r="r" b="b"/>
              <a:pathLst>
                <a:path w="28750" h="15227" fill="none" extrusionOk="0">
                  <a:moveTo>
                    <a:pt x="28749" y="15227"/>
                  </a:moveTo>
                  <a:lnTo>
                    <a:pt x="28749" y="7063"/>
                  </a:lnTo>
                  <a:lnTo>
                    <a:pt x="0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2" name="Google Shape;1406;p30">
              <a:extLst>
                <a:ext uri="{FF2B5EF4-FFF2-40B4-BE49-F238E27FC236}">
                  <a16:creationId xmlns:a16="http://schemas.microsoft.com/office/drawing/2014/main" id="{AED054B8-E65F-D903-5FAE-51E5AFB657D0}"/>
                </a:ext>
              </a:extLst>
            </p:cNvPr>
            <p:cNvSpPr/>
            <p:nvPr/>
          </p:nvSpPr>
          <p:spPr>
            <a:xfrm>
              <a:off x="4104575" y="2370350"/>
              <a:ext cx="17775" cy="200550"/>
            </a:xfrm>
            <a:custGeom>
              <a:avLst/>
              <a:gdLst/>
              <a:ahLst/>
              <a:cxnLst/>
              <a:rect l="l" t="t" r="r" b="b"/>
              <a:pathLst>
                <a:path w="711" h="8022" fill="none" extrusionOk="0">
                  <a:moveTo>
                    <a:pt x="710" y="0"/>
                  </a:moveTo>
                  <a:lnTo>
                    <a:pt x="1" y="0"/>
                  </a:lnTo>
                  <a:lnTo>
                    <a:pt x="1" y="8022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3" name="Google Shape;1407;p30">
              <a:extLst>
                <a:ext uri="{FF2B5EF4-FFF2-40B4-BE49-F238E27FC236}">
                  <a16:creationId xmlns:a16="http://schemas.microsoft.com/office/drawing/2014/main" id="{33B1005A-D8D6-27CF-B7D0-C454A40AED02}"/>
                </a:ext>
              </a:extLst>
            </p:cNvPr>
            <p:cNvSpPr/>
            <p:nvPr/>
          </p:nvSpPr>
          <p:spPr>
            <a:xfrm>
              <a:off x="3955500" y="2328650"/>
              <a:ext cx="25" cy="212975"/>
            </a:xfrm>
            <a:custGeom>
              <a:avLst/>
              <a:gdLst/>
              <a:ahLst/>
              <a:cxnLst/>
              <a:rect l="l" t="t" r="r" b="b"/>
              <a:pathLst>
                <a:path w="1" h="8519" fill="none" extrusionOk="0">
                  <a:moveTo>
                    <a:pt x="1" y="0"/>
                  </a:moveTo>
                  <a:lnTo>
                    <a:pt x="1" y="8519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4" name="Google Shape;1408;p30">
              <a:extLst>
                <a:ext uri="{FF2B5EF4-FFF2-40B4-BE49-F238E27FC236}">
                  <a16:creationId xmlns:a16="http://schemas.microsoft.com/office/drawing/2014/main" id="{474EA538-07AE-2B63-8B56-6112D4AC3E6A}"/>
                </a:ext>
              </a:extLst>
            </p:cNvPr>
            <p:cNvSpPr/>
            <p:nvPr/>
          </p:nvSpPr>
          <p:spPr>
            <a:xfrm>
              <a:off x="3929775" y="2323325"/>
              <a:ext cx="25" cy="211200"/>
            </a:xfrm>
            <a:custGeom>
              <a:avLst/>
              <a:gdLst/>
              <a:ahLst/>
              <a:cxnLst/>
              <a:rect l="l" t="t" r="r" b="b"/>
              <a:pathLst>
                <a:path w="1" h="8448" fill="none" extrusionOk="0">
                  <a:moveTo>
                    <a:pt x="1" y="0"/>
                  </a:moveTo>
                  <a:lnTo>
                    <a:pt x="1" y="8448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5" name="Google Shape;1409;p30">
              <a:extLst>
                <a:ext uri="{FF2B5EF4-FFF2-40B4-BE49-F238E27FC236}">
                  <a16:creationId xmlns:a16="http://schemas.microsoft.com/office/drawing/2014/main" id="{54AD29AB-DC08-2C48-036B-BAD98741A9BF}"/>
                </a:ext>
              </a:extLst>
            </p:cNvPr>
            <p:cNvSpPr/>
            <p:nvPr/>
          </p:nvSpPr>
          <p:spPr>
            <a:xfrm>
              <a:off x="3912925" y="2323325"/>
              <a:ext cx="25" cy="210325"/>
            </a:xfrm>
            <a:custGeom>
              <a:avLst/>
              <a:gdLst/>
              <a:ahLst/>
              <a:cxnLst/>
              <a:rect l="l" t="t" r="r" b="b"/>
              <a:pathLst>
                <a:path w="1" h="8413" fill="none" extrusionOk="0">
                  <a:moveTo>
                    <a:pt x="0" y="0"/>
                  </a:moveTo>
                  <a:lnTo>
                    <a:pt x="0" y="8412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6" name="Google Shape;1410;p30">
              <a:extLst>
                <a:ext uri="{FF2B5EF4-FFF2-40B4-BE49-F238E27FC236}">
                  <a16:creationId xmlns:a16="http://schemas.microsoft.com/office/drawing/2014/main" id="{4556F4A8-F469-CBFD-4474-3F48DBEFA356}"/>
                </a:ext>
              </a:extLst>
            </p:cNvPr>
            <p:cNvSpPr/>
            <p:nvPr/>
          </p:nvSpPr>
          <p:spPr>
            <a:xfrm>
              <a:off x="3677775" y="2263875"/>
              <a:ext cx="25" cy="223625"/>
            </a:xfrm>
            <a:custGeom>
              <a:avLst/>
              <a:gdLst/>
              <a:ahLst/>
              <a:cxnLst/>
              <a:rect l="l" t="t" r="r" b="b"/>
              <a:pathLst>
                <a:path w="1" h="8945" fill="none" extrusionOk="0">
                  <a:moveTo>
                    <a:pt x="1" y="0"/>
                  </a:moveTo>
                  <a:lnTo>
                    <a:pt x="1" y="8944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7" name="Google Shape;1411;p30">
              <a:extLst>
                <a:ext uri="{FF2B5EF4-FFF2-40B4-BE49-F238E27FC236}">
                  <a16:creationId xmlns:a16="http://schemas.microsoft.com/office/drawing/2014/main" id="{2768A7AF-FDE3-3CE9-58C5-2985B75A437A}"/>
                </a:ext>
              </a:extLst>
            </p:cNvPr>
            <p:cNvSpPr/>
            <p:nvPr/>
          </p:nvSpPr>
          <p:spPr>
            <a:xfrm>
              <a:off x="3644050" y="2252325"/>
              <a:ext cx="25" cy="228075"/>
            </a:xfrm>
            <a:custGeom>
              <a:avLst/>
              <a:gdLst/>
              <a:ahLst/>
              <a:cxnLst/>
              <a:rect l="l" t="t" r="r" b="b"/>
              <a:pathLst>
                <a:path w="1" h="9123" fill="none" extrusionOk="0">
                  <a:moveTo>
                    <a:pt x="1" y="9123"/>
                  </a:moveTo>
                  <a:lnTo>
                    <a:pt x="1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8" name="Google Shape;1412;p30">
              <a:extLst>
                <a:ext uri="{FF2B5EF4-FFF2-40B4-BE49-F238E27FC236}">
                  <a16:creationId xmlns:a16="http://schemas.microsoft.com/office/drawing/2014/main" id="{124E1A55-0916-4C58-26D1-DE2F0C4AC5F0}"/>
                </a:ext>
              </a:extLst>
            </p:cNvPr>
            <p:cNvSpPr/>
            <p:nvPr/>
          </p:nvSpPr>
          <p:spPr>
            <a:xfrm>
              <a:off x="3623650" y="2247900"/>
              <a:ext cx="25" cy="228075"/>
            </a:xfrm>
            <a:custGeom>
              <a:avLst/>
              <a:gdLst/>
              <a:ahLst/>
              <a:cxnLst/>
              <a:rect l="l" t="t" r="r" b="b"/>
              <a:pathLst>
                <a:path w="1" h="9123" fill="none" extrusionOk="0">
                  <a:moveTo>
                    <a:pt x="1" y="0"/>
                  </a:moveTo>
                  <a:lnTo>
                    <a:pt x="1" y="9122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9" name="Google Shape;1413;p30">
              <a:extLst>
                <a:ext uri="{FF2B5EF4-FFF2-40B4-BE49-F238E27FC236}">
                  <a16:creationId xmlns:a16="http://schemas.microsoft.com/office/drawing/2014/main" id="{ABB6A7DE-D2C5-2B55-9EF8-C16ED00AEB23}"/>
                </a:ext>
              </a:extLst>
            </p:cNvPr>
            <p:cNvSpPr/>
            <p:nvPr/>
          </p:nvSpPr>
          <p:spPr>
            <a:xfrm>
              <a:off x="2258950" y="2918725"/>
              <a:ext cx="892675" cy="17750"/>
            </a:xfrm>
            <a:custGeom>
              <a:avLst/>
              <a:gdLst/>
              <a:ahLst/>
              <a:cxnLst/>
              <a:rect l="l" t="t" r="r" b="b"/>
              <a:pathLst>
                <a:path w="35707" h="710" fill="none" extrusionOk="0">
                  <a:moveTo>
                    <a:pt x="35706" y="0"/>
                  </a:moveTo>
                  <a:lnTo>
                    <a:pt x="1" y="710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0" name="Google Shape;1414;p30">
              <a:extLst>
                <a:ext uri="{FF2B5EF4-FFF2-40B4-BE49-F238E27FC236}">
                  <a16:creationId xmlns:a16="http://schemas.microsoft.com/office/drawing/2014/main" id="{F881B977-B144-0A06-4704-8DD3EF597DEE}"/>
                </a:ext>
              </a:extLst>
            </p:cNvPr>
            <p:cNvSpPr/>
            <p:nvPr/>
          </p:nvSpPr>
          <p:spPr>
            <a:xfrm>
              <a:off x="2914675" y="2189325"/>
              <a:ext cx="25" cy="481850"/>
            </a:xfrm>
            <a:custGeom>
              <a:avLst/>
              <a:gdLst/>
              <a:ahLst/>
              <a:cxnLst/>
              <a:rect l="l" t="t" r="r" b="b"/>
              <a:pathLst>
                <a:path w="1" h="19274" fill="none" extrusionOk="0">
                  <a:moveTo>
                    <a:pt x="1" y="1"/>
                  </a:moveTo>
                  <a:lnTo>
                    <a:pt x="1" y="19273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1" name="Google Shape;1415;p30">
              <a:extLst>
                <a:ext uri="{FF2B5EF4-FFF2-40B4-BE49-F238E27FC236}">
                  <a16:creationId xmlns:a16="http://schemas.microsoft.com/office/drawing/2014/main" id="{1EBA64C6-17CB-3D52-6823-42675F6BFFDF}"/>
                </a:ext>
              </a:extLst>
            </p:cNvPr>
            <p:cNvSpPr/>
            <p:nvPr/>
          </p:nvSpPr>
          <p:spPr>
            <a:xfrm>
              <a:off x="2557975" y="2318000"/>
              <a:ext cx="25" cy="401100"/>
            </a:xfrm>
            <a:custGeom>
              <a:avLst/>
              <a:gdLst/>
              <a:ahLst/>
              <a:cxnLst/>
              <a:rect l="l" t="t" r="r" b="b"/>
              <a:pathLst>
                <a:path w="1" h="16044" fill="none" extrusionOk="0">
                  <a:moveTo>
                    <a:pt x="1" y="0"/>
                  </a:moveTo>
                  <a:lnTo>
                    <a:pt x="1" y="16043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2" name="Google Shape;1416;p30">
              <a:extLst>
                <a:ext uri="{FF2B5EF4-FFF2-40B4-BE49-F238E27FC236}">
                  <a16:creationId xmlns:a16="http://schemas.microsoft.com/office/drawing/2014/main" id="{BE3032DE-2813-F884-E927-F2DA449A6B15}"/>
                </a:ext>
              </a:extLst>
            </p:cNvPr>
            <p:cNvSpPr/>
            <p:nvPr/>
          </p:nvSpPr>
          <p:spPr>
            <a:xfrm>
              <a:off x="2340575" y="2395200"/>
              <a:ext cx="25" cy="353175"/>
            </a:xfrm>
            <a:custGeom>
              <a:avLst/>
              <a:gdLst/>
              <a:ahLst/>
              <a:cxnLst/>
              <a:rect l="l" t="t" r="r" b="b"/>
              <a:pathLst>
                <a:path w="1" h="14127" fill="none" extrusionOk="0">
                  <a:moveTo>
                    <a:pt x="1" y="0"/>
                  </a:moveTo>
                  <a:lnTo>
                    <a:pt x="1" y="14126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3" name="Google Shape;1417;p30">
              <a:extLst>
                <a:ext uri="{FF2B5EF4-FFF2-40B4-BE49-F238E27FC236}">
                  <a16:creationId xmlns:a16="http://schemas.microsoft.com/office/drawing/2014/main" id="{F7707B1D-2429-7CBA-1073-C5E3BB44F270}"/>
                </a:ext>
              </a:extLst>
            </p:cNvPr>
            <p:cNvSpPr/>
            <p:nvPr/>
          </p:nvSpPr>
          <p:spPr>
            <a:xfrm>
              <a:off x="2053100" y="2499000"/>
              <a:ext cx="25" cy="297275"/>
            </a:xfrm>
            <a:custGeom>
              <a:avLst/>
              <a:gdLst/>
              <a:ahLst/>
              <a:cxnLst/>
              <a:rect l="l" t="t" r="r" b="b"/>
              <a:pathLst>
                <a:path w="1" h="11891" fill="none" extrusionOk="0">
                  <a:moveTo>
                    <a:pt x="0" y="1"/>
                  </a:moveTo>
                  <a:lnTo>
                    <a:pt x="0" y="1189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4" name="Google Shape;1418;p30">
              <a:extLst>
                <a:ext uri="{FF2B5EF4-FFF2-40B4-BE49-F238E27FC236}">
                  <a16:creationId xmlns:a16="http://schemas.microsoft.com/office/drawing/2014/main" id="{17C1415B-110F-2F03-6A8E-D3A8852BA5A9}"/>
                </a:ext>
              </a:extLst>
            </p:cNvPr>
            <p:cNvSpPr/>
            <p:nvPr/>
          </p:nvSpPr>
          <p:spPr>
            <a:xfrm>
              <a:off x="2053100" y="2499000"/>
              <a:ext cx="42600" cy="282200"/>
            </a:xfrm>
            <a:custGeom>
              <a:avLst/>
              <a:gdLst/>
              <a:ahLst/>
              <a:cxnLst/>
              <a:rect l="l" t="t" r="r" b="b"/>
              <a:pathLst>
                <a:path w="1704" h="11288" fill="none" extrusionOk="0">
                  <a:moveTo>
                    <a:pt x="0" y="1"/>
                  </a:moveTo>
                  <a:lnTo>
                    <a:pt x="1704" y="249"/>
                  </a:lnTo>
                  <a:lnTo>
                    <a:pt x="1704" y="11288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5" name="Google Shape;1419;p30">
              <a:extLst>
                <a:ext uri="{FF2B5EF4-FFF2-40B4-BE49-F238E27FC236}">
                  <a16:creationId xmlns:a16="http://schemas.microsoft.com/office/drawing/2014/main" id="{EDA92447-3042-B24D-BB82-F392429ED0B2}"/>
                </a:ext>
              </a:extLst>
            </p:cNvPr>
            <p:cNvSpPr/>
            <p:nvPr/>
          </p:nvSpPr>
          <p:spPr>
            <a:xfrm>
              <a:off x="2095675" y="2426250"/>
              <a:ext cx="244925" cy="79000"/>
            </a:xfrm>
            <a:custGeom>
              <a:avLst/>
              <a:gdLst/>
              <a:ahLst/>
              <a:cxnLst/>
              <a:rect l="l" t="t" r="r" b="b"/>
              <a:pathLst>
                <a:path w="9797" h="3160" fill="none" extrusionOk="0">
                  <a:moveTo>
                    <a:pt x="1" y="3159"/>
                  </a:moveTo>
                  <a:lnTo>
                    <a:pt x="9797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6" name="Google Shape;1420;p30">
              <a:extLst>
                <a:ext uri="{FF2B5EF4-FFF2-40B4-BE49-F238E27FC236}">
                  <a16:creationId xmlns:a16="http://schemas.microsoft.com/office/drawing/2014/main" id="{4621EFEF-163C-DBF3-A97E-477B5F5C3DF1}"/>
                </a:ext>
              </a:extLst>
            </p:cNvPr>
            <p:cNvSpPr/>
            <p:nvPr/>
          </p:nvSpPr>
          <p:spPr>
            <a:xfrm>
              <a:off x="2557975" y="2318000"/>
              <a:ext cx="57700" cy="392225"/>
            </a:xfrm>
            <a:custGeom>
              <a:avLst/>
              <a:gdLst/>
              <a:ahLst/>
              <a:cxnLst/>
              <a:rect l="l" t="t" r="r" b="b"/>
              <a:pathLst>
                <a:path w="2308" h="15689" fill="none" extrusionOk="0">
                  <a:moveTo>
                    <a:pt x="1" y="0"/>
                  </a:moveTo>
                  <a:lnTo>
                    <a:pt x="2308" y="284"/>
                  </a:lnTo>
                  <a:lnTo>
                    <a:pt x="2308" y="15688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7" name="Google Shape;1421;p30">
              <a:extLst>
                <a:ext uri="{FF2B5EF4-FFF2-40B4-BE49-F238E27FC236}">
                  <a16:creationId xmlns:a16="http://schemas.microsoft.com/office/drawing/2014/main" id="{AE46E2EA-8B6C-AD40-8E68-36BE7F6A3F92}"/>
                </a:ext>
              </a:extLst>
            </p:cNvPr>
            <p:cNvSpPr/>
            <p:nvPr/>
          </p:nvSpPr>
          <p:spPr>
            <a:xfrm>
              <a:off x="2615650" y="2222175"/>
              <a:ext cx="299050" cy="102950"/>
            </a:xfrm>
            <a:custGeom>
              <a:avLst/>
              <a:gdLst/>
              <a:ahLst/>
              <a:cxnLst/>
              <a:rect l="l" t="t" r="r" b="b"/>
              <a:pathLst>
                <a:path w="11962" h="4118" fill="none" extrusionOk="0">
                  <a:moveTo>
                    <a:pt x="1" y="4117"/>
                  </a:moveTo>
                  <a:lnTo>
                    <a:pt x="11962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8" name="Google Shape;1422;p30">
              <a:extLst>
                <a:ext uri="{FF2B5EF4-FFF2-40B4-BE49-F238E27FC236}">
                  <a16:creationId xmlns:a16="http://schemas.microsoft.com/office/drawing/2014/main" id="{69165D15-0CCB-BEC2-E658-767F2361BA52}"/>
                </a:ext>
              </a:extLst>
            </p:cNvPr>
            <p:cNvSpPr/>
            <p:nvPr/>
          </p:nvSpPr>
          <p:spPr>
            <a:xfrm>
              <a:off x="2633400" y="2241675"/>
              <a:ext cx="281300" cy="467650"/>
            </a:xfrm>
            <a:custGeom>
              <a:avLst/>
              <a:gdLst/>
              <a:ahLst/>
              <a:cxnLst/>
              <a:rect l="l" t="t" r="r" b="b"/>
              <a:pathLst>
                <a:path w="11252" h="18706" fill="none" extrusionOk="0">
                  <a:moveTo>
                    <a:pt x="1" y="18706"/>
                  </a:moveTo>
                  <a:lnTo>
                    <a:pt x="1" y="3763"/>
                  </a:lnTo>
                  <a:lnTo>
                    <a:pt x="11252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9" name="Google Shape;1423;p30">
              <a:extLst>
                <a:ext uri="{FF2B5EF4-FFF2-40B4-BE49-F238E27FC236}">
                  <a16:creationId xmlns:a16="http://schemas.microsoft.com/office/drawing/2014/main" id="{95FCAAA7-F8A3-9B5A-8306-AE1872F1C459}"/>
                </a:ext>
              </a:extLst>
            </p:cNvPr>
            <p:cNvSpPr/>
            <p:nvPr/>
          </p:nvSpPr>
          <p:spPr>
            <a:xfrm>
              <a:off x="2794000" y="2282500"/>
              <a:ext cx="25" cy="404650"/>
            </a:xfrm>
            <a:custGeom>
              <a:avLst/>
              <a:gdLst/>
              <a:ahLst/>
              <a:cxnLst/>
              <a:rect l="l" t="t" r="r" b="b"/>
              <a:pathLst>
                <a:path w="1" h="16186" fill="none" extrusionOk="0">
                  <a:moveTo>
                    <a:pt x="1" y="1"/>
                  </a:moveTo>
                  <a:lnTo>
                    <a:pt x="1" y="16185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0" name="Google Shape;1424;p30">
              <a:extLst>
                <a:ext uri="{FF2B5EF4-FFF2-40B4-BE49-F238E27FC236}">
                  <a16:creationId xmlns:a16="http://schemas.microsoft.com/office/drawing/2014/main" id="{735798FD-5D6C-FAAB-A500-24932A9B3591}"/>
                </a:ext>
              </a:extLst>
            </p:cNvPr>
            <p:cNvSpPr/>
            <p:nvPr/>
          </p:nvSpPr>
          <p:spPr>
            <a:xfrm>
              <a:off x="2817075" y="2274525"/>
              <a:ext cx="16000" cy="409950"/>
            </a:xfrm>
            <a:custGeom>
              <a:avLst/>
              <a:gdLst/>
              <a:ahLst/>
              <a:cxnLst/>
              <a:rect l="l" t="t" r="r" b="b"/>
              <a:pathLst>
                <a:path w="640" h="16398" fill="none" extrusionOk="0">
                  <a:moveTo>
                    <a:pt x="1" y="16398"/>
                  </a:moveTo>
                  <a:lnTo>
                    <a:pt x="1" y="0"/>
                  </a:lnTo>
                  <a:lnTo>
                    <a:pt x="639" y="320"/>
                  </a:lnTo>
                  <a:lnTo>
                    <a:pt x="639" y="1629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1" name="Google Shape;1425;p30">
              <a:extLst>
                <a:ext uri="{FF2B5EF4-FFF2-40B4-BE49-F238E27FC236}">
                  <a16:creationId xmlns:a16="http://schemas.microsoft.com/office/drawing/2014/main" id="{4DA42ECF-46F3-6AA2-02C3-38C5A9A7B1E2}"/>
                </a:ext>
              </a:extLst>
            </p:cNvPr>
            <p:cNvSpPr/>
            <p:nvPr/>
          </p:nvSpPr>
          <p:spPr>
            <a:xfrm>
              <a:off x="2633400" y="2335750"/>
              <a:ext cx="13325" cy="371800"/>
            </a:xfrm>
            <a:custGeom>
              <a:avLst/>
              <a:gdLst/>
              <a:ahLst/>
              <a:cxnLst/>
              <a:rect l="l" t="t" r="r" b="b"/>
              <a:pathLst>
                <a:path w="533" h="14872" fill="none" extrusionOk="0">
                  <a:moveTo>
                    <a:pt x="1" y="0"/>
                  </a:moveTo>
                  <a:lnTo>
                    <a:pt x="533" y="213"/>
                  </a:lnTo>
                  <a:lnTo>
                    <a:pt x="533" y="14872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2" name="Google Shape;1426;p30">
              <a:extLst>
                <a:ext uri="{FF2B5EF4-FFF2-40B4-BE49-F238E27FC236}">
                  <a16:creationId xmlns:a16="http://schemas.microsoft.com/office/drawing/2014/main" id="{5EEA340A-F50D-9C8D-7839-C5AA96C949BC}"/>
                </a:ext>
              </a:extLst>
            </p:cNvPr>
            <p:cNvSpPr/>
            <p:nvPr/>
          </p:nvSpPr>
          <p:spPr>
            <a:xfrm>
              <a:off x="2646700" y="2294050"/>
              <a:ext cx="147325" cy="47050"/>
            </a:xfrm>
            <a:custGeom>
              <a:avLst/>
              <a:gdLst/>
              <a:ahLst/>
              <a:cxnLst/>
              <a:rect l="l" t="t" r="r" b="b"/>
              <a:pathLst>
                <a:path w="5893" h="1882" fill="none" extrusionOk="0">
                  <a:moveTo>
                    <a:pt x="1" y="1881"/>
                  </a:moveTo>
                  <a:lnTo>
                    <a:pt x="5893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3" name="Google Shape;1427;p30">
              <a:extLst>
                <a:ext uri="{FF2B5EF4-FFF2-40B4-BE49-F238E27FC236}">
                  <a16:creationId xmlns:a16="http://schemas.microsoft.com/office/drawing/2014/main" id="{FE58410F-5056-EC61-3F75-806B09D6C198}"/>
                </a:ext>
              </a:extLst>
            </p:cNvPr>
            <p:cNvSpPr/>
            <p:nvPr/>
          </p:nvSpPr>
          <p:spPr>
            <a:xfrm>
              <a:off x="2833050" y="2254100"/>
              <a:ext cx="81650" cy="28425"/>
            </a:xfrm>
            <a:custGeom>
              <a:avLst/>
              <a:gdLst/>
              <a:ahLst/>
              <a:cxnLst/>
              <a:rect l="l" t="t" r="r" b="b"/>
              <a:pathLst>
                <a:path w="3266" h="1137" fill="none" extrusionOk="0">
                  <a:moveTo>
                    <a:pt x="0" y="1137"/>
                  </a:moveTo>
                  <a:lnTo>
                    <a:pt x="3266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4" name="Google Shape;1428;p30">
              <a:extLst>
                <a:ext uri="{FF2B5EF4-FFF2-40B4-BE49-F238E27FC236}">
                  <a16:creationId xmlns:a16="http://schemas.microsoft.com/office/drawing/2014/main" id="{5E3B93E2-3D63-A037-FF58-4DD000D590B9}"/>
                </a:ext>
              </a:extLst>
            </p:cNvPr>
            <p:cNvSpPr/>
            <p:nvPr/>
          </p:nvSpPr>
          <p:spPr>
            <a:xfrm>
              <a:off x="2110775" y="2445775"/>
              <a:ext cx="229825" cy="333650"/>
            </a:xfrm>
            <a:custGeom>
              <a:avLst/>
              <a:gdLst/>
              <a:ahLst/>
              <a:cxnLst/>
              <a:rect l="l" t="t" r="r" b="b"/>
              <a:pathLst>
                <a:path w="9193" h="13346" fill="none" extrusionOk="0">
                  <a:moveTo>
                    <a:pt x="0" y="13346"/>
                  </a:moveTo>
                  <a:lnTo>
                    <a:pt x="0" y="2733"/>
                  </a:lnTo>
                  <a:lnTo>
                    <a:pt x="9193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5" name="Google Shape;1429;p30">
              <a:extLst>
                <a:ext uri="{FF2B5EF4-FFF2-40B4-BE49-F238E27FC236}">
                  <a16:creationId xmlns:a16="http://schemas.microsoft.com/office/drawing/2014/main" id="{37DDA750-3CCC-67F2-AB3A-11F22577CEB4}"/>
                </a:ext>
              </a:extLst>
            </p:cNvPr>
            <p:cNvSpPr/>
            <p:nvPr/>
          </p:nvSpPr>
          <p:spPr>
            <a:xfrm>
              <a:off x="2226125" y="2479500"/>
              <a:ext cx="25" cy="283950"/>
            </a:xfrm>
            <a:custGeom>
              <a:avLst/>
              <a:gdLst/>
              <a:ahLst/>
              <a:cxnLst/>
              <a:rect l="l" t="t" r="r" b="b"/>
              <a:pathLst>
                <a:path w="1" h="11358" fill="none" extrusionOk="0">
                  <a:moveTo>
                    <a:pt x="0" y="0"/>
                  </a:moveTo>
                  <a:lnTo>
                    <a:pt x="0" y="11358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6" name="Google Shape;1430;p30">
              <a:extLst>
                <a:ext uri="{FF2B5EF4-FFF2-40B4-BE49-F238E27FC236}">
                  <a16:creationId xmlns:a16="http://schemas.microsoft.com/office/drawing/2014/main" id="{6A72CD05-4081-6246-212C-999F6FF81F0F}"/>
                </a:ext>
              </a:extLst>
            </p:cNvPr>
            <p:cNvSpPr/>
            <p:nvPr/>
          </p:nvSpPr>
          <p:spPr>
            <a:xfrm>
              <a:off x="2241200" y="2475050"/>
              <a:ext cx="10675" cy="286625"/>
            </a:xfrm>
            <a:custGeom>
              <a:avLst/>
              <a:gdLst/>
              <a:ahLst/>
              <a:cxnLst/>
              <a:rect l="l" t="t" r="r" b="b"/>
              <a:pathLst>
                <a:path w="427" h="11465" fill="none" extrusionOk="0">
                  <a:moveTo>
                    <a:pt x="1" y="11465"/>
                  </a:moveTo>
                  <a:lnTo>
                    <a:pt x="1" y="1"/>
                  </a:lnTo>
                  <a:lnTo>
                    <a:pt x="427" y="178"/>
                  </a:lnTo>
                  <a:lnTo>
                    <a:pt x="427" y="11394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7" name="Google Shape;1431;p30">
              <a:extLst>
                <a:ext uri="{FF2B5EF4-FFF2-40B4-BE49-F238E27FC236}">
                  <a16:creationId xmlns:a16="http://schemas.microsoft.com/office/drawing/2014/main" id="{96F3B07A-CADA-2A9E-A156-3B3CD0A3A7DE}"/>
                </a:ext>
              </a:extLst>
            </p:cNvPr>
            <p:cNvSpPr/>
            <p:nvPr/>
          </p:nvSpPr>
          <p:spPr>
            <a:xfrm>
              <a:off x="2110775" y="2514100"/>
              <a:ext cx="10675" cy="263550"/>
            </a:xfrm>
            <a:custGeom>
              <a:avLst/>
              <a:gdLst/>
              <a:ahLst/>
              <a:cxnLst/>
              <a:rect l="l" t="t" r="r" b="b"/>
              <a:pathLst>
                <a:path w="427" h="10542" fill="none" extrusionOk="0">
                  <a:moveTo>
                    <a:pt x="0" y="0"/>
                  </a:moveTo>
                  <a:lnTo>
                    <a:pt x="426" y="142"/>
                  </a:lnTo>
                  <a:lnTo>
                    <a:pt x="426" y="10542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8" name="Google Shape;1432;p30">
              <a:extLst>
                <a:ext uri="{FF2B5EF4-FFF2-40B4-BE49-F238E27FC236}">
                  <a16:creationId xmlns:a16="http://schemas.microsoft.com/office/drawing/2014/main" id="{7113F708-1B8C-A50B-141C-363E6A2DC4C6}"/>
                </a:ext>
              </a:extLst>
            </p:cNvPr>
            <p:cNvSpPr/>
            <p:nvPr/>
          </p:nvSpPr>
          <p:spPr>
            <a:xfrm>
              <a:off x="2121425" y="2487475"/>
              <a:ext cx="104725" cy="30200"/>
            </a:xfrm>
            <a:custGeom>
              <a:avLst/>
              <a:gdLst/>
              <a:ahLst/>
              <a:cxnLst/>
              <a:rect l="l" t="t" r="r" b="b"/>
              <a:pathLst>
                <a:path w="4189" h="1208" fill="none" extrusionOk="0">
                  <a:moveTo>
                    <a:pt x="0" y="1207"/>
                  </a:moveTo>
                  <a:lnTo>
                    <a:pt x="4188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9" name="Google Shape;1433;p30">
              <a:extLst>
                <a:ext uri="{FF2B5EF4-FFF2-40B4-BE49-F238E27FC236}">
                  <a16:creationId xmlns:a16="http://schemas.microsoft.com/office/drawing/2014/main" id="{DBEB1C82-CD37-71F3-F69E-18F9292B7C74}"/>
                </a:ext>
              </a:extLst>
            </p:cNvPr>
            <p:cNvSpPr/>
            <p:nvPr/>
          </p:nvSpPr>
          <p:spPr>
            <a:xfrm>
              <a:off x="2251850" y="2453750"/>
              <a:ext cx="88750" cy="25775"/>
            </a:xfrm>
            <a:custGeom>
              <a:avLst/>
              <a:gdLst/>
              <a:ahLst/>
              <a:cxnLst/>
              <a:rect l="l" t="t" r="r" b="b"/>
              <a:pathLst>
                <a:path w="3550" h="1031" fill="none" extrusionOk="0">
                  <a:moveTo>
                    <a:pt x="1" y="1030"/>
                  </a:moveTo>
                  <a:lnTo>
                    <a:pt x="3550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0" name="Google Shape;1434;p30">
              <a:extLst>
                <a:ext uri="{FF2B5EF4-FFF2-40B4-BE49-F238E27FC236}">
                  <a16:creationId xmlns:a16="http://schemas.microsoft.com/office/drawing/2014/main" id="{499EEB3A-D263-E455-787A-DCE94748AAD4}"/>
                </a:ext>
              </a:extLst>
            </p:cNvPr>
            <p:cNvSpPr/>
            <p:nvPr/>
          </p:nvSpPr>
          <p:spPr>
            <a:xfrm>
              <a:off x="1887175" y="1991450"/>
              <a:ext cx="25" cy="2152675"/>
            </a:xfrm>
            <a:custGeom>
              <a:avLst/>
              <a:gdLst/>
              <a:ahLst/>
              <a:cxnLst/>
              <a:rect l="l" t="t" r="r" b="b"/>
              <a:pathLst>
                <a:path w="1" h="86107" fill="none" extrusionOk="0">
                  <a:moveTo>
                    <a:pt x="0" y="1"/>
                  </a:moveTo>
                  <a:lnTo>
                    <a:pt x="0" y="86107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1" name="Google Shape;1435;p30">
              <a:extLst>
                <a:ext uri="{FF2B5EF4-FFF2-40B4-BE49-F238E27FC236}">
                  <a16:creationId xmlns:a16="http://schemas.microsoft.com/office/drawing/2014/main" id="{342F86E1-9D67-64C9-E97C-B61ECFBCE30B}"/>
                </a:ext>
              </a:extLst>
            </p:cNvPr>
            <p:cNvSpPr/>
            <p:nvPr/>
          </p:nvSpPr>
          <p:spPr>
            <a:xfrm>
              <a:off x="3148050" y="1589500"/>
              <a:ext cx="25" cy="3210350"/>
            </a:xfrm>
            <a:custGeom>
              <a:avLst/>
              <a:gdLst/>
              <a:ahLst/>
              <a:cxnLst/>
              <a:rect l="l" t="t" r="r" b="b"/>
              <a:pathLst>
                <a:path w="1" h="128414" fill="none" extrusionOk="0">
                  <a:moveTo>
                    <a:pt x="0" y="1"/>
                  </a:moveTo>
                  <a:lnTo>
                    <a:pt x="0" y="128414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2" name="Google Shape;1436;p30">
              <a:extLst>
                <a:ext uri="{FF2B5EF4-FFF2-40B4-BE49-F238E27FC236}">
                  <a16:creationId xmlns:a16="http://schemas.microsoft.com/office/drawing/2014/main" id="{AB154CD7-F111-2575-8902-B57E7A081736}"/>
                </a:ext>
              </a:extLst>
            </p:cNvPr>
            <p:cNvSpPr/>
            <p:nvPr/>
          </p:nvSpPr>
          <p:spPr>
            <a:xfrm>
              <a:off x="3238550" y="1625000"/>
              <a:ext cx="25" cy="3268025"/>
            </a:xfrm>
            <a:custGeom>
              <a:avLst/>
              <a:gdLst/>
              <a:ahLst/>
              <a:cxnLst/>
              <a:rect l="l" t="t" r="r" b="b"/>
              <a:pathLst>
                <a:path w="1" h="130721" fill="none" extrusionOk="0">
                  <a:moveTo>
                    <a:pt x="1" y="0"/>
                  </a:moveTo>
                  <a:lnTo>
                    <a:pt x="1" y="130721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3" name="Google Shape;1437;p30">
              <a:extLst>
                <a:ext uri="{FF2B5EF4-FFF2-40B4-BE49-F238E27FC236}">
                  <a16:creationId xmlns:a16="http://schemas.microsoft.com/office/drawing/2014/main" id="{E986DFB5-9C79-C63B-64C0-E861875CB1D6}"/>
                </a:ext>
              </a:extLst>
            </p:cNvPr>
            <p:cNvSpPr/>
            <p:nvPr/>
          </p:nvSpPr>
          <p:spPr>
            <a:xfrm>
              <a:off x="4297125" y="1556675"/>
              <a:ext cx="25" cy="3645150"/>
            </a:xfrm>
            <a:custGeom>
              <a:avLst/>
              <a:gdLst/>
              <a:ahLst/>
              <a:cxnLst/>
              <a:rect l="l" t="t" r="r" b="b"/>
              <a:pathLst>
                <a:path w="1" h="145806" fill="none" extrusionOk="0">
                  <a:moveTo>
                    <a:pt x="1" y="0"/>
                  </a:moveTo>
                  <a:lnTo>
                    <a:pt x="1" y="145805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4" name="Google Shape;1438;p30">
              <a:extLst>
                <a:ext uri="{FF2B5EF4-FFF2-40B4-BE49-F238E27FC236}">
                  <a16:creationId xmlns:a16="http://schemas.microsoft.com/office/drawing/2014/main" id="{8E8848D4-FCF5-1F8A-C665-EFB484B56EFA}"/>
                </a:ext>
              </a:extLst>
            </p:cNvPr>
            <p:cNvSpPr/>
            <p:nvPr/>
          </p:nvSpPr>
          <p:spPr>
            <a:xfrm>
              <a:off x="5798475" y="915150"/>
              <a:ext cx="25" cy="3290200"/>
            </a:xfrm>
            <a:custGeom>
              <a:avLst/>
              <a:gdLst/>
              <a:ahLst/>
              <a:cxnLst/>
              <a:rect l="l" t="t" r="r" b="b"/>
              <a:pathLst>
                <a:path w="1" h="131608" fill="none" extrusionOk="0">
                  <a:moveTo>
                    <a:pt x="0" y="0"/>
                  </a:moveTo>
                  <a:lnTo>
                    <a:pt x="0" y="131608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5" name="Google Shape;1439;p30">
              <a:extLst>
                <a:ext uri="{FF2B5EF4-FFF2-40B4-BE49-F238E27FC236}">
                  <a16:creationId xmlns:a16="http://schemas.microsoft.com/office/drawing/2014/main" id="{8600C090-2CE1-402E-1D45-64C60FF84ECF}"/>
                </a:ext>
              </a:extLst>
            </p:cNvPr>
            <p:cNvSpPr/>
            <p:nvPr/>
          </p:nvSpPr>
          <p:spPr>
            <a:xfrm>
              <a:off x="3746100" y="1334850"/>
              <a:ext cx="25" cy="2736525"/>
            </a:xfrm>
            <a:custGeom>
              <a:avLst/>
              <a:gdLst/>
              <a:ahLst/>
              <a:cxnLst/>
              <a:rect l="l" t="t" r="r" b="b"/>
              <a:pathLst>
                <a:path w="1" h="109461" fill="none" extrusionOk="0">
                  <a:moveTo>
                    <a:pt x="1" y="0"/>
                  </a:moveTo>
                  <a:lnTo>
                    <a:pt x="1" y="10946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6" name="Google Shape;1440;p30">
              <a:extLst>
                <a:ext uri="{FF2B5EF4-FFF2-40B4-BE49-F238E27FC236}">
                  <a16:creationId xmlns:a16="http://schemas.microsoft.com/office/drawing/2014/main" id="{347EB0C6-472B-E68C-CD12-6A282FC2FFCB}"/>
                </a:ext>
              </a:extLst>
            </p:cNvPr>
            <p:cNvSpPr/>
            <p:nvPr/>
          </p:nvSpPr>
          <p:spPr>
            <a:xfrm>
              <a:off x="6248350" y="1650725"/>
              <a:ext cx="25" cy="2122500"/>
            </a:xfrm>
            <a:custGeom>
              <a:avLst/>
              <a:gdLst/>
              <a:ahLst/>
              <a:cxnLst/>
              <a:rect l="l" t="t" r="r" b="b"/>
              <a:pathLst>
                <a:path w="1" h="84900" fill="none" extrusionOk="0">
                  <a:moveTo>
                    <a:pt x="0" y="1"/>
                  </a:moveTo>
                  <a:lnTo>
                    <a:pt x="0" y="8490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7" name="Google Shape;1441;p30">
              <a:extLst>
                <a:ext uri="{FF2B5EF4-FFF2-40B4-BE49-F238E27FC236}">
                  <a16:creationId xmlns:a16="http://schemas.microsoft.com/office/drawing/2014/main" id="{2D00D38C-7FF6-893B-9DA6-5955327D2CFE}"/>
                </a:ext>
              </a:extLst>
            </p:cNvPr>
            <p:cNvSpPr/>
            <p:nvPr/>
          </p:nvSpPr>
          <p:spPr>
            <a:xfrm>
              <a:off x="4690200" y="2177800"/>
              <a:ext cx="25" cy="2122500"/>
            </a:xfrm>
            <a:custGeom>
              <a:avLst/>
              <a:gdLst/>
              <a:ahLst/>
              <a:cxnLst/>
              <a:rect l="l" t="t" r="r" b="b"/>
              <a:pathLst>
                <a:path w="1" h="84900" fill="none" extrusionOk="0">
                  <a:moveTo>
                    <a:pt x="1" y="0"/>
                  </a:moveTo>
                  <a:lnTo>
                    <a:pt x="1" y="84899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8" name="Google Shape;1442;p30">
              <a:extLst>
                <a:ext uri="{FF2B5EF4-FFF2-40B4-BE49-F238E27FC236}">
                  <a16:creationId xmlns:a16="http://schemas.microsoft.com/office/drawing/2014/main" id="{A8D76F38-44FD-8C2D-C54B-D9536F60096C}"/>
                </a:ext>
              </a:extLst>
            </p:cNvPr>
            <p:cNvSpPr/>
            <p:nvPr/>
          </p:nvSpPr>
          <p:spPr>
            <a:xfrm>
              <a:off x="1795775" y="580625"/>
              <a:ext cx="4181075" cy="1661075"/>
            </a:xfrm>
            <a:custGeom>
              <a:avLst/>
              <a:gdLst/>
              <a:ahLst/>
              <a:cxnLst/>
              <a:rect l="l" t="t" r="r" b="b"/>
              <a:pathLst>
                <a:path w="167243" h="66443" fill="none" extrusionOk="0">
                  <a:moveTo>
                    <a:pt x="0" y="66443"/>
                  </a:moveTo>
                  <a:lnTo>
                    <a:pt x="167242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9" name="Google Shape;1443;p30">
              <a:extLst>
                <a:ext uri="{FF2B5EF4-FFF2-40B4-BE49-F238E27FC236}">
                  <a16:creationId xmlns:a16="http://schemas.microsoft.com/office/drawing/2014/main" id="{978401CB-F878-7411-F92B-70AB1AED3B90}"/>
                </a:ext>
              </a:extLst>
            </p:cNvPr>
            <p:cNvSpPr/>
            <p:nvPr/>
          </p:nvSpPr>
          <p:spPr>
            <a:xfrm>
              <a:off x="5568650" y="580625"/>
              <a:ext cx="759575" cy="1322125"/>
            </a:xfrm>
            <a:custGeom>
              <a:avLst/>
              <a:gdLst/>
              <a:ahLst/>
              <a:cxnLst/>
              <a:rect l="l" t="t" r="r" b="b"/>
              <a:pathLst>
                <a:path w="30383" h="52885" fill="none" extrusionOk="0">
                  <a:moveTo>
                    <a:pt x="30383" y="52885"/>
                  </a:moveTo>
                  <a:lnTo>
                    <a:pt x="1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0" name="Google Shape;1444;p30">
              <a:extLst>
                <a:ext uri="{FF2B5EF4-FFF2-40B4-BE49-F238E27FC236}">
                  <a16:creationId xmlns:a16="http://schemas.microsoft.com/office/drawing/2014/main" id="{E4A96E3D-4905-7299-2E95-1C4C11C90B9D}"/>
                </a:ext>
              </a:extLst>
            </p:cNvPr>
            <p:cNvSpPr/>
            <p:nvPr/>
          </p:nvSpPr>
          <p:spPr>
            <a:xfrm>
              <a:off x="5372550" y="1436000"/>
              <a:ext cx="25" cy="1136675"/>
            </a:xfrm>
            <a:custGeom>
              <a:avLst/>
              <a:gdLst/>
              <a:ahLst/>
              <a:cxnLst/>
              <a:rect l="l" t="t" r="r" b="b"/>
              <a:pathLst>
                <a:path w="1" h="45467" fill="none" extrusionOk="0">
                  <a:moveTo>
                    <a:pt x="1" y="0"/>
                  </a:moveTo>
                  <a:lnTo>
                    <a:pt x="1" y="45467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1" name="Google Shape;1445;p30">
              <a:extLst>
                <a:ext uri="{FF2B5EF4-FFF2-40B4-BE49-F238E27FC236}">
                  <a16:creationId xmlns:a16="http://schemas.microsoft.com/office/drawing/2014/main" id="{3E2A3686-AE5B-0DD0-5071-F24654B9E661}"/>
                </a:ext>
              </a:extLst>
            </p:cNvPr>
            <p:cNvSpPr/>
            <p:nvPr/>
          </p:nvSpPr>
          <p:spPr>
            <a:xfrm>
              <a:off x="2348575" y="2999450"/>
              <a:ext cx="799500" cy="507575"/>
            </a:xfrm>
            <a:custGeom>
              <a:avLst/>
              <a:gdLst/>
              <a:ahLst/>
              <a:cxnLst/>
              <a:rect l="l" t="t" r="r" b="b"/>
              <a:pathLst>
                <a:path w="31980" h="20303" fill="none" extrusionOk="0">
                  <a:moveTo>
                    <a:pt x="0" y="1"/>
                  </a:moveTo>
                  <a:lnTo>
                    <a:pt x="31979" y="1"/>
                  </a:lnTo>
                  <a:lnTo>
                    <a:pt x="31979" y="20303"/>
                  </a:lnTo>
                  <a:lnTo>
                    <a:pt x="0" y="15866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2" name="Google Shape;1446;p30">
              <a:extLst>
                <a:ext uri="{FF2B5EF4-FFF2-40B4-BE49-F238E27FC236}">
                  <a16:creationId xmlns:a16="http://schemas.microsoft.com/office/drawing/2014/main" id="{F085CD32-64ED-466E-32D3-C6C37876EF53}"/>
                </a:ext>
              </a:extLst>
            </p:cNvPr>
            <p:cNvSpPr/>
            <p:nvPr/>
          </p:nvSpPr>
          <p:spPr>
            <a:xfrm>
              <a:off x="2348575" y="2999450"/>
              <a:ext cx="50600" cy="396675"/>
            </a:xfrm>
            <a:custGeom>
              <a:avLst/>
              <a:gdLst/>
              <a:ahLst/>
              <a:cxnLst/>
              <a:rect l="l" t="t" r="r" b="b"/>
              <a:pathLst>
                <a:path w="2024" h="15867" fill="none" extrusionOk="0">
                  <a:moveTo>
                    <a:pt x="2023" y="1"/>
                  </a:moveTo>
                  <a:lnTo>
                    <a:pt x="2023" y="15547"/>
                  </a:lnTo>
                  <a:lnTo>
                    <a:pt x="0" y="15866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3" name="Google Shape;1447;p30">
              <a:extLst>
                <a:ext uri="{FF2B5EF4-FFF2-40B4-BE49-F238E27FC236}">
                  <a16:creationId xmlns:a16="http://schemas.microsoft.com/office/drawing/2014/main" id="{2A6B9AF8-835B-8800-5EDF-144F8D038095}"/>
                </a:ext>
              </a:extLst>
            </p:cNvPr>
            <p:cNvSpPr/>
            <p:nvPr/>
          </p:nvSpPr>
          <p:spPr>
            <a:xfrm>
              <a:off x="2399150" y="3388100"/>
              <a:ext cx="748925" cy="98525"/>
            </a:xfrm>
            <a:custGeom>
              <a:avLst/>
              <a:gdLst/>
              <a:ahLst/>
              <a:cxnLst/>
              <a:rect l="l" t="t" r="r" b="b"/>
              <a:pathLst>
                <a:path w="29957" h="3941" fill="none" extrusionOk="0">
                  <a:moveTo>
                    <a:pt x="0" y="1"/>
                  </a:moveTo>
                  <a:lnTo>
                    <a:pt x="29956" y="394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4" name="Google Shape;1448;p30">
              <a:extLst>
                <a:ext uri="{FF2B5EF4-FFF2-40B4-BE49-F238E27FC236}">
                  <a16:creationId xmlns:a16="http://schemas.microsoft.com/office/drawing/2014/main" id="{E1633621-E30C-AD22-8242-47D2FA944642}"/>
                </a:ext>
              </a:extLst>
            </p:cNvPr>
            <p:cNvSpPr/>
            <p:nvPr/>
          </p:nvSpPr>
          <p:spPr>
            <a:xfrm>
              <a:off x="2424000" y="2999450"/>
              <a:ext cx="724075" cy="457900"/>
            </a:xfrm>
            <a:custGeom>
              <a:avLst/>
              <a:gdLst/>
              <a:ahLst/>
              <a:cxnLst/>
              <a:rect l="l" t="t" r="r" b="b"/>
              <a:pathLst>
                <a:path w="28963" h="18316" fill="none" extrusionOk="0">
                  <a:moveTo>
                    <a:pt x="0" y="1"/>
                  </a:moveTo>
                  <a:lnTo>
                    <a:pt x="0" y="14908"/>
                  </a:lnTo>
                  <a:lnTo>
                    <a:pt x="28962" y="18315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5" name="Google Shape;1449;p30">
              <a:extLst>
                <a:ext uri="{FF2B5EF4-FFF2-40B4-BE49-F238E27FC236}">
                  <a16:creationId xmlns:a16="http://schemas.microsoft.com/office/drawing/2014/main" id="{B99EEA61-C506-1AF3-B3CB-A4D89EA8843A}"/>
                </a:ext>
              </a:extLst>
            </p:cNvPr>
            <p:cNvSpPr/>
            <p:nvPr/>
          </p:nvSpPr>
          <p:spPr>
            <a:xfrm>
              <a:off x="2748750" y="2999450"/>
              <a:ext cx="25" cy="410875"/>
            </a:xfrm>
            <a:custGeom>
              <a:avLst/>
              <a:gdLst/>
              <a:ahLst/>
              <a:cxnLst/>
              <a:rect l="l" t="t" r="r" b="b"/>
              <a:pathLst>
                <a:path w="1" h="16435" fill="none" extrusionOk="0">
                  <a:moveTo>
                    <a:pt x="1" y="1"/>
                  </a:moveTo>
                  <a:lnTo>
                    <a:pt x="1" y="16434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6" name="Google Shape;1450;p30">
              <a:extLst>
                <a:ext uri="{FF2B5EF4-FFF2-40B4-BE49-F238E27FC236}">
                  <a16:creationId xmlns:a16="http://schemas.microsoft.com/office/drawing/2014/main" id="{29056117-AD12-1294-2FE2-94BB1D71CB99}"/>
                </a:ext>
              </a:extLst>
            </p:cNvPr>
            <p:cNvSpPr/>
            <p:nvPr/>
          </p:nvSpPr>
          <p:spPr>
            <a:xfrm>
              <a:off x="2808200" y="2999450"/>
              <a:ext cx="25" cy="415300"/>
            </a:xfrm>
            <a:custGeom>
              <a:avLst/>
              <a:gdLst/>
              <a:ahLst/>
              <a:cxnLst/>
              <a:rect l="l" t="t" r="r" b="b"/>
              <a:pathLst>
                <a:path w="1" h="16612" fill="none" extrusionOk="0">
                  <a:moveTo>
                    <a:pt x="1" y="16612"/>
                  </a:moveTo>
                  <a:lnTo>
                    <a:pt x="1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7" name="Google Shape;1451;p30">
              <a:extLst>
                <a:ext uri="{FF2B5EF4-FFF2-40B4-BE49-F238E27FC236}">
                  <a16:creationId xmlns:a16="http://schemas.microsoft.com/office/drawing/2014/main" id="{5C670487-3F37-B88B-C724-762BAAD72150}"/>
                </a:ext>
              </a:extLst>
            </p:cNvPr>
            <p:cNvSpPr/>
            <p:nvPr/>
          </p:nvSpPr>
          <p:spPr>
            <a:xfrm>
              <a:off x="2786025" y="2999450"/>
              <a:ext cx="25" cy="415300"/>
            </a:xfrm>
            <a:custGeom>
              <a:avLst/>
              <a:gdLst/>
              <a:ahLst/>
              <a:cxnLst/>
              <a:rect l="l" t="t" r="r" b="b"/>
              <a:pathLst>
                <a:path w="1" h="16612" fill="none" extrusionOk="0">
                  <a:moveTo>
                    <a:pt x="0" y="1"/>
                  </a:moveTo>
                  <a:lnTo>
                    <a:pt x="0" y="16612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8" name="Google Shape;1452;p30">
              <a:extLst>
                <a:ext uri="{FF2B5EF4-FFF2-40B4-BE49-F238E27FC236}">
                  <a16:creationId xmlns:a16="http://schemas.microsoft.com/office/drawing/2014/main" id="{CB9830C7-1F43-C705-CED2-F88D35424943}"/>
                </a:ext>
              </a:extLst>
            </p:cNvPr>
            <p:cNvSpPr/>
            <p:nvPr/>
          </p:nvSpPr>
          <p:spPr>
            <a:xfrm>
              <a:off x="2424000" y="2999450"/>
              <a:ext cx="17775" cy="372700"/>
            </a:xfrm>
            <a:custGeom>
              <a:avLst/>
              <a:gdLst/>
              <a:ahLst/>
              <a:cxnLst/>
              <a:rect l="l" t="t" r="r" b="b"/>
              <a:pathLst>
                <a:path w="711" h="14908" fill="none" extrusionOk="0">
                  <a:moveTo>
                    <a:pt x="0" y="14908"/>
                  </a:moveTo>
                  <a:lnTo>
                    <a:pt x="710" y="14908"/>
                  </a:lnTo>
                  <a:lnTo>
                    <a:pt x="710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" name="Google Shape;968;p26">
            <a:extLst>
              <a:ext uri="{FF2B5EF4-FFF2-40B4-BE49-F238E27FC236}">
                <a16:creationId xmlns:a16="http://schemas.microsoft.com/office/drawing/2014/main" id="{267F9586-0215-748C-ED37-B66A5A1094DE}"/>
              </a:ext>
            </a:extLst>
          </p:cNvPr>
          <p:cNvSpPr txBox="1">
            <a:spLocks/>
          </p:cNvSpPr>
          <p:nvPr/>
        </p:nvSpPr>
        <p:spPr>
          <a:xfrm>
            <a:off x="636157" y="285435"/>
            <a:ext cx="3955200" cy="490645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"/>
              <a:buNone/>
              <a:defRPr sz="1600" b="0" i="0" u="none" strike="noStrike" cap="none">
                <a:solidFill>
                  <a:schemeClr val="dk1"/>
                </a:solidFill>
                <a:latin typeface="Quattrocento"/>
                <a:ea typeface="Quattrocento"/>
                <a:cs typeface="Quattrocento"/>
                <a:sym typeface="Quattrocen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"/>
              <a:buNone/>
              <a:defRPr sz="1800" b="0" i="0" u="none" strike="noStrike" cap="none">
                <a:solidFill>
                  <a:schemeClr val="dk1"/>
                </a:solidFill>
                <a:latin typeface="Quattrocento"/>
                <a:ea typeface="Quattrocento"/>
                <a:cs typeface="Quattrocento"/>
                <a:sym typeface="Quattrocen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"/>
              <a:buNone/>
              <a:defRPr sz="1800" b="0" i="0" u="none" strike="noStrike" cap="none">
                <a:solidFill>
                  <a:schemeClr val="dk1"/>
                </a:solidFill>
                <a:latin typeface="Quattrocento"/>
                <a:ea typeface="Quattrocento"/>
                <a:cs typeface="Quattrocento"/>
                <a:sym typeface="Quattrocen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"/>
              <a:buNone/>
              <a:defRPr sz="1800" b="0" i="0" u="none" strike="noStrike" cap="none">
                <a:solidFill>
                  <a:schemeClr val="dk1"/>
                </a:solidFill>
                <a:latin typeface="Quattrocento"/>
                <a:ea typeface="Quattrocento"/>
                <a:cs typeface="Quattrocento"/>
                <a:sym typeface="Quattrocen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"/>
              <a:buNone/>
              <a:defRPr sz="1800" b="0" i="0" u="none" strike="noStrike" cap="none">
                <a:solidFill>
                  <a:schemeClr val="dk1"/>
                </a:solidFill>
                <a:latin typeface="Quattrocento"/>
                <a:ea typeface="Quattrocento"/>
                <a:cs typeface="Quattrocento"/>
                <a:sym typeface="Quattrocen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"/>
              <a:buNone/>
              <a:defRPr sz="1800" b="0" i="0" u="none" strike="noStrike" cap="none">
                <a:solidFill>
                  <a:schemeClr val="dk1"/>
                </a:solidFill>
                <a:latin typeface="Quattrocento"/>
                <a:ea typeface="Quattrocento"/>
                <a:cs typeface="Quattrocento"/>
                <a:sym typeface="Quattrocen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"/>
              <a:buNone/>
              <a:defRPr sz="1800" b="0" i="0" u="none" strike="noStrike" cap="none">
                <a:solidFill>
                  <a:schemeClr val="dk1"/>
                </a:solidFill>
                <a:latin typeface="Quattrocento"/>
                <a:ea typeface="Quattrocento"/>
                <a:cs typeface="Quattrocento"/>
                <a:sym typeface="Quattrocen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"/>
              <a:buNone/>
              <a:defRPr sz="1800" b="0" i="0" u="none" strike="noStrike" cap="none">
                <a:solidFill>
                  <a:schemeClr val="dk1"/>
                </a:solidFill>
                <a:latin typeface="Quattrocento"/>
                <a:ea typeface="Quattrocento"/>
                <a:cs typeface="Quattrocento"/>
                <a:sym typeface="Quattrocen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"/>
              <a:buNone/>
              <a:defRPr sz="1800" b="0" i="0" u="none" strike="noStrike" cap="none">
                <a:solidFill>
                  <a:schemeClr val="dk1"/>
                </a:solidFill>
                <a:latin typeface="Quattrocento"/>
                <a:ea typeface="Quattrocento"/>
                <a:cs typeface="Quattrocento"/>
                <a:sym typeface="Quattrocento"/>
              </a:defRPr>
            </a:lvl9pPr>
          </a:lstStyle>
          <a:p>
            <a:pPr marL="0" indent="0" algn="ctr"/>
            <a:r>
              <a:rPr lang="fr-FR" sz="2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 d’Activité et d’Expertise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28"/>
          <p:cNvSpPr txBox="1">
            <a:spLocks noGrp="1"/>
          </p:cNvSpPr>
          <p:nvPr>
            <p:ph type="title"/>
          </p:nvPr>
        </p:nvSpPr>
        <p:spPr>
          <a:xfrm>
            <a:off x="592994" y="540650"/>
            <a:ext cx="7876816" cy="6411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Sommaire</a:t>
            </a:r>
            <a:endParaRPr dirty="0"/>
          </a:p>
        </p:txBody>
      </p:sp>
      <p:sp>
        <p:nvSpPr>
          <p:cNvPr id="1267" name="Google Shape;1267;p28"/>
          <p:cNvSpPr txBox="1">
            <a:spLocks noGrp="1"/>
          </p:cNvSpPr>
          <p:nvPr>
            <p:ph type="title" idx="2"/>
          </p:nvPr>
        </p:nvSpPr>
        <p:spPr>
          <a:xfrm>
            <a:off x="541818" y="1653716"/>
            <a:ext cx="822900" cy="525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0000"/>
                </a:solidFill>
              </a:rPr>
              <a:t>1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266" name="Google Shape;1266;p28"/>
          <p:cNvSpPr txBox="1">
            <a:spLocks noGrp="1"/>
          </p:cNvSpPr>
          <p:nvPr>
            <p:ph type="subTitle" idx="1"/>
          </p:nvPr>
        </p:nvSpPr>
        <p:spPr>
          <a:xfrm>
            <a:off x="206580" y="2073091"/>
            <a:ext cx="1473312" cy="6570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dirty="0"/>
              <a:t>PRESENTATION DU PROJET</a:t>
            </a:r>
          </a:p>
        </p:txBody>
      </p:sp>
      <p:sp>
        <p:nvSpPr>
          <p:cNvPr id="1268" name="Google Shape;1268;p28"/>
          <p:cNvSpPr txBox="1">
            <a:spLocks noGrp="1"/>
          </p:cNvSpPr>
          <p:nvPr>
            <p:ph type="title" idx="3"/>
          </p:nvPr>
        </p:nvSpPr>
        <p:spPr>
          <a:xfrm>
            <a:off x="2099336" y="1641593"/>
            <a:ext cx="822900" cy="5250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>
                <a:solidFill>
                  <a:srgbClr val="FF0000"/>
                </a:solidFill>
              </a:rPr>
              <a:t>2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269" name="Google Shape;1269;p28"/>
          <p:cNvSpPr txBox="1">
            <a:spLocks noGrp="1"/>
          </p:cNvSpPr>
          <p:nvPr>
            <p:ph type="subTitle" idx="4"/>
          </p:nvPr>
        </p:nvSpPr>
        <p:spPr>
          <a:xfrm>
            <a:off x="1849663" y="2237408"/>
            <a:ext cx="1245675" cy="4838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fr-FR" sz="1200" dirty="0"/>
              <a:t>Descente des charges</a:t>
            </a:r>
          </a:p>
        </p:txBody>
      </p:sp>
      <p:sp>
        <p:nvSpPr>
          <p:cNvPr id="1270" name="Google Shape;1270;p28"/>
          <p:cNvSpPr txBox="1">
            <a:spLocks noGrp="1"/>
          </p:cNvSpPr>
          <p:nvPr>
            <p:ph type="title" idx="5"/>
          </p:nvPr>
        </p:nvSpPr>
        <p:spPr>
          <a:xfrm>
            <a:off x="3651795" y="1641593"/>
            <a:ext cx="822900" cy="525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0000"/>
                </a:solidFill>
              </a:rPr>
              <a:t>3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271" name="Google Shape;1271;p28"/>
          <p:cNvSpPr txBox="1">
            <a:spLocks noGrp="1"/>
          </p:cNvSpPr>
          <p:nvPr>
            <p:ph type="subTitle" idx="6"/>
          </p:nvPr>
        </p:nvSpPr>
        <p:spPr>
          <a:xfrm>
            <a:off x="3095338" y="2235213"/>
            <a:ext cx="1968743" cy="48381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dirty="0"/>
              <a:t>Modélisation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dirty="0"/>
              <a:t>robot</a:t>
            </a:r>
          </a:p>
        </p:txBody>
      </p:sp>
      <p:sp>
        <p:nvSpPr>
          <p:cNvPr id="1272" name="Google Shape;1272;p28"/>
          <p:cNvSpPr txBox="1">
            <a:spLocks noGrp="1"/>
          </p:cNvSpPr>
          <p:nvPr>
            <p:ph type="title" idx="7"/>
          </p:nvPr>
        </p:nvSpPr>
        <p:spPr>
          <a:xfrm>
            <a:off x="5635853" y="1657414"/>
            <a:ext cx="822900" cy="525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0000"/>
                </a:solidFill>
              </a:rPr>
              <a:t>4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273" name="Google Shape;1273;p28"/>
          <p:cNvSpPr txBox="1">
            <a:spLocks noGrp="1"/>
          </p:cNvSpPr>
          <p:nvPr>
            <p:ph type="subTitle" idx="8"/>
          </p:nvPr>
        </p:nvSpPr>
        <p:spPr>
          <a:xfrm>
            <a:off x="4881985" y="2194879"/>
            <a:ext cx="2330637" cy="94400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dirty="0"/>
              <a:t>Vérification de coffrage et calculs de ferraillage </a:t>
            </a:r>
            <a:br>
              <a:rPr lang="fr-FR" sz="1200" dirty="0"/>
            </a:br>
            <a:r>
              <a:rPr lang="fr-FR" sz="1200" dirty="0"/>
              <a:t>(une poutre , un poteau , une semelle </a:t>
            </a:r>
            <a:r>
              <a:rPr lang="fr-FR" sz="1600" dirty="0"/>
              <a:t>)</a:t>
            </a:r>
          </a:p>
        </p:txBody>
      </p:sp>
      <p:sp>
        <p:nvSpPr>
          <p:cNvPr id="1274" name="Google Shape;1274;p28"/>
          <p:cNvSpPr txBox="1">
            <a:spLocks noGrp="1"/>
          </p:cNvSpPr>
          <p:nvPr>
            <p:ph type="title" idx="9"/>
          </p:nvPr>
        </p:nvSpPr>
        <p:spPr>
          <a:xfrm>
            <a:off x="7590203" y="1653716"/>
            <a:ext cx="822900" cy="525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0000"/>
                </a:solidFill>
              </a:rPr>
              <a:t>5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275" name="Google Shape;1275;p28"/>
          <p:cNvSpPr txBox="1">
            <a:spLocks noGrp="1"/>
          </p:cNvSpPr>
          <p:nvPr>
            <p:ph type="subTitle" idx="13"/>
          </p:nvPr>
        </p:nvSpPr>
        <p:spPr>
          <a:xfrm>
            <a:off x="7003813" y="2294348"/>
            <a:ext cx="1862700" cy="6161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fr-FR" sz="1200" dirty="0"/>
              <a:t>Devis quantitatif et </a:t>
            </a:r>
          </a:p>
          <a:p>
            <a:r>
              <a:rPr lang="fr-FR" sz="1200" dirty="0"/>
              <a:t>devis estimatif</a:t>
            </a:r>
          </a:p>
        </p:txBody>
      </p:sp>
      <p:sp>
        <p:nvSpPr>
          <p:cNvPr id="1276" name="Google Shape;1276;p28"/>
          <p:cNvSpPr txBox="1">
            <a:spLocks noGrp="1"/>
          </p:cNvSpPr>
          <p:nvPr>
            <p:ph type="title" idx="14"/>
          </p:nvPr>
        </p:nvSpPr>
        <p:spPr>
          <a:xfrm>
            <a:off x="1491575" y="3363104"/>
            <a:ext cx="822900" cy="525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0000"/>
                </a:solidFill>
              </a:rPr>
              <a:t>6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277" name="Google Shape;1277;p28"/>
          <p:cNvSpPr txBox="1">
            <a:spLocks noGrp="1"/>
          </p:cNvSpPr>
          <p:nvPr>
            <p:ph type="subTitle" idx="15"/>
          </p:nvPr>
        </p:nvSpPr>
        <p:spPr>
          <a:xfrm>
            <a:off x="971675" y="3942935"/>
            <a:ext cx="1862700" cy="72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fr-FR" sz="1200" dirty="0"/>
              <a:t>Méthodologie planning et pic</a:t>
            </a:r>
          </a:p>
          <a:p>
            <a:endParaRPr lang="fr-FR" sz="1200" dirty="0"/>
          </a:p>
        </p:txBody>
      </p:sp>
      <p:sp>
        <p:nvSpPr>
          <p:cNvPr id="15" name="Google Shape;1276;p28">
            <a:extLst>
              <a:ext uri="{FF2B5EF4-FFF2-40B4-BE49-F238E27FC236}">
                <a16:creationId xmlns:a16="http://schemas.microsoft.com/office/drawing/2014/main" id="{8A291EEE-C73F-4435-B9C0-792CF26B7EB7}"/>
              </a:ext>
            </a:extLst>
          </p:cNvPr>
          <p:cNvSpPr txBox="1">
            <a:spLocks/>
          </p:cNvSpPr>
          <p:nvPr/>
        </p:nvSpPr>
        <p:spPr>
          <a:xfrm>
            <a:off x="4188904" y="3354057"/>
            <a:ext cx="822900" cy="5250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boreto"/>
              <a:buNone/>
              <a:defRPr sz="2800" b="1" i="0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boreto"/>
              <a:buNone/>
              <a:defRPr sz="2800" b="1" i="0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boreto"/>
              <a:buNone/>
              <a:defRPr sz="2800" b="1" i="0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boreto"/>
              <a:buNone/>
              <a:defRPr sz="2800" b="1" i="0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boreto"/>
              <a:buNone/>
              <a:defRPr sz="2800" b="1" i="0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boreto"/>
              <a:buNone/>
              <a:defRPr sz="2800" b="1" i="0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boreto"/>
              <a:buNone/>
              <a:defRPr sz="2800" b="1" i="0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boreto"/>
              <a:buNone/>
              <a:defRPr sz="2800" b="1" i="0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boreto"/>
              <a:buNone/>
              <a:defRPr sz="2800" b="1" i="0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9pPr>
          </a:lstStyle>
          <a:p>
            <a:r>
              <a:rPr lang="en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17" name="Google Shape;1276;p28">
            <a:extLst>
              <a:ext uri="{FF2B5EF4-FFF2-40B4-BE49-F238E27FC236}">
                <a16:creationId xmlns:a16="http://schemas.microsoft.com/office/drawing/2014/main" id="{15B5C66E-E489-413A-8F71-D5DBCA03D010}"/>
              </a:ext>
            </a:extLst>
          </p:cNvPr>
          <p:cNvSpPr txBox="1">
            <a:spLocks/>
          </p:cNvSpPr>
          <p:nvPr/>
        </p:nvSpPr>
        <p:spPr>
          <a:xfrm>
            <a:off x="6886233" y="3358969"/>
            <a:ext cx="822900" cy="5250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boreto"/>
              <a:buNone/>
              <a:defRPr sz="2800" b="1" i="0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boreto"/>
              <a:buNone/>
              <a:defRPr sz="2800" b="1" i="0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boreto"/>
              <a:buNone/>
              <a:defRPr sz="2800" b="1" i="0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boreto"/>
              <a:buNone/>
              <a:defRPr sz="2800" b="1" i="0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boreto"/>
              <a:buNone/>
              <a:defRPr sz="2800" b="1" i="0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boreto"/>
              <a:buNone/>
              <a:defRPr sz="2800" b="1" i="0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boreto"/>
              <a:buNone/>
              <a:defRPr sz="2800" b="1" i="0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boreto"/>
              <a:buNone/>
              <a:defRPr sz="2800" b="1" i="0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boreto"/>
              <a:buNone/>
              <a:defRPr sz="2800" b="1" i="0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9pPr>
          </a:lstStyle>
          <a:p>
            <a:r>
              <a:rPr lang="en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18" name="Google Shape;1277;p28">
            <a:extLst>
              <a:ext uri="{FF2B5EF4-FFF2-40B4-BE49-F238E27FC236}">
                <a16:creationId xmlns:a16="http://schemas.microsoft.com/office/drawing/2014/main" id="{591CCE1C-DAB7-4D4F-AAE4-AEC4FD7FF9AF}"/>
              </a:ext>
            </a:extLst>
          </p:cNvPr>
          <p:cNvSpPr txBox="1">
            <a:spLocks/>
          </p:cNvSpPr>
          <p:nvPr/>
        </p:nvSpPr>
        <p:spPr>
          <a:xfrm>
            <a:off x="6293977" y="3919653"/>
            <a:ext cx="1862700" cy="383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 b="1" i="1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 b="0" i="0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 b="0" i="0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 b="0" i="0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 b="0" i="0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 b="0" i="0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 b="0" i="0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 b="0" i="0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 b="0" i="0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9pPr>
          </a:lstStyle>
          <a:p>
            <a:pPr marL="0" indent="0"/>
            <a:r>
              <a:rPr lang="fr-FR" sz="1200" dirty="0"/>
              <a:t>conclusion</a:t>
            </a:r>
          </a:p>
        </p:txBody>
      </p:sp>
      <p:sp>
        <p:nvSpPr>
          <p:cNvPr id="19" name="Google Shape;1277;p28">
            <a:extLst>
              <a:ext uri="{FF2B5EF4-FFF2-40B4-BE49-F238E27FC236}">
                <a16:creationId xmlns:a16="http://schemas.microsoft.com/office/drawing/2014/main" id="{0AC2267C-2900-4847-A1E8-339BCD27F812}"/>
              </a:ext>
            </a:extLst>
          </p:cNvPr>
          <p:cNvSpPr txBox="1">
            <a:spLocks/>
          </p:cNvSpPr>
          <p:nvPr/>
        </p:nvSpPr>
        <p:spPr>
          <a:xfrm>
            <a:off x="3628406" y="3942935"/>
            <a:ext cx="2092508" cy="525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 b="1" i="1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 b="0" i="0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 b="0" i="0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 b="0" i="0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 b="0" i="0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 b="0" i="0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 b="0" i="0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 b="0" i="0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oreto"/>
              <a:buNone/>
              <a:defRPr sz="1800" b="0" i="0" u="none" strike="noStrike" cap="none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9pPr>
          </a:lstStyle>
          <a:p>
            <a:pPr algn="l"/>
            <a:r>
              <a:rPr lang="fr-FR" sz="1200" dirty="0"/>
              <a:t>Modélisation 3D ET RENDU VIDEO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419E585-A0AC-8A36-7444-E4F797BADBE0}"/>
              </a:ext>
            </a:extLst>
          </p:cNvPr>
          <p:cNvSpPr txBox="1"/>
          <p:nvPr/>
        </p:nvSpPr>
        <p:spPr>
          <a:xfrm>
            <a:off x="8774147" y="4670735"/>
            <a:ext cx="28405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dirty="0"/>
              <a:t>PRESENTATION DU PROJET</a:t>
            </a:r>
          </a:p>
        </p:txBody>
      </p:sp>
      <p:sp>
        <p:nvSpPr>
          <p:cNvPr id="1290" name="Google Shape;1290;p30"/>
          <p:cNvSpPr txBox="1">
            <a:spLocks noGrp="1"/>
          </p:cNvSpPr>
          <p:nvPr>
            <p:ph type="title" idx="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endParaRPr dirty="0"/>
          </a:p>
        </p:txBody>
      </p:sp>
      <p:grpSp>
        <p:nvGrpSpPr>
          <p:cNvPr id="969" name="Google Shape;969;p26"/>
          <p:cNvGrpSpPr/>
          <p:nvPr/>
        </p:nvGrpSpPr>
        <p:grpSpPr>
          <a:xfrm>
            <a:off x="541991" y="1044754"/>
            <a:ext cx="3955200" cy="3260155"/>
            <a:chOff x="1071925" y="620775"/>
            <a:chExt cx="5483900" cy="4502275"/>
          </a:xfrm>
        </p:grpSpPr>
        <p:sp>
          <p:nvSpPr>
            <p:cNvPr id="970" name="Google Shape;970;p26"/>
            <p:cNvSpPr/>
            <p:nvPr/>
          </p:nvSpPr>
          <p:spPr>
            <a:xfrm>
              <a:off x="3141700" y="1210875"/>
              <a:ext cx="25" cy="2474650"/>
            </a:xfrm>
            <a:custGeom>
              <a:avLst/>
              <a:gdLst/>
              <a:ahLst/>
              <a:cxnLst/>
              <a:rect l="l" t="t" r="r" b="b"/>
              <a:pathLst>
                <a:path w="1" h="98986" fill="none" extrusionOk="0">
                  <a:moveTo>
                    <a:pt x="0" y="1"/>
                  </a:moveTo>
                  <a:lnTo>
                    <a:pt x="0" y="98986"/>
                  </a:lnTo>
                </a:path>
              </a:pathLst>
            </a:custGeom>
            <a:noFill/>
            <a:ln w="99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971" name="Google Shape;971;p26"/>
            <p:cNvSpPr/>
            <p:nvPr/>
          </p:nvSpPr>
          <p:spPr>
            <a:xfrm>
              <a:off x="3341350" y="1228625"/>
              <a:ext cx="25" cy="2458025"/>
            </a:xfrm>
            <a:custGeom>
              <a:avLst/>
              <a:gdLst/>
              <a:ahLst/>
              <a:cxnLst/>
              <a:rect l="l" t="t" r="r" b="b"/>
              <a:pathLst>
                <a:path w="1" h="98321" fill="none" extrusionOk="0">
                  <a:moveTo>
                    <a:pt x="1" y="1"/>
                  </a:moveTo>
                  <a:lnTo>
                    <a:pt x="1" y="98320"/>
                  </a:lnTo>
                </a:path>
              </a:pathLst>
            </a:custGeom>
            <a:noFill/>
            <a:ln w="99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972" name="Google Shape;972;p26"/>
            <p:cNvSpPr/>
            <p:nvPr/>
          </p:nvSpPr>
          <p:spPr>
            <a:xfrm>
              <a:off x="1477900" y="3671075"/>
              <a:ext cx="4619825" cy="413775"/>
            </a:xfrm>
            <a:custGeom>
              <a:avLst/>
              <a:gdLst/>
              <a:ahLst/>
              <a:cxnLst/>
              <a:rect l="l" t="t" r="r" b="b"/>
              <a:pathLst>
                <a:path w="184793" h="16551" fill="none" extrusionOk="0">
                  <a:moveTo>
                    <a:pt x="0" y="10427"/>
                  </a:moveTo>
                  <a:cubicBezTo>
                    <a:pt x="621" y="10383"/>
                    <a:pt x="70190" y="1"/>
                    <a:pt x="70190" y="1"/>
                  </a:cubicBezTo>
                  <a:lnTo>
                    <a:pt x="184793" y="15840"/>
                  </a:lnTo>
                  <a:lnTo>
                    <a:pt x="184793" y="16550"/>
                  </a:lnTo>
                  <a:lnTo>
                    <a:pt x="70146" y="1864"/>
                  </a:lnTo>
                  <a:lnTo>
                    <a:pt x="0" y="11270"/>
                  </a:lnTo>
                  <a:close/>
                </a:path>
              </a:pathLst>
            </a:custGeom>
            <a:noFill/>
            <a:ln w="99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973" name="Google Shape;973;p26"/>
            <p:cNvSpPr/>
            <p:nvPr/>
          </p:nvSpPr>
          <p:spPr>
            <a:xfrm>
              <a:off x="1492325" y="3717675"/>
              <a:ext cx="4592100" cy="382700"/>
            </a:xfrm>
            <a:custGeom>
              <a:avLst/>
              <a:gdLst/>
              <a:ahLst/>
              <a:cxnLst/>
              <a:rect l="l" t="t" r="r" b="b"/>
              <a:pathLst>
                <a:path w="183684" h="15308" fill="none" extrusionOk="0">
                  <a:moveTo>
                    <a:pt x="0" y="9318"/>
                  </a:moveTo>
                  <a:cubicBezTo>
                    <a:pt x="577" y="9273"/>
                    <a:pt x="69569" y="0"/>
                    <a:pt x="69569" y="0"/>
                  </a:cubicBezTo>
                  <a:lnTo>
                    <a:pt x="183684" y="14597"/>
                  </a:lnTo>
                  <a:lnTo>
                    <a:pt x="183684" y="15307"/>
                  </a:lnTo>
                  <a:lnTo>
                    <a:pt x="69480" y="1819"/>
                  </a:lnTo>
                  <a:lnTo>
                    <a:pt x="0" y="10161"/>
                  </a:lnTo>
                  <a:close/>
                </a:path>
              </a:pathLst>
            </a:custGeom>
            <a:noFill/>
            <a:ln w="77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974" name="Google Shape;974;p26"/>
            <p:cNvSpPr/>
            <p:nvPr/>
          </p:nvSpPr>
          <p:spPr>
            <a:xfrm>
              <a:off x="1520050" y="3763150"/>
              <a:ext cx="4536650" cy="349425"/>
            </a:xfrm>
            <a:custGeom>
              <a:avLst/>
              <a:gdLst/>
              <a:ahLst/>
              <a:cxnLst/>
              <a:rect l="l" t="t" r="r" b="b"/>
              <a:pathLst>
                <a:path w="181466" h="13977" fill="none" extrusionOk="0">
                  <a:moveTo>
                    <a:pt x="0" y="8209"/>
                  </a:moveTo>
                  <a:cubicBezTo>
                    <a:pt x="577" y="8120"/>
                    <a:pt x="68371" y="0"/>
                    <a:pt x="68371" y="0"/>
                  </a:cubicBezTo>
                  <a:lnTo>
                    <a:pt x="181465" y="13311"/>
                  </a:lnTo>
                  <a:lnTo>
                    <a:pt x="181465" y="13976"/>
                  </a:lnTo>
                  <a:lnTo>
                    <a:pt x="68327" y="1820"/>
                  </a:lnTo>
                  <a:lnTo>
                    <a:pt x="0" y="9007"/>
                  </a:lnTo>
                  <a:close/>
                </a:path>
              </a:pathLst>
            </a:custGeom>
            <a:noFill/>
            <a:ln w="77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975" name="Google Shape;975;p26"/>
            <p:cNvSpPr/>
            <p:nvPr/>
          </p:nvSpPr>
          <p:spPr>
            <a:xfrm>
              <a:off x="1588825" y="3808625"/>
              <a:ext cx="4467875" cy="377150"/>
            </a:xfrm>
            <a:custGeom>
              <a:avLst/>
              <a:gdLst/>
              <a:ahLst/>
              <a:cxnLst/>
              <a:rect l="l" t="t" r="r" b="b"/>
              <a:pathLst>
                <a:path w="178715" h="15086" fill="none" extrusionOk="0">
                  <a:moveTo>
                    <a:pt x="0" y="6922"/>
                  </a:moveTo>
                  <a:lnTo>
                    <a:pt x="0" y="11048"/>
                  </a:lnTo>
                  <a:lnTo>
                    <a:pt x="65310" y="3550"/>
                  </a:lnTo>
                  <a:lnTo>
                    <a:pt x="178714" y="15086"/>
                  </a:lnTo>
                  <a:lnTo>
                    <a:pt x="178714" y="12157"/>
                  </a:lnTo>
                  <a:lnTo>
                    <a:pt x="65576" y="1"/>
                  </a:lnTo>
                  <a:close/>
                </a:path>
              </a:pathLst>
            </a:custGeom>
            <a:noFill/>
            <a:ln w="77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976" name="Google Shape;976;p26"/>
            <p:cNvSpPr/>
            <p:nvPr/>
          </p:nvSpPr>
          <p:spPr>
            <a:xfrm>
              <a:off x="1588825" y="3897350"/>
              <a:ext cx="4467875" cy="288425"/>
            </a:xfrm>
            <a:custGeom>
              <a:avLst/>
              <a:gdLst/>
              <a:ahLst/>
              <a:cxnLst/>
              <a:rect l="l" t="t" r="r" b="b"/>
              <a:pathLst>
                <a:path w="178715" h="11537" fill="none" extrusionOk="0">
                  <a:moveTo>
                    <a:pt x="0" y="7499"/>
                  </a:moveTo>
                  <a:lnTo>
                    <a:pt x="3062" y="7499"/>
                  </a:lnTo>
                  <a:lnTo>
                    <a:pt x="65310" y="800"/>
                  </a:lnTo>
                  <a:lnTo>
                    <a:pt x="178714" y="11537"/>
                  </a:lnTo>
                  <a:lnTo>
                    <a:pt x="65310" y="1"/>
                  </a:lnTo>
                  <a:close/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977" name="Google Shape;977;p26"/>
            <p:cNvSpPr/>
            <p:nvPr/>
          </p:nvSpPr>
          <p:spPr>
            <a:xfrm>
              <a:off x="3113975" y="3917325"/>
              <a:ext cx="227400" cy="912900"/>
            </a:xfrm>
            <a:custGeom>
              <a:avLst/>
              <a:gdLst/>
              <a:ahLst/>
              <a:cxnLst/>
              <a:rect l="l" t="t" r="r" b="b"/>
              <a:pathLst>
                <a:path w="9096" h="36516" fill="none" extrusionOk="0">
                  <a:moveTo>
                    <a:pt x="0" y="444"/>
                  </a:moveTo>
                  <a:lnTo>
                    <a:pt x="0" y="2219"/>
                  </a:lnTo>
                  <a:lnTo>
                    <a:pt x="754" y="2219"/>
                  </a:lnTo>
                  <a:lnTo>
                    <a:pt x="754" y="36294"/>
                  </a:lnTo>
                  <a:lnTo>
                    <a:pt x="4082" y="36515"/>
                  </a:lnTo>
                  <a:lnTo>
                    <a:pt x="8297" y="36249"/>
                  </a:lnTo>
                  <a:lnTo>
                    <a:pt x="8297" y="2574"/>
                  </a:lnTo>
                  <a:lnTo>
                    <a:pt x="9096" y="2574"/>
                  </a:lnTo>
                  <a:lnTo>
                    <a:pt x="9096" y="444"/>
                  </a:lnTo>
                  <a:lnTo>
                    <a:pt x="4304" y="1"/>
                  </a:lnTo>
                  <a:close/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978" name="Google Shape;978;p26"/>
            <p:cNvSpPr/>
            <p:nvPr/>
          </p:nvSpPr>
          <p:spPr>
            <a:xfrm>
              <a:off x="1615425" y="4011600"/>
              <a:ext cx="1705975" cy="135350"/>
            </a:xfrm>
            <a:custGeom>
              <a:avLst/>
              <a:gdLst/>
              <a:ahLst/>
              <a:cxnLst/>
              <a:rect l="l" t="t" r="r" b="b"/>
              <a:pathLst>
                <a:path w="68239" h="5414" fill="none" extrusionOk="0">
                  <a:moveTo>
                    <a:pt x="1" y="5414"/>
                  </a:moveTo>
                  <a:lnTo>
                    <a:pt x="64246" y="1"/>
                  </a:lnTo>
                  <a:lnTo>
                    <a:pt x="68239" y="311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979" name="Google Shape;979;p26"/>
            <p:cNvSpPr/>
            <p:nvPr/>
          </p:nvSpPr>
          <p:spPr>
            <a:xfrm>
              <a:off x="1615425" y="4033800"/>
              <a:ext cx="1705975" cy="127575"/>
            </a:xfrm>
            <a:custGeom>
              <a:avLst/>
              <a:gdLst/>
              <a:ahLst/>
              <a:cxnLst/>
              <a:rect l="l" t="t" r="r" b="b"/>
              <a:pathLst>
                <a:path w="68239" h="5103" fill="none" extrusionOk="0">
                  <a:moveTo>
                    <a:pt x="1" y="5103"/>
                  </a:moveTo>
                  <a:lnTo>
                    <a:pt x="64246" y="0"/>
                  </a:lnTo>
                  <a:lnTo>
                    <a:pt x="68239" y="311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980" name="Google Shape;980;p26"/>
            <p:cNvSpPr/>
            <p:nvPr/>
          </p:nvSpPr>
          <p:spPr>
            <a:xfrm>
              <a:off x="3132825" y="4748125"/>
              <a:ext cx="188575" cy="25"/>
            </a:xfrm>
            <a:custGeom>
              <a:avLst/>
              <a:gdLst/>
              <a:ahLst/>
              <a:cxnLst/>
              <a:rect l="l" t="t" r="r" b="b"/>
              <a:pathLst>
                <a:path w="7543" h="1" fill="none" extrusionOk="0">
                  <a:moveTo>
                    <a:pt x="0" y="0"/>
                  </a:moveTo>
                  <a:lnTo>
                    <a:pt x="3461" y="0"/>
                  </a:lnTo>
                  <a:lnTo>
                    <a:pt x="7543" y="0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981" name="Google Shape;981;p26"/>
            <p:cNvSpPr/>
            <p:nvPr/>
          </p:nvSpPr>
          <p:spPr>
            <a:xfrm>
              <a:off x="3221550" y="4033800"/>
              <a:ext cx="25" cy="714350"/>
            </a:xfrm>
            <a:custGeom>
              <a:avLst/>
              <a:gdLst/>
              <a:ahLst/>
              <a:cxnLst/>
              <a:rect l="l" t="t" r="r" b="b"/>
              <a:pathLst>
                <a:path w="1" h="28574" fill="none" extrusionOk="0">
                  <a:moveTo>
                    <a:pt x="1" y="0"/>
                  </a:moveTo>
                  <a:lnTo>
                    <a:pt x="1" y="28573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982" name="Google Shape;982;p26"/>
            <p:cNvSpPr/>
            <p:nvPr/>
          </p:nvSpPr>
          <p:spPr>
            <a:xfrm>
              <a:off x="1608775" y="4084825"/>
              <a:ext cx="1524075" cy="726550"/>
            </a:xfrm>
            <a:custGeom>
              <a:avLst/>
              <a:gdLst/>
              <a:ahLst/>
              <a:cxnLst/>
              <a:rect l="l" t="t" r="r" b="b"/>
              <a:pathLst>
                <a:path w="60963" h="29062" fill="none" extrusionOk="0">
                  <a:moveTo>
                    <a:pt x="60962" y="29061"/>
                  </a:moveTo>
                  <a:lnTo>
                    <a:pt x="1" y="27242"/>
                  </a:lnTo>
                  <a:lnTo>
                    <a:pt x="1" y="0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983" name="Google Shape;983;p26"/>
            <p:cNvSpPr/>
            <p:nvPr/>
          </p:nvSpPr>
          <p:spPr>
            <a:xfrm>
              <a:off x="2692475" y="3957250"/>
              <a:ext cx="58800" cy="851900"/>
            </a:xfrm>
            <a:custGeom>
              <a:avLst/>
              <a:gdLst/>
              <a:ahLst/>
              <a:cxnLst/>
              <a:rect l="l" t="t" r="r" b="b"/>
              <a:pathLst>
                <a:path w="2352" h="34076" fill="none" extrusionOk="0">
                  <a:moveTo>
                    <a:pt x="2352" y="400"/>
                  </a:moveTo>
                  <a:lnTo>
                    <a:pt x="2352" y="33721"/>
                  </a:lnTo>
                  <a:lnTo>
                    <a:pt x="1065" y="34075"/>
                  </a:lnTo>
                  <a:lnTo>
                    <a:pt x="1065" y="2707"/>
                  </a:lnTo>
                  <a:cubicBezTo>
                    <a:pt x="1065" y="2707"/>
                    <a:pt x="0" y="1332"/>
                    <a:pt x="400" y="1"/>
                  </a:cubicBezTo>
                  <a:close/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984" name="Google Shape;984;p26"/>
            <p:cNvSpPr/>
            <p:nvPr/>
          </p:nvSpPr>
          <p:spPr>
            <a:xfrm>
              <a:off x="2619250" y="3967250"/>
              <a:ext cx="99875" cy="841900"/>
            </a:xfrm>
            <a:custGeom>
              <a:avLst/>
              <a:gdLst/>
              <a:ahLst/>
              <a:cxnLst/>
              <a:rect l="l" t="t" r="r" b="b"/>
              <a:pathLst>
                <a:path w="3995" h="33676" fill="none" extrusionOk="0">
                  <a:moveTo>
                    <a:pt x="356" y="0"/>
                  </a:moveTo>
                  <a:cubicBezTo>
                    <a:pt x="1" y="1287"/>
                    <a:pt x="1021" y="2707"/>
                    <a:pt x="1021" y="2707"/>
                  </a:cubicBezTo>
                  <a:lnTo>
                    <a:pt x="1021" y="33542"/>
                  </a:lnTo>
                  <a:lnTo>
                    <a:pt x="3994" y="33675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985" name="Google Shape;985;p26"/>
            <p:cNvSpPr/>
            <p:nvPr/>
          </p:nvSpPr>
          <p:spPr>
            <a:xfrm>
              <a:off x="2266525" y="4002725"/>
              <a:ext cx="55500" cy="793125"/>
            </a:xfrm>
            <a:custGeom>
              <a:avLst/>
              <a:gdLst/>
              <a:ahLst/>
              <a:cxnLst/>
              <a:rect l="l" t="t" r="r" b="b"/>
              <a:pathLst>
                <a:path w="2220" h="31725" fill="none" extrusionOk="0">
                  <a:moveTo>
                    <a:pt x="2219" y="400"/>
                  </a:moveTo>
                  <a:lnTo>
                    <a:pt x="2219" y="31369"/>
                  </a:lnTo>
                  <a:lnTo>
                    <a:pt x="977" y="31724"/>
                  </a:lnTo>
                  <a:lnTo>
                    <a:pt x="977" y="2530"/>
                  </a:lnTo>
                  <a:cubicBezTo>
                    <a:pt x="977" y="2530"/>
                    <a:pt x="1" y="1243"/>
                    <a:pt x="356" y="1"/>
                  </a:cubicBezTo>
                  <a:close/>
                </a:path>
              </a:pathLst>
            </a:custGeom>
            <a:noFill/>
            <a:ln w="77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986" name="Google Shape;986;p26"/>
            <p:cNvSpPr/>
            <p:nvPr/>
          </p:nvSpPr>
          <p:spPr>
            <a:xfrm>
              <a:off x="2214400" y="4013825"/>
              <a:ext cx="76575" cy="782025"/>
            </a:xfrm>
            <a:custGeom>
              <a:avLst/>
              <a:gdLst/>
              <a:ahLst/>
              <a:cxnLst/>
              <a:rect l="l" t="t" r="r" b="b"/>
              <a:pathLst>
                <a:path w="3063" h="31281" fill="none" extrusionOk="0">
                  <a:moveTo>
                    <a:pt x="356" y="1"/>
                  </a:moveTo>
                  <a:cubicBezTo>
                    <a:pt x="1" y="1243"/>
                    <a:pt x="977" y="2530"/>
                    <a:pt x="977" y="2530"/>
                  </a:cubicBezTo>
                  <a:lnTo>
                    <a:pt x="977" y="31191"/>
                  </a:lnTo>
                  <a:lnTo>
                    <a:pt x="3062" y="31280"/>
                  </a:lnTo>
                </a:path>
              </a:pathLst>
            </a:custGeom>
            <a:noFill/>
            <a:ln w="77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987" name="Google Shape;987;p26"/>
            <p:cNvSpPr/>
            <p:nvPr/>
          </p:nvSpPr>
          <p:spPr>
            <a:xfrm>
              <a:off x="2266525" y="4002725"/>
              <a:ext cx="55500" cy="793125"/>
            </a:xfrm>
            <a:custGeom>
              <a:avLst/>
              <a:gdLst/>
              <a:ahLst/>
              <a:cxnLst/>
              <a:rect l="l" t="t" r="r" b="b"/>
              <a:pathLst>
                <a:path w="2220" h="31725" fill="none" extrusionOk="0">
                  <a:moveTo>
                    <a:pt x="2219" y="400"/>
                  </a:moveTo>
                  <a:lnTo>
                    <a:pt x="2219" y="31369"/>
                  </a:lnTo>
                  <a:lnTo>
                    <a:pt x="977" y="31724"/>
                  </a:lnTo>
                  <a:lnTo>
                    <a:pt x="977" y="2530"/>
                  </a:lnTo>
                  <a:cubicBezTo>
                    <a:pt x="977" y="2530"/>
                    <a:pt x="1" y="1243"/>
                    <a:pt x="356" y="1"/>
                  </a:cubicBezTo>
                  <a:close/>
                </a:path>
              </a:pathLst>
            </a:custGeom>
            <a:noFill/>
            <a:ln w="77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988" name="Google Shape;988;p26"/>
            <p:cNvSpPr/>
            <p:nvPr/>
          </p:nvSpPr>
          <p:spPr>
            <a:xfrm>
              <a:off x="2214400" y="4013825"/>
              <a:ext cx="76575" cy="782025"/>
            </a:xfrm>
            <a:custGeom>
              <a:avLst/>
              <a:gdLst/>
              <a:ahLst/>
              <a:cxnLst/>
              <a:rect l="l" t="t" r="r" b="b"/>
              <a:pathLst>
                <a:path w="3063" h="31281" fill="none" extrusionOk="0">
                  <a:moveTo>
                    <a:pt x="356" y="1"/>
                  </a:moveTo>
                  <a:cubicBezTo>
                    <a:pt x="1" y="1243"/>
                    <a:pt x="977" y="2530"/>
                    <a:pt x="977" y="2530"/>
                  </a:cubicBezTo>
                  <a:lnTo>
                    <a:pt x="977" y="31191"/>
                  </a:lnTo>
                  <a:lnTo>
                    <a:pt x="3062" y="31280"/>
                  </a:lnTo>
                </a:path>
              </a:pathLst>
            </a:custGeom>
            <a:noFill/>
            <a:ln w="77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989" name="Google Shape;989;p26"/>
            <p:cNvSpPr/>
            <p:nvPr/>
          </p:nvSpPr>
          <p:spPr>
            <a:xfrm>
              <a:off x="1908275" y="4047100"/>
              <a:ext cx="45500" cy="738750"/>
            </a:xfrm>
            <a:custGeom>
              <a:avLst/>
              <a:gdLst/>
              <a:ahLst/>
              <a:cxnLst/>
              <a:rect l="l" t="t" r="r" b="b"/>
              <a:pathLst>
                <a:path w="1820" h="29550" fill="none" extrusionOk="0">
                  <a:moveTo>
                    <a:pt x="1819" y="267"/>
                  </a:moveTo>
                  <a:lnTo>
                    <a:pt x="1819" y="29195"/>
                  </a:lnTo>
                  <a:lnTo>
                    <a:pt x="799" y="29550"/>
                  </a:lnTo>
                  <a:lnTo>
                    <a:pt x="799" y="2308"/>
                  </a:lnTo>
                  <a:cubicBezTo>
                    <a:pt x="799" y="2308"/>
                    <a:pt x="0" y="1243"/>
                    <a:pt x="266" y="1"/>
                  </a:cubicBezTo>
                  <a:close/>
                </a:path>
              </a:pathLst>
            </a:custGeom>
            <a:noFill/>
            <a:ln w="66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990" name="Google Shape;990;p26"/>
            <p:cNvSpPr/>
            <p:nvPr/>
          </p:nvSpPr>
          <p:spPr>
            <a:xfrm>
              <a:off x="1866125" y="4052650"/>
              <a:ext cx="62125" cy="733200"/>
            </a:xfrm>
            <a:custGeom>
              <a:avLst/>
              <a:gdLst/>
              <a:ahLst/>
              <a:cxnLst/>
              <a:rect l="l" t="t" r="r" b="b"/>
              <a:pathLst>
                <a:path w="2485" h="29328" fill="none" extrusionOk="0">
                  <a:moveTo>
                    <a:pt x="266" y="1"/>
                  </a:moveTo>
                  <a:cubicBezTo>
                    <a:pt x="0" y="1243"/>
                    <a:pt x="799" y="2529"/>
                    <a:pt x="799" y="2529"/>
                  </a:cubicBezTo>
                  <a:lnTo>
                    <a:pt x="799" y="29239"/>
                  </a:lnTo>
                  <a:lnTo>
                    <a:pt x="2485" y="29328"/>
                  </a:lnTo>
                </a:path>
              </a:pathLst>
            </a:custGeom>
            <a:noFill/>
            <a:ln w="66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991" name="Google Shape;991;p26"/>
            <p:cNvSpPr/>
            <p:nvPr/>
          </p:nvSpPr>
          <p:spPr>
            <a:xfrm>
              <a:off x="1625425" y="4079275"/>
              <a:ext cx="44375" cy="696600"/>
            </a:xfrm>
            <a:custGeom>
              <a:avLst/>
              <a:gdLst/>
              <a:ahLst/>
              <a:cxnLst/>
              <a:rect l="l" t="t" r="r" b="b"/>
              <a:pathLst>
                <a:path w="1775" h="27864" fill="none" extrusionOk="0">
                  <a:moveTo>
                    <a:pt x="1775" y="178"/>
                  </a:moveTo>
                  <a:lnTo>
                    <a:pt x="1775" y="27553"/>
                  </a:lnTo>
                  <a:lnTo>
                    <a:pt x="799" y="27863"/>
                  </a:lnTo>
                  <a:lnTo>
                    <a:pt x="799" y="2219"/>
                  </a:lnTo>
                  <a:cubicBezTo>
                    <a:pt x="799" y="2219"/>
                    <a:pt x="0" y="1198"/>
                    <a:pt x="311" y="0"/>
                  </a:cubicBezTo>
                  <a:close/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992" name="Google Shape;992;p26"/>
            <p:cNvSpPr/>
            <p:nvPr/>
          </p:nvSpPr>
          <p:spPr>
            <a:xfrm>
              <a:off x="1585500" y="4084825"/>
              <a:ext cx="59900" cy="691050"/>
            </a:xfrm>
            <a:custGeom>
              <a:avLst/>
              <a:gdLst/>
              <a:ahLst/>
              <a:cxnLst/>
              <a:rect l="l" t="t" r="r" b="b"/>
              <a:pathLst>
                <a:path w="2396" h="27642" fill="none" extrusionOk="0">
                  <a:moveTo>
                    <a:pt x="266" y="0"/>
                  </a:moveTo>
                  <a:cubicBezTo>
                    <a:pt x="0" y="1154"/>
                    <a:pt x="754" y="2396"/>
                    <a:pt x="754" y="2396"/>
                  </a:cubicBezTo>
                  <a:lnTo>
                    <a:pt x="754" y="27597"/>
                  </a:lnTo>
                  <a:lnTo>
                    <a:pt x="2396" y="27641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993" name="Google Shape;993;p26"/>
            <p:cNvSpPr/>
            <p:nvPr/>
          </p:nvSpPr>
          <p:spPr>
            <a:xfrm>
              <a:off x="1604350" y="4727050"/>
              <a:ext cx="1146925" cy="15550"/>
            </a:xfrm>
            <a:custGeom>
              <a:avLst/>
              <a:gdLst/>
              <a:ahLst/>
              <a:cxnLst/>
              <a:rect l="l" t="t" r="r" b="b"/>
              <a:pathLst>
                <a:path w="45877" h="622" fill="none" extrusionOk="0">
                  <a:moveTo>
                    <a:pt x="45877" y="621"/>
                  </a:moveTo>
                  <a:lnTo>
                    <a:pt x="0" y="0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994" name="Google Shape;994;p26"/>
            <p:cNvSpPr/>
            <p:nvPr/>
          </p:nvSpPr>
          <p:spPr>
            <a:xfrm>
              <a:off x="3321375" y="4019375"/>
              <a:ext cx="1973300" cy="168625"/>
            </a:xfrm>
            <a:custGeom>
              <a:avLst/>
              <a:gdLst/>
              <a:ahLst/>
              <a:cxnLst/>
              <a:rect l="l" t="t" r="r" b="b"/>
              <a:pathLst>
                <a:path w="78932" h="6745" fill="none" extrusionOk="0">
                  <a:moveTo>
                    <a:pt x="78932" y="6744"/>
                  </a:moveTo>
                  <a:lnTo>
                    <a:pt x="1" y="0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995" name="Google Shape;995;p26"/>
            <p:cNvSpPr/>
            <p:nvPr/>
          </p:nvSpPr>
          <p:spPr>
            <a:xfrm>
              <a:off x="5628525" y="4216800"/>
              <a:ext cx="428175" cy="36650"/>
            </a:xfrm>
            <a:custGeom>
              <a:avLst/>
              <a:gdLst/>
              <a:ahLst/>
              <a:cxnLst/>
              <a:rect l="l" t="t" r="r" b="b"/>
              <a:pathLst>
                <a:path w="17127" h="1466" fill="none" extrusionOk="0">
                  <a:moveTo>
                    <a:pt x="17126" y="1465"/>
                  </a:moveTo>
                  <a:lnTo>
                    <a:pt x="0" y="1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996" name="Google Shape;996;p26"/>
            <p:cNvSpPr/>
            <p:nvPr/>
          </p:nvSpPr>
          <p:spPr>
            <a:xfrm>
              <a:off x="3321375" y="4041550"/>
              <a:ext cx="1973300" cy="163075"/>
            </a:xfrm>
            <a:custGeom>
              <a:avLst/>
              <a:gdLst/>
              <a:ahLst/>
              <a:cxnLst/>
              <a:rect l="l" t="t" r="r" b="b"/>
              <a:pathLst>
                <a:path w="78932" h="6523" fill="none" extrusionOk="0">
                  <a:moveTo>
                    <a:pt x="78932" y="6523"/>
                  </a:moveTo>
                  <a:lnTo>
                    <a:pt x="1" y="1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997" name="Google Shape;997;p26"/>
            <p:cNvSpPr/>
            <p:nvPr/>
          </p:nvSpPr>
          <p:spPr>
            <a:xfrm>
              <a:off x="5628525" y="4232350"/>
              <a:ext cx="428175" cy="35500"/>
            </a:xfrm>
            <a:custGeom>
              <a:avLst/>
              <a:gdLst/>
              <a:ahLst/>
              <a:cxnLst/>
              <a:rect l="l" t="t" r="r" b="b"/>
              <a:pathLst>
                <a:path w="17127" h="1420" fill="none" extrusionOk="0">
                  <a:moveTo>
                    <a:pt x="17126" y="1420"/>
                  </a:moveTo>
                  <a:lnTo>
                    <a:pt x="0" y="0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998" name="Google Shape;998;p26"/>
            <p:cNvSpPr/>
            <p:nvPr/>
          </p:nvSpPr>
          <p:spPr>
            <a:xfrm>
              <a:off x="3323600" y="4185750"/>
              <a:ext cx="2733100" cy="625625"/>
            </a:xfrm>
            <a:custGeom>
              <a:avLst/>
              <a:gdLst/>
              <a:ahLst/>
              <a:cxnLst/>
              <a:rect l="l" t="t" r="r" b="b"/>
              <a:pathLst>
                <a:path w="109324" h="25025" fill="none" extrusionOk="0">
                  <a:moveTo>
                    <a:pt x="1" y="25024"/>
                  </a:moveTo>
                  <a:lnTo>
                    <a:pt x="109323" y="21164"/>
                  </a:lnTo>
                  <a:lnTo>
                    <a:pt x="109323" y="1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999" name="Google Shape;999;p26"/>
            <p:cNvSpPr/>
            <p:nvPr/>
          </p:nvSpPr>
          <p:spPr>
            <a:xfrm>
              <a:off x="3937000" y="3976125"/>
              <a:ext cx="58800" cy="826375"/>
            </a:xfrm>
            <a:custGeom>
              <a:avLst/>
              <a:gdLst/>
              <a:ahLst/>
              <a:cxnLst/>
              <a:rect l="l" t="t" r="r" b="b"/>
              <a:pathLst>
                <a:path w="2352" h="33055" fill="none" extrusionOk="0">
                  <a:moveTo>
                    <a:pt x="0" y="355"/>
                  </a:moveTo>
                  <a:lnTo>
                    <a:pt x="0" y="32699"/>
                  </a:lnTo>
                  <a:lnTo>
                    <a:pt x="1287" y="33054"/>
                  </a:lnTo>
                  <a:lnTo>
                    <a:pt x="1287" y="2618"/>
                  </a:lnTo>
                  <a:cubicBezTo>
                    <a:pt x="1287" y="2618"/>
                    <a:pt x="2352" y="1287"/>
                    <a:pt x="1952" y="0"/>
                  </a:cubicBezTo>
                  <a:close/>
                </a:path>
              </a:pathLst>
            </a:custGeom>
            <a:noFill/>
            <a:ln w="77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00" name="Google Shape;1000;p26"/>
            <p:cNvSpPr/>
            <p:nvPr/>
          </p:nvSpPr>
          <p:spPr>
            <a:xfrm>
              <a:off x="3969150" y="3976125"/>
              <a:ext cx="99850" cy="826375"/>
            </a:xfrm>
            <a:custGeom>
              <a:avLst/>
              <a:gdLst/>
              <a:ahLst/>
              <a:cxnLst/>
              <a:rect l="l" t="t" r="r" b="b"/>
              <a:pathLst>
                <a:path w="3994" h="33055" fill="none" extrusionOk="0">
                  <a:moveTo>
                    <a:pt x="3595" y="0"/>
                  </a:moveTo>
                  <a:cubicBezTo>
                    <a:pt x="3994" y="1287"/>
                    <a:pt x="2973" y="3017"/>
                    <a:pt x="2973" y="3017"/>
                  </a:cubicBezTo>
                  <a:lnTo>
                    <a:pt x="2973" y="32877"/>
                  </a:lnTo>
                  <a:lnTo>
                    <a:pt x="1" y="33054"/>
                  </a:lnTo>
                </a:path>
              </a:pathLst>
            </a:custGeom>
            <a:noFill/>
            <a:ln w="77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01" name="Google Shape;1001;p26"/>
            <p:cNvSpPr/>
            <p:nvPr/>
          </p:nvSpPr>
          <p:spPr>
            <a:xfrm>
              <a:off x="4499350" y="4034900"/>
              <a:ext cx="54375" cy="744300"/>
            </a:xfrm>
            <a:custGeom>
              <a:avLst/>
              <a:gdLst/>
              <a:ahLst/>
              <a:cxnLst/>
              <a:rect l="l" t="t" r="r" b="b"/>
              <a:pathLst>
                <a:path w="2175" h="29772" fill="none" extrusionOk="0">
                  <a:moveTo>
                    <a:pt x="1" y="178"/>
                  </a:moveTo>
                  <a:lnTo>
                    <a:pt x="1" y="29461"/>
                  </a:lnTo>
                  <a:lnTo>
                    <a:pt x="1243" y="29772"/>
                  </a:lnTo>
                  <a:lnTo>
                    <a:pt x="1243" y="2308"/>
                  </a:lnTo>
                  <a:cubicBezTo>
                    <a:pt x="1243" y="2308"/>
                    <a:pt x="2175" y="1154"/>
                    <a:pt x="1820" y="1"/>
                  </a:cubicBezTo>
                  <a:close/>
                </a:path>
              </a:pathLst>
            </a:custGeom>
            <a:noFill/>
            <a:ln w="77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02" name="Google Shape;1002;p26"/>
            <p:cNvSpPr/>
            <p:nvPr/>
          </p:nvSpPr>
          <p:spPr>
            <a:xfrm>
              <a:off x="4530425" y="4037125"/>
              <a:ext cx="75450" cy="742075"/>
            </a:xfrm>
            <a:custGeom>
              <a:avLst/>
              <a:gdLst/>
              <a:ahLst/>
              <a:cxnLst/>
              <a:rect l="l" t="t" r="r" b="b"/>
              <a:pathLst>
                <a:path w="3018" h="29683" fill="none" extrusionOk="0">
                  <a:moveTo>
                    <a:pt x="2662" y="0"/>
                  </a:moveTo>
                  <a:cubicBezTo>
                    <a:pt x="3017" y="1198"/>
                    <a:pt x="2041" y="2441"/>
                    <a:pt x="2041" y="2441"/>
                  </a:cubicBezTo>
                  <a:lnTo>
                    <a:pt x="2041" y="29638"/>
                  </a:lnTo>
                  <a:lnTo>
                    <a:pt x="0" y="29683"/>
                  </a:lnTo>
                </a:path>
              </a:pathLst>
            </a:custGeom>
            <a:noFill/>
            <a:ln w="77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03" name="Google Shape;1003;p26"/>
            <p:cNvSpPr/>
            <p:nvPr/>
          </p:nvSpPr>
          <p:spPr>
            <a:xfrm>
              <a:off x="4908650" y="4075950"/>
              <a:ext cx="45500" cy="689950"/>
            </a:xfrm>
            <a:custGeom>
              <a:avLst/>
              <a:gdLst/>
              <a:ahLst/>
              <a:cxnLst/>
              <a:rect l="l" t="t" r="r" b="b"/>
              <a:pathLst>
                <a:path w="1820" h="27598" fill="none" extrusionOk="0">
                  <a:moveTo>
                    <a:pt x="0" y="45"/>
                  </a:moveTo>
                  <a:lnTo>
                    <a:pt x="0" y="27287"/>
                  </a:lnTo>
                  <a:lnTo>
                    <a:pt x="1021" y="27597"/>
                  </a:lnTo>
                  <a:lnTo>
                    <a:pt x="1021" y="2041"/>
                  </a:lnTo>
                  <a:cubicBezTo>
                    <a:pt x="1021" y="2041"/>
                    <a:pt x="1820" y="1154"/>
                    <a:pt x="1509" y="0"/>
                  </a:cubicBezTo>
                  <a:close/>
                </a:path>
              </a:pathLst>
            </a:custGeom>
            <a:noFill/>
            <a:ln w="66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04" name="Google Shape;1004;p26"/>
            <p:cNvSpPr/>
            <p:nvPr/>
          </p:nvSpPr>
          <p:spPr>
            <a:xfrm>
              <a:off x="4934150" y="4075950"/>
              <a:ext cx="62150" cy="689950"/>
            </a:xfrm>
            <a:custGeom>
              <a:avLst/>
              <a:gdLst/>
              <a:ahLst/>
              <a:cxnLst/>
              <a:rect l="l" t="t" r="r" b="b"/>
              <a:pathLst>
                <a:path w="2486" h="27598" fill="none" extrusionOk="0">
                  <a:moveTo>
                    <a:pt x="2219" y="0"/>
                  </a:moveTo>
                  <a:cubicBezTo>
                    <a:pt x="2486" y="1198"/>
                    <a:pt x="1687" y="2174"/>
                    <a:pt x="1687" y="2174"/>
                  </a:cubicBezTo>
                  <a:lnTo>
                    <a:pt x="1687" y="27553"/>
                  </a:lnTo>
                  <a:lnTo>
                    <a:pt x="1" y="27597"/>
                  </a:lnTo>
                </a:path>
              </a:pathLst>
            </a:custGeom>
            <a:noFill/>
            <a:ln w="66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05" name="Google Shape;1005;p26"/>
            <p:cNvSpPr/>
            <p:nvPr/>
          </p:nvSpPr>
          <p:spPr>
            <a:xfrm>
              <a:off x="5628525" y="4688225"/>
              <a:ext cx="428175" cy="10000"/>
            </a:xfrm>
            <a:custGeom>
              <a:avLst/>
              <a:gdLst/>
              <a:ahLst/>
              <a:cxnLst/>
              <a:rect l="l" t="t" r="r" b="b"/>
              <a:pathLst>
                <a:path w="17127" h="400" fill="none" extrusionOk="0">
                  <a:moveTo>
                    <a:pt x="0" y="400"/>
                  </a:moveTo>
                  <a:lnTo>
                    <a:pt x="17126" y="0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06" name="Google Shape;1006;p26"/>
            <p:cNvSpPr/>
            <p:nvPr/>
          </p:nvSpPr>
          <p:spPr>
            <a:xfrm>
              <a:off x="3321375" y="4704850"/>
              <a:ext cx="1973300" cy="43300"/>
            </a:xfrm>
            <a:custGeom>
              <a:avLst/>
              <a:gdLst/>
              <a:ahLst/>
              <a:cxnLst/>
              <a:rect l="l" t="t" r="r" b="b"/>
              <a:pathLst>
                <a:path w="78932" h="1732" fill="none" extrusionOk="0">
                  <a:moveTo>
                    <a:pt x="1" y="1731"/>
                  </a:moveTo>
                  <a:lnTo>
                    <a:pt x="78932" y="1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07" name="Google Shape;1007;p26"/>
            <p:cNvSpPr/>
            <p:nvPr/>
          </p:nvSpPr>
          <p:spPr>
            <a:xfrm>
              <a:off x="1530025" y="1035625"/>
              <a:ext cx="4447925" cy="1874575"/>
            </a:xfrm>
            <a:custGeom>
              <a:avLst/>
              <a:gdLst/>
              <a:ahLst/>
              <a:cxnLst/>
              <a:rect l="l" t="t" r="r" b="b"/>
              <a:pathLst>
                <a:path w="177917" h="74983" fill="none" extrusionOk="0">
                  <a:moveTo>
                    <a:pt x="1" y="46365"/>
                  </a:moveTo>
                  <a:lnTo>
                    <a:pt x="67662" y="1"/>
                  </a:lnTo>
                  <a:lnTo>
                    <a:pt x="177916" y="73518"/>
                  </a:lnTo>
                  <a:lnTo>
                    <a:pt x="177916" y="74982"/>
                  </a:lnTo>
                  <a:lnTo>
                    <a:pt x="67662" y="2130"/>
                  </a:lnTo>
                  <a:lnTo>
                    <a:pt x="1" y="47829"/>
                  </a:lnTo>
                  <a:close/>
                </a:path>
              </a:pathLst>
            </a:custGeom>
            <a:noFill/>
            <a:ln w="99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08" name="Google Shape;1008;p26"/>
            <p:cNvSpPr/>
            <p:nvPr/>
          </p:nvSpPr>
          <p:spPr>
            <a:xfrm>
              <a:off x="1530025" y="1157650"/>
              <a:ext cx="4447925" cy="1752550"/>
            </a:xfrm>
            <a:custGeom>
              <a:avLst/>
              <a:gdLst/>
              <a:ahLst/>
              <a:cxnLst/>
              <a:rect l="l" t="t" r="r" b="b"/>
              <a:pathLst>
                <a:path w="177917" h="70102" fill="none" extrusionOk="0">
                  <a:moveTo>
                    <a:pt x="1" y="42948"/>
                  </a:moveTo>
                  <a:lnTo>
                    <a:pt x="2352" y="42948"/>
                  </a:lnTo>
                  <a:lnTo>
                    <a:pt x="67662" y="0"/>
                  </a:lnTo>
                  <a:lnTo>
                    <a:pt x="175875" y="70101"/>
                  </a:lnTo>
                  <a:lnTo>
                    <a:pt x="177916" y="70101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09" name="Google Shape;1009;p26"/>
            <p:cNvSpPr/>
            <p:nvPr/>
          </p:nvSpPr>
          <p:spPr>
            <a:xfrm>
              <a:off x="3221550" y="1157650"/>
              <a:ext cx="25" cy="2513450"/>
            </a:xfrm>
            <a:custGeom>
              <a:avLst/>
              <a:gdLst/>
              <a:ahLst/>
              <a:cxnLst/>
              <a:rect l="l" t="t" r="r" b="b"/>
              <a:pathLst>
                <a:path w="1" h="100538" fill="none" extrusionOk="0">
                  <a:moveTo>
                    <a:pt x="1" y="0"/>
                  </a:moveTo>
                  <a:lnTo>
                    <a:pt x="1" y="100538"/>
                  </a:lnTo>
                </a:path>
              </a:pathLst>
            </a:custGeom>
            <a:noFill/>
            <a:ln w="99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10" name="Google Shape;1010;p26"/>
            <p:cNvSpPr/>
            <p:nvPr/>
          </p:nvSpPr>
          <p:spPr>
            <a:xfrm>
              <a:off x="1588825" y="2231350"/>
              <a:ext cx="25" cy="1686000"/>
            </a:xfrm>
            <a:custGeom>
              <a:avLst/>
              <a:gdLst/>
              <a:ahLst/>
              <a:cxnLst/>
              <a:rect l="l" t="t" r="r" b="b"/>
              <a:pathLst>
                <a:path w="1" h="67440" fill="none" extrusionOk="0">
                  <a:moveTo>
                    <a:pt x="0" y="0"/>
                  </a:moveTo>
                  <a:lnTo>
                    <a:pt x="0" y="67440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11" name="Google Shape;1011;p26"/>
            <p:cNvSpPr/>
            <p:nvPr/>
          </p:nvSpPr>
          <p:spPr>
            <a:xfrm>
              <a:off x="5926900" y="2910175"/>
              <a:ext cx="25" cy="1133625"/>
            </a:xfrm>
            <a:custGeom>
              <a:avLst/>
              <a:gdLst/>
              <a:ahLst/>
              <a:cxnLst/>
              <a:rect l="l" t="t" r="r" b="b"/>
              <a:pathLst>
                <a:path w="1" h="45345" fill="none" extrusionOk="0">
                  <a:moveTo>
                    <a:pt x="0" y="0"/>
                  </a:moveTo>
                  <a:lnTo>
                    <a:pt x="0" y="45345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12" name="Google Shape;1012;p26"/>
            <p:cNvSpPr/>
            <p:nvPr/>
          </p:nvSpPr>
          <p:spPr>
            <a:xfrm>
              <a:off x="1903825" y="1979550"/>
              <a:ext cx="25" cy="1891225"/>
            </a:xfrm>
            <a:custGeom>
              <a:avLst/>
              <a:gdLst/>
              <a:ahLst/>
              <a:cxnLst/>
              <a:rect l="l" t="t" r="r" b="b"/>
              <a:pathLst>
                <a:path w="1" h="75649" fill="none" extrusionOk="0">
                  <a:moveTo>
                    <a:pt x="1" y="1"/>
                  </a:moveTo>
                  <a:lnTo>
                    <a:pt x="1" y="75648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13" name="Google Shape;1013;p26"/>
            <p:cNvSpPr/>
            <p:nvPr/>
          </p:nvSpPr>
          <p:spPr>
            <a:xfrm>
              <a:off x="1945975" y="1950725"/>
              <a:ext cx="36625" cy="1914500"/>
            </a:xfrm>
            <a:custGeom>
              <a:avLst/>
              <a:gdLst/>
              <a:ahLst/>
              <a:cxnLst/>
              <a:rect l="l" t="t" r="r" b="b"/>
              <a:pathLst>
                <a:path w="1465" h="76580" fill="none" extrusionOk="0">
                  <a:moveTo>
                    <a:pt x="1" y="76579"/>
                  </a:moveTo>
                  <a:lnTo>
                    <a:pt x="1" y="0"/>
                  </a:lnTo>
                  <a:lnTo>
                    <a:pt x="1465" y="888"/>
                  </a:lnTo>
                  <a:lnTo>
                    <a:pt x="1465" y="76357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14" name="Google Shape;1014;p26"/>
            <p:cNvSpPr/>
            <p:nvPr/>
          </p:nvSpPr>
          <p:spPr>
            <a:xfrm>
              <a:off x="1530025" y="2233575"/>
              <a:ext cx="25" cy="1691550"/>
            </a:xfrm>
            <a:custGeom>
              <a:avLst/>
              <a:gdLst/>
              <a:ahLst/>
              <a:cxnLst/>
              <a:rect l="l" t="t" r="r" b="b"/>
              <a:pathLst>
                <a:path w="1" h="67662" fill="none" extrusionOk="0">
                  <a:moveTo>
                    <a:pt x="1" y="0"/>
                  </a:moveTo>
                  <a:lnTo>
                    <a:pt x="1" y="67661"/>
                  </a:lnTo>
                </a:path>
              </a:pathLst>
            </a:custGeom>
            <a:noFill/>
            <a:ln w="99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15" name="Google Shape;1015;p26"/>
            <p:cNvSpPr/>
            <p:nvPr/>
          </p:nvSpPr>
          <p:spPr>
            <a:xfrm>
              <a:off x="1572175" y="2204725"/>
              <a:ext cx="36625" cy="1714850"/>
            </a:xfrm>
            <a:custGeom>
              <a:avLst/>
              <a:gdLst/>
              <a:ahLst/>
              <a:cxnLst/>
              <a:rect l="l" t="t" r="r" b="b"/>
              <a:pathLst>
                <a:path w="1465" h="68594" fill="none" extrusionOk="0">
                  <a:moveTo>
                    <a:pt x="1" y="68593"/>
                  </a:moveTo>
                  <a:lnTo>
                    <a:pt x="1" y="0"/>
                  </a:lnTo>
                  <a:lnTo>
                    <a:pt x="1465" y="533"/>
                  </a:lnTo>
                  <a:lnTo>
                    <a:pt x="1465" y="68238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16" name="Google Shape;1016;p26"/>
            <p:cNvSpPr/>
            <p:nvPr/>
          </p:nvSpPr>
          <p:spPr>
            <a:xfrm>
              <a:off x="2244350" y="1747725"/>
              <a:ext cx="25" cy="2073125"/>
            </a:xfrm>
            <a:custGeom>
              <a:avLst/>
              <a:gdLst/>
              <a:ahLst/>
              <a:cxnLst/>
              <a:rect l="l" t="t" r="r" b="b"/>
              <a:pathLst>
                <a:path w="1" h="82925" fill="none" extrusionOk="0">
                  <a:moveTo>
                    <a:pt x="1" y="1"/>
                  </a:moveTo>
                  <a:lnTo>
                    <a:pt x="1" y="82925"/>
                  </a:lnTo>
                </a:path>
              </a:pathLst>
            </a:custGeom>
            <a:noFill/>
            <a:ln w="88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17" name="Google Shape;1017;p26"/>
            <p:cNvSpPr/>
            <p:nvPr/>
          </p:nvSpPr>
          <p:spPr>
            <a:xfrm>
              <a:off x="2299825" y="1712250"/>
              <a:ext cx="46600" cy="2099725"/>
            </a:xfrm>
            <a:custGeom>
              <a:avLst/>
              <a:gdLst/>
              <a:ahLst/>
              <a:cxnLst/>
              <a:rect l="l" t="t" r="r" b="b"/>
              <a:pathLst>
                <a:path w="1864" h="83989" fill="none" extrusionOk="0">
                  <a:moveTo>
                    <a:pt x="0" y="83989"/>
                  </a:moveTo>
                  <a:lnTo>
                    <a:pt x="0" y="0"/>
                  </a:lnTo>
                  <a:lnTo>
                    <a:pt x="1863" y="843"/>
                  </a:lnTo>
                  <a:lnTo>
                    <a:pt x="1863" y="83722"/>
                  </a:lnTo>
                </a:path>
              </a:pathLst>
            </a:custGeom>
            <a:noFill/>
            <a:ln w="88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18" name="Google Shape;1018;p26"/>
            <p:cNvSpPr/>
            <p:nvPr/>
          </p:nvSpPr>
          <p:spPr>
            <a:xfrm>
              <a:off x="2661400" y="1464875"/>
              <a:ext cx="25" cy="2288325"/>
            </a:xfrm>
            <a:custGeom>
              <a:avLst/>
              <a:gdLst/>
              <a:ahLst/>
              <a:cxnLst/>
              <a:rect l="l" t="t" r="r" b="b"/>
              <a:pathLst>
                <a:path w="1" h="91533" fill="none" extrusionOk="0">
                  <a:moveTo>
                    <a:pt x="1" y="1"/>
                  </a:moveTo>
                  <a:lnTo>
                    <a:pt x="1" y="91532"/>
                  </a:lnTo>
                </a:path>
              </a:pathLst>
            </a:custGeom>
            <a:noFill/>
            <a:ln w="88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19" name="Google Shape;1019;p26"/>
            <p:cNvSpPr/>
            <p:nvPr/>
          </p:nvSpPr>
          <p:spPr>
            <a:xfrm>
              <a:off x="2716875" y="1429400"/>
              <a:ext cx="47725" cy="2320475"/>
            </a:xfrm>
            <a:custGeom>
              <a:avLst/>
              <a:gdLst/>
              <a:ahLst/>
              <a:cxnLst/>
              <a:rect l="l" t="t" r="r" b="b"/>
              <a:pathLst>
                <a:path w="1909" h="92819" fill="none" extrusionOk="0">
                  <a:moveTo>
                    <a:pt x="0" y="92818"/>
                  </a:moveTo>
                  <a:lnTo>
                    <a:pt x="0" y="0"/>
                  </a:lnTo>
                  <a:lnTo>
                    <a:pt x="1908" y="1154"/>
                  </a:lnTo>
                  <a:lnTo>
                    <a:pt x="1908" y="92507"/>
                  </a:lnTo>
                </a:path>
              </a:pathLst>
            </a:custGeom>
            <a:noFill/>
            <a:ln w="88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20" name="Google Shape;1020;p26"/>
            <p:cNvSpPr/>
            <p:nvPr/>
          </p:nvSpPr>
          <p:spPr>
            <a:xfrm>
              <a:off x="4986300" y="2253525"/>
              <a:ext cx="25" cy="1660500"/>
            </a:xfrm>
            <a:custGeom>
              <a:avLst/>
              <a:gdLst/>
              <a:ahLst/>
              <a:cxnLst/>
              <a:rect l="l" t="t" r="r" b="b"/>
              <a:pathLst>
                <a:path w="1" h="66420" fill="none" extrusionOk="0">
                  <a:moveTo>
                    <a:pt x="0" y="1"/>
                  </a:moveTo>
                  <a:lnTo>
                    <a:pt x="0" y="66420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21" name="Google Shape;1021;p26"/>
            <p:cNvSpPr/>
            <p:nvPr/>
          </p:nvSpPr>
          <p:spPr>
            <a:xfrm>
              <a:off x="4907550" y="2224700"/>
              <a:ext cx="36625" cy="1682675"/>
            </a:xfrm>
            <a:custGeom>
              <a:avLst/>
              <a:gdLst/>
              <a:ahLst/>
              <a:cxnLst/>
              <a:rect l="l" t="t" r="r" b="b"/>
              <a:pathLst>
                <a:path w="1465" h="67307" fill="none" extrusionOk="0">
                  <a:moveTo>
                    <a:pt x="1464" y="67306"/>
                  </a:moveTo>
                  <a:lnTo>
                    <a:pt x="1464" y="0"/>
                  </a:lnTo>
                  <a:lnTo>
                    <a:pt x="0" y="1021"/>
                  </a:lnTo>
                  <a:lnTo>
                    <a:pt x="0" y="67129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22" name="Google Shape;1022;p26"/>
            <p:cNvSpPr/>
            <p:nvPr/>
          </p:nvSpPr>
          <p:spPr>
            <a:xfrm>
              <a:off x="5358975" y="2498650"/>
              <a:ext cx="25" cy="1466400"/>
            </a:xfrm>
            <a:custGeom>
              <a:avLst/>
              <a:gdLst/>
              <a:ahLst/>
              <a:cxnLst/>
              <a:rect l="l" t="t" r="r" b="b"/>
              <a:pathLst>
                <a:path w="1" h="58656" fill="none" extrusionOk="0">
                  <a:moveTo>
                    <a:pt x="1" y="1"/>
                  </a:moveTo>
                  <a:lnTo>
                    <a:pt x="1" y="58655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23" name="Google Shape;1023;p26"/>
            <p:cNvSpPr/>
            <p:nvPr/>
          </p:nvSpPr>
          <p:spPr>
            <a:xfrm>
              <a:off x="5281350" y="2473150"/>
              <a:ext cx="35500" cy="1486350"/>
            </a:xfrm>
            <a:custGeom>
              <a:avLst/>
              <a:gdLst/>
              <a:ahLst/>
              <a:cxnLst/>
              <a:rect l="l" t="t" r="r" b="b"/>
              <a:pathLst>
                <a:path w="1420" h="59454" fill="none" extrusionOk="0">
                  <a:moveTo>
                    <a:pt x="1420" y="59454"/>
                  </a:moveTo>
                  <a:lnTo>
                    <a:pt x="1420" y="0"/>
                  </a:lnTo>
                  <a:lnTo>
                    <a:pt x="0" y="666"/>
                  </a:lnTo>
                  <a:lnTo>
                    <a:pt x="0" y="59232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24" name="Google Shape;1024;p26"/>
            <p:cNvSpPr/>
            <p:nvPr/>
          </p:nvSpPr>
          <p:spPr>
            <a:xfrm>
              <a:off x="5628525" y="2675025"/>
              <a:ext cx="25" cy="1327725"/>
            </a:xfrm>
            <a:custGeom>
              <a:avLst/>
              <a:gdLst/>
              <a:ahLst/>
              <a:cxnLst/>
              <a:rect l="l" t="t" r="r" b="b"/>
              <a:pathLst>
                <a:path w="1" h="53109" fill="none" extrusionOk="0">
                  <a:moveTo>
                    <a:pt x="0" y="0"/>
                  </a:moveTo>
                  <a:lnTo>
                    <a:pt x="0" y="53109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25" name="Google Shape;1025;p26"/>
            <p:cNvSpPr/>
            <p:nvPr/>
          </p:nvSpPr>
          <p:spPr>
            <a:xfrm>
              <a:off x="5549775" y="2648400"/>
              <a:ext cx="36625" cy="1348825"/>
            </a:xfrm>
            <a:custGeom>
              <a:avLst/>
              <a:gdLst/>
              <a:ahLst/>
              <a:cxnLst/>
              <a:rect l="l" t="t" r="r" b="b"/>
              <a:pathLst>
                <a:path w="1465" h="53953" fill="none" extrusionOk="0">
                  <a:moveTo>
                    <a:pt x="1464" y="53952"/>
                  </a:moveTo>
                  <a:lnTo>
                    <a:pt x="1464" y="1"/>
                  </a:lnTo>
                  <a:lnTo>
                    <a:pt x="0" y="711"/>
                  </a:lnTo>
                  <a:lnTo>
                    <a:pt x="0" y="53730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7" name="Google Shape;1026;p26"/>
            <p:cNvSpPr/>
            <p:nvPr/>
          </p:nvSpPr>
          <p:spPr>
            <a:xfrm>
              <a:off x="5977925" y="2905750"/>
              <a:ext cx="25" cy="1145825"/>
            </a:xfrm>
            <a:custGeom>
              <a:avLst/>
              <a:gdLst/>
              <a:ahLst/>
              <a:cxnLst/>
              <a:rect l="l" t="t" r="r" b="b"/>
              <a:pathLst>
                <a:path w="1" h="45833" fill="none" extrusionOk="0">
                  <a:moveTo>
                    <a:pt x="0" y="0"/>
                  </a:moveTo>
                  <a:lnTo>
                    <a:pt x="0" y="45832"/>
                  </a:lnTo>
                </a:path>
              </a:pathLst>
            </a:custGeom>
            <a:noFill/>
            <a:ln w="99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27" name="Google Shape;1027;p26"/>
            <p:cNvSpPr/>
            <p:nvPr/>
          </p:nvSpPr>
          <p:spPr>
            <a:xfrm>
              <a:off x="5899175" y="2880225"/>
              <a:ext cx="36625" cy="1164675"/>
            </a:xfrm>
            <a:custGeom>
              <a:avLst/>
              <a:gdLst/>
              <a:ahLst/>
              <a:cxnLst/>
              <a:rect l="l" t="t" r="r" b="b"/>
              <a:pathLst>
                <a:path w="1465" h="46587" fill="none" extrusionOk="0">
                  <a:moveTo>
                    <a:pt x="1464" y="46587"/>
                  </a:moveTo>
                  <a:lnTo>
                    <a:pt x="1464" y="1"/>
                  </a:lnTo>
                  <a:lnTo>
                    <a:pt x="0" y="666"/>
                  </a:lnTo>
                  <a:lnTo>
                    <a:pt x="0" y="46454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28" name="Google Shape;1028;p26"/>
            <p:cNvSpPr/>
            <p:nvPr/>
          </p:nvSpPr>
          <p:spPr>
            <a:xfrm>
              <a:off x="4567025" y="1976225"/>
              <a:ext cx="25" cy="1879000"/>
            </a:xfrm>
            <a:custGeom>
              <a:avLst/>
              <a:gdLst/>
              <a:ahLst/>
              <a:cxnLst/>
              <a:rect l="l" t="t" r="r" b="b"/>
              <a:pathLst>
                <a:path w="1" h="75160" fill="none" extrusionOk="0">
                  <a:moveTo>
                    <a:pt x="0" y="1"/>
                  </a:moveTo>
                  <a:lnTo>
                    <a:pt x="0" y="75160"/>
                  </a:lnTo>
                </a:path>
              </a:pathLst>
            </a:custGeom>
            <a:noFill/>
            <a:ln w="88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29" name="Google Shape;1029;p26"/>
            <p:cNvSpPr/>
            <p:nvPr/>
          </p:nvSpPr>
          <p:spPr>
            <a:xfrm>
              <a:off x="4463850" y="1940725"/>
              <a:ext cx="47725" cy="1907850"/>
            </a:xfrm>
            <a:custGeom>
              <a:avLst/>
              <a:gdLst/>
              <a:ahLst/>
              <a:cxnLst/>
              <a:rect l="l" t="t" r="r" b="b"/>
              <a:pathLst>
                <a:path w="1909" h="76314" fill="none" extrusionOk="0">
                  <a:moveTo>
                    <a:pt x="1909" y="76314"/>
                  </a:moveTo>
                  <a:lnTo>
                    <a:pt x="1909" y="1"/>
                  </a:lnTo>
                  <a:lnTo>
                    <a:pt x="1" y="844"/>
                  </a:lnTo>
                  <a:lnTo>
                    <a:pt x="1" y="76048"/>
                  </a:lnTo>
                </a:path>
              </a:pathLst>
            </a:custGeom>
            <a:noFill/>
            <a:ln w="88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30" name="Google Shape;1030;p26"/>
            <p:cNvSpPr/>
            <p:nvPr/>
          </p:nvSpPr>
          <p:spPr>
            <a:xfrm>
              <a:off x="4039025" y="1627950"/>
              <a:ext cx="25" cy="2155200"/>
            </a:xfrm>
            <a:custGeom>
              <a:avLst/>
              <a:gdLst/>
              <a:ahLst/>
              <a:cxnLst/>
              <a:rect l="l" t="t" r="r" b="b"/>
              <a:pathLst>
                <a:path w="1" h="86208" fill="none" extrusionOk="0">
                  <a:moveTo>
                    <a:pt x="1" y="0"/>
                  </a:moveTo>
                  <a:lnTo>
                    <a:pt x="1" y="86207"/>
                  </a:lnTo>
                </a:path>
              </a:pathLst>
            </a:custGeom>
            <a:noFill/>
            <a:ln w="88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31" name="Google Shape;1031;p26"/>
            <p:cNvSpPr/>
            <p:nvPr/>
          </p:nvSpPr>
          <p:spPr>
            <a:xfrm>
              <a:off x="3937000" y="1592450"/>
              <a:ext cx="46600" cy="2182925"/>
            </a:xfrm>
            <a:custGeom>
              <a:avLst/>
              <a:gdLst/>
              <a:ahLst/>
              <a:cxnLst/>
              <a:rect l="l" t="t" r="r" b="b"/>
              <a:pathLst>
                <a:path w="1864" h="87317" fill="none" extrusionOk="0">
                  <a:moveTo>
                    <a:pt x="1864" y="87317"/>
                  </a:moveTo>
                  <a:lnTo>
                    <a:pt x="1864" y="0"/>
                  </a:lnTo>
                  <a:lnTo>
                    <a:pt x="0" y="1154"/>
                  </a:lnTo>
                  <a:lnTo>
                    <a:pt x="0" y="87050"/>
                  </a:lnTo>
                </a:path>
              </a:pathLst>
            </a:custGeom>
            <a:noFill/>
            <a:ln w="88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32" name="Google Shape;1032;p26"/>
            <p:cNvSpPr/>
            <p:nvPr/>
          </p:nvSpPr>
          <p:spPr>
            <a:xfrm>
              <a:off x="5823750" y="4164675"/>
              <a:ext cx="43275" cy="567950"/>
            </a:xfrm>
            <a:custGeom>
              <a:avLst/>
              <a:gdLst/>
              <a:ahLst/>
              <a:cxnLst/>
              <a:rect l="l" t="t" r="r" b="b"/>
              <a:pathLst>
                <a:path w="1731" h="22718" fill="none" extrusionOk="0">
                  <a:moveTo>
                    <a:pt x="0" y="1"/>
                  </a:moveTo>
                  <a:lnTo>
                    <a:pt x="0" y="22407"/>
                  </a:lnTo>
                  <a:lnTo>
                    <a:pt x="976" y="22717"/>
                  </a:lnTo>
                  <a:lnTo>
                    <a:pt x="976" y="2130"/>
                  </a:lnTo>
                  <a:cubicBezTo>
                    <a:pt x="976" y="2130"/>
                    <a:pt x="1730" y="1287"/>
                    <a:pt x="1464" y="89"/>
                  </a:cubicBezTo>
                  <a:close/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33" name="Google Shape;1033;p26"/>
            <p:cNvSpPr/>
            <p:nvPr/>
          </p:nvSpPr>
          <p:spPr>
            <a:xfrm>
              <a:off x="5847025" y="4170225"/>
              <a:ext cx="61050" cy="562400"/>
            </a:xfrm>
            <a:custGeom>
              <a:avLst/>
              <a:gdLst/>
              <a:ahLst/>
              <a:cxnLst/>
              <a:rect l="l" t="t" r="r" b="b"/>
              <a:pathLst>
                <a:path w="2442" h="22496" fill="none" extrusionOk="0">
                  <a:moveTo>
                    <a:pt x="2130" y="1"/>
                  </a:moveTo>
                  <a:cubicBezTo>
                    <a:pt x="2441" y="1287"/>
                    <a:pt x="1642" y="1997"/>
                    <a:pt x="1642" y="1997"/>
                  </a:cubicBezTo>
                  <a:lnTo>
                    <a:pt x="1642" y="22406"/>
                  </a:lnTo>
                  <a:lnTo>
                    <a:pt x="1" y="22495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34" name="Google Shape;1034;p26"/>
            <p:cNvSpPr/>
            <p:nvPr/>
          </p:nvSpPr>
          <p:spPr>
            <a:xfrm>
              <a:off x="1669775" y="4295575"/>
              <a:ext cx="216325" cy="11100"/>
            </a:xfrm>
            <a:custGeom>
              <a:avLst/>
              <a:gdLst/>
              <a:ahLst/>
              <a:cxnLst/>
              <a:rect l="l" t="t" r="r" b="b"/>
              <a:pathLst>
                <a:path w="8653" h="444" fill="none" extrusionOk="0">
                  <a:moveTo>
                    <a:pt x="8653" y="0"/>
                  </a:moveTo>
                  <a:lnTo>
                    <a:pt x="1" y="444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35" name="Google Shape;1035;p26"/>
            <p:cNvSpPr/>
            <p:nvPr/>
          </p:nvSpPr>
          <p:spPr>
            <a:xfrm>
              <a:off x="1669775" y="4618350"/>
              <a:ext cx="216325" cy="5575"/>
            </a:xfrm>
            <a:custGeom>
              <a:avLst/>
              <a:gdLst/>
              <a:ahLst/>
              <a:cxnLst/>
              <a:rect l="l" t="t" r="r" b="b"/>
              <a:pathLst>
                <a:path w="8653" h="223" fill="none" extrusionOk="0">
                  <a:moveTo>
                    <a:pt x="8653" y="222"/>
                  </a:moveTo>
                  <a:lnTo>
                    <a:pt x="1" y="0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36" name="Google Shape;1036;p26"/>
            <p:cNvSpPr/>
            <p:nvPr/>
          </p:nvSpPr>
          <p:spPr>
            <a:xfrm>
              <a:off x="1669775" y="4641625"/>
              <a:ext cx="216325" cy="25"/>
            </a:xfrm>
            <a:custGeom>
              <a:avLst/>
              <a:gdLst/>
              <a:ahLst/>
              <a:cxnLst/>
              <a:rect l="l" t="t" r="r" b="b"/>
              <a:pathLst>
                <a:path w="8653" h="1" fill="none" extrusionOk="0">
                  <a:moveTo>
                    <a:pt x="8653" y="1"/>
                  </a:moveTo>
                  <a:lnTo>
                    <a:pt x="1" y="1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37" name="Google Shape;1037;p26"/>
            <p:cNvSpPr/>
            <p:nvPr/>
          </p:nvSpPr>
          <p:spPr>
            <a:xfrm>
              <a:off x="1694200" y="4306650"/>
              <a:ext cx="25" cy="312825"/>
            </a:xfrm>
            <a:custGeom>
              <a:avLst/>
              <a:gdLst/>
              <a:ahLst/>
              <a:cxnLst/>
              <a:rect l="l" t="t" r="r" b="b"/>
              <a:pathLst>
                <a:path w="1" h="12513" fill="none" extrusionOk="0">
                  <a:moveTo>
                    <a:pt x="0" y="1"/>
                  </a:moveTo>
                  <a:lnTo>
                    <a:pt x="0" y="12513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38" name="Google Shape;1038;p26"/>
            <p:cNvSpPr/>
            <p:nvPr/>
          </p:nvSpPr>
          <p:spPr>
            <a:xfrm>
              <a:off x="1953750" y="4619450"/>
              <a:ext cx="285075" cy="2250"/>
            </a:xfrm>
            <a:custGeom>
              <a:avLst/>
              <a:gdLst/>
              <a:ahLst/>
              <a:cxnLst/>
              <a:rect l="l" t="t" r="r" b="b"/>
              <a:pathLst>
                <a:path w="11403" h="90" fill="none" extrusionOk="0">
                  <a:moveTo>
                    <a:pt x="0" y="89"/>
                  </a:moveTo>
                  <a:lnTo>
                    <a:pt x="11403" y="1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39" name="Google Shape;1039;p26"/>
            <p:cNvSpPr/>
            <p:nvPr/>
          </p:nvSpPr>
          <p:spPr>
            <a:xfrm>
              <a:off x="1953750" y="4637200"/>
              <a:ext cx="285075" cy="25"/>
            </a:xfrm>
            <a:custGeom>
              <a:avLst/>
              <a:gdLst/>
              <a:ahLst/>
              <a:cxnLst/>
              <a:rect l="l" t="t" r="r" b="b"/>
              <a:pathLst>
                <a:path w="11403" h="1" fill="none" extrusionOk="0">
                  <a:moveTo>
                    <a:pt x="0" y="0"/>
                  </a:moveTo>
                  <a:lnTo>
                    <a:pt x="11403" y="0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40" name="Google Shape;1040;p26"/>
            <p:cNvSpPr/>
            <p:nvPr/>
          </p:nvSpPr>
          <p:spPr>
            <a:xfrm>
              <a:off x="1953750" y="4278925"/>
              <a:ext cx="285075" cy="11125"/>
            </a:xfrm>
            <a:custGeom>
              <a:avLst/>
              <a:gdLst/>
              <a:ahLst/>
              <a:cxnLst/>
              <a:rect l="l" t="t" r="r" b="b"/>
              <a:pathLst>
                <a:path w="11403" h="445" fill="none" extrusionOk="0">
                  <a:moveTo>
                    <a:pt x="0" y="444"/>
                  </a:moveTo>
                  <a:lnTo>
                    <a:pt x="11403" y="1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41" name="Google Shape;1041;p26"/>
            <p:cNvSpPr/>
            <p:nvPr/>
          </p:nvSpPr>
          <p:spPr>
            <a:xfrm>
              <a:off x="1985900" y="4288900"/>
              <a:ext cx="1150" cy="331675"/>
            </a:xfrm>
            <a:custGeom>
              <a:avLst/>
              <a:gdLst/>
              <a:ahLst/>
              <a:cxnLst/>
              <a:rect l="l" t="t" r="r" b="b"/>
              <a:pathLst>
                <a:path w="46" h="13267" fill="none" extrusionOk="0">
                  <a:moveTo>
                    <a:pt x="1" y="1"/>
                  </a:moveTo>
                  <a:lnTo>
                    <a:pt x="45" y="13267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42" name="Google Shape;1042;p26"/>
            <p:cNvSpPr/>
            <p:nvPr/>
          </p:nvSpPr>
          <p:spPr>
            <a:xfrm>
              <a:off x="2322000" y="4267825"/>
              <a:ext cx="326125" cy="8900"/>
            </a:xfrm>
            <a:custGeom>
              <a:avLst/>
              <a:gdLst/>
              <a:ahLst/>
              <a:cxnLst/>
              <a:rect l="l" t="t" r="r" b="b"/>
              <a:pathLst>
                <a:path w="13045" h="356" fill="none" extrusionOk="0">
                  <a:moveTo>
                    <a:pt x="0" y="356"/>
                  </a:moveTo>
                  <a:lnTo>
                    <a:pt x="13045" y="1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43" name="Google Shape;1043;p26"/>
            <p:cNvSpPr/>
            <p:nvPr/>
          </p:nvSpPr>
          <p:spPr>
            <a:xfrm>
              <a:off x="2322000" y="4613900"/>
              <a:ext cx="318350" cy="2250"/>
            </a:xfrm>
            <a:custGeom>
              <a:avLst/>
              <a:gdLst/>
              <a:ahLst/>
              <a:cxnLst/>
              <a:rect l="l" t="t" r="r" b="b"/>
              <a:pathLst>
                <a:path w="12734" h="90" fill="none" extrusionOk="0">
                  <a:moveTo>
                    <a:pt x="0" y="89"/>
                  </a:moveTo>
                  <a:lnTo>
                    <a:pt x="12734" y="1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44" name="Google Shape;1044;p26"/>
            <p:cNvSpPr/>
            <p:nvPr/>
          </p:nvSpPr>
          <p:spPr>
            <a:xfrm>
              <a:off x="2322000" y="4631650"/>
              <a:ext cx="322800" cy="1125"/>
            </a:xfrm>
            <a:custGeom>
              <a:avLst/>
              <a:gdLst/>
              <a:ahLst/>
              <a:cxnLst/>
              <a:rect l="l" t="t" r="r" b="b"/>
              <a:pathLst>
                <a:path w="12912" h="45" fill="none" extrusionOk="0">
                  <a:moveTo>
                    <a:pt x="0" y="45"/>
                  </a:moveTo>
                  <a:lnTo>
                    <a:pt x="12911" y="1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45" name="Google Shape;1045;p26"/>
            <p:cNvSpPr/>
            <p:nvPr/>
          </p:nvSpPr>
          <p:spPr>
            <a:xfrm>
              <a:off x="2353050" y="4275600"/>
              <a:ext cx="25" cy="336100"/>
            </a:xfrm>
            <a:custGeom>
              <a:avLst/>
              <a:gdLst/>
              <a:ahLst/>
              <a:cxnLst/>
              <a:rect l="l" t="t" r="r" b="b"/>
              <a:pathLst>
                <a:path w="1" h="13444" fill="none" extrusionOk="0">
                  <a:moveTo>
                    <a:pt x="1" y="0"/>
                  </a:moveTo>
                  <a:lnTo>
                    <a:pt x="1" y="13444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46" name="Google Shape;1046;p26"/>
            <p:cNvSpPr/>
            <p:nvPr/>
          </p:nvSpPr>
          <p:spPr>
            <a:xfrm>
              <a:off x="2751250" y="4253425"/>
              <a:ext cx="381600" cy="5550"/>
            </a:xfrm>
            <a:custGeom>
              <a:avLst/>
              <a:gdLst/>
              <a:ahLst/>
              <a:cxnLst/>
              <a:rect l="l" t="t" r="r" b="b"/>
              <a:pathLst>
                <a:path w="15264" h="222" fill="none" extrusionOk="0">
                  <a:moveTo>
                    <a:pt x="1" y="222"/>
                  </a:moveTo>
                  <a:lnTo>
                    <a:pt x="15263" y="0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47" name="Google Shape;1047;p26"/>
            <p:cNvSpPr/>
            <p:nvPr/>
          </p:nvSpPr>
          <p:spPr>
            <a:xfrm>
              <a:off x="2924300" y="4255625"/>
              <a:ext cx="25" cy="549075"/>
            </a:xfrm>
            <a:custGeom>
              <a:avLst/>
              <a:gdLst/>
              <a:ahLst/>
              <a:cxnLst/>
              <a:rect l="l" t="t" r="r" b="b"/>
              <a:pathLst>
                <a:path w="1" h="21963" fill="none" extrusionOk="0">
                  <a:moveTo>
                    <a:pt x="0" y="1"/>
                  </a:moveTo>
                  <a:lnTo>
                    <a:pt x="0" y="21963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48" name="Google Shape;1048;p26"/>
            <p:cNvSpPr/>
            <p:nvPr/>
          </p:nvSpPr>
          <p:spPr>
            <a:xfrm>
              <a:off x="2778975" y="4284475"/>
              <a:ext cx="119825" cy="370500"/>
            </a:xfrm>
            <a:custGeom>
              <a:avLst/>
              <a:gdLst/>
              <a:ahLst/>
              <a:cxnLst/>
              <a:rect l="l" t="t" r="r" b="b"/>
              <a:pathLst>
                <a:path w="4793" h="14820" fill="none" extrusionOk="0">
                  <a:moveTo>
                    <a:pt x="1" y="0"/>
                  </a:moveTo>
                  <a:lnTo>
                    <a:pt x="4793" y="0"/>
                  </a:lnTo>
                  <a:lnTo>
                    <a:pt x="4793" y="14819"/>
                  </a:lnTo>
                  <a:lnTo>
                    <a:pt x="267" y="14819"/>
                  </a:lnTo>
                  <a:close/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49" name="Google Shape;1049;p26"/>
            <p:cNvSpPr/>
            <p:nvPr/>
          </p:nvSpPr>
          <p:spPr>
            <a:xfrm>
              <a:off x="2946475" y="4281150"/>
              <a:ext cx="159750" cy="373825"/>
            </a:xfrm>
            <a:custGeom>
              <a:avLst/>
              <a:gdLst/>
              <a:ahLst/>
              <a:cxnLst/>
              <a:rect l="l" t="t" r="r" b="b"/>
              <a:pathLst>
                <a:path w="6390" h="14953" fill="none" extrusionOk="0">
                  <a:moveTo>
                    <a:pt x="1" y="133"/>
                  </a:moveTo>
                  <a:lnTo>
                    <a:pt x="1" y="14952"/>
                  </a:lnTo>
                  <a:lnTo>
                    <a:pt x="6390" y="14952"/>
                  </a:lnTo>
                  <a:lnTo>
                    <a:pt x="6390" y="0"/>
                  </a:lnTo>
                  <a:close/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50" name="Google Shape;1050;p26"/>
            <p:cNvSpPr/>
            <p:nvPr/>
          </p:nvSpPr>
          <p:spPr>
            <a:xfrm>
              <a:off x="3321375" y="4676025"/>
              <a:ext cx="615650" cy="12225"/>
            </a:xfrm>
            <a:custGeom>
              <a:avLst/>
              <a:gdLst/>
              <a:ahLst/>
              <a:cxnLst/>
              <a:rect l="l" t="t" r="r" b="b"/>
              <a:pathLst>
                <a:path w="24626" h="489" fill="none" extrusionOk="0">
                  <a:moveTo>
                    <a:pt x="24625" y="0"/>
                  </a:moveTo>
                  <a:lnTo>
                    <a:pt x="1" y="488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51" name="Google Shape;1051;p26"/>
            <p:cNvSpPr/>
            <p:nvPr/>
          </p:nvSpPr>
          <p:spPr>
            <a:xfrm>
              <a:off x="3323600" y="4646075"/>
              <a:ext cx="613425" cy="8900"/>
            </a:xfrm>
            <a:custGeom>
              <a:avLst/>
              <a:gdLst/>
              <a:ahLst/>
              <a:cxnLst/>
              <a:rect l="l" t="t" r="r" b="b"/>
              <a:pathLst>
                <a:path w="24537" h="356" fill="none" extrusionOk="0">
                  <a:moveTo>
                    <a:pt x="1" y="355"/>
                  </a:moveTo>
                  <a:lnTo>
                    <a:pt x="24536" y="0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52" name="Google Shape;1052;p26"/>
            <p:cNvSpPr/>
            <p:nvPr/>
          </p:nvSpPr>
          <p:spPr>
            <a:xfrm>
              <a:off x="3323600" y="4243425"/>
              <a:ext cx="613425" cy="10025"/>
            </a:xfrm>
            <a:custGeom>
              <a:avLst/>
              <a:gdLst/>
              <a:ahLst/>
              <a:cxnLst/>
              <a:rect l="l" t="t" r="r" b="b"/>
              <a:pathLst>
                <a:path w="24537" h="401" fill="none" extrusionOk="0">
                  <a:moveTo>
                    <a:pt x="1" y="1"/>
                  </a:moveTo>
                  <a:lnTo>
                    <a:pt x="24536" y="400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53" name="Google Shape;1053;p26"/>
            <p:cNvSpPr/>
            <p:nvPr/>
          </p:nvSpPr>
          <p:spPr>
            <a:xfrm>
              <a:off x="3910375" y="4247875"/>
              <a:ext cx="25" cy="398225"/>
            </a:xfrm>
            <a:custGeom>
              <a:avLst/>
              <a:gdLst/>
              <a:ahLst/>
              <a:cxnLst/>
              <a:rect l="l" t="t" r="r" b="b"/>
              <a:pathLst>
                <a:path w="1" h="15929" fill="none" extrusionOk="0">
                  <a:moveTo>
                    <a:pt x="0" y="0"/>
                  </a:moveTo>
                  <a:lnTo>
                    <a:pt x="0" y="15928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54" name="Google Shape;1054;p26"/>
            <p:cNvSpPr/>
            <p:nvPr/>
          </p:nvSpPr>
          <p:spPr>
            <a:xfrm>
              <a:off x="4043475" y="4253425"/>
              <a:ext cx="451475" cy="14425"/>
            </a:xfrm>
            <a:custGeom>
              <a:avLst/>
              <a:gdLst/>
              <a:ahLst/>
              <a:cxnLst/>
              <a:rect l="l" t="t" r="r" b="b"/>
              <a:pathLst>
                <a:path w="18059" h="577" fill="none" extrusionOk="0">
                  <a:moveTo>
                    <a:pt x="0" y="0"/>
                  </a:moveTo>
                  <a:lnTo>
                    <a:pt x="18058" y="577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55" name="Google Shape;1055;p26"/>
            <p:cNvSpPr/>
            <p:nvPr/>
          </p:nvSpPr>
          <p:spPr>
            <a:xfrm>
              <a:off x="4043475" y="4638300"/>
              <a:ext cx="455900" cy="3350"/>
            </a:xfrm>
            <a:custGeom>
              <a:avLst/>
              <a:gdLst/>
              <a:ahLst/>
              <a:cxnLst/>
              <a:rect l="l" t="t" r="r" b="b"/>
              <a:pathLst>
                <a:path w="18236" h="134" fill="none" extrusionOk="0">
                  <a:moveTo>
                    <a:pt x="0" y="134"/>
                  </a:moveTo>
                  <a:lnTo>
                    <a:pt x="18236" y="1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56" name="Google Shape;1056;p26"/>
            <p:cNvSpPr/>
            <p:nvPr/>
          </p:nvSpPr>
          <p:spPr>
            <a:xfrm>
              <a:off x="4043475" y="4663825"/>
              <a:ext cx="455900" cy="3350"/>
            </a:xfrm>
            <a:custGeom>
              <a:avLst/>
              <a:gdLst/>
              <a:ahLst/>
              <a:cxnLst/>
              <a:rect l="l" t="t" r="r" b="b"/>
              <a:pathLst>
                <a:path w="18236" h="134" fill="none" extrusionOk="0">
                  <a:moveTo>
                    <a:pt x="0" y="133"/>
                  </a:moveTo>
                  <a:lnTo>
                    <a:pt x="18236" y="0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57" name="Google Shape;1057;p26"/>
            <p:cNvSpPr/>
            <p:nvPr/>
          </p:nvSpPr>
          <p:spPr>
            <a:xfrm>
              <a:off x="4470525" y="4267825"/>
              <a:ext cx="25" cy="370500"/>
            </a:xfrm>
            <a:custGeom>
              <a:avLst/>
              <a:gdLst/>
              <a:ahLst/>
              <a:cxnLst/>
              <a:rect l="l" t="t" r="r" b="b"/>
              <a:pathLst>
                <a:path w="1" h="14820" fill="none" extrusionOk="0">
                  <a:moveTo>
                    <a:pt x="0" y="1"/>
                  </a:moveTo>
                  <a:lnTo>
                    <a:pt x="0" y="14820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58" name="Google Shape;1058;p26"/>
            <p:cNvSpPr/>
            <p:nvPr/>
          </p:nvSpPr>
          <p:spPr>
            <a:xfrm>
              <a:off x="4581425" y="4638300"/>
              <a:ext cx="327250" cy="25"/>
            </a:xfrm>
            <a:custGeom>
              <a:avLst/>
              <a:gdLst/>
              <a:ahLst/>
              <a:cxnLst/>
              <a:rect l="l" t="t" r="r" b="b"/>
              <a:pathLst>
                <a:path w="13090" h="1" fill="none" extrusionOk="0">
                  <a:moveTo>
                    <a:pt x="1" y="1"/>
                  </a:moveTo>
                  <a:lnTo>
                    <a:pt x="13089" y="1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59" name="Google Shape;1059;p26"/>
            <p:cNvSpPr/>
            <p:nvPr/>
          </p:nvSpPr>
          <p:spPr>
            <a:xfrm>
              <a:off x="4581425" y="4662700"/>
              <a:ext cx="327250" cy="4475"/>
            </a:xfrm>
            <a:custGeom>
              <a:avLst/>
              <a:gdLst/>
              <a:ahLst/>
              <a:cxnLst/>
              <a:rect l="l" t="t" r="r" b="b"/>
              <a:pathLst>
                <a:path w="13090" h="179" fill="none" extrusionOk="0">
                  <a:moveTo>
                    <a:pt x="1" y="178"/>
                  </a:moveTo>
                  <a:lnTo>
                    <a:pt x="13089" y="1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60" name="Google Shape;1060;p26"/>
            <p:cNvSpPr/>
            <p:nvPr/>
          </p:nvSpPr>
          <p:spPr>
            <a:xfrm>
              <a:off x="4581425" y="4267825"/>
              <a:ext cx="327250" cy="8900"/>
            </a:xfrm>
            <a:custGeom>
              <a:avLst/>
              <a:gdLst/>
              <a:ahLst/>
              <a:cxnLst/>
              <a:rect l="l" t="t" r="r" b="b"/>
              <a:pathLst>
                <a:path w="13090" h="356" fill="none" extrusionOk="0">
                  <a:moveTo>
                    <a:pt x="1" y="1"/>
                  </a:moveTo>
                  <a:lnTo>
                    <a:pt x="13089" y="356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61" name="Google Shape;1061;p26"/>
            <p:cNvSpPr/>
            <p:nvPr/>
          </p:nvSpPr>
          <p:spPr>
            <a:xfrm>
              <a:off x="4887575" y="4275600"/>
              <a:ext cx="25" cy="362725"/>
            </a:xfrm>
            <a:custGeom>
              <a:avLst/>
              <a:gdLst/>
              <a:ahLst/>
              <a:cxnLst/>
              <a:rect l="l" t="t" r="r" b="b"/>
              <a:pathLst>
                <a:path w="1" h="14509" fill="none" extrusionOk="0">
                  <a:moveTo>
                    <a:pt x="0" y="0"/>
                  </a:moveTo>
                  <a:lnTo>
                    <a:pt x="0" y="14509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62" name="Google Shape;1062;p26"/>
            <p:cNvSpPr/>
            <p:nvPr/>
          </p:nvSpPr>
          <p:spPr>
            <a:xfrm>
              <a:off x="5294650" y="4113650"/>
              <a:ext cx="25" cy="627850"/>
            </a:xfrm>
            <a:custGeom>
              <a:avLst/>
              <a:gdLst/>
              <a:ahLst/>
              <a:cxnLst/>
              <a:rect l="l" t="t" r="r" b="b"/>
              <a:pathLst>
                <a:path w="1" h="25114" fill="none" extrusionOk="0">
                  <a:moveTo>
                    <a:pt x="1" y="1"/>
                  </a:moveTo>
                  <a:lnTo>
                    <a:pt x="1" y="25113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63" name="Google Shape;1063;p26"/>
            <p:cNvSpPr/>
            <p:nvPr/>
          </p:nvSpPr>
          <p:spPr>
            <a:xfrm>
              <a:off x="5628525" y="4142500"/>
              <a:ext cx="25" cy="586775"/>
            </a:xfrm>
            <a:custGeom>
              <a:avLst/>
              <a:gdLst/>
              <a:ahLst/>
              <a:cxnLst/>
              <a:rect l="l" t="t" r="r" b="b"/>
              <a:pathLst>
                <a:path w="1" h="23471" fill="none" extrusionOk="0">
                  <a:moveTo>
                    <a:pt x="0" y="0"/>
                  </a:moveTo>
                  <a:lnTo>
                    <a:pt x="0" y="23471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64" name="Google Shape;1064;p26"/>
            <p:cNvSpPr/>
            <p:nvPr/>
          </p:nvSpPr>
          <p:spPr>
            <a:xfrm>
              <a:off x="5352325" y="4180200"/>
              <a:ext cx="227425" cy="559075"/>
            </a:xfrm>
            <a:custGeom>
              <a:avLst/>
              <a:gdLst/>
              <a:ahLst/>
              <a:cxnLst/>
              <a:rect l="l" t="t" r="r" b="b"/>
              <a:pathLst>
                <a:path w="9097" h="22363" fill="none" extrusionOk="0">
                  <a:moveTo>
                    <a:pt x="1" y="22362"/>
                  </a:moveTo>
                  <a:lnTo>
                    <a:pt x="1" y="1"/>
                  </a:lnTo>
                  <a:lnTo>
                    <a:pt x="9096" y="666"/>
                  </a:lnTo>
                  <a:lnTo>
                    <a:pt x="9096" y="21963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65" name="Google Shape;1065;p26"/>
            <p:cNvSpPr/>
            <p:nvPr/>
          </p:nvSpPr>
          <p:spPr>
            <a:xfrm>
              <a:off x="4976300" y="4638300"/>
              <a:ext cx="318375" cy="25"/>
            </a:xfrm>
            <a:custGeom>
              <a:avLst/>
              <a:gdLst/>
              <a:ahLst/>
              <a:cxnLst/>
              <a:rect l="l" t="t" r="r" b="b"/>
              <a:pathLst>
                <a:path w="12735" h="1" fill="none" extrusionOk="0">
                  <a:moveTo>
                    <a:pt x="1" y="1"/>
                  </a:moveTo>
                  <a:lnTo>
                    <a:pt x="12735" y="1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66" name="Google Shape;1066;p26"/>
            <p:cNvSpPr/>
            <p:nvPr/>
          </p:nvSpPr>
          <p:spPr>
            <a:xfrm>
              <a:off x="4976300" y="4659375"/>
              <a:ext cx="318375" cy="3350"/>
            </a:xfrm>
            <a:custGeom>
              <a:avLst/>
              <a:gdLst/>
              <a:ahLst/>
              <a:cxnLst/>
              <a:rect l="l" t="t" r="r" b="b"/>
              <a:pathLst>
                <a:path w="12735" h="134" fill="none" extrusionOk="0">
                  <a:moveTo>
                    <a:pt x="1" y="134"/>
                  </a:moveTo>
                  <a:lnTo>
                    <a:pt x="12735" y="1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67" name="Google Shape;1067;p26"/>
            <p:cNvSpPr/>
            <p:nvPr/>
          </p:nvSpPr>
          <p:spPr>
            <a:xfrm>
              <a:off x="4976300" y="4275600"/>
              <a:ext cx="318375" cy="16650"/>
            </a:xfrm>
            <a:custGeom>
              <a:avLst/>
              <a:gdLst/>
              <a:ahLst/>
              <a:cxnLst/>
              <a:rect l="l" t="t" r="r" b="b"/>
              <a:pathLst>
                <a:path w="12735" h="666" fill="none" extrusionOk="0">
                  <a:moveTo>
                    <a:pt x="1" y="0"/>
                  </a:moveTo>
                  <a:lnTo>
                    <a:pt x="12735" y="666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68" name="Google Shape;1068;p26"/>
            <p:cNvSpPr/>
            <p:nvPr/>
          </p:nvSpPr>
          <p:spPr>
            <a:xfrm>
              <a:off x="5271350" y="4291125"/>
              <a:ext cx="25" cy="347200"/>
            </a:xfrm>
            <a:custGeom>
              <a:avLst/>
              <a:gdLst/>
              <a:ahLst/>
              <a:cxnLst/>
              <a:rect l="l" t="t" r="r" b="b"/>
              <a:pathLst>
                <a:path w="1" h="13888" fill="none" extrusionOk="0">
                  <a:moveTo>
                    <a:pt x="1" y="1"/>
                  </a:moveTo>
                  <a:lnTo>
                    <a:pt x="1" y="13888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69" name="Google Shape;1069;p26"/>
            <p:cNvSpPr/>
            <p:nvPr/>
          </p:nvSpPr>
          <p:spPr>
            <a:xfrm>
              <a:off x="5628525" y="4307775"/>
              <a:ext cx="195250" cy="10000"/>
            </a:xfrm>
            <a:custGeom>
              <a:avLst/>
              <a:gdLst/>
              <a:ahLst/>
              <a:cxnLst/>
              <a:rect l="l" t="t" r="r" b="b"/>
              <a:pathLst>
                <a:path w="7810" h="400" fill="none" extrusionOk="0">
                  <a:moveTo>
                    <a:pt x="0" y="0"/>
                  </a:moveTo>
                  <a:lnTo>
                    <a:pt x="7809" y="399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70" name="Google Shape;1070;p26"/>
            <p:cNvSpPr/>
            <p:nvPr/>
          </p:nvSpPr>
          <p:spPr>
            <a:xfrm>
              <a:off x="5628525" y="4628325"/>
              <a:ext cx="195250" cy="25"/>
            </a:xfrm>
            <a:custGeom>
              <a:avLst/>
              <a:gdLst/>
              <a:ahLst/>
              <a:cxnLst/>
              <a:rect l="l" t="t" r="r" b="b"/>
              <a:pathLst>
                <a:path w="7810" h="1" fill="none" extrusionOk="0">
                  <a:moveTo>
                    <a:pt x="0" y="0"/>
                  </a:moveTo>
                  <a:lnTo>
                    <a:pt x="7809" y="0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71" name="Google Shape;1071;p26"/>
            <p:cNvSpPr/>
            <p:nvPr/>
          </p:nvSpPr>
          <p:spPr>
            <a:xfrm>
              <a:off x="5628525" y="4641625"/>
              <a:ext cx="195250" cy="2250"/>
            </a:xfrm>
            <a:custGeom>
              <a:avLst/>
              <a:gdLst/>
              <a:ahLst/>
              <a:cxnLst/>
              <a:rect l="l" t="t" r="r" b="b"/>
              <a:pathLst>
                <a:path w="7810" h="90" fill="none" extrusionOk="0">
                  <a:moveTo>
                    <a:pt x="0" y="90"/>
                  </a:moveTo>
                  <a:lnTo>
                    <a:pt x="7809" y="1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72" name="Google Shape;1072;p26"/>
            <p:cNvSpPr/>
            <p:nvPr/>
          </p:nvSpPr>
          <p:spPr>
            <a:xfrm>
              <a:off x="5803775" y="4316650"/>
              <a:ext cx="25" cy="308375"/>
            </a:xfrm>
            <a:custGeom>
              <a:avLst/>
              <a:gdLst/>
              <a:ahLst/>
              <a:cxnLst/>
              <a:rect l="l" t="t" r="r" b="b"/>
              <a:pathLst>
                <a:path w="1" h="12335" fill="none" extrusionOk="0">
                  <a:moveTo>
                    <a:pt x="0" y="0"/>
                  </a:moveTo>
                  <a:lnTo>
                    <a:pt x="0" y="12334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73" name="Google Shape;1073;p26"/>
            <p:cNvSpPr/>
            <p:nvPr/>
          </p:nvSpPr>
          <p:spPr>
            <a:xfrm>
              <a:off x="1826175" y="2281250"/>
              <a:ext cx="25" cy="272900"/>
            </a:xfrm>
            <a:custGeom>
              <a:avLst/>
              <a:gdLst/>
              <a:ahLst/>
              <a:cxnLst/>
              <a:rect l="l" t="t" r="r" b="b"/>
              <a:pathLst>
                <a:path w="1" h="10916" fill="none" extrusionOk="0">
                  <a:moveTo>
                    <a:pt x="1" y="1"/>
                  </a:moveTo>
                  <a:lnTo>
                    <a:pt x="1" y="10915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74" name="Google Shape;1074;p26"/>
            <p:cNvSpPr/>
            <p:nvPr/>
          </p:nvSpPr>
          <p:spPr>
            <a:xfrm>
              <a:off x="1826175" y="2677250"/>
              <a:ext cx="25" cy="272875"/>
            </a:xfrm>
            <a:custGeom>
              <a:avLst/>
              <a:gdLst/>
              <a:ahLst/>
              <a:cxnLst/>
              <a:rect l="l" t="t" r="r" b="b"/>
              <a:pathLst>
                <a:path w="1" h="10915" fill="none" extrusionOk="0">
                  <a:moveTo>
                    <a:pt x="1" y="0"/>
                  </a:moveTo>
                  <a:lnTo>
                    <a:pt x="1" y="10915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75" name="Google Shape;1075;p26"/>
            <p:cNvSpPr/>
            <p:nvPr/>
          </p:nvSpPr>
          <p:spPr>
            <a:xfrm>
              <a:off x="1826175" y="3106500"/>
              <a:ext cx="25" cy="274000"/>
            </a:xfrm>
            <a:custGeom>
              <a:avLst/>
              <a:gdLst/>
              <a:ahLst/>
              <a:cxnLst/>
              <a:rect l="l" t="t" r="r" b="b"/>
              <a:pathLst>
                <a:path w="1" h="10960" fill="none" extrusionOk="0">
                  <a:moveTo>
                    <a:pt x="1" y="1"/>
                  </a:moveTo>
                  <a:lnTo>
                    <a:pt x="1" y="10960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76" name="Google Shape;1076;p26"/>
            <p:cNvSpPr/>
            <p:nvPr/>
          </p:nvSpPr>
          <p:spPr>
            <a:xfrm>
              <a:off x="1826175" y="3504700"/>
              <a:ext cx="25" cy="274000"/>
            </a:xfrm>
            <a:custGeom>
              <a:avLst/>
              <a:gdLst/>
              <a:ahLst/>
              <a:cxnLst/>
              <a:rect l="l" t="t" r="r" b="b"/>
              <a:pathLst>
                <a:path w="1" h="10960" fill="none" extrusionOk="0">
                  <a:moveTo>
                    <a:pt x="1" y="1"/>
                  </a:moveTo>
                  <a:lnTo>
                    <a:pt x="1" y="10960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77" name="Google Shape;1077;p26"/>
            <p:cNvSpPr/>
            <p:nvPr/>
          </p:nvSpPr>
          <p:spPr>
            <a:xfrm>
              <a:off x="5550875" y="4194625"/>
              <a:ext cx="25" cy="538000"/>
            </a:xfrm>
            <a:custGeom>
              <a:avLst/>
              <a:gdLst/>
              <a:ahLst/>
              <a:cxnLst/>
              <a:rect l="l" t="t" r="r" b="b"/>
              <a:pathLst>
                <a:path w="1" h="21520" fill="none" extrusionOk="0">
                  <a:moveTo>
                    <a:pt x="1" y="21519"/>
                  </a:moveTo>
                  <a:lnTo>
                    <a:pt x="1" y="1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78" name="Google Shape;1078;p26"/>
            <p:cNvSpPr/>
            <p:nvPr/>
          </p:nvSpPr>
          <p:spPr>
            <a:xfrm>
              <a:off x="3366875" y="4098125"/>
              <a:ext cx="513575" cy="115375"/>
            </a:xfrm>
            <a:custGeom>
              <a:avLst/>
              <a:gdLst/>
              <a:ahLst/>
              <a:cxnLst/>
              <a:rect l="l" t="t" r="r" b="b"/>
              <a:pathLst>
                <a:path w="20543" h="4615" fill="none" extrusionOk="0">
                  <a:moveTo>
                    <a:pt x="222" y="1"/>
                  </a:moveTo>
                  <a:lnTo>
                    <a:pt x="0" y="4260"/>
                  </a:lnTo>
                  <a:lnTo>
                    <a:pt x="20542" y="4615"/>
                  </a:lnTo>
                  <a:lnTo>
                    <a:pt x="20542" y="844"/>
                  </a:lnTo>
                  <a:close/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79" name="Google Shape;1079;p26"/>
            <p:cNvSpPr/>
            <p:nvPr/>
          </p:nvSpPr>
          <p:spPr>
            <a:xfrm>
              <a:off x="2792300" y="4098125"/>
              <a:ext cx="296175" cy="119825"/>
            </a:xfrm>
            <a:custGeom>
              <a:avLst/>
              <a:gdLst/>
              <a:ahLst/>
              <a:cxnLst/>
              <a:rect l="l" t="t" r="r" b="b"/>
              <a:pathLst>
                <a:path w="11847" h="4793" fill="none" extrusionOk="0">
                  <a:moveTo>
                    <a:pt x="11847" y="1"/>
                  </a:moveTo>
                  <a:lnTo>
                    <a:pt x="11847" y="4260"/>
                  </a:lnTo>
                  <a:cubicBezTo>
                    <a:pt x="11847" y="4260"/>
                    <a:pt x="0" y="4792"/>
                    <a:pt x="178" y="4615"/>
                  </a:cubicBezTo>
                  <a:cubicBezTo>
                    <a:pt x="311" y="4482"/>
                    <a:pt x="45" y="1199"/>
                    <a:pt x="178" y="1021"/>
                  </a:cubicBezTo>
                  <a:cubicBezTo>
                    <a:pt x="267" y="844"/>
                    <a:pt x="11847" y="1"/>
                    <a:pt x="11847" y="1"/>
                  </a:cubicBezTo>
                  <a:close/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80" name="Google Shape;1080;p26"/>
            <p:cNvSpPr/>
            <p:nvPr/>
          </p:nvSpPr>
          <p:spPr>
            <a:xfrm>
              <a:off x="2361925" y="4112550"/>
              <a:ext cx="240725" cy="135350"/>
            </a:xfrm>
            <a:custGeom>
              <a:avLst/>
              <a:gdLst/>
              <a:ahLst/>
              <a:cxnLst/>
              <a:rect l="l" t="t" r="r" b="b"/>
              <a:pathLst>
                <a:path w="9629" h="5414" fill="none" extrusionOk="0">
                  <a:moveTo>
                    <a:pt x="9628" y="4881"/>
                  </a:moveTo>
                  <a:lnTo>
                    <a:pt x="1" y="5413"/>
                  </a:lnTo>
                  <a:lnTo>
                    <a:pt x="1" y="1376"/>
                  </a:lnTo>
                  <a:lnTo>
                    <a:pt x="9628" y="0"/>
                  </a:lnTo>
                  <a:close/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81" name="Google Shape;1081;p26"/>
            <p:cNvSpPr/>
            <p:nvPr/>
          </p:nvSpPr>
          <p:spPr>
            <a:xfrm>
              <a:off x="1982575" y="4155800"/>
              <a:ext cx="217425" cy="99850"/>
            </a:xfrm>
            <a:custGeom>
              <a:avLst/>
              <a:gdLst/>
              <a:ahLst/>
              <a:cxnLst/>
              <a:rect l="l" t="t" r="r" b="b"/>
              <a:pathLst>
                <a:path w="8697" h="3994" fill="none" extrusionOk="0">
                  <a:moveTo>
                    <a:pt x="8697" y="3683"/>
                  </a:moveTo>
                  <a:lnTo>
                    <a:pt x="134" y="3994"/>
                  </a:lnTo>
                  <a:lnTo>
                    <a:pt x="1" y="533"/>
                  </a:lnTo>
                  <a:lnTo>
                    <a:pt x="8697" y="1"/>
                  </a:lnTo>
                  <a:close/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82" name="Google Shape;1082;p26"/>
            <p:cNvSpPr/>
            <p:nvPr/>
          </p:nvSpPr>
          <p:spPr>
            <a:xfrm>
              <a:off x="1690850" y="4180200"/>
              <a:ext cx="164200" cy="100975"/>
            </a:xfrm>
            <a:custGeom>
              <a:avLst/>
              <a:gdLst/>
              <a:ahLst/>
              <a:cxnLst/>
              <a:rect l="l" t="t" r="r" b="b"/>
              <a:pathLst>
                <a:path w="6568" h="4039" fill="none" extrusionOk="0">
                  <a:moveTo>
                    <a:pt x="6567" y="3816"/>
                  </a:moveTo>
                  <a:lnTo>
                    <a:pt x="134" y="4038"/>
                  </a:lnTo>
                  <a:lnTo>
                    <a:pt x="1" y="666"/>
                  </a:lnTo>
                  <a:lnTo>
                    <a:pt x="6567" y="1"/>
                  </a:lnTo>
                  <a:close/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83" name="Google Shape;1083;p26"/>
            <p:cNvSpPr/>
            <p:nvPr/>
          </p:nvSpPr>
          <p:spPr>
            <a:xfrm>
              <a:off x="4073425" y="4136950"/>
              <a:ext cx="390450" cy="96525"/>
            </a:xfrm>
            <a:custGeom>
              <a:avLst/>
              <a:gdLst/>
              <a:ahLst/>
              <a:cxnLst/>
              <a:rect l="l" t="t" r="r" b="b"/>
              <a:pathLst>
                <a:path w="15618" h="3861" fill="none" extrusionOk="0">
                  <a:moveTo>
                    <a:pt x="0" y="3106"/>
                  </a:moveTo>
                  <a:lnTo>
                    <a:pt x="15618" y="3860"/>
                  </a:lnTo>
                  <a:lnTo>
                    <a:pt x="15618" y="128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84" name="Google Shape;1084;p26"/>
            <p:cNvSpPr/>
            <p:nvPr/>
          </p:nvSpPr>
          <p:spPr>
            <a:xfrm>
              <a:off x="4622475" y="4180200"/>
              <a:ext cx="255150" cy="67700"/>
            </a:xfrm>
            <a:custGeom>
              <a:avLst/>
              <a:gdLst/>
              <a:ahLst/>
              <a:cxnLst/>
              <a:rect l="l" t="t" r="r" b="b"/>
              <a:pathLst>
                <a:path w="10206" h="2708" fill="none" extrusionOk="0">
                  <a:moveTo>
                    <a:pt x="1" y="2175"/>
                  </a:moveTo>
                  <a:lnTo>
                    <a:pt x="10205" y="2707"/>
                  </a:lnTo>
                  <a:lnTo>
                    <a:pt x="10205" y="578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85" name="Google Shape;1085;p26"/>
            <p:cNvSpPr/>
            <p:nvPr/>
          </p:nvSpPr>
          <p:spPr>
            <a:xfrm>
              <a:off x="5004050" y="4204600"/>
              <a:ext cx="256250" cy="63250"/>
            </a:xfrm>
            <a:custGeom>
              <a:avLst/>
              <a:gdLst/>
              <a:ahLst/>
              <a:cxnLst/>
              <a:rect l="l" t="t" r="r" b="b"/>
              <a:pathLst>
                <a:path w="10250" h="2530" fill="none" extrusionOk="0">
                  <a:moveTo>
                    <a:pt x="0" y="1953"/>
                  </a:moveTo>
                  <a:lnTo>
                    <a:pt x="10249" y="2530"/>
                  </a:lnTo>
                  <a:lnTo>
                    <a:pt x="10249" y="8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86" name="Google Shape;1086;p26"/>
            <p:cNvSpPr/>
            <p:nvPr/>
          </p:nvSpPr>
          <p:spPr>
            <a:xfrm>
              <a:off x="5650700" y="4260075"/>
              <a:ext cx="146450" cy="39950"/>
            </a:xfrm>
            <a:custGeom>
              <a:avLst/>
              <a:gdLst/>
              <a:ahLst/>
              <a:cxnLst/>
              <a:rect l="l" t="t" r="r" b="b"/>
              <a:pathLst>
                <a:path w="5858" h="1598" fill="none" extrusionOk="0">
                  <a:moveTo>
                    <a:pt x="1" y="1243"/>
                  </a:moveTo>
                  <a:lnTo>
                    <a:pt x="5857" y="1598"/>
                  </a:lnTo>
                  <a:lnTo>
                    <a:pt x="5857" y="311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87" name="Google Shape;1087;p26"/>
            <p:cNvSpPr/>
            <p:nvPr/>
          </p:nvSpPr>
          <p:spPr>
            <a:xfrm>
              <a:off x="4997375" y="2054975"/>
              <a:ext cx="108725" cy="236300"/>
            </a:xfrm>
            <a:custGeom>
              <a:avLst/>
              <a:gdLst/>
              <a:ahLst/>
              <a:cxnLst/>
              <a:rect l="l" t="t" r="r" b="b"/>
              <a:pathLst>
                <a:path w="4349" h="9452" fill="none" extrusionOk="0">
                  <a:moveTo>
                    <a:pt x="4349" y="9451"/>
                  </a:moveTo>
                  <a:lnTo>
                    <a:pt x="4349" y="4083"/>
                  </a:lnTo>
                  <a:lnTo>
                    <a:pt x="1" y="1"/>
                  </a:lnTo>
                  <a:lnTo>
                    <a:pt x="1" y="6567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88" name="Google Shape;1088;p26"/>
            <p:cNvSpPr/>
            <p:nvPr/>
          </p:nvSpPr>
          <p:spPr>
            <a:xfrm>
              <a:off x="4887575" y="2054975"/>
              <a:ext cx="109825" cy="84325"/>
            </a:xfrm>
            <a:custGeom>
              <a:avLst/>
              <a:gdLst/>
              <a:ahLst/>
              <a:cxnLst/>
              <a:rect l="l" t="t" r="r" b="b"/>
              <a:pathLst>
                <a:path w="4393" h="3373" fill="none" extrusionOk="0">
                  <a:moveTo>
                    <a:pt x="4393" y="1"/>
                  </a:moveTo>
                  <a:lnTo>
                    <a:pt x="0" y="3373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89" name="Google Shape;1089;p26"/>
            <p:cNvSpPr/>
            <p:nvPr/>
          </p:nvSpPr>
          <p:spPr>
            <a:xfrm>
              <a:off x="1806225" y="2233575"/>
              <a:ext cx="97625" cy="331675"/>
            </a:xfrm>
            <a:custGeom>
              <a:avLst/>
              <a:gdLst/>
              <a:ahLst/>
              <a:cxnLst/>
              <a:rect l="l" t="t" r="r" b="b"/>
              <a:pathLst>
                <a:path w="3905" h="13267" fill="none" extrusionOk="0">
                  <a:moveTo>
                    <a:pt x="3905" y="0"/>
                  </a:moveTo>
                  <a:lnTo>
                    <a:pt x="0" y="2396"/>
                  </a:lnTo>
                  <a:lnTo>
                    <a:pt x="0" y="13266"/>
                  </a:lnTo>
                  <a:lnTo>
                    <a:pt x="3905" y="11403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90" name="Google Shape;1090;p26"/>
            <p:cNvSpPr/>
            <p:nvPr/>
          </p:nvSpPr>
          <p:spPr>
            <a:xfrm>
              <a:off x="1636500" y="2323400"/>
              <a:ext cx="108750" cy="319475"/>
            </a:xfrm>
            <a:custGeom>
              <a:avLst/>
              <a:gdLst/>
              <a:ahLst/>
              <a:cxnLst/>
              <a:rect l="l" t="t" r="r" b="b"/>
              <a:pathLst>
                <a:path w="4350" h="12779" fill="none" extrusionOk="0">
                  <a:moveTo>
                    <a:pt x="4349" y="10782"/>
                  </a:moveTo>
                  <a:lnTo>
                    <a:pt x="4349" y="1"/>
                  </a:lnTo>
                  <a:lnTo>
                    <a:pt x="1" y="2264"/>
                  </a:lnTo>
                  <a:lnTo>
                    <a:pt x="1" y="12779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91" name="Google Shape;1091;p26"/>
            <p:cNvSpPr/>
            <p:nvPr/>
          </p:nvSpPr>
          <p:spPr>
            <a:xfrm>
              <a:off x="1656475" y="2370000"/>
              <a:ext cx="25" cy="264000"/>
            </a:xfrm>
            <a:custGeom>
              <a:avLst/>
              <a:gdLst/>
              <a:ahLst/>
              <a:cxnLst/>
              <a:rect l="l" t="t" r="r" b="b"/>
              <a:pathLst>
                <a:path w="1" h="10560" fill="none" extrusionOk="0">
                  <a:moveTo>
                    <a:pt x="1" y="0"/>
                  </a:moveTo>
                  <a:lnTo>
                    <a:pt x="1" y="1056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92" name="Google Shape;1092;p26"/>
            <p:cNvSpPr/>
            <p:nvPr/>
          </p:nvSpPr>
          <p:spPr>
            <a:xfrm>
              <a:off x="2145625" y="2032800"/>
              <a:ext cx="98750" cy="358300"/>
            </a:xfrm>
            <a:custGeom>
              <a:avLst/>
              <a:gdLst/>
              <a:ahLst/>
              <a:cxnLst/>
              <a:rect l="l" t="t" r="r" b="b"/>
              <a:pathLst>
                <a:path w="3950" h="14332" fill="none" extrusionOk="0">
                  <a:moveTo>
                    <a:pt x="3950" y="0"/>
                  </a:moveTo>
                  <a:lnTo>
                    <a:pt x="1" y="2529"/>
                  </a:lnTo>
                  <a:lnTo>
                    <a:pt x="1" y="14331"/>
                  </a:lnTo>
                  <a:lnTo>
                    <a:pt x="3950" y="12335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93" name="Google Shape;1093;p26"/>
            <p:cNvSpPr/>
            <p:nvPr/>
          </p:nvSpPr>
          <p:spPr>
            <a:xfrm>
              <a:off x="2019175" y="2108225"/>
              <a:ext cx="103200" cy="339450"/>
            </a:xfrm>
            <a:custGeom>
              <a:avLst/>
              <a:gdLst/>
              <a:ahLst/>
              <a:cxnLst/>
              <a:rect l="l" t="t" r="r" b="b"/>
              <a:pathLst>
                <a:path w="4128" h="13578" fill="none" extrusionOk="0">
                  <a:moveTo>
                    <a:pt x="4127" y="0"/>
                  </a:moveTo>
                  <a:lnTo>
                    <a:pt x="4127" y="11758"/>
                  </a:lnTo>
                  <a:lnTo>
                    <a:pt x="1" y="13577"/>
                  </a:lnTo>
                  <a:lnTo>
                    <a:pt x="1" y="2529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94" name="Google Shape;1094;p26"/>
            <p:cNvSpPr/>
            <p:nvPr/>
          </p:nvSpPr>
          <p:spPr>
            <a:xfrm>
              <a:off x="2035825" y="2161475"/>
              <a:ext cx="25" cy="279525"/>
            </a:xfrm>
            <a:custGeom>
              <a:avLst/>
              <a:gdLst/>
              <a:ahLst/>
              <a:cxnLst/>
              <a:rect l="l" t="t" r="r" b="b"/>
              <a:pathLst>
                <a:path w="1" h="11181" fill="none" extrusionOk="0">
                  <a:moveTo>
                    <a:pt x="0" y="0"/>
                  </a:moveTo>
                  <a:lnTo>
                    <a:pt x="0" y="1118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95" name="Google Shape;1095;p26"/>
            <p:cNvSpPr/>
            <p:nvPr/>
          </p:nvSpPr>
          <p:spPr>
            <a:xfrm>
              <a:off x="2164500" y="2083825"/>
              <a:ext cx="25" cy="298400"/>
            </a:xfrm>
            <a:custGeom>
              <a:avLst/>
              <a:gdLst/>
              <a:ahLst/>
              <a:cxnLst/>
              <a:rect l="l" t="t" r="r" b="b"/>
              <a:pathLst>
                <a:path w="1" h="11936" fill="none" extrusionOk="0">
                  <a:moveTo>
                    <a:pt x="0" y="0"/>
                  </a:moveTo>
                  <a:lnTo>
                    <a:pt x="0" y="11935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96" name="Google Shape;1096;p26"/>
            <p:cNvSpPr/>
            <p:nvPr/>
          </p:nvSpPr>
          <p:spPr>
            <a:xfrm>
              <a:off x="2361925" y="1889700"/>
              <a:ext cx="133125" cy="388250"/>
            </a:xfrm>
            <a:custGeom>
              <a:avLst/>
              <a:gdLst/>
              <a:ahLst/>
              <a:cxnLst/>
              <a:rect l="l" t="t" r="r" b="b"/>
              <a:pathLst>
                <a:path w="5325" h="15530" fill="none" extrusionOk="0">
                  <a:moveTo>
                    <a:pt x="5059" y="1"/>
                  </a:moveTo>
                  <a:lnTo>
                    <a:pt x="1" y="3107"/>
                  </a:lnTo>
                  <a:lnTo>
                    <a:pt x="1" y="15530"/>
                  </a:lnTo>
                  <a:lnTo>
                    <a:pt x="5325" y="12601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97" name="Google Shape;1097;p26"/>
            <p:cNvSpPr/>
            <p:nvPr/>
          </p:nvSpPr>
          <p:spPr>
            <a:xfrm>
              <a:off x="2521650" y="1781000"/>
              <a:ext cx="139775" cy="410450"/>
            </a:xfrm>
            <a:custGeom>
              <a:avLst/>
              <a:gdLst/>
              <a:ahLst/>
              <a:cxnLst/>
              <a:rect l="l" t="t" r="r" b="b"/>
              <a:pathLst>
                <a:path w="5591" h="16418" fill="none" extrusionOk="0">
                  <a:moveTo>
                    <a:pt x="5591" y="13577"/>
                  </a:moveTo>
                  <a:lnTo>
                    <a:pt x="1" y="16417"/>
                  </a:lnTo>
                  <a:lnTo>
                    <a:pt x="1" y="3506"/>
                  </a:lnTo>
                  <a:lnTo>
                    <a:pt x="5591" y="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98" name="Google Shape;1098;p26"/>
            <p:cNvSpPr/>
            <p:nvPr/>
          </p:nvSpPr>
          <p:spPr>
            <a:xfrm>
              <a:off x="2377450" y="1958475"/>
              <a:ext cx="25" cy="309500"/>
            </a:xfrm>
            <a:custGeom>
              <a:avLst/>
              <a:gdLst/>
              <a:ahLst/>
              <a:cxnLst/>
              <a:rect l="l" t="t" r="r" b="b"/>
              <a:pathLst>
                <a:path w="1" h="12380" fill="none" extrusionOk="0">
                  <a:moveTo>
                    <a:pt x="1" y="1"/>
                  </a:moveTo>
                  <a:lnTo>
                    <a:pt x="1" y="12379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099" name="Google Shape;1099;p26"/>
            <p:cNvSpPr/>
            <p:nvPr/>
          </p:nvSpPr>
          <p:spPr>
            <a:xfrm>
              <a:off x="2539400" y="1857550"/>
              <a:ext cx="25" cy="323900"/>
            </a:xfrm>
            <a:custGeom>
              <a:avLst/>
              <a:gdLst/>
              <a:ahLst/>
              <a:cxnLst/>
              <a:rect l="l" t="t" r="r" b="b"/>
              <a:pathLst>
                <a:path w="1" h="12956" fill="none" extrusionOk="0">
                  <a:moveTo>
                    <a:pt x="0" y="0"/>
                  </a:moveTo>
                  <a:lnTo>
                    <a:pt x="0" y="12956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00" name="Google Shape;1100;p26"/>
            <p:cNvSpPr/>
            <p:nvPr/>
          </p:nvSpPr>
          <p:spPr>
            <a:xfrm>
              <a:off x="2796725" y="1619075"/>
              <a:ext cx="127600" cy="430375"/>
            </a:xfrm>
            <a:custGeom>
              <a:avLst/>
              <a:gdLst/>
              <a:ahLst/>
              <a:cxnLst/>
              <a:rect l="l" t="t" r="r" b="b"/>
              <a:pathLst>
                <a:path w="5104" h="17215" fill="none" extrusionOk="0">
                  <a:moveTo>
                    <a:pt x="1" y="3283"/>
                  </a:moveTo>
                  <a:lnTo>
                    <a:pt x="1" y="17215"/>
                  </a:lnTo>
                  <a:lnTo>
                    <a:pt x="5103" y="14420"/>
                  </a:lnTo>
                  <a:lnTo>
                    <a:pt x="5103" y="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01" name="Google Shape;1101;p26"/>
            <p:cNvSpPr/>
            <p:nvPr/>
          </p:nvSpPr>
          <p:spPr>
            <a:xfrm>
              <a:off x="2964225" y="1484850"/>
              <a:ext cx="157525" cy="471450"/>
            </a:xfrm>
            <a:custGeom>
              <a:avLst/>
              <a:gdLst/>
              <a:ahLst/>
              <a:cxnLst/>
              <a:rect l="l" t="t" r="r" b="b"/>
              <a:pathLst>
                <a:path w="6301" h="18858" fill="none" extrusionOk="0">
                  <a:moveTo>
                    <a:pt x="6301" y="15263"/>
                  </a:moveTo>
                  <a:lnTo>
                    <a:pt x="0" y="18857"/>
                  </a:lnTo>
                  <a:lnTo>
                    <a:pt x="0" y="4260"/>
                  </a:lnTo>
                  <a:lnTo>
                    <a:pt x="6301" y="1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02" name="Google Shape;1102;p26"/>
            <p:cNvSpPr/>
            <p:nvPr/>
          </p:nvSpPr>
          <p:spPr>
            <a:xfrm>
              <a:off x="2812275" y="1691175"/>
              <a:ext cx="25" cy="352750"/>
            </a:xfrm>
            <a:custGeom>
              <a:avLst/>
              <a:gdLst/>
              <a:ahLst/>
              <a:cxnLst/>
              <a:rect l="l" t="t" r="r" b="b"/>
              <a:pathLst>
                <a:path w="1" h="14110" fill="none" extrusionOk="0">
                  <a:moveTo>
                    <a:pt x="0" y="0"/>
                  </a:moveTo>
                  <a:lnTo>
                    <a:pt x="0" y="14109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03" name="Google Shape;1103;p26"/>
            <p:cNvSpPr/>
            <p:nvPr/>
          </p:nvSpPr>
          <p:spPr>
            <a:xfrm>
              <a:off x="2978650" y="1582475"/>
              <a:ext cx="25" cy="363825"/>
            </a:xfrm>
            <a:custGeom>
              <a:avLst/>
              <a:gdLst/>
              <a:ahLst/>
              <a:cxnLst/>
              <a:rect l="l" t="t" r="r" b="b"/>
              <a:pathLst>
                <a:path w="1" h="14553" fill="none" extrusionOk="0">
                  <a:moveTo>
                    <a:pt x="0" y="0"/>
                  </a:moveTo>
                  <a:lnTo>
                    <a:pt x="0" y="14553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04" name="Google Shape;1104;p26"/>
            <p:cNvSpPr/>
            <p:nvPr/>
          </p:nvSpPr>
          <p:spPr>
            <a:xfrm>
              <a:off x="1806225" y="2638425"/>
              <a:ext cx="97625" cy="320575"/>
            </a:xfrm>
            <a:custGeom>
              <a:avLst/>
              <a:gdLst/>
              <a:ahLst/>
              <a:cxnLst/>
              <a:rect l="l" t="t" r="r" b="b"/>
              <a:pathLst>
                <a:path w="3905" h="12823" fill="none" extrusionOk="0">
                  <a:moveTo>
                    <a:pt x="3905" y="0"/>
                  </a:moveTo>
                  <a:lnTo>
                    <a:pt x="0" y="1953"/>
                  </a:lnTo>
                  <a:lnTo>
                    <a:pt x="0" y="12823"/>
                  </a:lnTo>
                  <a:lnTo>
                    <a:pt x="3905" y="11403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05" name="Google Shape;1105;p26"/>
            <p:cNvSpPr/>
            <p:nvPr/>
          </p:nvSpPr>
          <p:spPr>
            <a:xfrm>
              <a:off x="1636500" y="2709400"/>
              <a:ext cx="108750" cy="306175"/>
            </a:xfrm>
            <a:custGeom>
              <a:avLst/>
              <a:gdLst/>
              <a:ahLst/>
              <a:cxnLst/>
              <a:rect l="l" t="t" r="r" b="b"/>
              <a:pathLst>
                <a:path w="4350" h="12247" fill="none" extrusionOk="0">
                  <a:moveTo>
                    <a:pt x="4349" y="10782"/>
                  </a:moveTo>
                  <a:lnTo>
                    <a:pt x="4349" y="1"/>
                  </a:lnTo>
                  <a:lnTo>
                    <a:pt x="1" y="1731"/>
                  </a:lnTo>
                  <a:lnTo>
                    <a:pt x="1" y="12246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06" name="Google Shape;1106;p26"/>
            <p:cNvSpPr/>
            <p:nvPr/>
          </p:nvSpPr>
          <p:spPr>
            <a:xfrm>
              <a:off x="1656475" y="2744900"/>
              <a:ext cx="25" cy="265125"/>
            </a:xfrm>
            <a:custGeom>
              <a:avLst/>
              <a:gdLst/>
              <a:ahLst/>
              <a:cxnLst/>
              <a:rect l="l" t="t" r="r" b="b"/>
              <a:pathLst>
                <a:path w="1" h="10605" fill="none" extrusionOk="0">
                  <a:moveTo>
                    <a:pt x="1" y="1"/>
                  </a:moveTo>
                  <a:lnTo>
                    <a:pt x="1" y="10605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07" name="Google Shape;1107;p26"/>
            <p:cNvSpPr/>
            <p:nvPr/>
          </p:nvSpPr>
          <p:spPr>
            <a:xfrm>
              <a:off x="2145625" y="2478700"/>
              <a:ext cx="98750" cy="347200"/>
            </a:xfrm>
            <a:custGeom>
              <a:avLst/>
              <a:gdLst/>
              <a:ahLst/>
              <a:cxnLst/>
              <a:rect l="l" t="t" r="r" b="b"/>
              <a:pathLst>
                <a:path w="3950" h="13888" fill="none" extrusionOk="0">
                  <a:moveTo>
                    <a:pt x="3950" y="0"/>
                  </a:moveTo>
                  <a:lnTo>
                    <a:pt x="1" y="2041"/>
                  </a:lnTo>
                  <a:lnTo>
                    <a:pt x="1" y="13888"/>
                  </a:lnTo>
                  <a:lnTo>
                    <a:pt x="3950" y="12335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08" name="Google Shape;1108;p26"/>
            <p:cNvSpPr/>
            <p:nvPr/>
          </p:nvSpPr>
          <p:spPr>
            <a:xfrm>
              <a:off x="2019175" y="2539700"/>
              <a:ext cx="103200" cy="327250"/>
            </a:xfrm>
            <a:custGeom>
              <a:avLst/>
              <a:gdLst/>
              <a:ahLst/>
              <a:cxnLst/>
              <a:rect l="l" t="t" r="r" b="b"/>
              <a:pathLst>
                <a:path w="4128" h="13090" fill="none" extrusionOk="0">
                  <a:moveTo>
                    <a:pt x="4127" y="1"/>
                  </a:moveTo>
                  <a:lnTo>
                    <a:pt x="4127" y="11758"/>
                  </a:lnTo>
                  <a:lnTo>
                    <a:pt x="1" y="13089"/>
                  </a:lnTo>
                  <a:lnTo>
                    <a:pt x="1" y="2042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09" name="Google Shape;1109;p26"/>
            <p:cNvSpPr/>
            <p:nvPr/>
          </p:nvSpPr>
          <p:spPr>
            <a:xfrm>
              <a:off x="2035825" y="2581850"/>
              <a:ext cx="25" cy="279550"/>
            </a:xfrm>
            <a:custGeom>
              <a:avLst/>
              <a:gdLst/>
              <a:ahLst/>
              <a:cxnLst/>
              <a:rect l="l" t="t" r="r" b="b"/>
              <a:pathLst>
                <a:path w="1" h="11182" fill="none" extrusionOk="0">
                  <a:moveTo>
                    <a:pt x="0" y="1"/>
                  </a:moveTo>
                  <a:lnTo>
                    <a:pt x="0" y="1118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10" name="Google Shape;1110;p26"/>
            <p:cNvSpPr/>
            <p:nvPr/>
          </p:nvSpPr>
          <p:spPr>
            <a:xfrm>
              <a:off x="2164500" y="2519725"/>
              <a:ext cx="25" cy="298400"/>
            </a:xfrm>
            <a:custGeom>
              <a:avLst/>
              <a:gdLst/>
              <a:ahLst/>
              <a:cxnLst/>
              <a:rect l="l" t="t" r="r" b="b"/>
              <a:pathLst>
                <a:path w="1" h="11936" fill="none" extrusionOk="0">
                  <a:moveTo>
                    <a:pt x="0" y="1"/>
                  </a:moveTo>
                  <a:lnTo>
                    <a:pt x="0" y="11936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11" name="Google Shape;1111;p26"/>
            <p:cNvSpPr/>
            <p:nvPr/>
          </p:nvSpPr>
          <p:spPr>
            <a:xfrm>
              <a:off x="2361925" y="2364450"/>
              <a:ext cx="133125" cy="373825"/>
            </a:xfrm>
            <a:custGeom>
              <a:avLst/>
              <a:gdLst/>
              <a:ahLst/>
              <a:cxnLst/>
              <a:rect l="l" t="t" r="r" b="b"/>
              <a:pathLst>
                <a:path w="5325" h="14953" fill="none" extrusionOk="0">
                  <a:moveTo>
                    <a:pt x="5059" y="0"/>
                  </a:moveTo>
                  <a:lnTo>
                    <a:pt x="1" y="2529"/>
                  </a:lnTo>
                  <a:lnTo>
                    <a:pt x="1" y="14952"/>
                  </a:lnTo>
                  <a:lnTo>
                    <a:pt x="5325" y="12645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12" name="Google Shape;1112;p26"/>
            <p:cNvSpPr/>
            <p:nvPr/>
          </p:nvSpPr>
          <p:spPr>
            <a:xfrm>
              <a:off x="2521650" y="2276825"/>
              <a:ext cx="139775" cy="393775"/>
            </a:xfrm>
            <a:custGeom>
              <a:avLst/>
              <a:gdLst/>
              <a:ahLst/>
              <a:cxnLst/>
              <a:rect l="l" t="t" r="r" b="b"/>
              <a:pathLst>
                <a:path w="5591" h="15751" fill="none" extrusionOk="0">
                  <a:moveTo>
                    <a:pt x="5591" y="13577"/>
                  </a:moveTo>
                  <a:lnTo>
                    <a:pt x="1" y="15751"/>
                  </a:lnTo>
                  <a:lnTo>
                    <a:pt x="1" y="2840"/>
                  </a:lnTo>
                  <a:lnTo>
                    <a:pt x="5591" y="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13" name="Google Shape;1113;p26"/>
            <p:cNvSpPr/>
            <p:nvPr/>
          </p:nvSpPr>
          <p:spPr>
            <a:xfrm>
              <a:off x="2377450" y="2419900"/>
              <a:ext cx="25" cy="309500"/>
            </a:xfrm>
            <a:custGeom>
              <a:avLst/>
              <a:gdLst/>
              <a:ahLst/>
              <a:cxnLst/>
              <a:rect l="l" t="t" r="r" b="b"/>
              <a:pathLst>
                <a:path w="1" h="12380" fill="none" extrusionOk="0">
                  <a:moveTo>
                    <a:pt x="1" y="1"/>
                  </a:moveTo>
                  <a:lnTo>
                    <a:pt x="1" y="1238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14" name="Google Shape;1114;p26"/>
            <p:cNvSpPr/>
            <p:nvPr/>
          </p:nvSpPr>
          <p:spPr>
            <a:xfrm>
              <a:off x="2539400" y="2338925"/>
              <a:ext cx="25" cy="323925"/>
            </a:xfrm>
            <a:custGeom>
              <a:avLst/>
              <a:gdLst/>
              <a:ahLst/>
              <a:cxnLst/>
              <a:rect l="l" t="t" r="r" b="b"/>
              <a:pathLst>
                <a:path w="1" h="12957" fill="none" extrusionOk="0">
                  <a:moveTo>
                    <a:pt x="0" y="1"/>
                  </a:moveTo>
                  <a:lnTo>
                    <a:pt x="0" y="12956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15" name="Google Shape;1115;p26"/>
            <p:cNvSpPr/>
            <p:nvPr/>
          </p:nvSpPr>
          <p:spPr>
            <a:xfrm>
              <a:off x="2796725" y="2145925"/>
              <a:ext cx="127600" cy="415975"/>
            </a:xfrm>
            <a:custGeom>
              <a:avLst/>
              <a:gdLst/>
              <a:ahLst/>
              <a:cxnLst/>
              <a:rect l="l" t="t" r="r" b="b"/>
              <a:pathLst>
                <a:path w="5104" h="16639" fill="none" extrusionOk="0">
                  <a:moveTo>
                    <a:pt x="1" y="2663"/>
                  </a:moveTo>
                  <a:lnTo>
                    <a:pt x="1" y="16639"/>
                  </a:lnTo>
                  <a:lnTo>
                    <a:pt x="5103" y="14421"/>
                  </a:lnTo>
                  <a:lnTo>
                    <a:pt x="5103" y="1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16" name="Google Shape;1116;p26"/>
            <p:cNvSpPr/>
            <p:nvPr/>
          </p:nvSpPr>
          <p:spPr>
            <a:xfrm>
              <a:off x="2964225" y="2035025"/>
              <a:ext cx="157525" cy="453675"/>
            </a:xfrm>
            <a:custGeom>
              <a:avLst/>
              <a:gdLst/>
              <a:ahLst/>
              <a:cxnLst/>
              <a:rect l="l" t="t" r="r" b="b"/>
              <a:pathLst>
                <a:path w="6301" h="18147" fill="none" extrusionOk="0">
                  <a:moveTo>
                    <a:pt x="6301" y="15307"/>
                  </a:moveTo>
                  <a:lnTo>
                    <a:pt x="0" y="18147"/>
                  </a:lnTo>
                  <a:lnTo>
                    <a:pt x="0" y="3550"/>
                  </a:lnTo>
                  <a:lnTo>
                    <a:pt x="6301" y="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17" name="Google Shape;1117;p26"/>
            <p:cNvSpPr/>
            <p:nvPr/>
          </p:nvSpPr>
          <p:spPr>
            <a:xfrm>
              <a:off x="2812275" y="2204725"/>
              <a:ext cx="25" cy="352750"/>
            </a:xfrm>
            <a:custGeom>
              <a:avLst/>
              <a:gdLst/>
              <a:ahLst/>
              <a:cxnLst/>
              <a:rect l="l" t="t" r="r" b="b"/>
              <a:pathLst>
                <a:path w="1" h="14110" fill="none" extrusionOk="0">
                  <a:moveTo>
                    <a:pt x="0" y="0"/>
                  </a:moveTo>
                  <a:lnTo>
                    <a:pt x="0" y="14109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18" name="Google Shape;1118;p26"/>
            <p:cNvSpPr/>
            <p:nvPr/>
          </p:nvSpPr>
          <p:spPr>
            <a:xfrm>
              <a:off x="2978650" y="2116000"/>
              <a:ext cx="25" cy="364950"/>
            </a:xfrm>
            <a:custGeom>
              <a:avLst/>
              <a:gdLst/>
              <a:ahLst/>
              <a:cxnLst/>
              <a:rect l="l" t="t" r="r" b="b"/>
              <a:pathLst>
                <a:path w="1" h="14598" fill="none" extrusionOk="0">
                  <a:moveTo>
                    <a:pt x="0" y="0"/>
                  </a:moveTo>
                  <a:lnTo>
                    <a:pt x="0" y="14597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19" name="Google Shape;1119;p26"/>
            <p:cNvSpPr/>
            <p:nvPr/>
          </p:nvSpPr>
          <p:spPr>
            <a:xfrm>
              <a:off x="1806225" y="3079875"/>
              <a:ext cx="97625" cy="305050"/>
            </a:xfrm>
            <a:custGeom>
              <a:avLst/>
              <a:gdLst/>
              <a:ahLst/>
              <a:cxnLst/>
              <a:rect l="l" t="t" r="r" b="b"/>
              <a:pathLst>
                <a:path w="3905" h="12202" fill="none" extrusionOk="0">
                  <a:moveTo>
                    <a:pt x="3905" y="1"/>
                  </a:moveTo>
                  <a:lnTo>
                    <a:pt x="0" y="1332"/>
                  </a:lnTo>
                  <a:lnTo>
                    <a:pt x="0" y="12202"/>
                  </a:lnTo>
                  <a:lnTo>
                    <a:pt x="3905" y="11403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20" name="Google Shape;1120;p26"/>
            <p:cNvSpPr/>
            <p:nvPr/>
          </p:nvSpPr>
          <p:spPr>
            <a:xfrm>
              <a:off x="1636500" y="3126475"/>
              <a:ext cx="108750" cy="289525"/>
            </a:xfrm>
            <a:custGeom>
              <a:avLst/>
              <a:gdLst/>
              <a:ahLst/>
              <a:cxnLst/>
              <a:rect l="l" t="t" r="r" b="b"/>
              <a:pathLst>
                <a:path w="4350" h="11581" fill="none" extrusionOk="0">
                  <a:moveTo>
                    <a:pt x="4349" y="10782"/>
                  </a:moveTo>
                  <a:lnTo>
                    <a:pt x="4349" y="0"/>
                  </a:lnTo>
                  <a:lnTo>
                    <a:pt x="1" y="1065"/>
                  </a:lnTo>
                  <a:lnTo>
                    <a:pt x="1" y="1158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21" name="Google Shape;1121;p26"/>
            <p:cNvSpPr/>
            <p:nvPr/>
          </p:nvSpPr>
          <p:spPr>
            <a:xfrm>
              <a:off x="1656475" y="3148650"/>
              <a:ext cx="25" cy="264025"/>
            </a:xfrm>
            <a:custGeom>
              <a:avLst/>
              <a:gdLst/>
              <a:ahLst/>
              <a:cxnLst/>
              <a:rect l="l" t="t" r="r" b="b"/>
              <a:pathLst>
                <a:path w="1" h="10561" fill="none" extrusionOk="0">
                  <a:moveTo>
                    <a:pt x="1" y="1"/>
                  </a:moveTo>
                  <a:lnTo>
                    <a:pt x="1" y="1056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22" name="Google Shape;1122;p26"/>
            <p:cNvSpPr/>
            <p:nvPr/>
          </p:nvSpPr>
          <p:spPr>
            <a:xfrm>
              <a:off x="2145625" y="2974500"/>
              <a:ext cx="98750" cy="330575"/>
            </a:xfrm>
            <a:custGeom>
              <a:avLst/>
              <a:gdLst/>
              <a:ahLst/>
              <a:cxnLst/>
              <a:rect l="l" t="t" r="r" b="b"/>
              <a:pathLst>
                <a:path w="3950" h="13223" fill="none" extrusionOk="0">
                  <a:moveTo>
                    <a:pt x="3950" y="1"/>
                  </a:moveTo>
                  <a:lnTo>
                    <a:pt x="1" y="1421"/>
                  </a:lnTo>
                  <a:lnTo>
                    <a:pt x="1" y="13222"/>
                  </a:lnTo>
                  <a:lnTo>
                    <a:pt x="3950" y="1229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23" name="Google Shape;1123;p26"/>
            <p:cNvSpPr/>
            <p:nvPr/>
          </p:nvSpPr>
          <p:spPr>
            <a:xfrm>
              <a:off x="2019175" y="3015550"/>
              <a:ext cx="103200" cy="311700"/>
            </a:xfrm>
            <a:custGeom>
              <a:avLst/>
              <a:gdLst/>
              <a:ahLst/>
              <a:cxnLst/>
              <a:rect l="l" t="t" r="r" b="b"/>
              <a:pathLst>
                <a:path w="4128" h="12468" fill="none" extrusionOk="0">
                  <a:moveTo>
                    <a:pt x="4127" y="0"/>
                  </a:moveTo>
                  <a:lnTo>
                    <a:pt x="4127" y="11758"/>
                  </a:lnTo>
                  <a:lnTo>
                    <a:pt x="1" y="12468"/>
                  </a:lnTo>
                  <a:lnTo>
                    <a:pt x="1" y="1376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24" name="Google Shape;1124;p26"/>
            <p:cNvSpPr/>
            <p:nvPr/>
          </p:nvSpPr>
          <p:spPr>
            <a:xfrm>
              <a:off x="2035825" y="3044400"/>
              <a:ext cx="25" cy="279525"/>
            </a:xfrm>
            <a:custGeom>
              <a:avLst/>
              <a:gdLst/>
              <a:ahLst/>
              <a:cxnLst/>
              <a:rect l="l" t="t" r="r" b="b"/>
              <a:pathLst>
                <a:path w="1" h="11181" fill="none" extrusionOk="0">
                  <a:moveTo>
                    <a:pt x="0" y="0"/>
                  </a:moveTo>
                  <a:lnTo>
                    <a:pt x="0" y="1118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25" name="Google Shape;1125;p26"/>
            <p:cNvSpPr/>
            <p:nvPr/>
          </p:nvSpPr>
          <p:spPr>
            <a:xfrm>
              <a:off x="2164500" y="3002250"/>
              <a:ext cx="25" cy="298400"/>
            </a:xfrm>
            <a:custGeom>
              <a:avLst/>
              <a:gdLst/>
              <a:ahLst/>
              <a:cxnLst/>
              <a:rect l="l" t="t" r="r" b="b"/>
              <a:pathLst>
                <a:path w="1" h="11936" fill="none" extrusionOk="0">
                  <a:moveTo>
                    <a:pt x="0" y="0"/>
                  </a:moveTo>
                  <a:lnTo>
                    <a:pt x="0" y="11935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26" name="Google Shape;1126;p26"/>
            <p:cNvSpPr/>
            <p:nvPr/>
          </p:nvSpPr>
          <p:spPr>
            <a:xfrm>
              <a:off x="2361925" y="2897975"/>
              <a:ext cx="133125" cy="353850"/>
            </a:xfrm>
            <a:custGeom>
              <a:avLst/>
              <a:gdLst/>
              <a:ahLst/>
              <a:cxnLst/>
              <a:rect l="l" t="t" r="r" b="b"/>
              <a:pathLst>
                <a:path w="5325" h="14154" fill="none" extrusionOk="0">
                  <a:moveTo>
                    <a:pt x="5059" y="0"/>
                  </a:moveTo>
                  <a:lnTo>
                    <a:pt x="1" y="1731"/>
                  </a:lnTo>
                  <a:lnTo>
                    <a:pt x="1" y="14154"/>
                  </a:lnTo>
                  <a:lnTo>
                    <a:pt x="5325" y="1269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27" name="Google Shape;1127;p26"/>
            <p:cNvSpPr/>
            <p:nvPr/>
          </p:nvSpPr>
          <p:spPr>
            <a:xfrm>
              <a:off x="2521650" y="2838075"/>
              <a:ext cx="139775" cy="370500"/>
            </a:xfrm>
            <a:custGeom>
              <a:avLst/>
              <a:gdLst/>
              <a:ahLst/>
              <a:cxnLst/>
              <a:rect l="l" t="t" r="r" b="b"/>
              <a:pathLst>
                <a:path w="5591" h="14820" fill="none" extrusionOk="0">
                  <a:moveTo>
                    <a:pt x="5591" y="13533"/>
                  </a:moveTo>
                  <a:lnTo>
                    <a:pt x="1" y="14819"/>
                  </a:lnTo>
                  <a:lnTo>
                    <a:pt x="1" y="1953"/>
                  </a:lnTo>
                  <a:lnTo>
                    <a:pt x="5591" y="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28" name="Google Shape;1128;p26"/>
            <p:cNvSpPr/>
            <p:nvPr/>
          </p:nvSpPr>
          <p:spPr>
            <a:xfrm>
              <a:off x="2377450" y="2935675"/>
              <a:ext cx="25" cy="309500"/>
            </a:xfrm>
            <a:custGeom>
              <a:avLst/>
              <a:gdLst/>
              <a:ahLst/>
              <a:cxnLst/>
              <a:rect l="l" t="t" r="r" b="b"/>
              <a:pathLst>
                <a:path w="1" h="12380" fill="none" extrusionOk="0">
                  <a:moveTo>
                    <a:pt x="1" y="1"/>
                  </a:moveTo>
                  <a:lnTo>
                    <a:pt x="1" y="1238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29" name="Google Shape;1129;p26"/>
            <p:cNvSpPr/>
            <p:nvPr/>
          </p:nvSpPr>
          <p:spPr>
            <a:xfrm>
              <a:off x="2539400" y="2880225"/>
              <a:ext cx="25" cy="323900"/>
            </a:xfrm>
            <a:custGeom>
              <a:avLst/>
              <a:gdLst/>
              <a:ahLst/>
              <a:cxnLst/>
              <a:rect l="l" t="t" r="r" b="b"/>
              <a:pathLst>
                <a:path w="1" h="12956" fill="none" extrusionOk="0">
                  <a:moveTo>
                    <a:pt x="0" y="1"/>
                  </a:moveTo>
                  <a:lnTo>
                    <a:pt x="0" y="12956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30" name="Google Shape;1130;p26"/>
            <p:cNvSpPr/>
            <p:nvPr/>
          </p:nvSpPr>
          <p:spPr>
            <a:xfrm>
              <a:off x="2796725" y="2747125"/>
              <a:ext cx="127600" cy="396000"/>
            </a:xfrm>
            <a:custGeom>
              <a:avLst/>
              <a:gdLst/>
              <a:ahLst/>
              <a:cxnLst/>
              <a:rect l="l" t="t" r="r" b="b"/>
              <a:pathLst>
                <a:path w="5104" h="15840" fill="none" extrusionOk="0">
                  <a:moveTo>
                    <a:pt x="1" y="1864"/>
                  </a:moveTo>
                  <a:lnTo>
                    <a:pt x="1" y="15840"/>
                  </a:lnTo>
                  <a:lnTo>
                    <a:pt x="5103" y="14420"/>
                  </a:lnTo>
                  <a:lnTo>
                    <a:pt x="5103" y="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31" name="Google Shape;1131;p26"/>
            <p:cNvSpPr/>
            <p:nvPr/>
          </p:nvSpPr>
          <p:spPr>
            <a:xfrm>
              <a:off x="2964225" y="2667250"/>
              <a:ext cx="157525" cy="429300"/>
            </a:xfrm>
            <a:custGeom>
              <a:avLst/>
              <a:gdLst/>
              <a:ahLst/>
              <a:cxnLst/>
              <a:rect l="l" t="t" r="r" b="b"/>
              <a:pathLst>
                <a:path w="6301" h="17172" fill="none" extrusionOk="0">
                  <a:moveTo>
                    <a:pt x="6301" y="15308"/>
                  </a:moveTo>
                  <a:lnTo>
                    <a:pt x="0" y="17171"/>
                  </a:lnTo>
                  <a:lnTo>
                    <a:pt x="0" y="2530"/>
                  </a:lnTo>
                  <a:lnTo>
                    <a:pt x="6301" y="1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32" name="Google Shape;1132;p26"/>
            <p:cNvSpPr/>
            <p:nvPr/>
          </p:nvSpPr>
          <p:spPr>
            <a:xfrm>
              <a:off x="2812275" y="2788175"/>
              <a:ext cx="25" cy="352750"/>
            </a:xfrm>
            <a:custGeom>
              <a:avLst/>
              <a:gdLst/>
              <a:ahLst/>
              <a:cxnLst/>
              <a:rect l="l" t="t" r="r" b="b"/>
              <a:pathLst>
                <a:path w="1" h="14110" fill="none" extrusionOk="0">
                  <a:moveTo>
                    <a:pt x="0" y="0"/>
                  </a:moveTo>
                  <a:lnTo>
                    <a:pt x="0" y="14109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33" name="Google Shape;1133;p26"/>
            <p:cNvSpPr/>
            <p:nvPr/>
          </p:nvSpPr>
          <p:spPr>
            <a:xfrm>
              <a:off x="2978650" y="2724950"/>
              <a:ext cx="25" cy="364950"/>
            </a:xfrm>
            <a:custGeom>
              <a:avLst/>
              <a:gdLst/>
              <a:ahLst/>
              <a:cxnLst/>
              <a:rect l="l" t="t" r="r" b="b"/>
              <a:pathLst>
                <a:path w="1" h="14598" fill="none" extrusionOk="0">
                  <a:moveTo>
                    <a:pt x="0" y="0"/>
                  </a:moveTo>
                  <a:lnTo>
                    <a:pt x="0" y="14597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34" name="Google Shape;1134;p26"/>
            <p:cNvSpPr/>
            <p:nvPr/>
          </p:nvSpPr>
          <p:spPr>
            <a:xfrm>
              <a:off x="1806225" y="3480300"/>
              <a:ext cx="97625" cy="302850"/>
            </a:xfrm>
            <a:custGeom>
              <a:avLst/>
              <a:gdLst/>
              <a:ahLst/>
              <a:cxnLst/>
              <a:rect l="l" t="t" r="r" b="b"/>
              <a:pathLst>
                <a:path w="3905" h="12114" fill="none" extrusionOk="0">
                  <a:moveTo>
                    <a:pt x="3905" y="1"/>
                  </a:moveTo>
                  <a:lnTo>
                    <a:pt x="0" y="1243"/>
                  </a:lnTo>
                  <a:lnTo>
                    <a:pt x="0" y="12113"/>
                  </a:lnTo>
                  <a:lnTo>
                    <a:pt x="3905" y="11403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35" name="Google Shape;1135;p26"/>
            <p:cNvSpPr/>
            <p:nvPr/>
          </p:nvSpPr>
          <p:spPr>
            <a:xfrm>
              <a:off x="1636500" y="3523550"/>
              <a:ext cx="108750" cy="286200"/>
            </a:xfrm>
            <a:custGeom>
              <a:avLst/>
              <a:gdLst/>
              <a:ahLst/>
              <a:cxnLst/>
              <a:rect l="l" t="t" r="r" b="b"/>
              <a:pathLst>
                <a:path w="4350" h="11448" fill="none" extrusionOk="0">
                  <a:moveTo>
                    <a:pt x="4349" y="10782"/>
                  </a:moveTo>
                  <a:lnTo>
                    <a:pt x="4349" y="1"/>
                  </a:lnTo>
                  <a:lnTo>
                    <a:pt x="1" y="977"/>
                  </a:lnTo>
                  <a:lnTo>
                    <a:pt x="1" y="11448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36" name="Google Shape;1136;p26"/>
            <p:cNvSpPr/>
            <p:nvPr/>
          </p:nvSpPr>
          <p:spPr>
            <a:xfrm>
              <a:off x="1656475" y="3543525"/>
              <a:ext cx="25" cy="264025"/>
            </a:xfrm>
            <a:custGeom>
              <a:avLst/>
              <a:gdLst/>
              <a:ahLst/>
              <a:cxnLst/>
              <a:rect l="l" t="t" r="r" b="b"/>
              <a:pathLst>
                <a:path w="1" h="10561" fill="none" extrusionOk="0">
                  <a:moveTo>
                    <a:pt x="1" y="1"/>
                  </a:moveTo>
                  <a:lnTo>
                    <a:pt x="1" y="1056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37" name="Google Shape;1137;p26"/>
            <p:cNvSpPr/>
            <p:nvPr/>
          </p:nvSpPr>
          <p:spPr>
            <a:xfrm>
              <a:off x="2145625" y="3413750"/>
              <a:ext cx="98750" cy="326125"/>
            </a:xfrm>
            <a:custGeom>
              <a:avLst/>
              <a:gdLst/>
              <a:ahLst/>
              <a:cxnLst/>
              <a:rect l="l" t="t" r="r" b="b"/>
              <a:pathLst>
                <a:path w="3950" h="13045" fill="none" extrusionOk="0">
                  <a:moveTo>
                    <a:pt x="3950" y="1"/>
                  </a:moveTo>
                  <a:lnTo>
                    <a:pt x="1" y="1198"/>
                  </a:lnTo>
                  <a:lnTo>
                    <a:pt x="1" y="13045"/>
                  </a:lnTo>
                  <a:lnTo>
                    <a:pt x="3950" y="1229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38" name="Google Shape;1138;p26"/>
            <p:cNvSpPr/>
            <p:nvPr/>
          </p:nvSpPr>
          <p:spPr>
            <a:xfrm>
              <a:off x="2019175" y="3449250"/>
              <a:ext cx="103200" cy="306150"/>
            </a:xfrm>
            <a:custGeom>
              <a:avLst/>
              <a:gdLst/>
              <a:ahLst/>
              <a:cxnLst/>
              <a:rect l="l" t="t" r="r" b="b"/>
              <a:pathLst>
                <a:path w="4128" h="12246" fill="none" extrusionOk="0">
                  <a:moveTo>
                    <a:pt x="4127" y="0"/>
                  </a:moveTo>
                  <a:lnTo>
                    <a:pt x="4127" y="11758"/>
                  </a:lnTo>
                  <a:lnTo>
                    <a:pt x="1" y="12246"/>
                  </a:lnTo>
                  <a:lnTo>
                    <a:pt x="1" y="1154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39" name="Google Shape;1139;p26"/>
            <p:cNvSpPr/>
            <p:nvPr/>
          </p:nvSpPr>
          <p:spPr>
            <a:xfrm>
              <a:off x="2035825" y="3473650"/>
              <a:ext cx="25" cy="279550"/>
            </a:xfrm>
            <a:custGeom>
              <a:avLst/>
              <a:gdLst/>
              <a:ahLst/>
              <a:cxnLst/>
              <a:rect l="l" t="t" r="r" b="b"/>
              <a:pathLst>
                <a:path w="1" h="11182" fill="none" extrusionOk="0">
                  <a:moveTo>
                    <a:pt x="0" y="0"/>
                  </a:moveTo>
                  <a:lnTo>
                    <a:pt x="0" y="1118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40" name="Google Shape;1140;p26"/>
            <p:cNvSpPr/>
            <p:nvPr/>
          </p:nvSpPr>
          <p:spPr>
            <a:xfrm>
              <a:off x="2164500" y="3438150"/>
              <a:ext cx="25" cy="297300"/>
            </a:xfrm>
            <a:custGeom>
              <a:avLst/>
              <a:gdLst/>
              <a:ahLst/>
              <a:cxnLst/>
              <a:rect l="l" t="t" r="r" b="b"/>
              <a:pathLst>
                <a:path w="1" h="11892" fill="none" extrusionOk="0">
                  <a:moveTo>
                    <a:pt x="0" y="1"/>
                  </a:moveTo>
                  <a:lnTo>
                    <a:pt x="0" y="1189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41" name="Google Shape;1141;p26"/>
            <p:cNvSpPr/>
            <p:nvPr/>
          </p:nvSpPr>
          <p:spPr>
            <a:xfrm>
              <a:off x="2361925" y="3367175"/>
              <a:ext cx="133125" cy="341650"/>
            </a:xfrm>
            <a:custGeom>
              <a:avLst/>
              <a:gdLst/>
              <a:ahLst/>
              <a:cxnLst/>
              <a:rect l="l" t="t" r="r" b="b"/>
              <a:pathLst>
                <a:path w="5325" h="13666" fill="none" extrusionOk="0">
                  <a:moveTo>
                    <a:pt x="5059" y="0"/>
                  </a:moveTo>
                  <a:lnTo>
                    <a:pt x="1" y="1242"/>
                  </a:lnTo>
                  <a:lnTo>
                    <a:pt x="1" y="13665"/>
                  </a:lnTo>
                  <a:lnTo>
                    <a:pt x="5325" y="12734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42" name="Google Shape;1142;p26"/>
            <p:cNvSpPr/>
            <p:nvPr/>
          </p:nvSpPr>
          <p:spPr>
            <a:xfrm>
              <a:off x="2521650" y="3325025"/>
              <a:ext cx="139775" cy="357175"/>
            </a:xfrm>
            <a:custGeom>
              <a:avLst/>
              <a:gdLst/>
              <a:ahLst/>
              <a:cxnLst/>
              <a:rect l="l" t="t" r="r" b="b"/>
              <a:pathLst>
                <a:path w="5591" h="14287" fill="none" extrusionOk="0">
                  <a:moveTo>
                    <a:pt x="5591" y="13577"/>
                  </a:moveTo>
                  <a:lnTo>
                    <a:pt x="1" y="14287"/>
                  </a:lnTo>
                  <a:lnTo>
                    <a:pt x="1" y="1376"/>
                  </a:lnTo>
                  <a:lnTo>
                    <a:pt x="5591" y="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43" name="Google Shape;1143;p26"/>
            <p:cNvSpPr/>
            <p:nvPr/>
          </p:nvSpPr>
          <p:spPr>
            <a:xfrm>
              <a:off x="2377450" y="3394900"/>
              <a:ext cx="25" cy="309475"/>
            </a:xfrm>
            <a:custGeom>
              <a:avLst/>
              <a:gdLst/>
              <a:ahLst/>
              <a:cxnLst/>
              <a:rect l="l" t="t" r="r" b="b"/>
              <a:pathLst>
                <a:path w="1" h="12379" fill="none" extrusionOk="0">
                  <a:moveTo>
                    <a:pt x="1" y="0"/>
                  </a:moveTo>
                  <a:lnTo>
                    <a:pt x="1" y="12379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44" name="Google Shape;1144;p26"/>
            <p:cNvSpPr/>
            <p:nvPr/>
          </p:nvSpPr>
          <p:spPr>
            <a:xfrm>
              <a:off x="2539400" y="3354975"/>
              <a:ext cx="25" cy="323900"/>
            </a:xfrm>
            <a:custGeom>
              <a:avLst/>
              <a:gdLst/>
              <a:ahLst/>
              <a:cxnLst/>
              <a:rect l="l" t="t" r="r" b="b"/>
              <a:pathLst>
                <a:path w="1" h="12956" fill="none" extrusionOk="0">
                  <a:moveTo>
                    <a:pt x="0" y="0"/>
                  </a:moveTo>
                  <a:lnTo>
                    <a:pt x="0" y="12956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45" name="Google Shape;1145;p26"/>
            <p:cNvSpPr/>
            <p:nvPr/>
          </p:nvSpPr>
          <p:spPr>
            <a:xfrm>
              <a:off x="2796725" y="3261800"/>
              <a:ext cx="127600" cy="381575"/>
            </a:xfrm>
            <a:custGeom>
              <a:avLst/>
              <a:gdLst/>
              <a:ahLst/>
              <a:cxnLst/>
              <a:rect l="l" t="t" r="r" b="b"/>
              <a:pathLst>
                <a:path w="5104" h="15263" fill="none" extrusionOk="0">
                  <a:moveTo>
                    <a:pt x="1" y="1331"/>
                  </a:moveTo>
                  <a:lnTo>
                    <a:pt x="1" y="15263"/>
                  </a:lnTo>
                  <a:lnTo>
                    <a:pt x="5103" y="14420"/>
                  </a:lnTo>
                  <a:lnTo>
                    <a:pt x="5103" y="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46" name="Google Shape;1146;p26"/>
            <p:cNvSpPr/>
            <p:nvPr/>
          </p:nvSpPr>
          <p:spPr>
            <a:xfrm>
              <a:off x="2964225" y="3201900"/>
              <a:ext cx="157525" cy="412650"/>
            </a:xfrm>
            <a:custGeom>
              <a:avLst/>
              <a:gdLst/>
              <a:ahLst/>
              <a:cxnLst/>
              <a:rect l="l" t="t" r="r" b="b"/>
              <a:pathLst>
                <a:path w="6301" h="16506" fill="none" extrusionOk="0">
                  <a:moveTo>
                    <a:pt x="6301" y="15263"/>
                  </a:moveTo>
                  <a:lnTo>
                    <a:pt x="0" y="16505"/>
                  </a:lnTo>
                  <a:lnTo>
                    <a:pt x="0" y="1908"/>
                  </a:lnTo>
                  <a:lnTo>
                    <a:pt x="6301" y="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47" name="Google Shape;1147;p26"/>
            <p:cNvSpPr/>
            <p:nvPr/>
          </p:nvSpPr>
          <p:spPr>
            <a:xfrm>
              <a:off x="2812275" y="3290625"/>
              <a:ext cx="25" cy="352750"/>
            </a:xfrm>
            <a:custGeom>
              <a:avLst/>
              <a:gdLst/>
              <a:ahLst/>
              <a:cxnLst/>
              <a:rect l="l" t="t" r="r" b="b"/>
              <a:pathLst>
                <a:path w="1" h="14110" fill="none" extrusionOk="0">
                  <a:moveTo>
                    <a:pt x="0" y="1"/>
                  </a:moveTo>
                  <a:lnTo>
                    <a:pt x="0" y="1411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48" name="Google Shape;1148;p26"/>
            <p:cNvSpPr/>
            <p:nvPr/>
          </p:nvSpPr>
          <p:spPr>
            <a:xfrm>
              <a:off x="2978651" y="3245151"/>
              <a:ext cx="25" cy="364950"/>
            </a:xfrm>
            <a:custGeom>
              <a:avLst/>
              <a:gdLst/>
              <a:ahLst/>
              <a:cxnLst/>
              <a:rect l="l" t="t" r="r" b="b"/>
              <a:pathLst>
                <a:path w="1" h="14598" fill="none" extrusionOk="0">
                  <a:moveTo>
                    <a:pt x="0" y="1"/>
                  </a:moveTo>
                  <a:lnTo>
                    <a:pt x="0" y="14598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49" name="Google Shape;1149;p26"/>
            <p:cNvSpPr/>
            <p:nvPr/>
          </p:nvSpPr>
          <p:spPr>
            <a:xfrm>
              <a:off x="4254225" y="1988425"/>
              <a:ext cx="176375" cy="404875"/>
            </a:xfrm>
            <a:custGeom>
              <a:avLst/>
              <a:gdLst/>
              <a:ahLst/>
              <a:cxnLst/>
              <a:rect l="l" t="t" r="r" b="b"/>
              <a:pathLst>
                <a:path w="7055" h="16195" fill="none" extrusionOk="0">
                  <a:moveTo>
                    <a:pt x="222" y="1"/>
                  </a:moveTo>
                  <a:lnTo>
                    <a:pt x="6966" y="4437"/>
                  </a:lnTo>
                  <a:lnTo>
                    <a:pt x="7055" y="16195"/>
                  </a:lnTo>
                  <a:lnTo>
                    <a:pt x="0" y="12158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50" name="Google Shape;1150;p26"/>
            <p:cNvSpPr/>
            <p:nvPr/>
          </p:nvSpPr>
          <p:spPr>
            <a:xfrm>
              <a:off x="4034600" y="1836475"/>
              <a:ext cx="185250" cy="435925"/>
            </a:xfrm>
            <a:custGeom>
              <a:avLst/>
              <a:gdLst/>
              <a:ahLst/>
              <a:cxnLst/>
              <a:rect l="l" t="t" r="r" b="b"/>
              <a:pathLst>
                <a:path w="7410" h="17437" fill="none" extrusionOk="0">
                  <a:moveTo>
                    <a:pt x="1" y="13222"/>
                  </a:moveTo>
                  <a:lnTo>
                    <a:pt x="7410" y="17437"/>
                  </a:lnTo>
                  <a:lnTo>
                    <a:pt x="7277" y="4881"/>
                  </a:lnTo>
                  <a:lnTo>
                    <a:pt x="178" y="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51" name="Google Shape;1151;p26"/>
            <p:cNvSpPr/>
            <p:nvPr/>
          </p:nvSpPr>
          <p:spPr>
            <a:xfrm>
              <a:off x="4407300" y="2086050"/>
              <a:ext cx="2225" cy="293950"/>
            </a:xfrm>
            <a:custGeom>
              <a:avLst/>
              <a:gdLst/>
              <a:ahLst/>
              <a:cxnLst/>
              <a:rect l="l" t="t" r="r" b="b"/>
              <a:pathLst>
                <a:path w="89" h="11758" fill="none" extrusionOk="0">
                  <a:moveTo>
                    <a:pt x="0" y="0"/>
                  </a:moveTo>
                  <a:lnTo>
                    <a:pt x="89" y="11758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52" name="Google Shape;1152;p26"/>
            <p:cNvSpPr/>
            <p:nvPr/>
          </p:nvSpPr>
          <p:spPr>
            <a:xfrm>
              <a:off x="4194325" y="1942950"/>
              <a:ext cx="2250" cy="315050"/>
            </a:xfrm>
            <a:custGeom>
              <a:avLst/>
              <a:gdLst/>
              <a:ahLst/>
              <a:cxnLst/>
              <a:rect l="l" t="t" r="r" b="b"/>
              <a:pathLst>
                <a:path w="90" h="12602" fill="none" extrusionOk="0">
                  <a:moveTo>
                    <a:pt x="1" y="1"/>
                  </a:moveTo>
                  <a:lnTo>
                    <a:pt x="89" y="1260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53" name="Google Shape;1153;p26"/>
            <p:cNvSpPr/>
            <p:nvPr/>
          </p:nvSpPr>
          <p:spPr>
            <a:xfrm>
              <a:off x="4257550" y="2447650"/>
              <a:ext cx="176375" cy="382675"/>
            </a:xfrm>
            <a:custGeom>
              <a:avLst/>
              <a:gdLst/>
              <a:ahLst/>
              <a:cxnLst/>
              <a:rect l="l" t="t" r="r" b="b"/>
              <a:pathLst>
                <a:path w="7055" h="15307" fill="none" extrusionOk="0">
                  <a:moveTo>
                    <a:pt x="267" y="0"/>
                  </a:moveTo>
                  <a:lnTo>
                    <a:pt x="6966" y="3505"/>
                  </a:lnTo>
                  <a:lnTo>
                    <a:pt x="7055" y="15307"/>
                  </a:lnTo>
                  <a:lnTo>
                    <a:pt x="0" y="12201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54" name="Google Shape;1154;p26"/>
            <p:cNvSpPr/>
            <p:nvPr/>
          </p:nvSpPr>
          <p:spPr>
            <a:xfrm>
              <a:off x="4035700" y="2322300"/>
              <a:ext cx="187500" cy="415975"/>
            </a:xfrm>
            <a:custGeom>
              <a:avLst/>
              <a:gdLst/>
              <a:ahLst/>
              <a:cxnLst/>
              <a:rect l="l" t="t" r="r" b="b"/>
              <a:pathLst>
                <a:path w="7500" h="16639" fill="none" extrusionOk="0">
                  <a:moveTo>
                    <a:pt x="134" y="13488"/>
                  </a:moveTo>
                  <a:lnTo>
                    <a:pt x="7499" y="16638"/>
                  </a:lnTo>
                  <a:lnTo>
                    <a:pt x="7410" y="4082"/>
                  </a:lnTo>
                  <a:lnTo>
                    <a:pt x="1" y="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55" name="Google Shape;1155;p26"/>
            <p:cNvSpPr/>
            <p:nvPr/>
          </p:nvSpPr>
          <p:spPr>
            <a:xfrm>
              <a:off x="4410625" y="2525275"/>
              <a:ext cx="2225" cy="293975"/>
            </a:xfrm>
            <a:custGeom>
              <a:avLst/>
              <a:gdLst/>
              <a:ahLst/>
              <a:cxnLst/>
              <a:rect l="l" t="t" r="r" b="b"/>
              <a:pathLst>
                <a:path w="89" h="11759" fill="none" extrusionOk="0">
                  <a:moveTo>
                    <a:pt x="0" y="1"/>
                  </a:moveTo>
                  <a:lnTo>
                    <a:pt x="89" y="11758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56" name="Google Shape;1156;p26"/>
            <p:cNvSpPr/>
            <p:nvPr/>
          </p:nvSpPr>
          <p:spPr>
            <a:xfrm>
              <a:off x="4197650" y="2412150"/>
              <a:ext cx="2250" cy="315025"/>
            </a:xfrm>
            <a:custGeom>
              <a:avLst/>
              <a:gdLst/>
              <a:ahLst/>
              <a:cxnLst/>
              <a:rect l="l" t="t" r="r" b="b"/>
              <a:pathLst>
                <a:path w="90" h="12601" fill="none" extrusionOk="0">
                  <a:moveTo>
                    <a:pt x="1" y="0"/>
                  </a:moveTo>
                  <a:lnTo>
                    <a:pt x="89" y="1260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57" name="Google Shape;1157;p26"/>
            <p:cNvSpPr/>
            <p:nvPr/>
          </p:nvSpPr>
          <p:spPr>
            <a:xfrm>
              <a:off x="4261975" y="2963425"/>
              <a:ext cx="176400" cy="353850"/>
            </a:xfrm>
            <a:custGeom>
              <a:avLst/>
              <a:gdLst/>
              <a:ahLst/>
              <a:cxnLst/>
              <a:rect l="l" t="t" r="r" b="b"/>
              <a:pathLst>
                <a:path w="7056" h="14154" fill="none" extrusionOk="0">
                  <a:moveTo>
                    <a:pt x="267" y="0"/>
                  </a:moveTo>
                  <a:lnTo>
                    <a:pt x="6922" y="2352"/>
                  </a:lnTo>
                  <a:lnTo>
                    <a:pt x="7055" y="14154"/>
                  </a:lnTo>
                  <a:lnTo>
                    <a:pt x="1" y="12246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58" name="Google Shape;1158;p26"/>
            <p:cNvSpPr/>
            <p:nvPr/>
          </p:nvSpPr>
          <p:spPr>
            <a:xfrm>
              <a:off x="4040150" y="2879125"/>
              <a:ext cx="187475" cy="382700"/>
            </a:xfrm>
            <a:custGeom>
              <a:avLst/>
              <a:gdLst/>
              <a:ahLst/>
              <a:cxnLst/>
              <a:rect l="l" t="t" r="r" b="b"/>
              <a:pathLst>
                <a:path w="7499" h="15308" fill="none" extrusionOk="0">
                  <a:moveTo>
                    <a:pt x="133" y="13444"/>
                  </a:moveTo>
                  <a:lnTo>
                    <a:pt x="7499" y="15307"/>
                  </a:lnTo>
                  <a:lnTo>
                    <a:pt x="7410" y="2751"/>
                  </a:lnTo>
                  <a:lnTo>
                    <a:pt x="0" y="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59" name="Google Shape;1159;p26"/>
            <p:cNvSpPr/>
            <p:nvPr/>
          </p:nvSpPr>
          <p:spPr>
            <a:xfrm>
              <a:off x="4415050" y="3015550"/>
              <a:ext cx="2250" cy="293950"/>
            </a:xfrm>
            <a:custGeom>
              <a:avLst/>
              <a:gdLst/>
              <a:ahLst/>
              <a:cxnLst/>
              <a:rect l="l" t="t" r="r" b="b"/>
              <a:pathLst>
                <a:path w="90" h="11758" fill="none" extrusionOk="0">
                  <a:moveTo>
                    <a:pt x="1" y="0"/>
                  </a:moveTo>
                  <a:lnTo>
                    <a:pt x="89" y="11758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60" name="Google Shape;1160;p26"/>
            <p:cNvSpPr/>
            <p:nvPr/>
          </p:nvSpPr>
          <p:spPr>
            <a:xfrm>
              <a:off x="4202100" y="2939025"/>
              <a:ext cx="2225" cy="316125"/>
            </a:xfrm>
            <a:custGeom>
              <a:avLst/>
              <a:gdLst/>
              <a:ahLst/>
              <a:cxnLst/>
              <a:rect l="l" t="t" r="r" b="b"/>
              <a:pathLst>
                <a:path w="89" h="12645" fill="none" extrusionOk="0">
                  <a:moveTo>
                    <a:pt x="0" y="0"/>
                  </a:moveTo>
                  <a:lnTo>
                    <a:pt x="89" y="12645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61" name="Google Shape;1161;p26"/>
            <p:cNvSpPr/>
            <p:nvPr/>
          </p:nvSpPr>
          <p:spPr>
            <a:xfrm>
              <a:off x="4986300" y="2429900"/>
              <a:ext cx="95400" cy="307275"/>
            </a:xfrm>
            <a:custGeom>
              <a:avLst/>
              <a:gdLst/>
              <a:ahLst/>
              <a:cxnLst/>
              <a:rect l="l" t="t" r="r" b="b"/>
              <a:pathLst>
                <a:path w="3816" h="12291" fill="none" extrusionOk="0">
                  <a:moveTo>
                    <a:pt x="0" y="0"/>
                  </a:moveTo>
                  <a:lnTo>
                    <a:pt x="3816" y="2573"/>
                  </a:lnTo>
                  <a:lnTo>
                    <a:pt x="3816" y="12290"/>
                  </a:lnTo>
                  <a:lnTo>
                    <a:pt x="0" y="10205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62" name="Google Shape;1162;p26"/>
            <p:cNvSpPr/>
            <p:nvPr/>
          </p:nvSpPr>
          <p:spPr>
            <a:xfrm>
              <a:off x="5141575" y="2527500"/>
              <a:ext cx="106525" cy="295075"/>
            </a:xfrm>
            <a:custGeom>
              <a:avLst/>
              <a:gdLst/>
              <a:ahLst/>
              <a:cxnLst/>
              <a:rect l="l" t="t" r="r" b="b"/>
              <a:pathLst>
                <a:path w="4261" h="11803" fill="none" extrusionOk="0">
                  <a:moveTo>
                    <a:pt x="1" y="9628"/>
                  </a:moveTo>
                  <a:lnTo>
                    <a:pt x="1" y="1"/>
                  </a:lnTo>
                  <a:lnTo>
                    <a:pt x="4260" y="2441"/>
                  </a:lnTo>
                  <a:lnTo>
                    <a:pt x="4260" y="11802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63" name="Google Shape;1163;p26"/>
            <p:cNvSpPr/>
            <p:nvPr/>
          </p:nvSpPr>
          <p:spPr>
            <a:xfrm>
              <a:off x="5229200" y="2578525"/>
              <a:ext cx="25" cy="235175"/>
            </a:xfrm>
            <a:custGeom>
              <a:avLst/>
              <a:gdLst/>
              <a:ahLst/>
              <a:cxnLst/>
              <a:rect l="l" t="t" r="r" b="b"/>
              <a:pathLst>
                <a:path w="1" h="9407" fill="none" extrusionOk="0">
                  <a:moveTo>
                    <a:pt x="1" y="0"/>
                  </a:moveTo>
                  <a:lnTo>
                    <a:pt x="1" y="9406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64" name="Google Shape;1164;p26"/>
            <p:cNvSpPr/>
            <p:nvPr/>
          </p:nvSpPr>
          <p:spPr>
            <a:xfrm>
              <a:off x="5061725" y="2480925"/>
              <a:ext cx="25" cy="245150"/>
            </a:xfrm>
            <a:custGeom>
              <a:avLst/>
              <a:gdLst/>
              <a:ahLst/>
              <a:cxnLst/>
              <a:rect l="l" t="t" r="r" b="b"/>
              <a:pathLst>
                <a:path w="1" h="9806" fill="none" extrusionOk="0">
                  <a:moveTo>
                    <a:pt x="0" y="0"/>
                  </a:moveTo>
                  <a:lnTo>
                    <a:pt x="0" y="9805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65" name="Google Shape;1165;p26"/>
            <p:cNvSpPr/>
            <p:nvPr/>
          </p:nvSpPr>
          <p:spPr>
            <a:xfrm>
              <a:off x="4986300" y="2793700"/>
              <a:ext cx="95400" cy="295075"/>
            </a:xfrm>
            <a:custGeom>
              <a:avLst/>
              <a:gdLst/>
              <a:ahLst/>
              <a:cxnLst/>
              <a:rect l="l" t="t" r="r" b="b"/>
              <a:pathLst>
                <a:path w="3816" h="11803" fill="none" extrusionOk="0">
                  <a:moveTo>
                    <a:pt x="0" y="1"/>
                  </a:moveTo>
                  <a:lnTo>
                    <a:pt x="3816" y="2086"/>
                  </a:lnTo>
                  <a:lnTo>
                    <a:pt x="3816" y="11803"/>
                  </a:lnTo>
                  <a:lnTo>
                    <a:pt x="0" y="1025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66" name="Google Shape;1166;p26"/>
            <p:cNvSpPr/>
            <p:nvPr/>
          </p:nvSpPr>
          <p:spPr>
            <a:xfrm>
              <a:off x="5141575" y="2872450"/>
              <a:ext cx="106525" cy="281775"/>
            </a:xfrm>
            <a:custGeom>
              <a:avLst/>
              <a:gdLst/>
              <a:ahLst/>
              <a:cxnLst/>
              <a:rect l="l" t="t" r="r" b="b"/>
              <a:pathLst>
                <a:path w="4261" h="11271" fill="none" extrusionOk="0">
                  <a:moveTo>
                    <a:pt x="1" y="9629"/>
                  </a:moveTo>
                  <a:lnTo>
                    <a:pt x="1" y="1"/>
                  </a:lnTo>
                  <a:lnTo>
                    <a:pt x="4260" y="1909"/>
                  </a:lnTo>
                  <a:lnTo>
                    <a:pt x="4260" y="1127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67" name="Google Shape;1167;p26"/>
            <p:cNvSpPr/>
            <p:nvPr/>
          </p:nvSpPr>
          <p:spPr>
            <a:xfrm>
              <a:off x="5229200" y="2912400"/>
              <a:ext cx="25" cy="235175"/>
            </a:xfrm>
            <a:custGeom>
              <a:avLst/>
              <a:gdLst/>
              <a:ahLst/>
              <a:cxnLst/>
              <a:rect l="l" t="t" r="r" b="b"/>
              <a:pathLst>
                <a:path w="1" h="9407" fill="none" extrusionOk="0">
                  <a:moveTo>
                    <a:pt x="1" y="0"/>
                  </a:moveTo>
                  <a:lnTo>
                    <a:pt x="1" y="9406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68" name="Google Shape;1168;p26"/>
            <p:cNvSpPr/>
            <p:nvPr/>
          </p:nvSpPr>
          <p:spPr>
            <a:xfrm>
              <a:off x="5061725" y="2835850"/>
              <a:ext cx="25" cy="244050"/>
            </a:xfrm>
            <a:custGeom>
              <a:avLst/>
              <a:gdLst/>
              <a:ahLst/>
              <a:cxnLst/>
              <a:rect l="l" t="t" r="r" b="b"/>
              <a:pathLst>
                <a:path w="1" h="9762" fill="none" extrusionOk="0">
                  <a:moveTo>
                    <a:pt x="0" y="1"/>
                  </a:moveTo>
                  <a:lnTo>
                    <a:pt x="0" y="9762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69" name="Google Shape;1169;p26"/>
            <p:cNvSpPr/>
            <p:nvPr/>
          </p:nvSpPr>
          <p:spPr>
            <a:xfrm>
              <a:off x="4986300" y="3190800"/>
              <a:ext cx="95400" cy="280650"/>
            </a:xfrm>
            <a:custGeom>
              <a:avLst/>
              <a:gdLst/>
              <a:ahLst/>
              <a:cxnLst/>
              <a:rect l="l" t="t" r="r" b="b"/>
              <a:pathLst>
                <a:path w="3816" h="11226" fill="none" extrusionOk="0">
                  <a:moveTo>
                    <a:pt x="0" y="1"/>
                  </a:moveTo>
                  <a:lnTo>
                    <a:pt x="3816" y="1465"/>
                  </a:lnTo>
                  <a:lnTo>
                    <a:pt x="3816" y="11226"/>
                  </a:lnTo>
                  <a:lnTo>
                    <a:pt x="0" y="1025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70" name="Google Shape;1170;p26"/>
            <p:cNvSpPr/>
            <p:nvPr/>
          </p:nvSpPr>
          <p:spPr>
            <a:xfrm>
              <a:off x="5141575" y="3244050"/>
              <a:ext cx="106525" cy="265125"/>
            </a:xfrm>
            <a:custGeom>
              <a:avLst/>
              <a:gdLst/>
              <a:ahLst/>
              <a:cxnLst/>
              <a:rect l="l" t="t" r="r" b="b"/>
              <a:pathLst>
                <a:path w="4261" h="10605" fill="none" extrusionOk="0">
                  <a:moveTo>
                    <a:pt x="1" y="9628"/>
                  </a:moveTo>
                  <a:lnTo>
                    <a:pt x="1" y="0"/>
                  </a:lnTo>
                  <a:lnTo>
                    <a:pt x="4260" y="1287"/>
                  </a:lnTo>
                  <a:lnTo>
                    <a:pt x="4260" y="10604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71" name="Google Shape;1171;p26"/>
            <p:cNvSpPr/>
            <p:nvPr/>
          </p:nvSpPr>
          <p:spPr>
            <a:xfrm>
              <a:off x="5229200" y="3270675"/>
              <a:ext cx="25" cy="235175"/>
            </a:xfrm>
            <a:custGeom>
              <a:avLst/>
              <a:gdLst/>
              <a:ahLst/>
              <a:cxnLst/>
              <a:rect l="l" t="t" r="r" b="b"/>
              <a:pathLst>
                <a:path w="1" h="9407" fill="none" extrusionOk="0">
                  <a:moveTo>
                    <a:pt x="1" y="0"/>
                  </a:moveTo>
                  <a:lnTo>
                    <a:pt x="1" y="9406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72" name="Google Shape;1172;p26"/>
            <p:cNvSpPr/>
            <p:nvPr/>
          </p:nvSpPr>
          <p:spPr>
            <a:xfrm>
              <a:off x="5061725" y="3220750"/>
              <a:ext cx="25" cy="244050"/>
            </a:xfrm>
            <a:custGeom>
              <a:avLst/>
              <a:gdLst/>
              <a:ahLst/>
              <a:cxnLst/>
              <a:rect l="l" t="t" r="r" b="b"/>
              <a:pathLst>
                <a:path w="1" h="9762" fill="none" extrusionOk="0">
                  <a:moveTo>
                    <a:pt x="0" y="1"/>
                  </a:moveTo>
                  <a:lnTo>
                    <a:pt x="0" y="976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73" name="Google Shape;1173;p26"/>
            <p:cNvSpPr/>
            <p:nvPr/>
          </p:nvSpPr>
          <p:spPr>
            <a:xfrm>
              <a:off x="4986300" y="3550175"/>
              <a:ext cx="95400" cy="277325"/>
            </a:xfrm>
            <a:custGeom>
              <a:avLst/>
              <a:gdLst/>
              <a:ahLst/>
              <a:cxnLst/>
              <a:rect l="l" t="t" r="r" b="b"/>
              <a:pathLst>
                <a:path w="3816" h="11093" fill="none" extrusionOk="0">
                  <a:moveTo>
                    <a:pt x="0" y="1"/>
                  </a:moveTo>
                  <a:lnTo>
                    <a:pt x="3816" y="1332"/>
                  </a:lnTo>
                  <a:lnTo>
                    <a:pt x="3816" y="11093"/>
                  </a:lnTo>
                  <a:lnTo>
                    <a:pt x="0" y="1025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74" name="Google Shape;1174;p26"/>
            <p:cNvSpPr/>
            <p:nvPr/>
          </p:nvSpPr>
          <p:spPr>
            <a:xfrm>
              <a:off x="5141575" y="3597875"/>
              <a:ext cx="106525" cy="261800"/>
            </a:xfrm>
            <a:custGeom>
              <a:avLst/>
              <a:gdLst/>
              <a:ahLst/>
              <a:cxnLst/>
              <a:rect l="l" t="t" r="r" b="b"/>
              <a:pathLst>
                <a:path w="4261" h="10472" fill="none" extrusionOk="0">
                  <a:moveTo>
                    <a:pt x="1" y="9673"/>
                  </a:moveTo>
                  <a:lnTo>
                    <a:pt x="1" y="1"/>
                  </a:lnTo>
                  <a:lnTo>
                    <a:pt x="4260" y="1154"/>
                  </a:lnTo>
                  <a:lnTo>
                    <a:pt x="4260" y="10471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75" name="Google Shape;1175;p26"/>
            <p:cNvSpPr/>
            <p:nvPr/>
          </p:nvSpPr>
          <p:spPr>
            <a:xfrm>
              <a:off x="5229200" y="3621175"/>
              <a:ext cx="25" cy="235175"/>
            </a:xfrm>
            <a:custGeom>
              <a:avLst/>
              <a:gdLst/>
              <a:ahLst/>
              <a:cxnLst/>
              <a:rect l="l" t="t" r="r" b="b"/>
              <a:pathLst>
                <a:path w="1" h="9407" fill="none" extrusionOk="0">
                  <a:moveTo>
                    <a:pt x="1" y="0"/>
                  </a:moveTo>
                  <a:lnTo>
                    <a:pt x="1" y="9406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76" name="Google Shape;1176;p26"/>
            <p:cNvSpPr/>
            <p:nvPr/>
          </p:nvSpPr>
          <p:spPr>
            <a:xfrm>
              <a:off x="5061725" y="3576800"/>
              <a:ext cx="25" cy="245150"/>
            </a:xfrm>
            <a:custGeom>
              <a:avLst/>
              <a:gdLst/>
              <a:ahLst/>
              <a:cxnLst/>
              <a:rect l="l" t="t" r="r" b="b"/>
              <a:pathLst>
                <a:path w="1" h="9806" fill="none" extrusionOk="0">
                  <a:moveTo>
                    <a:pt x="0" y="1"/>
                  </a:moveTo>
                  <a:lnTo>
                    <a:pt x="0" y="9806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77" name="Google Shape;1177;p26"/>
            <p:cNvSpPr/>
            <p:nvPr/>
          </p:nvSpPr>
          <p:spPr>
            <a:xfrm>
              <a:off x="5358975" y="2670575"/>
              <a:ext cx="63250" cy="257375"/>
            </a:xfrm>
            <a:custGeom>
              <a:avLst/>
              <a:gdLst/>
              <a:ahLst/>
              <a:cxnLst/>
              <a:rect l="l" t="t" r="r" b="b"/>
              <a:pathLst>
                <a:path w="2530" h="10295" fill="none" extrusionOk="0">
                  <a:moveTo>
                    <a:pt x="1" y="1"/>
                  </a:moveTo>
                  <a:lnTo>
                    <a:pt x="2530" y="1687"/>
                  </a:lnTo>
                  <a:lnTo>
                    <a:pt x="2530" y="10294"/>
                  </a:lnTo>
                  <a:lnTo>
                    <a:pt x="1" y="9052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78" name="Google Shape;1178;p26"/>
            <p:cNvSpPr/>
            <p:nvPr/>
          </p:nvSpPr>
          <p:spPr>
            <a:xfrm>
              <a:off x="5461025" y="2733800"/>
              <a:ext cx="69900" cy="250725"/>
            </a:xfrm>
            <a:custGeom>
              <a:avLst/>
              <a:gdLst/>
              <a:ahLst/>
              <a:cxnLst/>
              <a:rect l="l" t="t" r="r" b="b"/>
              <a:pathLst>
                <a:path w="2796" h="10029" fill="none" extrusionOk="0">
                  <a:moveTo>
                    <a:pt x="1" y="8564"/>
                  </a:moveTo>
                  <a:lnTo>
                    <a:pt x="1" y="1"/>
                  </a:lnTo>
                  <a:lnTo>
                    <a:pt x="2796" y="1643"/>
                  </a:lnTo>
                  <a:lnTo>
                    <a:pt x="2796" y="10028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79" name="Google Shape;1179;p26"/>
            <p:cNvSpPr/>
            <p:nvPr/>
          </p:nvSpPr>
          <p:spPr>
            <a:xfrm>
              <a:off x="5518700" y="2767100"/>
              <a:ext cx="25" cy="211875"/>
            </a:xfrm>
            <a:custGeom>
              <a:avLst/>
              <a:gdLst/>
              <a:ahLst/>
              <a:cxnLst/>
              <a:rect l="l" t="t" r="r" b="b"/>
              <a:pathLst>
                <a:path w="1" h="8475" fill="none" extrusionOk="0">
                  <a:moveTo>
                    <a:pt x="1" y="0"/>
                  </a:moveTo>
                  <a:lnTo>
                    <a:pt x="1" y="8474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80" name="Google Shape;1180;p26"/>
            <p:cNvSpPr/>
            <p:nvPr/>
          </p:nvSpPr>
          <p:spPr>
            <a:xfrm>
              <a:off x="5408900" y="2703875"/>
              <a:ext cx="25" cy="217425"/>
            </a:xfrm>
            <a:custGeom>
              <a:avLst/>
              <a:gdLst/>
              <a:ahLst/>
              <a:cxnLst/>
              <a:rect l="l" t="t" r="r" b="b"/>
              <a:pathLst>
                <a:path w="1" h="8697" fill="none" extrusionOk="0">
                  <a:moveTo>
                    <a:pt x="0" y="0"/>
                  </a:moveTo>
                  <a:lnTo>
                    <a:pt x="0" y="8696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81" name="Google Shape;1181;p26"/>
            <p:cNvSpPr/>
            <p:nvPr/>
          </p:nvSpPr>
          <p:spPr>
            <a:xfrm>
              <a:off x="5358975" y="2991150"/>
              <a:ext cx="63250" cy="249600"/>
            </a:xfrm>
            <a:custGeom>
              <a:avLst/>
              <a:gdLst/>
              <a:ahLst/>
              <a:cxnLst/>
              <a:rect l="l" t="t" r="r" b="b"/>
              <a:pathLst>
                <a:path w="2530" h="9984" fill="none" extrusionOk="0">
                  <a:moveTo>
                    <a:pt x="1" y="0"/>
                  </a:moveTo>
                  <a:lnTo>
                    <a:pt x="2530" y="1376"/>
                  </a:lnTo>
                  <a:lnTo>
                    <a:pt x="2530" y="9983"/>
                  </a:lnTo>
                  <a:lnTo>
                    <a:pt x="1" y="905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82" name="Google Shape;1182;p26"/>
            <p:cNvSpPr/>
            <p:nvPr/>
          </p:nvSpPr>
          <p:spPr>
            <a:xfrm>
              <a:off x="5461025" y="3041050"/>
              <a:ext cx="69900" cy="241850"/>
            </a:xfrm>
            <a:custGeom>
              <a:avLst/>
              <a:gdLst/>
              <a:ahLst/>
              <a:cxnLst/>
              <a:rect l="l" t="t" r="r" b="b"/>
              <a:pathLst>
                <a:path w="2796" h="9674" fill="none" extrusionOk="0">
                  <a:moveTo>
                    <a:pt x="1" y="8608"/>
                  </a:moveTo>
                  <a:lnTo>
                    <a:pt x="1" y="1"/>
                  </a:lnTo>
                  <a:lnTo>
                    <a:pt x="2796" y="1288"/>
                  </a:lnTo>
                  <a:lnTo>
                    <a:pt x="2796" y="9673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83" name="Google Shape;1183;p26"/>
            <p:cNvSpPr/>
            <p:nvPr/>
          </p:nvSpPr>
          <p:spPr>
            <a:xfrm>
              <a:off x="5518700" y="3067675"/>
              <a:ext cx="25" cy="210775"/>
            </a:xfrm>
            <a:custGeom>
              <a:avLst/>
              <a:gdLst/>
              <a:ahLst/>
              <a:cxnLst/>
              <a:rect l="l" t="t" r="r" b="b"/>
              <a:pathLst>
                <a:path w="1" h="8431" fill="none" extrusionOk="0">
                  <a:moveTo>
                    <a:pt x="1" y="1"/>
                  </a:moveTo>
                  <a:lnTo>
                    <a:pt x="1" y="843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84" name="Google Shape;1184;p26"/>
            <p:cNvSpPr/>
            <p:nvPr/>
          </p:nvSpPr>
          <p:spPr>
            <a:xfrm>
              <a:off x="5408900" y="3017775"/>
              <a:ext cx="25" cy="217425"/>
            </a:xfrm>
            <a:custGeom>
              <a:avLst/>
              <a:gdLst/>
              <a:ahLst/>
              <a:cxnLst/>
              <a:rect l="l" t="t" r="r" b="b"/>
              <a:pathLst>
                <a:path w="1" h="8697" fill="none" extrusionOk="0">
                  <a:moveTo>
                    <a:pt x="0" y="0"/>
                  </a:moveTo>
                  <a:lnTo>
                    <a:pt x="0" y="8696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85" name="Google Shape;1185;p26"/>
            <p:cNvSpPr/>
            <p:nvPr/>
          </p:nvSpPr>
          <p:spPr>
            <a:xfrm>
              <a:off x="5358975" y="3340550"/>
              <a:ext cx="63250" cy="239600"/>
            </a:xfrm>
            <a:custGeom>
              <a:avLst/>
              <a:gdLst/>
              <a:ahLst/>
              <a:cxnLst/>
              <a:rect l="l" t="t" r="r" b="b"/>
              <a:pathLst>
                <a:path w="2530" h="9584" fill="none" extrusionOk="0">
                  <a:moveTo>
                    <a:pt x="1" y="0"/>
                  </a:moveTo>
                  <a:lnTo>
                    <a:pt x="2530" y="932"/>
                  </a:lnTo>
                  <a:lnTo>
                    <a:pt x="2530" y="9584"/>
                  </a:lnTo>
                  <a:lnTo>
                    <a:pt x="1" y="905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86" name="Google Shape;1186;p26"/>
            <p:cNvSpPr/>
            <p:nvPr/>
          </p:nvSpPr>
          <p:spPr>
            <a:xfrm>
              <a:off x="5461025" y="3373825"/>
              <a:ext cx="69900" cy="228525"/>
            </a:xfrm>
            <a:custGeom>
              <a:avLst/>
              <a:gdLst/>
              <a:ahLst/>
              <a:cxnLst/>
              <a:rect l="l" t="t" r="r" b="b"/>
              <a:pathLst>
                <a:path w="2796" h="9141" fill="none" extrusionOk="0">
                  <a:moveTo>
                    <a:pt x="1" y="8563"/>
                  </a:moveTo>
                  <a:lnTo>
                    <a:pt x="1" y="0"/>
                  </a:lnTo>
                  <a:lnTo>
                    <a:pt x="2796" y="755"/>
                  </a:lnTo>
                  <a:lnTo>
                    <a:pt x="2796" y="914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87" name="Google Shape;1187;p26"/>
            <p:cNvSpPr/>
            <p:nvPr/>
          </p:nvSpPr>
          <p:spPr>
            <a:xfrm>
              <a:off x="5518700" y="3389350"/>
              <a:ext cx="25" cy="210775"/>
            </a:xfrm>
            <a:custGeom>
              <a:avLst/>
              <a:gdLst/>
              <a:ahLst/>
              <a:cxnLst/>
              <a:rect l="l" t="t" r="r" b="b"/>
              <a:pathLst>
                <a:path w="1" h="8431" fill="none" extrusionOk="0">
                  <a:moveTo>
                    <a:pt x="1" y="0"/>
                  </a:moveTo>
                  <a:lnTo>
                    <a:pt x="1" y="843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88" name="Google Shape;1188;p26"/>
            <p:cNvSpPr/>
            <p:nvPr/>
          </p:nvSpPr>
          <p:spPr>
            <a:xfrm>
              <a:off x="5408900" y="3359400"/>
              <a:ext cx="25" cy="217425"/>
            </a:xfrm>
            <a:custGeom>
              <a:avLst/>
              <a:gdLst/>
              <a:ahLst/>
              <a:cxnLst/>
              <a:rect l="l" t="t" r="r" b="b"/>
              <a:pathLst>
                <a:path w="1" h="8697" fill="none" extrusionOk="0">
                  <a:moveTo>
                    <a:pt x="0" y="1"/>
                  </a:moveTo>
                  <a:lnTo>
                    <a:pt x="0" y="8697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89" name="Google Shape;1189;p26"/>
            <p:cNvSpPr/>
            <p:nvPr/>
          </p:nvSpPr>
          <p:spPr>
            <a:xfrm>
              <a:off x="5358975" y="3657775"/>
              <a:ext cx="63250" cy="238500"/>
            </a:xfrm>
            <a:custGeom>
              <a:avLst/>
              <a:gdLst/>
              <a:ahLst/>
              <a:cxnLst/>
              <a:rect l="l" t="t" r="r" b="b"/>
              <a:pathLst>
                <a:path w="2530" h="9540" fill="none" extrusionOk="0">
                  <a:moveTo>
                    <a:pt x="1" y="1"/>
                  </a:moveTo>
                  <a:lnTo>
                    <a:pt x="2530" y="888"/>
                  </a:lnTo>
                  <a:lnTo>
                    <a:pt x="2530" y="9540"/>
                  </a:lnTo>
                  <a:lnTo>
                    <a:pt x="1" y="9007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90" name="Google Shape;1190;p26"/>
            <p:cNvSpPr/>
            <p:nvPr/>
          </p:nvSpPr>
          <p:spPr>
            <a:xfrm>
              <a:off x="5461025" y="3688825"/>
              <a:ext cx="69900" cy="228525"/>
            </a:xfrm>
            <a:custGeom>
              <a:avLst/>
              <a:gdLst/>
              <a:ahLst/>
              <a:cxnLst/>
              <a:rect l="l" t="t" r="r" b="b"/>
              <a:pathLst>
                <a:path w="2796" h="9141" fill="none" extrusionOk="0">
                  <a:moveTo>
                    <a:pt x="1" y="8608"/>
                  </a:moveTo>
                  <a:lnTo>
                    <a:pt x="1" y="1"/>
                  </a:lnTo>
                  <a:lnTo>
                    <a:pt x="2796" y="755"/>
                  </a:lnTo>
                  <a:lnTo>
                    <a:pt x="2796" y="9141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91" name="Google Shape;1191;p26"/>
            <p:cNvSpPr/>
            <p:nvPr/>
          </p:nvSpPr>
          <p:spPr>
            <a:xfrm>
              <a:off x="5518700" y="3704350"/>
              <a:ext cx="25" cy="211900"/>
            </a:xfrm>
            <a:custGeom>
              <a:avLst/>
              <a:gdLst/>
              <a:ahLst/>
              <a:cxnLst/>
              <a:rect l="l" t="t" r="r" b="b"/>
              <a:pathLst>
                <a:path w="1" h="8476" fill="none" extrusionOk="0">
                  <a:moveTo>
                    <a:pt x="1" y="1"/>
                  </a:moveTo>
                  <a:lnTo>
                    <a:pt x="1" y="8475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92" name="Google Shape;1192;p26"/>
            <p:cNvSpPr/>
            <p:nvPr/>
          </p:nvSpPr>
          <p:spPr>
            <a:xfrm>
              <a:off x="5408900" y="3675525"/>
              <a:ext cx="25" cy="217425"/>
            </a:xfrm>
            <a:custGeom>
              <a:avLst/>
              <a:gdLst/>
              <a:ahLst/>
              <a:cxnLst/>
              <a:rect l="l" t="t" r="r" b="b"/>
              <a:pathLst>
                <a:path w="1" h="8697" fill="none" extrusionOk="0">
                  <a:moveTo>
                    <a:pt x="0" y="0"/>
                  </a:moveTo>
                  <a:lnTo>
                    <a:pt x="0" y="8697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93" name="Google Shape;1193;p26"/>
            <p:cNvSpPr/>
            <p:nvPr/>
          </p:nvSpPr>
          <p:spPr>
            <a:xfrm>
              <a:off x="5629625" y="2799250"/>
              <a:ext cx="89875" cy="264025"/>
            </a:xfrm>
            <a:custGeom>
              <a:avLst/>
              <a:gdLst/>
              <a:ahLst/>
              <a:cxnLst/>
              <a:rect l="l" t="t" r="r" b="b"/>
              <a:pathLst>
                <a:path w="3595" h="10561" fill="none" extrusionOk="0">
                  <a:moveTo>
                    <a:pt x="1" y="1"/>
                  </a:moveTo>
                  <a:lnTo>
                    <a:pt x="3594" y="2618"/>
                  </a:lnTo>
                  <a:lnTo>
                    <a:pt x="3594" y="10560"/>
                  </a:lnTo>
                  <a:lnTo>
                    <a:pt x="1" y="843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94" name="Google Shape;1194;p26"/>
            <p:cNvSpPr/>
            <p:nvPr/>
          </p:nvSpPr>
          <p:spPr>
            <a:xfrm>
              <a:off x="5774925" y="2900200"/>
              <a:ext cx="99850" cy="248475"/>
            </a:xfrm>
            <a:custGeom>
              <a:avLst/>
              <a:gdLst/>
              <a:ahLst/>
              <a:cxnLst/>
              <a:rect l="l" t="t" r="r" b="b"/>
              <a:pathLst>
                <a:path w="3994" h="9939" fill="none" extrusionOk="0">
                  <a:moveTo>
                    <a:pt x="1" y="7809"/>
                  </a:moveTo>
                  <a:lnTo>
                    <a:pt x="1" y="0"/>
                  </a:lnTo>
                  <a:lnTo>
                    <a:pt x="3994" y="2485"/>
                  </a:lnTo>
                  <a:lnTo>
                    <a:pt x="3994" y="9939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95" name="Google Shape;1195;p26"/>
            <p:cNvSpPr/>
            <p:nvPr/>
          </p:nvSpPr>
          <p:spPr>
            <a:xfrm>
              <a:off x="5857025" y="2952325"/>
              <a:ext cx="25" cy="187475"/>
            </a:xfrm>
            <a:custGeom>
              <a:avLst/>
              <a:gdLst/>
              <a:ahLst/>
              <a:cxnLst/>
              <a:rect l="l" t="t" r="r" b="b"/>
              <a:pathLst>
                <a:path w="1" h="7499" fill="none" extrusionOk="0">
                  <a:moveTo>
                    <a:pt x="0" y="0"/>
                  </a:moveTo>
                  <a:lnTo>
                    <a:pt x="0" y="7499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96" name="Google Shape;1196;p26"/>
            <p:cNvSpPr/>
            <p:nvPr/>
          </p:nvSpPr>
          <p:spPr>
            <a:xfrm>
              <a:off x="5700625" y="2852500"/>
              <a:ext cx="25" cy="199675"/>
            </a:xfrm>
            <a:custGeom>
              <a:avLst/>
              <a:gdLst/>
              <a:ahLst/>
              <a:cxnLst/>
              <a:rect l="l" t="t" r="r" b="b"/>
              <a:pathLst>
                <a:path w="1" h="7987" fill="none" extrusionOk="0">
                  <a:moveTo>
                    <a:pt x="0" y="0"/>
                  </a:moveTo>
                  <a:lnTo>
                    <a:pt x="0" y="7987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97" name="Google Shape;1197;p26"/>
            <p:cNvSpPr/>
            <p:nvPr/>
          </p:nvSpPr>
          <p:spPr>
            <a:xfrm>
              <a:off x="5629625" y="3099850"/>
              <a:ext cx="89875" cy="250700"/>
            </a:xfrm>
            <a:custGeom>
              <a:avLst/>
              <a:gdLst/>
              <a:ahLst/>
              <a:cxnLst/>
              <a:rect l="l" t="t" r="r" b="b"/>
              <a:pathLst>
                <a:path w="3595" h="10028" fill="none" extrusionOk="0">
                  <a:moveTo>
                    <a:pt x="1" y="0"/>
                  </a:moveTo>
                  <a:lnTo>
                    <a:pt x="3594" y="2086"/>
                  </a:lnTo>
                  <a:lnTo>
                    <a:pt x="3594" y="10028"/>
                  </a:lnTo>
                  <a:lnTo>
                    <a:pt x="1" y="843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98" name="Google Shape;1198;p26"/>
            <p:cNvSpPr/>
            <p:nvPr/>
          </p:nvSpPr>
          <p:spPr>
            <a:xfrm>
              <a:off x="5774925" y="3178600"/>
              <a:ext cx="99850" cy="235175"/>
            </a:xfrm>
            <a:custGeom>
              <a:avLst/>
              <a:gdLst/>
              <a:ahLst/>
              <a:cxnLst/>
              <a:rect l="l" t="t" r="r" b="b"/>
              <a:pathLst>
                <a:path w="3994" h="9407" fill="none" extrusionOk="0">
                  <a:moveTo>
                    <a:pt x="1" y="7809"/>
                  </a:moveTo>
                  <a:lnTo>
                    <a:pt x="1" y="1"/>
                  </a:lnTo>
                  <a:lnTo>
                    <a:pt x="3994" y="1953"/>
                  </a:lnTo>
                  <a:lnTo>
                    <a:pt x="3994" y="9407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199" name="Google Shape;1199;p26"/>
            <p:cNvSpPr/>
            <p:nvPr/>
          </p:nvSpPr>
          <p:spPr>
            <a:xfrm>
              <a:off x="5857025" y="3219650"/>
              <a:ext cx="25" cy="187475"/>
            </a:xfrm>
            <a:custGeom>
              <a:avLst/>
              <a:gdLst/>
              <a:ahLst/>
              <a:cxnLst/>
              <a:rect l="l" t="t" r="r" b="b"/>
              <a:pathLst>
                <a:path w="1" h="7499" fill="none" extrusionOk="0">
                  <a:moveTo>
                    <a:pt x="0" y="0"/>
                  </a:moveTo>
                  <a:lnTo>
                    <a:pt x="0" y="7498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00" name="Google Shape;1200;p26"/>
            <p:cNvSpPr/>
            <p:nvPr/>
          </p:nvSpPr>
          <p:spPr>
            <a:xfrm>
              <a:off x="5700625" y="3142000"/>
              <a:ext cx="25" cy="199675"/>
            </a:xfrm>
            <a:custGeom>
              <a:avLst/>
              <a:gdLst/>
              <a:ahLst/>
              <a:cxnLst/>
              <a:rect l="l" t="t" r="r" b="b"/>
              <a:pathLst>
                <a:path w="1" h="7987" fill="none" extrusionOk="0">
                  <a:moveTo>
                    <a:pt x="0" y="0"/>
                  </a:moveTo>
                  <a:lnTo>
                    <a:pt x="0" y="7987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01" name="Google Shape;1201;p26"/>
            <p:cNvSpPr/>
            <p:nvPr/>
          </p:nvSpPr>
          <p:spPr>
            <a:xfrm>
              <a:off x="5629625" y="3427050"/>
              <a:ext cx="89875" cy="234075"/>
            </a:xfrm>
            <a:custGeom>
              <a:avLst/>
              <a:gdLst/>
              <a:ahLst/>
              <a:cxnLst/>
              <a:rect l="l" t="t" r="r" b="b"/>
              <a:pathLst>
                <a:path w="3595" h="9363" fill="none" extrusionOk="0">
                  <a:moveTo>
                    <a:pt x="1" y="1"/>
                  </a:moveTo>
                  <a:lnTo>
                    <a:pt x="3594" y="1465"/>
                  </a:lnTo>
                  <a:lnTo>
                    <a:pt x="3594" y="9363"/>
                  </a:lnTo>
                  <a:lnTo>
                    <a:pt x="1" y="843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02" name="Google Shape;1202;p26"/>
            <p:cNvSpPr/>
            <p:nvPr/>
          </p:nvSpPr>
          <p:spPr>
            <a:xfrm>
              <a:off x="5774925" y="3480300"/>
              <a:ext cx="99850" cy="217425"/>
            </a:xfrm>
            <a:custGeom>
              <a:avLst/>
              <a:gdLst/>
              <a:ahLst/>
              <a:cxnLst/>
              <a:rect l="l" t="t" r="r" b="b"/>
              <a:pathLst>
                <a:path w="3994" h="8697" fill="none" extrusionOk="0">
                  <a:moveTo>
                    <a:pt x="1" y="7809"/>
                  </a:moveTo>
                  <a:lnTo>
                    <a:pt x="1" y="1"/>
                  </a:lnTo>
                  <a:lnTo>
                    <a:pt x="3994" y="1243"/>
                  </a:lnTo>
                  <a:lnTo>
                    <a:pt x="3994" y="8697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03" name="Google Shape;1203;p26"/>
            <p:cNvSpPr/>
            <p:nvPr/>
          </p:nvSpPr>
          <p:spPr>
            <a:xfrm>
              <a:off x="5857025" y="3505825"/>
              <a:ext cx="25" cy="188575"/>
            </a:xfrm>
            <a:custGeom>
              <a:avLst/>
              <a:gdLst/>
              <a:ahLst/>
              <a:cxnLst/>
              <a:rect l="l" t="t" r="r" b="b"/>
              <a:pathLst>
                <a:path w="1" h="7543" fill="none" extrusionOk="0">
                  <a:moveTo>
                    <a:pt x="0" y="0"/>
                  </a:moveTo>
                  <a:lnTo>
                    <a:pt x="0" y="7543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04" name="Google Shape;1204;p26"/>
            <p:cNvSpPr/>
            <p:nvPr/>
          </p:nvSpPr>
          <p:spPr>
            <a:xfrm>
              <a:off x="5700625" y="3455900"/>
              <a:ext cx="25" cy="199675"/>
            </a:xfrm>
            <a:custGeom>
              <a:avLst/>
              <a:gdLst/>
              <a:ahLst/>
              <a:cxnLst/>
              <a:rect l="l" t="t" r="r" b="b"/>
              <a:pathLst>
                <a:path w="1" h="7987" fill="none" extrusionOk="0">
                  <a:moveTo>
                    <a:pt x="0" y="1"/>
                  </a:moveTo>
                  <a:lnTo>
                    <a:pt x="0" y="7987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05" name="Google Shape;1205;p26"/>
            <p:cNvSpPr/>
            <p:nvPr/>
          </p:nvSpPr>
          <p:spPr>
            <a:xfrm>
              <a:off x="5629625" y="3723225"/>
              <a:ext cx="89875" cy="228525"/>
            </a:xfrm>
            <a:custGeom>
              <a:avLst/>
              <a:gdLst/>
              <a:ahLst/>
              <a:cxnLst/>
              <a:rect l="l" t="t" r="r" b="b"/>
              <a:pathLst>
                <a:path w="3595" h="9141" fill="none" extrusionOk="0">
                  <a:moveTo>
                    <a:pt x="1" y="0"/>
                  </a:moveTo>
                  <a:lnTo>
                    <a:pt x="3594" y="1198"/>
                  </a:lnTo>
                  <a:lnTo>
                    <a:pt x="3594" y="9140"/>
                  </a:lnTo>
                  <a:lnTo>
                    <a:pt x="1" y="843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06" name="Google Shape;1206;p26"/>
            <p:cNvSpPr/>
            <p:nvPr/>
          </p:nvSpPr>
          <p:spPr>
            <a:xfrm>
              <a:off x="5774925" y="3766475"/>
              <a:ext cx="99850" cy="211875"/>
            </a:xfrm>
            <a:custGeom>
              <a:avLst/>
              <a:gdLst/>
              <a:ahLst/>
              <a:cxnLst/>
              <a:rect l="l" t="t" r="r" b="b"/>
              <a:pathLst>
                <a:path w="3994" h="8475" fill="none" extrusionOk="0">
                  <a:moveTo>
                    <a:pt x="1" y="7809"/>
                  </a:moveTo>
                  <a:lnTo>
                    <a:pt x="1" y="1"/>
                  </a:lnTo>
                  <a:lnTo>
                    <a:pt x="3994" y="1021"/>
                  </a:lnTo>
                  <a:lnTo>
                    <a:pt x="3994" y="8475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07" name="Google Shape;1207;p26"/>
            <p:cNvSpPr/>
            <p:nvPr/>
          </p:nvSpPr>
          <p:spPr>
            <a:xfrm>
              <a:off x="5857025" y="3787550"/>
              <a:ext cx="25" cy="187475"/>
            </a:xfrm>
            <a:custGeom>
              <a:avLst/>
              <a:gdLst/>
              <a:ahLst/>
              <a:cxnLst/>
              <a:rect l="l" t="t" r="r" b="b"/>
              <a:pathLst>
                <a:path w="1" h="7499" fill="none" extrusionOk="0">
                  <a:moveTo>
                    <a:pt x="0" y="1"/>
                  </a:moveTo>
                  <a:lnTo>
                    <a:pt x="0" y="7499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08" name="Google Shape;1208;p26"/>
            <p:cNvSpPr/>
            <p:nvPr/>
          </p:nvSpPr>
          <p:spPr>
            <a:xfrm>
              <a:off x="5700625" y="3747625"/>
              <a:ext cx="25" cy="199675"/>
            </a:xfrm>
            <a:custGeom>
              <a:avLst/>
              <a:gdLst/>
              <a:ahLst/>
              <a:cxnLst/>
              <a:rect l="l" t="t" r="r" b="b"/>
              <a:pathLst>
                <a:path w="1" h="7987" fill="none" extrusionOk="0">
                  <a:moveTo>
                    <a:pt x="0" y="0"/>
                  </a:moveTo>
                  <a:lnTo>
                    <a:pt x="0" y="7987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09" name="Google Shape;1209;p26"/>
            <p:cNvSpPr/>
            <p:nvPr/>
          </p:nvSpPr>
          <p:spPr>
            <a:xfrm>
              <a:off x="4562575" y="2204725"/>
              <a:ext cx="144225" cy="358300"/>
            </a:xfrm>
            <a:custGeom>
              <a:avLst/>
              <a:gdLst/>
              <a:ahLst/>
              <a:cxnLst/>
              <a:rect l="l" t="t" r="r" b="b"/>
              <a:pathLst>
                <a:path w="5769" h="14332" fill="none" extrusionOk="0">
                  <a:moveTo>
                    <a:pt x="1" y="0"/>
                  </a:moveTo>
                  <a:lnTo>
                    <a:pt x="5724" y="3639"/>
                  </a:lnTo>
                  <a:lnTo>
                    <a:pt x="5769" y="14331"/>
                  </a:lnTo>
                  <a:lnTo>
                    <a:pt x="45" y="11314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10" name="Google Shape;1210;p26"/>
            <p:cNvSpPr/>
            <p:nvPr/>
          </p:nvSpPr>
          <p:spPr>
            <a:xfrm>
              <a:off x="4738950" y="2313425"/>
              <a:ext cx="148650" cy="335000"/>
            </a:xfrm>
            <a:custGeom>
              <a:avLst/>
              <a:gdLst/>
              <a:ahLst/>
              <a:cxnLst/>
              <a:rect l="l" t="t" r="r" b="b"/>
              <a:pathLst>
                <a:path w="5946" h="13400" fill="none" extrusionOk="0">
                  <a:moveTo>
                    <a:pt x="0" y="1"/>
                  </a:moveTo>
                  <a:lnTo>
                    <a:pt x="45" y="10649"/>
                  </a:lnTo>
                  <a:lnTo>
                    <a:pt x="5945" y="13400"/>
                  </a:lnTo>
                  <a:lnTo>
                    <a:pt x="5945" y="355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11" name="Google Shape;1211;p26"/>
            <p:cNvSpPr/>
            <p:nvPr/>
          </p:nvSpPr>
          <p:spPr>
            <a:xfrm>
              <a:off x="4864275" y="2388850"/>
              <a:ext cx="1150" cy="248475"/>
            </a:xfrm>
            <a:custGeom>
              <a:avLst/>
              <a:gdLst/>
              <a:ahLst/>
              <a:cxnLst/>
              <a:rect l="l" t="t" r="r" b="b"/>
              <a:pathLst>
                <a:path w="46" h="9939" fill="none" extrusionOk="0">
                  <a:moveTo>
                    <a:pt x="1" y="1"/>
                  </a:moveTo>
                  <a:lnTo>
                    <a:pt x="45" y="9939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12" name="Google Shape;1212;p26"/>
            <p:cNvSpPr/>
            <p:nvPr/>
          </p:nvSpPr>
          <p:spPr>
            <a:xfrm>
              <a:off x="4677925" y="2277925"/>
              <a:ext cx="1150" cy="270675"/>
            </a:xfrm>
            <a:custGeom>
              <a:avLst/>
              <a:gdLst/>
              <a:ahLst/>
              <a:cxnLst/>
              <a:rect l="l" t="t" r="r" b="b"/>
              <a:pathLst>
                <a:path w="46" h="10827" fill="none" extrusionOk="0">
                  <a:moveTo>
                    <a:pt x="1" y="1"/>
                  </a:moveTo>
                  <a:lnTo>
                    <a:pt x="45" y="10827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13" name="Google Shape;1213;p26"/>
            <p:cNvSpPr/>
            <p:nvPr/>
          </p:nvSpPr>
          <p:spPr>
            <a:xfrm>
              <a:off x="4563700" y="2615125"/>
              <a:ext cx="144200" cy="341650"/>
            </a:xfrm>
            <a:custGeom>
              <a:avLst/>
              <a:gdLst/>
              <a:ahLst/>
              <a:cxnLst/>
              <a:rect l="l" t="t" r="r" b="b"/>
              <a:pathLst>
                <a:path w="5768" h="13666" fill="none" extrusionOk="0">
                  <a:moveTo>
                    <a:pt x="0" y="1"/>
                  </a:moveTo>
                  <a:lnTo>
                    <a:pt x="5724" y="2929"/>
                  </a:lnTo>
                  <a:lnTo>
                    <a:pt x="5768" y="13666"/>
                  </a:lnTo>
                  <a:lnTo>
                    <a:pt x="44" y="11314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14" name="Google Shape;1214;p26"/>
            <p:cNvSpPr/>
            <p:nvPr/>
          </p:nvSpPr>
          <p:spPr>
            <a:xfrm>
              <a:off x="4740050" y="2703875"/>
              <a:ext cx="149775" cy="317250"/>
            </a:xfrm>
            <a:custGeom>
              <a:avLst/>
              <a:gdLst/>
              <a:ahLst/>
              <a:cxnLst/>
              <a:rect l="l" t="t" r="r" b="b"/>
              <a:pathLst>
                <a:path w="5991" h="12690" fill="none" extrusionOk="0">
                  <a:moveTo>
                    <a:pt x="1" y="0"/>
                  </a:moveTo>
                  <a:lnTo>
                    <a:pt x="45" y="10604"/>
                  </a:lnTo>
                  <a:lnTo>
                    <a:pt x="5990" y="12689"/>
                  </a:lnTo>
                  <a:lnTo>
                    <a:pt x="5946" y="284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15" name="Google Shape;1215;p26"/>
            <p:cNvSpPr/>
            <p:nvPr/>
          </p:nvSpPr>
          <p:spPr>
            <a:xfrm>
              <a:off x="4865400" y="2763750"/>
              <a:ext cx="1125" cy="249600"/>
            </a:xfrm>
            <a:custGeom>
              <a:avLst/>
              <a:gdLst/>
              <a:ahLst/>
              <a:cxnLst/>
              <a:rect l="l" t="t" r="r" b="b"/>
              <a:pathLst>
                <a:path w="45" h="9984" fill="none" extrusionOk="0">
                  <a:moveTo>
                    <a:pt x="0" y="1"/>
                  </a:moveTo>
                  <a:lnTo>
                    <a:pt x="45" y="9984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16" name="Google Shape;1216;p26"/>
            <p:cNvSpPr/>
            <p:nvPr/>
          </p:nvSpPr>
          <p:spPr>
            <a:xfrm>
              <a:off x="4679050" y="2675025"/>
              <a:ext cx="2250" cy="270675"/>
            </a:xfrm>
            <a:custGeom>
              <a:avLst/>
              <a:gdLst/>
              <a:ahLst/>
              <a:cxnLst/>
              <a:rect l="l" t="t" r="r" b="b"/>
              <a:pathLst>
                <a:path w="90" h="10827" fill="none" extrusionOk="0">
                  <a:moveTo>
                    <a:pt x="0" y="0"/>
                  </a:moveTo>
                  <a:lnTo>
                    <a:pt x="89" y="10826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17" name="Google Shape;1217;p26"/>
            <p:cNvSpPr/>
            <p:nvPr/>
          </p:nvSpPr>
          <p:spPr>
            <a:xfrm>
              <a:off x="4565900" y="3071000"/>
              <a:ext cx="143125" cy="320600"/>
            </a:xfrm>
            <a:custGeom>
              <a:avLst/>
              <a:gdLst/>
              <a:ahLst/>
              <a:cxnLst/>
              <a:rect l="l" t="t" r="r" b="b"/>
              <a:pathLst>
                <a:path w="5725" h="12824" fill="none" extrusionOk="0">
                  <a:moveTo>
                    <a:pt x="1" y="1"/>
                  </a:moveTo>
                  <a:lnTo>
                    <a:pt x="5680" y="2086"/>
                  </a:lnTo>
                  <a:lnTo>
                    <a:pt x="5724" y="12823"/>
                  </a:lnTo>
                  <a:lnTo>
                    <a:pt x="45" y="11315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18" name="Google Shape;1218;p26"/>
            <p:cNvSpPr/>
            <p:nvPr/>
          </p:nvSpPr>
          <p:spPr>
            <a:xfrm>
              <a:off x="4742275" y="3133125"/>
              <a:ext cx="148650" cy="297300"/>
            </a:xfrm>
            <a:custGeom>
              <a:avLst/>
              <a:gdLst/>
              <a:ahLst/>
              <a:cxnLst/>
              <a:rect l="l" t="t" r="r" b="b"/>
              <a:pathLst>
                <a:path w="5946" h="11892" fill="none" extrusionOk="0">
                  <a:moveTo>
                    <a:pt x="0" y="0"/>
                  </a:moveTo>
                  <a:lnTo>
                    <a:pt x="45" y="10604"/>
                  </a:lnTo>
                  <a:lnTo>
                    <a:pt x="5946" y="11891"/>
                  </a:lnTo>
                  <a:lnTo>
                    <a:pt x="5901" y="2041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19" name="Google Shape;1219;p26"/>
            <p:cNvSpPr/>
            <p:nvPr/>
          </p:nvSpPr>
          <p:spPr>
            <a:xfrm>
              <a:off x="4866500" y="3176375"/>
              <a:ext cx="1125" cy="248500"/>
            </a:xfrm>
            <a:custGeom>
              <a:avLst/>
              <a:gdLst/>
              <a:ahLst/>
              <a:cxnLst/>
              <a:rect l="l" t="t" r="r" b="b"/>
              <a:pathLst>
                <a:path w="45" h="9940" fill="none" extrusionOk="0">
                  <a:moveTo>
                    <a:pt x="1" y="1"/>
                  </a:moveTo>
                  <a:lnTo>
                    <a:pt x="45" y="9939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20" name="Google Shape;1220;p26"/>
            <p:cNvSpPr/>
            <p:nvPr/>
          </p:nvSpPr>
          <p:spPr>
            <a:xfrm>
              <a:off x="4681275" y="3113150"/>
              <a:ext cx="1125" cy="270675"/>
            </a:xfrm>
            <a:custGeom>
              <a:avLst/>
              <a:gdLst/>
              <a:ahLst/>
              <a:cxnLst/>
              <a:rect l="l" t="t" r="r" b="b"/>
              <a:pathLst>
                <a:path w="45" h="10827" fill="none" extrusionOk="0">
                  <a:moveTo>
                    <a:pt x="0" y="1"/>
                  </a:moveTo>
                  <a:lnTo>
                    <a:pt x="44" y="10827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21" name="Google Shape;1221;p26"/>
            <p:cNvSpPr/>
            <p:nvPr/>
          </p:nvSpPr>
          <p:spPr>
            <a:xfrm>
              <a:off x="4567025" y="3475875"/>
              <a:ext cx="144200" cy="309475"/>
            </a:xfrm>
            <a:custGeom>
              <a:avLst/>
              <a:gdLst/>
              <a:ahLst/>
              <a:cxnLst/>
              <a:rect l="l" t="t" r="r" b="b"/>
              <a:pathLst>
                <a:path w="5768" h="12379" fill="none" extrusionOk="0">
                  <a:moveTo>
                    <a:pt x="0" y="0"/>
                  </a:moveTo>
                  <a:lnTo>
                    <a:pt x="5724" y="1642"/>
                  </a:lnTo>
                  <a:lnTo>
                    <a:pt x="5768" y="12379"/>
                  </a:lnTo>
                  <a:lnTo>
                    <a:pt x="45" y="11314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22" name="Google Shape;1222;p26"/>
            <p:cNvSpPr/>
            <p:nvPr/>
          </p:nvSpPr>
          <p:spPr>
            <a:xfrm>
              <a:off x="4743375" y="3524675"/>
              <a:ext cx="148650" cy="285075"/>
            </a:xfrm>
            <a:custGeom>
              <a:avLst/>
              <a:gdLst/>
              <a:ahLst/>
              <a:cxnLst/>
              <a:rect l="l" t="t" r="r" b="b"/>
              <a:pathLst>
                <a:path w="5946" h="11403" fill="none" extrusionOk="0">
                  <a:moveTo>
                    <a:pt x="1" y="0"/>
                  </a:moveTo>
                  <a:lnTo>
                    <a:pt x="45" y="10604"/>
                  </a:lnTo>
                  <a:lnTo>
                    <a:pt x="5946" y="11403"/>
                  </a:lnTo>
                  <a:lnTo>
                    <a:pt x="5902" y="1553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23" name="Google Shape;1223;p26"/>
            <p:cNvSpPr/>
            <p:nvPr/>
          </p:nvSpPr>
          <p:spPr>
            <a:xfrm>
              <a:off x="4868725" y="3557950"/>
              <a:ext cx="25" cy="249600"/>
            </a:xfrm>
            <a:custGeom>
              <a:avLst/>
              <a:gdLst/>
              <a:ahLst/>
              <a:cxnLst/>
              <a:rect l="l" t="t" r="r" b="b"/>
              <a:pathLst>
                <a:path w="1" h="9984" fill="none" extrusionOk="0">
                  <a:moveTo>
                    <a:pt x="0" y="0"/>
                  </a:moveTo>
                  <a:lnTo>
                    <a:pt x="0" y="9983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24" name="Google Shape;1224;p26"/>
            <p:cNvSpPr/>
            <p:nvPr/>
          </p:nvSpPr>
          <p:spPr>
            <a:xfrm>
              <a:off x="4682375" y="3509150"/>
              <a:ext cx="1125" cy="270650"/>
            </a:xfrm>
            <a:custGeom>
              <a:avLst/>
              <a:gdLst/>
              <a:ahLst/>
              <a:cxnLst/>
              <a:rect l="l" t="t" r="r" b="b"/>
              <a:pathLst>
                <a:path w="45" h="10826" fill="none" extrusionOk="0">
                  <a:moveTo>
                    <a:pt x="0" y="0"/>
                  </a:moveTo>
                  <a:lnTo>
                    <a:pt x="45" y="10826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25" name="Google Shape;1225;p26"/>
            <p:cNvSpPr/>
            <p:nvPr/>
          </p:nvSpPr>
          <p:spPr>
            <a:xfrm>
              <a:off x="4265325" y="3418200"/>
              <a:ext cx="176375" cy="331675"/>
            </a:xfrm>
            <a:custGeom>
              <a:avLst/>
              <a:gdLst/>
              <a:ahLst/>
              <a:cxnLst/>
              <a:rect l="l" t="t" r="r" b="b"/>
              <a:pathLst>
                <a:path w="7055" h="13267" fill="none" extrusionOk="0">
                  <a:moveTo>
                    <a:pt x="266" y="0"/>
                  </a:moveTo>
                  <a:lnTo>
                    <a:pt x="6966" y="1509"/>
                  </a:lnTo>
                  <a:lnTo>
                    <a:pt x="7055" y="13266"/>
                  </a:lnTo>
                  <a:lnTo>
                    <a:pt x="0" y="1229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26" name="Google Shape;1226;p26"/>
            <p:cNvSpPr/>
            <p:nvPr/>
          </p:nvSpPr>
          <p:spPr>
            <a:xfrm>
              <a:off x="4044575" y="3362725"/>
              <a:ext cx="186375" cy="359400"/>
            </a:xfrm>
            <a:custGeom>
              <a:avLst/>
              <a:gdLst/>
              <a:ahLst/>
              <a:cxnLst/>
              <a:rect l="l" t="t" r="r" b="b"/>
              <a:pathLst>
                <a:path w="7455" h="14376" fill="none" extrusionOk="0">
                  <a:moveTo>
                    <a:pt x="90" y="13444"/>
                  </a:moveTo>
                  <a:lnTo>
                    <a:pt x="7455" y="14376"/>
                  </a:lnTo>
                  <a:lnTo>
                    <a:pt x="7366" y="1820"/>
                  </a:lnTo>
                  <a:lnTo>
                    <a:pt x="1" y="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27" name="Google Shape;1227;p26"/>
            <p:cNvSpPr/>
            <p:nvPr/>
          </p:nvSpPr>
          <p:spPr>
            <a:xfrm>
              <a:off x="4418375" y="3451475"/>
              <a:ext cx="2250" cy="293950"/>
            </a:xfrm>
            <a:custGeom>
              <a:avLst/>
              <a:gdLst/>
              <a:ahLst/>
              <a:cxnLst/>
              <a:rect l="l" t="t" r="r" b="b"/>
              <a:pathLst>
                <a:path w="90" h="11758" fill="none" extrusionOk="0">
                  <a:moveTo>
                    <a:pt x="1" y="0"/>
                  </a:moveTo>
                  <a:lnTo>
                    <a:pt x="90" y="11758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28" name="Google Shape;1228;p26"/>
            <p:cNvSpPr/>
            <p:nvPr/>
          </p:nvSpPr>
          <p:spPr>
            <a:xfrm>
              <a:off x="4205425" y="3402650"/>
              <a:ext cx="3350" cy="315050"/>
            </a:xfrm>
            <a:custGeom>
              <a:avLst/>
              <a:gdLst/>
              <a:ahLst/>
              <a:cxnLst/>
              <a:rect l="l" t="t" r="r" b="b"/>
              <a:pathLst>
                <a:path w="134" h="12602" fill="none" extrusionOk="0">
                  <a:moveTo>
                    <a:pt x="0" y="1"/>
                  </a:moveTo>
                  <a:lnTo>
                    <a:pt x="133" y="1260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29" name="Google Shape;1229;p26"/>
            <p:cNvSpPr/>
            <p:nvPr/>
          </p:nvSpPr>
          <p:spPr>
            <a:xfrm>
              <a:off x="3691850" y="1676750"/>
              <a:ext cx="211900" cy="462550"/>
            </a:xfrm>
            <a:custGeom>
              <a:avLst/>
              <a:gdLst/>
              <a:ahLst/>
              <a:cxnLst/>
              <a:rect l="l" t="t" r="r" b="b"/>
              <a:pathLst>
                <a:path w="8476" h="18502" fill="none" extrusionOk="0">
                  <a:moveTo>
                    <a:pt x="8431" y="5058"/>
                  </a:moveTo>
                  <a:lnTo>
                    <a:pt x="8475" y="18502"/>
                  </a:lnTo>
                  <a:lnTo>
                    <a:pt x="45" y="14154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30" name="Google Shape;1230;p26"/>
            <p:cNvSpPr/>
            <p:nvPr/>
          </p:nvSpPr>
          <p:spPr>
            <a:xfrm>
              <a:off x="3369075" y="1464875"/>
              <a:ext cx="258475" cy="530225"/>
            </a:xfrm>
            <a:custGeom>
              <a:avLst/>
              <a:gdLst/>
              <a:ahLst/>
              <a:cxnLst/>
              <a:rect l="l" t="t" r="r" b="b"/>
              <a:pathLst>
                <a:path w="10339" h="21209" fill="none" extrusionOk="0">
                  <a:moveTo>
                    <a:pt x="45" y="15441"/>
                  </a:moveTo>
                  <a:lnTo>
                    <a:pt x="10338" y="21209"/>
                  </a:lnTo>
                  <a:lnTo>
                    <a:pt x="10294" y="6789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31" name="Google Shape;1231;p26"/>
            <p:cNvSpPr/>
            <p:nvPr/>
          </p:nvSpPr>
          <p:spPr>
            <a:xfrm>
              <a:off x="3877100" y="1787675"/>
              <a:ext cx="1125" cy="341650"/>
            </a:xfrm>
            <a:custGeom>
              <a:avLst/>
              <a:gdLst/>
              <a:ahLst/>
              <a:cxnLst/>
              <a:rect l="l" t="t" r="r" b="b"/>
              <a:pathLst>
                <a:path w="45" h="13666" fill="none" extrusionOk="0">
                  <a:moveTo>
                    <a:pt x="0" y="0"/>
                  </a:moveTo>
                  <a:lnTo>
                    <a:pt x="45" y="13665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32" name="Google Shape;1232;p26"/>
            <p:cNvSpPr/>
            <p:nvPr/>
          </p:nvSpPr>
          <p:spPr>
            <a:xfrm>
              <a:off x="3604225" y="1620175"/>
              <a:ext cx="1150" cy="360525"/>
            </a:xfrm>
            <a:custGeom>
              <a:avLst/>
              <a:gdLst/>
              <a:ahLst/>
              <a:cxnLst/>
              <a:rect l="l" t="t" r="r" b="b"/>
              <a:pathLst>
                <a:path w="46" h="14421" fill="none" extrusionOk="0">
                  <a:moveTo>
                    <a:pt x="1" y="1"/>
                  </a:moveTo>
                  <a:lnTo>
                    <a:pt x="45" y="1442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33" name="Google Shape;1233;p26"/>
            <p:cNvSpPr/>
            <p:nvPr/>
          </p:nvSpPr>
          <p:spPr>
            <a:xfrm>
              <a:off x="3692975" y="2194750"/>
              <a:ext cx="211875" cy="439250"/>
            </a:xfrm>
            <a:custGeom>
              <a:avLst/>
              <a:gdLst/>
              <a:ahLst/>
              <a:cxnLst/>
              <a:rect l="l" t="t" r="r" b="b"/>
              <a:pathLst>
                <a:path w="8475" h="17570" fill="none" extrusionOk="0">
                  <a:moveTo>
                    <a:pt x="8430" y="4082"/>
                  </a:moveTo>
                  <a:lnTo>
                    <a:pt x="8474" y="17570"/>
                  </a:lnTo>
                  <a:lnTo>
                    <a:pt x="45" y="1419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34" name="Google Shape;1234;p26"/>
            <p:cNvSpPr/>
            <p:nvPr/>
          </p:nvSpPr>
          <p:spPr>
            <a:xfrm>
              <a:off x="3370200" y="2022825"/>
              <a:ext cx="258450" cy="499150"/>
            </a:xfrm>
            <a:custGeom>
              <a:avLst/>
              <a:gdLst/>
              <a:ahLst/>
              <a:cxnLst/>
              <a:rect l="l" t="t" r="r" b="b"/>
              <a:pathLst>
                <a:path w="10338" h="19966" fill="none" extrusionOk="0">
                  <a:moveTo>
                    <a:pt x="44" y="15440"/>
                  </a:moveTo>
                  <a:lnTo>
                    <a:pt x="10338" y="19966"/>
                  </a:lnTo>
                  <a:lnTo>
                    <a:pt x="10293" y="550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35" name="Google Shape;1235;p26"/>
            <p:cNvSpPr/>
            <p:nvPr/>
          </p:nvSpPr>
          <p:spPr>
            <a:xfrm>
              <a:off x="3878200" y="2284575"/>
              <a:ext cx="1125" cy="341675"/>
            </a:xfrm>
            <a:custGeom>
              <a:avLst/>
              <a:gdLst/>
              <a:ahLst/>
              <a:cxnLst/>
              <a:rect l="l" t="t" r="r" b="b"/>
              <a:pathLst>
                <a:path w="45" h="13667" fill="none" extrusionOk="0">
                  <a:moveTo>
                    <a:pt x="1" y="1"/>
                  </a:moveTo>
                  <a:lnTo>
                    <a:pt x="45" y="13666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36" name="Google Shape;1236;p26"/>
            <p:cNvSpPr/>
            <p:nvPr/>
          </p:nvSpPr>
          <p:spPr>
            <a:xfrm>
              <a:off x="3605350" y="2148150"/>
              <a:ext cx="1125" cy="361625"/>
            </a:xfrm>
            <a:custGeom>
              <a:avLst/>
              <a:gdLst/>
              <a:ahLst/>
              <a:cxnLst/>
              <a:rect l="l" t="t" r="r" b="b"/>
              <a:pathLst>
                <a:path w="45" h="14465" fill="none" extrusionOk="0">
                  <a:moveTo>
                    <a:pt x="0" y="1"/>
                  </a:moveTo>
                  <a:lnTo>
                    <a:pt x="44" y="14465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37" name="Google Shape;1237;p26"/>
            <p:cNvSpPr/>
            <p:nvPr/>
          </p:nvSpPr>
          <p:spPr>
            <a:xfrm>
              <a:off x="3694075" y="2785950"/>
              <a:ext cx="211875" cy="408200"/>
            </a:xfrm>
            <a:custGeom>
              <a:avLst/>
              <a:gdLst/>
              <a:ahLst/>
              <a:cxnLst/>
              <a:rect l="l" t="t" r="r" b="b"/>
              <a:pathLst>
                <a:path w="8475" h="16328" fill="none" extrusionOk="0">
                  <a:moveTo>
                    <a:pt x="8430" y="2884"/>
                  </a:moveTo>
                  <a:lnTo>
                    <a:pt x="8475" y="16328"/>
                  </a:lnTo>
                  <a:lnTo>
                    <a:pt x="45" y="14198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38" name="Google Shape;1238;p26"/>
            <p:cNvSpPr/>
            <p:nvPr/>
          </p:nvSpPr>
          <p:spPr>
            <a:xfrm>
              <a:off x="3371300" y="2662825"/>
              <a:ext cx="258475" cy="459225"/>
            </a:xfrm>
            <a:custGeom>
              <a:avLst/>
              <a:gdLst/>
              <a:ahLst/>
              <a:cxnLst/>
              <a:rect l="l" t="t" r="r" b="b"/>
              <a:pathLst>
                <a:path w="10339" h="18369" fill="none" extrusionOk="0">
                  <a:moveTo>
                    <a:pt x="45" y="15440"/>
                  </a:moveTo>
                  <a:lnTo>
                    <a:pt x="10338" y="18369"/>
                  </a:lnTo>
                  <a:lnTo>
                    <a:pt x="10338" y="394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39" name="Google Shape;1239;p26"/>
            <p:cNvSpPr/>
            <p:nvPr/>
          </p:nvSpPr>
          <p:spPr>
            <a:xfrm>
              <a:off x="3879325" y="2849175"/>
              <a:ext cx="1125" cy="341650"/>
            </a:xfrm>
            <a:custGeom>
              <a:avLst/>
              <a:gdLst/>
              <a:ahLst/>
              <a:cxnLst/>
              <a:rect l="l" t="t" r="r" b="b"/>
              <a:pathLst>
                <a:path w="45" h="13666" fill="none" extrusionOk="0">
                  <a:moveTo>
                    <a:pt x="0" y="0"/>
                  </a:moveTo>
                  <a:lnTo>
                    <a:pt x="44" y="13666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40" name="Google Shape;1240;p26"/>
            <p:cNvSpPr/>
            <p:nvPr/>
          </p:nvSpPr>
          <p:spPr>
            <a:xfrm>
              <a:off x="3606450" y="2752675"/>
              <a:ext cx="1125" cy="361625"/>
            </a:xfrm>
            <a:custGeom>
              <a:avLst/>
              <a:gdLst/>
              <a:ahLst/>
              <a:cxnLst/>
              <a:rect l="l" t="t" r="r" b="b"/>
              <a:pathLst>
                <a:path w="45" h="14465" fill="none" extrusionOk="0">
                  <a:moveTo>
                    <a:pt x="0" y="0"/>
                  </a:moveTo>
                  <a:lnTo>
                    <a:pt x="45" y="14464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41" name="Google Shape;1241;p26"/>
            <p:cNvSpPr/>
            <p:nvPr/>
          </p:nvSpPr>
          <p:spPr>
            <a:xfrm>
              <a:off x="3695175" y="3291750"/>
              <a:ext cx="211900" cy="386025"/>
            </a:xfrm>
            <a:custGeom>
              <a:avLst/>
              <a:gdLst/>
              <a:ahLst/>
              <a:cxnLst/>
              <a:rect l="l" t="t" r="r" b="b"/>
              <a:pathLst>
                <a:path w="8476" h="15441" fill="none" extrusionOk="0">
                  <a:moveTo>
                    <a:pt x="8431" y="1997"/>
                  </a:moveTo>
                  <a:lnTo>
                    <a:pt x="8475" y="15440"/>
                  </a:lnTo>
                  <a:lnTo>
                    <a:pt x="45" y="14198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42" name="Google Shape;1242;p26"/>
            <p:cNvSpPr/>
            <p:nvPr/>
          </p:nvSpPr>
          <p:spPr>
            <a:xfrm>
              <a:off x="3372400" y="3203000"/>
              <a:ext cx="258475" cy="431500"/>
            </a:xfrm>
            <a:custGeom>
              <a:avLst/>
              <a:gdLst/>
              <a:ahLst/>
              <a:cxnLst/>
              <a:rect l="l" t="t" r="r" b="b"/>
              <a:pathLst>
                <a:path w="10339" h="17260" fill="none" extrusionOk="0">
                  <a:moveTo>
                    <a:pt x="45" y="15441"/>
                  </a:moveTo>
                  <a:lnTo>
                    <a:pt x="10339" y="17260"/>
                  </a:lnTo>
                  <a:lnTo>
                    <a:pt x="10339" y="2840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43" name="Google Shape;1243;p26"/>
            <p:cNvSpPr/>
            <p:nvPr/>
          </p:nvSpPr>
          <p:spPr>
            <a:xfrm>
              <a:off x="3880425" y="3336100"/>
              <a:ext cx="1125" cy="340550"/>
            </a:xfrm>
            <a:custGeom>
              <a:avLst/>
              <a:gdLst/>
              <a:ahLst/>
              <a:cxnLst/>
              <a:rect l="l" t="t" r="r" b="b"/>
              <a:pathLst>
                <a:path w="45" h="13622" fill="none" extrusionOk="0">
                  <a:moveTo>
                    <a:pt x="0" y="1"/>
                  </a:moveTo>
                  <a:lnTo>
                    <a:pt x="45" y="13622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44" name="Google Shape;1244;p26"/>
            <p:cNvSpPr/>
            <p:nvPr/>
          </p:nvSpPr>
          <p:spPr>
            <a:xfrm>
              <a:off x="3607550" y="3267325"/>
              <a:ext cx="1150" cy="361625"/>
            </a:xfrm>
            <a:custGeom>
              <a:avLst/>
              <a:gdLst/>
              <a:ahLst/>
              <a:cxnLst/>
              <a:rect l="l" t="t" r="r" b="b"/>
              <a:pathLst>
                <a:path w="46" h="14465" fill="none" extrusionOk="0">
                  <a:moveTo>
                    <a:pt x="1" y="1"/>
                  </a:moveTo>
                  <a:lnTo>
                    <a:pt x="45" y="14465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45" name="Google Shape;1245;p26"/>
            <p:cNvSpPr/>
            <p:nvPr/>
          </p:nvSpPr>
          <p:spPr>
            <a:xfrm>
              <a:off x="1168425" y="620775"/>
              <a:ext cx="2198450" cy="1660500"/>
            </a:xfrm>
            <a:custGeom>
              <a:avLst/>
              <a:gdLst/>
              <a:ahLst/>
              <a:cxnLst/>
              <a:rect l="l" t="t" r="r" b="b"/>
              <a:pathLst>
                <a:path w="87938" h="66420" extrusionOk="0">
                  <a:moveTo>
                    <a:pt x="87938" y="1"/>
                  </a:moveTo>
                  <a:lnTo>
                    <a:pt x="76890" y="8209"/>
                  </a:lnTo>
                  <a:lnTo>
                    <a:pt x="65843" y="16506"/>
                  </a:lnTo>
                  <a:lnTo>
                    <a:pt x="43836" y="33055"/>
                  </a:lnTo>
                  <a:lnTo>
                    <a:pt x="21918" y="49693"/>
                  </a:lnTo>
                  <a:lnTo>
                    <a:pt x="10960" y="58034"/>
                  </a:lnTo>
                  <a:lnTo>
                    <a:pt x="1" y="66420"/>
                  </a:lnTo>
                  <a:lnTo>
                    <a:pt x="11048" y="58167"/>
                  </a:lnTo>
                  <a:lnTo>
                    <a:pt x="22052" y="49915"/>
                  </a:lnTo>
                  <a:lnTo>
                    <a:pt x="44102" y="33366"/>
                  </a:lnTo>
                  <a:lnTo>
                    <a:pt x="66020" y="16683"/>
                  </a:lnTo>
                  <a:lnTo>
                    <a:pt x="76979" y="8387"/>
                  </a:lnTo>
                  <a:lnTo>
                    <a:pt x="8793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46" name="Google Shape;1246;p26"/>
            <p:cNvSpPr/>
            <p:nvPr/>
          </p:nvSpPr>
          <p:spPr>
            <a:xfrm>
              <a:off x="2661400" y="661825"/>
              <a:ext cx="3659275" cy="2438050"/>
            </a:xfrm>
            <a:custGeom>
              <a:avLst/>
              <a:gdLst/>
              <a:ahLst/>
              <a:cxnLst/>
              <a:rect l="l" t="t" r="r" b="b"/>
              <a:pathLst>
                <a:path w="146371" h="97522" extrusionOk="0">
                  <a:moveTo>
                    <a:pt x="1" y="1"/>
                  </a:moveTo>
                  <a:lnTo>
                    <a:pt x="18281" y="12291"/>
                  </a:lnTo>
                  <a:lnTo>
                    <a:pt x="36516" y="24492"/>
                  </a:lnTo>
                  <a:lnTo>
                    <a:pt x="73075" y="48938"/>
                  </a:lnTo>
                  <a:lnTo>
                    <a:pt x="109723" y="73252"/>
                  </a:lnTo>
                  <a:lnTo>
                    <a:pt x="128003" y="85409"/>
                  </a:lnTo>
                  <a:lnTo>
                    <a:pt x="146371" y="97521"/>
                  </a:lnTo>
                  <a:lnTo>
                    <a:pt x="146371" y="97521"/>
                  </a:lnTo>
                  <a:lnTo>
                    <a:pt x="128136" y="85231"/>
                  </a:lnTo>
                  <a:lnTo>
                    <a:pt x="109856" y="73030"/>
                  </a:lnTo>
                  <a:lnTo>
                    <a:pt x="73297" y="48584"/>
                  </a:lnTo>
                  <a:lnTo>
                    <a:pt x="36693" y="24270"/>
                  </a:lnTo>
                  <a:lnTo>
                    <a:pt x="18369" y="12113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47" name="Google Shape;1247;p26"/>
            <p:cNvSpPr/>
            <p:nvPr/>
          </p:nvSpPr>
          <p:spPr>
            <a:xfrm>
              <a:off x="1323725" y="3230725"/>
              <a:ext cx="4818375" cy="724350"/>
            </a:xfrm>
            <a:custGeom>
              <a:avLst/>
              <a:gdLst/>
              <a:ahLst/>
              <a:cxnLst/>
              <a:rect l="l" t="t" r="r" b="b"/>
              <a:pathLst>
                <a:path w="192735" h="28974" extrusionOk="0">
                  <a:moveTo>
                    <a:pt x="192735" y="1"/>
                  </a:moveTo>
                  <a:lnTo>
                    <a:pt x="168643" y="3550"/>
                  </a:lnTo>
                  <a:lnTo>
                    <a:pt x="144551" y="7144"/>
                  </a:lnTo>
                  <a:lnTo>
                    <a:pt x="96323" y="14287"/>
                  </a:lnTo>
                  <a:lnTo>
                    <a:pt x="48184" y="21608"/>
                  </a:lnTo>
                  <a:lnTo>
                    <a:pt x="24092" y="25246"/>
                  </a:lnTo>
                  <a:lnTo>
                    <a:pt x="0" y="28973"/>
                  </a:lnTo>
                  <a:lnTo>
                    <a:pt x="24092" y="25424"/>
                  </a:lnTo>
                  <a:lnTo>
                    <a:pt x="48184" y="21874"/>
                  </a:lnTo>
                  <a:lnTo>
                    <a:pt x="96412" y="14687"/>
                  </a:lnTo>
                  <a:lnTo>
                    <a:pt x="144551" y="7366"/>
                  </a:lnTo>
                  <a:lnTo>
                    <a:pt x="168643" y="3728"/>
                  </a:lnTo>
                  <a:lnTo>
                    <a:pt x="19273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48" name="Google Shape;1248;p26"/>
            <p:cNvSpPr/>
            <p:nvPr/>
          </p:nvSpPr>
          <p:spPr>
            <a:xfrm>
              <a:off x="2602625" y="4683500"/>
              <a:ext cx="3953200" cy="434000"/>
            </a:xfrm>
            <a:custGeom>
              <a:avLst/>
              <a:gdLst/>
              <a:ahLst/>
              <a:cxnLst/>
              <a:rect l="l" t="t" r="r" b="b"/>
              <a:pathLst>
                <a:path w="158128" h="17360" extrusionOk="0">
                  <a:moveTo>
                    <a:pt x="157953" y="0"/>
                  </a:moveTo>
                  <a:cubicBezTo>
                    <a:pt x="157938" y="0"/>
                    <a:pt x="157922" y="4"/>
                    <a:pt x="157906" y="12"/>
                  </a:cubicBezTo>
                  <a:lnTo>
                    <a:pt x="0" y="17360"/>
                  </a:lnTo>
                  <a:lnTo>
                    <a:pt x="0" y="17360"/>
                  </a:lnTo>
                  <a:lnTo>
                    <a:pt x="157950" y="367"/>
                  </a:lnTo>
                  <a:cubicBezTo>
                    <a:pt x="158039" y="367"/>
                    <a:pt x="158128" y="278"/>
                    <a:pt x="158128" y="189"/>
                  </a:cubicBezTo>
                  <a:cubicBezTo>
                    <a:pt x="158091" y="80"/>
                    <a:pt x="158025" y="0"/>
                    <a:pt x="15795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49" name="Google Shape;1249;p26"/>
            <p:cNvSpPr/>
            <p:nvPr/>
          </p:nvSpPr>
          <p:spPr>
            <a:xfrm>
              <a:off x="1071925" y="4780275"/>
              <a:ext cx="2805200" cy="342775"/>
            </a:xfrm>
            <a:custGeom>
              <a:avLst/>
              <a:gdLst/>
              <a:ahLst/>
              <a:cxnLst/>
              <a:rect l="l" t="t" r="r" b="b"/>
              <a:pathLst>
                <a:path w="112208" h="13711" extrusionOk="0">
                  <a:moveTo>
                    <a:pt x="222" y="1"/>
                  </a:moveTo>
                  <a:cubicBezTo>
                    <a:pt x="134" y="1"/>
                    <a:pt x="45" y="90"/>
                    <a:pt x="1" y="178"/>
                  </a:cubicBezTo>
                  <a:cubicBezTo>
                    <a:pt x="1" y="311"/>
                    <a:pt x="89" y="400"/>
                    <a:pt x="178" y="400"/>
                  </a:cubicBezTo>
                  <a:lnTo>
                    <a:pt x="112207" y="13711"/>
                  </a:lnTo>
                  <a:lnTo>
                    <a:pt x="222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50" name="Google Shape;1250;p26"/>
            <p:cNvSpPr/>
            <p:nvPr/>
          </p:nvSpPr>
          <p:spPr>
            <a:xfrm>
              <a:off x="6012300" y="993475"/>
              <a:ext cx="10000" cy="3068075"/>
            </a:xfrm>
            <a:custGeom>
              <a:avLst/>
              <a:gdLst/>
              <a:ahLst/>
              <a:cxnLst/>
              <a:rect l="l" t="t" r="r" b="b"/>
              <a:pathLst>
                <a:path w="400" h="122723" extrusionOk="0">
                  <a:moveTo>
                    <a:pt x="222" y="1"/>
                  </a:moveTo>
                  <a:lnTo>
                    <a:pt x="1" y="122501"/>
                  </a:lnTo>
                  <a:cubicBezTo>
                    <a:pt x="1" y="122634"/>
                    <a:pt x="89" y="122722"/>
                    <a:pt x="222" y="122722"/>
                  </a:cubicBezTo>
                  <a:cubicBezTo>
                    <a:pt x="311" y="122722"/>
                    <a:pt x="400" y="122634"/>
                    <a:pt x="400" y="122501"/>
                  </a:cubicBezTo>
                  <a:lnTo>
                    <a:pt x="222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51" name="Google Shape;1251;p26"/>
            <p:cNvSpPr/>
            <p:nvPr/>
          </p:nvSpPr>
          <p:spPr>
            <a:xfrm>
              <a:off x="1345900" y="1210875"/>
              <a:ext cx="13325" cy="3743575"/>
            </a:xfrm>
            <a:custGeom>
              <a:avLst/>
              <a:gdLst/>
              <a:ahLst/>
              <a:cxnLst/>
              <a:rect l="l" t="t" r="r" b="b"/>
              <a:pathLst>
                <a:path w="533" h="149743" extrusionOk="0">
                  <a:moveTo>
                    <a:pt x="267" y="1"/>
                  </a:moveTo>
                  <a:lnTo>
                    <a:pt x="134" y="18724"/>
                  </a:lnTo>
                  <a:lnTo>
                    <a:pt x="89" y="37447"/>
                  </a:lnTo>
                  <a:lnTo>
                    <a:pt x="1" y="74850"/>
                  </a:lnTo>
                  <a:lnTo>
                    <a:pt x="89" y="112296"/>
                  </a:lnTo>
                  <a:lnTo>
                    <a:pt x="134" y="131019"/>
                  </a:lnTo>
                  <a:lnTo>
                    <a:pt x="267" y="149743"/>
                  </a:lnTo>
                  <a:lnTo>
                    <a:pt x="400" y="131019"/>
                  </a:lnTo>
                  <a:lnTo>
                    <a:pt x="444" y="112296"/>
                  </a:lnTo>
                  <a:lnTo>
                    <a:pt x="533" y="74850"/>
                  </a:lnTo>
                  <a:lnTo>
                    <a:pt x="444" y="37447"/>
                  </a:lnTo>
                  <a:lnTo>
                    <a:pt x="400" y="18724"/>
                  </a:lnTo>
                  <a:lnTo>
                    <a:pt x="26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07FF97DC-BEA0-7369-9FBE-E30C42B15F90}"/>
              </a:ext>
            </a:extLst>
          </p:cNvPr>
          <p:cNvSpPr txBox="1"/>
          <p:nvPr/>
        </p:nvSpPr>
        <p:spPr>
          <a:xfrm>
            <a:off x="8774147" y="4670735"/>
            <a:ext cx="27443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3">
            <a:extLst>
              <a:ext uri="{FF2B5EF4-FFF2-40B4-BE49-F238E27FC236}">
                <a16:creationId xmlns:a16="http://schemas.microsoft.com/office/drawing/2014/main" id="{3AD79F18-C2C5-59B9-493E-103EF9F8D8CF}"/>
              </a:ext>
            </a:extLst>
          </p:cNvPr>
          <p:cNvSpPr txBox="1"/>
          <p:nvPr/>
        </p:nvSpPr>
        <p:spPr>
          <a:xfrm>
            <a:off x="411613" y="3186886"/>
            <a:ext cx="1632092" cy="58477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Plan de coffrage 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et ferraillage</a:t>
            </a:r>
          </a:p>
        </p:txBody>
      </p:sp>
      <p:sp>
        <p:nvSpPr>
          <p:cNvPr id="2" name="TextBox 21">
            <a:extLst>
              <a:ext uri="{FF2B5EF4-FFF2-40B4-BE49-F238E27FC236}">
                <a16:creationId xmlns:a16="http://schemas.microsoft.com/office/drawing/2014/main" id="{AA9ED24A-622B-4288-E3CB-566CE765D238}"/>
              </a:ext>
            </a:extLst>
          </p:cNvPr>
          <p:cNvSpPr txBox="1"/>
          <p:nvPr/>
        </p:nvSpPr>
        <p:spPr>
          <a:xfrm>
            <a:off x="411613" y="3959385"/>
            <a:ext cx="2284099" cy="36933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Plans architecturaux</a:t>
            </a:r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22AA462D-5A09-2C1A-42D9-103E62071DDB}"/>
              </a:ext>
            </a:extLst>
          </p:cNvPr>
          <p:cNvSpPr txBox="1"/>
          <p:nvPr/>
        </p:nvSpPr>
        <p:spPr>
          <a:xfrm>
            <a:off x="411613" y="2433247"/>
            <a:ext cx="2039584" cy="64633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Capacité portante du sol</a:t>
            </a:r>
          </a:p>
        </p:txBody>
      </p:sp>
      <p:pic>
        <p:nvPicPr>
          <p:cNvPr id="6" name="Picture 2" descr="Autocad logiciel Autodesk de conception CAO | Atlancad">
            <a:extLst>
              <a:ext uri="{FF2B5EF4-FFF2-40B4-BE49-F238E27FC236}">
                <a16:creationId xmlns:a16="http://schemas.microsoft.com/office/drawing/2014/main" id="{68D1AB0E-6D45-BC07-07FD-136D56E3C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123" y="3288120"/>
            <a:ext cx="382305" cy="382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203022DF-D5B3-D4C3-C5FE-15CF41CE422B}"/>
              </a:ext>
            </a:extLst>
          </p:cNvPr>
          <p:cNvSpPr txBox="1"/>
          <p:nvPr/>
        </p:nvSpPr>
        <p:spPr>
          <a:xfrm>
            <a:off x="338134" y="356177"/>
            <a:ext cx="392362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/>
              <a:t>Le projet est une villa duplexe avec sous-sol et piscine comprenant 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1" dirty="0"/>
              <a:t>A L´ETAGE </a:t>
            </a:r>
            <a:r>
              <a:rPr lang="fr-FR" dirty="0"/>
              <a:t>: Suite parents; 3 chambres 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1" dirty="0"/>
              <a:t>AU RDC </a:t>
            </a:r>
            <a:r>
              <a:rPr lang="fr-FR" dirty="0"/>
              <a:t>: 2 salon , un séjour , une cuisine, jardinage et piscine 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1" dirty="0"/>
              <a:t>AU SOUS SOL </a:t>
            </a:r>
            <a:r>
              <a:rPr lang="fr-FR" dirty="0"/>
              <a:t>: garage ; Rangement + Toilette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A6C4408-D311-A49F-0853-9A7BDFA3B5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1" y="144528"/>
            <a:ext cx="4427062" cy="4819357"/>
          </a:xfrm>
          <a:prstGeom prst="rect">
            <a:avLst/>
          </a:prstGeom>
        </p:spPr>
      </p:pic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4D1AE17B-9127-DA04-A0E9-5051FFA4EE8D}"/>
              </a:ext>
            </a:extLst>
          </p:cNvPr>
          <p:cNvCxnSpPr>
            <a:cxnSpLocks/>
          </p:cNvCxnSpPr>
          <p:nvPr/>
        </p:nvCxnSpPr>
        <p:spPr>
          <a:xfrm>
            <a:off x="4572000" y="144528"/>
            <a:ext cx="0" cy="48193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0A00560-5857-9F7B-7D57-6E875463DE56}"/>
              </a:ext>
            </a:extLst>
          </p:cNvPr>
          <p:cNvSpPr/>
          <p:nvPr/>
        </p:nvSpPr>
        <p:spPr>
          <a:xfrm>
            <a:off x="326571" y="318407"/>
            <a:ext cx="3918858" cy="163820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Picture 2" descr="Autocad logiciel Autodesk de conception CAO | Atlancad">
            <a:extLst>
              <a:ext uri="{FF2B5EF4-FFF2-40B4-BE49-F238E27FC236}">
                <a16:creationId xmlns:a16="http://schemas.microsoft.com/office/drawing/2014/main" id="{8C51C673-E1B3-16DD-BC0E-3C8B7B04A3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5547" y="3946415"/>
            <a:ext cx="382305" cy="382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Autocad logiciel Autodesk de conception CAO | Atlancad">
            <a:extLst>
              <a:ext uri="{FF2B5EF4-FFF2-40B4-BE49-F238E27FC236}">
                <a16:creationId xmlns:a16="http://schemas.microsoft.com/office/drawing/2014/main" id="{5036BC9B-CC75-5988-FE9E-0B07F0412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242" y="2588947"/>
            <a:ext cx="382305" cy="382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87188BF2-2B5B-0CD9-3ED7-0F9C88E61968}"/>
              </a:ext>
            </a:extLst>
          </p:cNvPr>
          <p:cNvSpPr txBox="1"/>
          <p:nvPr/>
        </p:nvSpPr>
        <p:spPr>
          <a:xfrm>
            <a:off x="8774147" y="4670735"/>
            <a:ext cx="27443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94276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C7685D-458A-498B-87C9-EAD2A6C1EA82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fr-FR" sz="3200" dirty="0"/>
              <a:t>Descente des charges</a:t>
            </a:r>
            <a:br>
              <a:rPr lang="fr-FR" sz="4800" dirty="0"/>
            </a:br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DF47729-A650-410E-8DAF-9596D531042A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fr-FR" dirty="0"/>
              <a:t>2</a:t>
            </a:r>
          </a:p>
        </p:txBody>
      </p:sp>
      <p:grpSp>
        <p:nvGrpSpPr>
          <p:cNvPr id="166" name="Google Shape;969;p26">
            <a:extLst>
              <a:ext uri="{FF2B5EF4-FFF2-40B4-BE49-F238E27FC236}">
                <a16:creationId xmlns:a16="http://schemas.microsoft.com/office/drawing/2014/main" id="{FD68057E-06F0-E1A7-5468-1217F09895D0}"/>
              </a:ext>
            </a:extLst>
          </p:cNvPr>
          <p:cNvGrpSpPr/>
          <p:nvPr/>
        </p:nvGrpSpPr>
        <p:grpSpPr>
          <a:xfrm>
            <a:off x="558894" y="941672"/>
            <a:ext cx="3955200" cy="3260155"/>
            <a:chOff x="1071925" y="620775"/>
            <a:chExt cx="5483900" cy="4502275"/>
          </a:xfrm>
        </p:grpSpPr>
        <p:sp>
          <p:nvSpPr>
            <p:cNvPr id="167" name="Google Shape;970;p26">
              <a:extLst>
                <a:ext uri="{FF2B5EF4-FFF2-40B4-BE49-F238E27FC236}">
                  <a16:creationId xmlns:a16="http://schemas.microsoft.com/office/drawing/2014/main" id="{7D2C06B2-6EE0-7213-6F94-789451F26FF7}"/>
                </a:ext>
              </a:extLst>
            </p:cNvPr>
            <p:cNvSpPr/>
            <p:nvPr/>
          </p:nvSpPr>
          <p:spPr>
            <a:xfrm>
              <a:off x="3141700" y="1210875"/>
              <a:ext cx="25" cy="2474650"/>
            </a:xfrm>
            <a:custGeom>
              <a:avLst/>
              <a:gdLst/>
              <a:ahLst/>
              <a:cxnLst/>
              <a:rect l="l" t="t" r="r" b="b"/>
              <a:pathLst>
                <a:path w="1" h="98986" fill="none" extrusionOk="0">
                  <a:moveTo>
                    <a:pt x="0" y="1"/>
                  </a:moveTo>
                  <a:lnTo>
                    <a:pt x="0" y="98986"/>
                  </a:lnTo>
                </a:path>
              </a:pathLst>
            </a:custGeom>
            <a:noFill/>
            <a:ln w="99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" name="Google Shape;971;p26">
              <a:extLst>
                <a:ext uri="{FF2B5EF4-FFF2-40B4-BE49-F238E27FC236}">
                  <a16:creationId xmlns:a16="http://schemas.microsoft.com/office/drawing/2014/main" id="{640FC9B0-0413-77B0-50DB-033B4C77AC90}"/>
                </a:ext>
              </a:extLst>
            </p:cNvPr>
            <p:cNvSpPr/>
            <p:nvPr/>
          </p:nvSpPr>
          <p:spPr>
            <a:xfrm>
              <a:off x="3341350" y="1228625"/>
              <a:ext cx="25" cy="2458025"/>
            </a:xfrm>
            <a:custGeom>
              <a:avLst/>
              <a:gdLst/>
              <a:ahLst/>
              <a:cxnLst/>
              <a:rect l="l" t="t" r="r" b="b"/>
              <a:pathLst>
                <a:path w="1" h="98321" fill="none" extrusionOk="0">
                  <a:moveTo>
                    <a:pt x="1" y="1"/>
                  </a:moveTo>
                  <a:lnTo>
                    <a:pt x="1" y="98320"/>
                  </a:lnTo>
                </a:path>
              </a:pathLst>
            </a:custGeom>
            <a:noFill/>
            <a:ln w="99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" name="Google Shape;972;p26">
              <a:extLst>
                <a:ext uri="{FF2B5EF4-FFF2-40B4-BE49-F238E27FC236}">
                  <a16:creationId xmlns:a16="http://schemas.microsoft.com/office/drawing/2014/main" id="{73FCB4E0-17AE-C159-2BFC-5511D600258A}"/>
                </a:ext>
              </a:extLst>
            </p:cNvPr>
            <p:cNvSpPr/>
            <p:nvPr/>
          </p:nvSpPr>
          <p:spPr>
            <a:xfrm>
              <a:off x="1477900" y="3671075"/>
              <a:ext cx="4619825" cy="413775"/>
            </a:xfrm>
            <a:custGeom>
              <a:avLst/>
              <a:gdLst/>
              <a:ahLst/>
              <a:cxnLst/>
              <a:rect l="l" t="t" r="r" b="b"/>
              <a:pathLst>
                <a:path w="184793" h="16551" fill="none" extrusionOk="0">
                  <a:moveTo>
                    <a:pt x="0" y="10427"/>
                  </a:moveTo>
                  <a:cubicBezTo>
                    <a:pt x="621" y="10383"/>
                    <a:pt x="70190" y="1"/>
                    <a:pt x="70190" y="1"/>
                  </a:cubicBezTo>
                  <a:lnTo>
                    <a:pt x="184793" y="15840"/>
                  </a:lnTo>
                  <a:lnTo>
                    <a:pt x="184793" y="16550"/>
                  </a:lnTo>
                  <a:lnTo>
                    <a:pt x="70146" y="1864"/>
                  </a:lnTo>
                  <a:lnTo>
                    <a:pt x="0" y="11270"/>
                  </a:lnTo>
                  <a:close/>
                </a:path>
              </a:pathLst>
            </a:custGeom>
            <a:noFill/>
            <a:ln w="99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" name="Google Shape;973;p26">
              <a:extLst>
                <a:ext uri="{FF2B5EF4-FFF2-40B4-BE49-F238E27FC236}">
                  <a16:creationId xmlns:a16="http://schemas.microsoft.com/office/drawing/2014/main" id="{CB18D1A1-0066-848C-8EE7-05CF6637AB1F}"/>
                </a:ext>
              </a:extLst>
            </p:cNvPr>
            <p:cNvSpPr/>
            <p:nvPr/>
          </p:nvSpPr>
          <p:spPr>
            <a:xfrm>
              <a:off x="1492325" y="3717675"/>
              <a:ext cx="4592100" cy="382700"/>
            </a:xfrm>
            <a:custGeom>
              <a:avLst/>
              <a:gdLst/>
              <a:ahLst/>
              <a:cxnLst/>
              <a:rect l="l" t="t" r="r" b="b"/>
              <a:pathLst>
                <a:path w="183684" h="15308" fill="none" extrusionOk="0">
                  <a:moveTo>
                    <a:pt x="0" y="9318"/>
                  </a:moveTo>
                  <a:cubicBezTo>
                    <a:pt x="577" y="9273"/>
                    <a:pt x="69569" y="0"/>
                    <a:pt x="69569" y="0"/>
                  </a:cubicBezTo>
                  <a:lnTo>
                    <a:pt x="183684" y="14597"/>
                  </a:lnTo>
                  <a:lnTo>
                    <a:pt x="183684" y="15307"/>
                  </a:lnTo>
                  <a:lnTo>
                    <a:pt x="69480" y="1819"/>
                  </a:lnTo>
                  <a:lnTo>
                    <a:pt x="0" y="10161"/>
                  </a:lnTo>
                  <a:close/>
                </a:path>
              </a:pathLst>
            </a:custGeom>
            <a:noFill/>
            <a:ln w="77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" name="Google Shape;974;p26">
              <a:extLst>
                <a:ext uri="{FF2B5EF4-FFF2-40B4-BE49-F238E27FC236}">
                  <a16:creationId xmlns:a16="http://schemas.microsoft.com/office/drawing/2014/main" id="{ABD42193-CBED-DD69-B294-5C242BA8DBEB}"/>
                </a:ext>
              </a:extLst>
            </p:cNvPr>
            <p:cNvSpPr/>
            <p:nvPr/>
          </p:nvSpPr>
          <p:spPr>
            <a:xfrm>
              <a:off x="1520050" y="3763150"/>
              <a:ext cx="4536650" cy="349425"/>
            </a:xfrm>
            <a:custGeom>
              <a:avLst/>
              <a:gdLst/>
              <a:ahLst/>
              <a:cxnLst/>
              <a:rect l="l" t="t" r="r" b="b"/>
              <a:pathLst>
                <a:path w="181466" h="13977" fill="none" extrusionOk="0">
                  <a:moveTo>
                    <a:pt x="0" y="8209"/>
                  </a:moveTo>
                  <a:cubicBezTo>
                    <a:pt x="577" y="8120"/>
                    <a:pt x="68371" y="0"/>
                    <a:pt x="68371" y="0"/>
                  </a:cubicBezTo>
                  <a:lnTo>
                    <a:pt x="181465" y="13311"/>
                  </a:lnTo>
                  <a:lnTo>
                    <a:pt x="181465" y="13976"/>
                  </a:lnTo>
                  <a:lnTo>
                    <a:pt x="68327" y="1820"/>
                  </a:lnTo>
                  <a:lnTo>
                    <a:pt x="0" y="9007"/>
                  </a:lnTo>
                  <a:close/>
                </a:path>
              </a:pathLst>
            </a:custGeom>
            <a:noFill/>
            <a:ln w="77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" name="Google Shape;975;p26">
              <a:extLst>
                <a:ext uri="{FF2B5EF4-FFF2-40B4-BE49-F238E27FC236}">
                  <a16:creationId xmlns:a16="http://schemas.microsoft.com/office/drawing/2014/main" id="{427BD772-01C8-5A4C-3DFB-669D6F1779C8}"/>
                </a:ext>
              </a:extLst>
            </p:cNvPr>
            <p:cNvSpPr/>
            <p:nvPr/>
          </p:nvSpPr>
          <p:spPr>
            <a:xfrm>
              <a:off x="1588825" y="3808625"/>
              <a:ext cx="4467875" cy="377150"/>
            </a:xfrm>
            <a:custGeom>
              <a:avLst/>
              <a:gdLst/>
              <a:ahLst/>
              <a:cxnLst/>
              <a:rect l="l" t="t" r="r" b="b"/>
              <a:pathLst>
                <a:path w="178715" h="15086" fill="none" extrusionOk="0">
                  <a:moveTo>
                    <a:pt x="0" y="6922"/>
                  </a:moveTo>
                  <a:lnTo>
                    <a:pt x="0" y="11048"/>
                  </a:lnTo>
                  <a:lnTo>
                    <a:pt x="65310" y="3550"/>
                  </a:lnTo>
                  <a:lnTo>
                    <a:pt x="178714" y="15086"/>
                  </a:lnTo>
                  <a:lnTo>
                    <a:pt x="178714" y="12157"/>
                  </a:lnTo>
                  <a:lnTo>
                    <a:pt x="65576" y="1"/>
                  </a:lnTo>
                  <a:close/>
                </a:path>
              </a:pathLst>
            </a:custGeom>
            <a:noFill/>
            <a:ln w="77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" name="Google Shape;976;p26">
              <a:extLst>
                <a:ext uri="{FF2B5EF4-FFF2-40B4-BE49-F238E27FC236}">
                  <a16:creationId xmlns:a16="http://schemas.microsoft.com/office/drawing/2014/main" id="{EEFCB611-DFE5-9B97-19BE-229AF7559164}"/>
                </a:ext>
              </a:extLst>
            </p:cNvPr>
            <p:cNvSpPr/>
            <p:nvPr/>
          </p:nvSpPr>
          <p:spPr>
            <a:xfrm>
              <a:off x="1588825" y="3897350"/>
              <a:ext cx="4467875" cy="288425"/>
            </a:xfrm>
            <a:custGeom>
              <a:avLst/>
              <a:gdLst/>
              <a:ahLst/>
              <a:cxnLst/>
              <a:rect l="l" t="t" r="r" b="b"/>
              <a:pathLst>
                <a:path w="178715" h="11537" fill="none" extrusionOk="0">
                  <a:moveTo>
                    <a:pt x="0" y="7499"/>
                  </a:moveTo>
                  <a:lnTo>
                    <a:pt x="3062" y="7499"/>
                  </a:lnTo>
                  <a:lnTo>
                    <a:pt x="65310" y="800"/>
                  </a:lnTo>
                  <a:lnTo>
                    <a:pt x="178714" y="11537"/>
                  </a:lnTo>
                  <a:lnTo>
                    <a:pt x="65310" y="1"/>
                  </a:lnTo>
                  <a:close/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" name="Google Shape;977;p26">
              <a:extLst>
                <a:ext uri="{FF2B5EF4-FFF2-40B4-BE49-F238E27FC236}">
                  <a16:creationId xmlns:a16="http://schemas.microsoft.com/office/drawing/2014/main" id="{09041BDA-45AB-CBC0-4BAE-79621B70FF36}"/>
                </a:ext>
              </a:extLst>
            </p:cNvPr>
            <p:cNvSpPr/>
            <p:nvPr/>
          </p:nvSpPr>
          <p:spPr>
            <a:xfrm>
              <a:off x="3113975" y="3917325"/>
              <a:ext cx="227400" cy="912900"/>
            </a:xfrm>
            <a:custGeom>
              <a:avLst/>
              <a:gdLst/>
              <a:ahLst/>
              <a:cxnLst/>
              <a:rect l="l" t="t" r="r" b="b"/>
              <a:pathLst>
                <a:path w="9096" h="36516" fill="none" extrusionOk="0">
                  <a:moveTo>
                    <a:pt x="0" y="444"/>
                  </a:moveTo>
                  <a:lnTo>
                    <a:pt x="0" y="2219"/>
                  </a:lnTo>
                  <a:lnTo>
                    <a:pt x="754" y="2219"/>
                  </a:lnTo>
                  <a:lnTo>
                    <a:pt x="754" y="36294"/>
                  </a:lnTo>
                  <a:lnTo>
                    <a:pt x="4082" y="36515"/>
                  </a:lnTo>
                  <a:lnTo>
                    <a:pt x="8297" y="36249"/>
                  </a:lnTo>
                  <a:lnTo>
                    <a:pt x="8297" y="2574"/>
                  </a:lnTo>
                  <a:lnTo>
                    <a:pt x="9096" y="2574"/>
                  </a:lnTo>
                  <a:lnTo>
                    <a:pt x="9096" y="444"/>
                  </a:lnTo>
                  <a:lnTo>
                    <a:pt x="4304" y="1"/>
                  </a:lnTo>
                  <a:close/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" name="Google Shape;978;p26">
              <a:extLst>
                <a:ext uri="{FF2B5EF4-FFF2-40B4-BE49-F238E27FC236}">
                  <a16:creationId xmlns:a16="http://schemas.microsoft.com/office/drawing/2014/main" id="{0F3FBAB4-2E49-30B4-8CC2-F0E06312D2EB}"/>
                </a:ext>
              </a:extLst>
            </p:cNvPr>
            <p:cNvSpPr/>
            <p:nvPr/>
          </p:nvSpPr>
          <p:spPr>
            <a:xfrm>
              <a:off x="1615425" y="4011600"/>
              <a:ext cx="1705975" cy="135350"/>
            </a:xfrm>
            <a:custGeom>
              <a:avLst/>
              <a:gdLst/>
              <a:ahLst/>
              <a:cxnLst/>
              <a:rect l="l" t="t" r="r" b="b"/>
              <a:pathLst>
                <a:path w="68239" h="5414" fill="none" extrusionOk="0">
                  <a:moveTo>
                    <a:pt x="1" y="5414"/>
                  </a:moveTo>
                  <a:lnTo>
                    <a:pt x="64246" y="1"/>
                  </a:lnTo>
                  <a:lnTo>
                    <a:pt x="68239" y="311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" name="Google Shape;979;p26">
              <a:extLst>
                <a:ext uri="{FF2B5EF4-FFF2-40B4-BE49-F238E27FC236}">
                  <a16:creationId xmlns:a16="http://schemas.microsoft.com/office/drawing/2014/main" id="{D1633B7A-F7AB-36B7-4EA6-34240E13BEB4}"/>
                </a:ext>
              </a:extLst>
            </p:cNvPr>
            <p:cNvSpPr/>
            <p:nvPr/>
          </p:nvSpPr>
          <p:spPr>
            <a:xfrm>
              <a:off x="1615425" y="4033800"/>
              <a:ext cx="1705975" cy="127575"/>
            </a:xfrm>
            <a:custGeom>
              <a:avLst/>
              <a:gdLst/>
              <a:ahLst/>
              <a:cxnLst/>
              <a:rect l="l" t="t" r="r" b="b"/>
              <a:pathLst>
                <a:path w="68239" h="5103" fill="none" extrusionOk="0">
                  <a:moveTo>
                    <a:pt x="1" y="5103"/>
                  </a:moveTo>
                  <a:lnTo>
                    <a:pt x="64246" y="0"/>
                  </a:lnTo>
                  <a:lnTo>
                    <a:pt x="68239" y="311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" name="Google Shape;980;p26">
              <a:extLst>
                <a:ext uri="{FF2B5EF4-FFF2-40B4-BE49-F238E27FC236}">
                  <a16:creationId xmlns:a16="http://schemas.microsoft.com/office/drawing/2014/main" id="{9C7C211D-0AE9-BA54-DCAF-23B8A3B2323C}"/>
                </a:ext>
              </a:extLst>
            </p:cNvPr>
            <p:cNvSpPr/>
            <p:nvPr/>
          </p:nvSpPr>
          <p:spPr>
            <a:xfrm>
              <a:off x="3132825" y="4748125"/>
              <a:ext cx="188575" cy="25"/>
            </a:xfrm>
            <a:custGeom>
              <a:avLst/>
              <a:gdLst/>
              <a:ahLst/>
              <a:cxnLst/>
              <a:rect l="l" t="t" r="r" b="b"/>
              <a:pathLst>
                <a:path w="7543" h="1" fill="none" extrusionOk="0">
                  <a:moveTo>
                    <a:pt x="0" y="0"/>
                  </a:moveTo>
                  <a:lnTo>
                    <a:pt x="3461" y="0"/>
                  </a:lnTo>
                  <a:lnTo>
                    <a:pt x="7543" y="0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" name="Google Shape;981;p26">
              <a:extLst>
                <a:ext uri="{FF2B5EF4-FFF2-40B4-BE49-F238E27FC236}">
                  <a16:creationId xmlns:a16="http://schemas.microsoft.com/office/drawing/2014/main" id="{6AA2E464-24EA-5D66-C970-782C657985DD}"/>
                </a:ext>
              </a:extLst>
            </p:cNvPr>
            <p:cNvSpPr/>
            <p:nvPr/>
          </p:nvSpPr>
          <p:spPr>
            <a:xfrm>
              <a:off x="3221550" y="4033800"/>
              <a:ext cx="25" cy="714350"/>
            </a:xfrm>
            <a:custGeom>
              <a:avLst/>
              <a:gdLst/>
              <a:ahLst/>
              <a:cxnLst/>
              <a:rect l="l" t="t" r="r" b="b"/>
              <a:pathLst>
                <a:path w="1" h="28574" fill="none" extrusionOk="0">
                  <a:moveTo>
                    <a:pt x="1" y="0"/>
                  </a:moveTo>
                  <a:lnTo>
                    <a:pt x="1" y="28573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" name="Google Shape;982;p26">
              <a:extLst>
                <a:ext uri="{FF2B5EF4-FFF2-40B4-BE49-F238E27FC236}">
                  <a16:creationId xmlns:a16="http://schemas.microsoft.com/office/drawing/2014/main" id="{6F488C2B-2E6B-4664-EB13-1439D132EE6C}"/>
                </a:ext>
              </a:extLst>
            </p:cNvPr>
            <p:cNvSpPr/>
            <p:nvPr/>
          </p:nvSpPr>
          <p:spPr>
            <a:xfrm>
              <a:off x="1608775" y="4084825"/>
              <a:ext cx="1524075" cy="726550"/>
            </a:xfrm>
            <a:custGeom>
              <a:avLst/>
              <a:gdLst/>
              <a:ahLst/>
              <a:cxnLst/>
              <a:rect l="l" t="t" r="r" b="b"/>
              <a:pathLst>
                <a:path w="60963" h="29062" fill="none" extrusionOk="0">
                  <a:moveTo>
                    <a:pt x="60962" y="29061"/>
                  </a:moveTo>
                  <a:lnTo>
                    <a:pt x="1" y="27242"/>
                  </a:lnTo>
                  <a:lnTo>
                    <a:pt x="1" y="0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" name="Google Shape;983;p26">
              <a:extLst>
                <a:ext uri="{FF2B5EF4-FFF2-40B4-BE49-F238E27FC236}">
                  <a16:creationId xmlns:a16="http://schemas.microsoft.com/office/drawing/2014/main" id="{2551349A-A197-3FC7-C71E-D9683459F919}"/>
                </a:ext>
              </a:extLst>
            </p:cNvPr>
            <p:cNvSpPr/>
            <p:nvPr/>
          </p:nvSpPr>
          <p:spPr>
            <a:xfrm>
              <a:off x="2692475" y="3957250"/>
              <a:ext cx="58800" cy="851900"/>
            </a:xfrm>
            <a:custGeom>
              <a:avLst/>
              <a:gdLst/>
              <a:ahLst/>
              <a:cxnLst/>
              <a:rect l="l" t="t" r="r" b="b"/>
              <a:pathLst>
                <a:path w="2352" h="34076" fill="none" extrusionOk="0">
                  <a:moveTo>
                    <a:pt x="2352" y="400"/>
                  </a:moveTo>
                  <a:lnTo>
                    <a:pt x="2352" y="33721"/>
                  </a:lnTo>
                  <a:lnTo>
                    <a:pt x="1065" y="34075"/>
                  </a:lnTo>
                  <a:lnTo>
                    <a:pt x="1065" y="2707"/>
                  </a:lnTo>
                  <a:cubicBezTo>
                    <a:pt x="1065" y="2707"/>
                    <a:pt x="0" y="1332"/>
                    <a:pt x="400" y="1"/>
                  </a:cubicBezTo>
                  <a:close/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" name="Google Shape;984;p26">
              <a:extLst>
                <a:ext uri="{FF2B5EF4-FFF2-40B4-BE49-F238E27FC236}">
                  <a16:creationId xmlns:a16="http://schemas.microsoft.com/office/drawing/2014/main" id="{779B7E8A-755F-F79E-DCE4-78387C9350AC}"/>
                </a:ext>
              </a:extLst>
            </p:cNvPr>
            <p:cNvSpPr/>
            <p:nvPr/>
          </p:nvSpPr>
          <p:spPr>
            <a:xfrm>
              <a:off x="2619250" y="3967250"/>
              <a:ext cx="99875" cy="841900"/>
            </a:xfrm>
            <a:custGeom>
              <a:avLst/>
              <a:gdLst/>
              <a:ahLst/>
              <a:cxnLst/>
              <a:rect l="l" t="t" r="r" b="b"/>
              <a:pathLst>
                <a:path w="3995" h="33676" fill="none" extrusionOk="0">
                  <a:moveTo>
                    <a:pt x="356" y="0"/>
                  </a:moveTo>
                  <a:cubicBezTo>
                    <a:pt x="1" y="1287"/>
                    <a:pt x="1021" y="2707"/>
                    <a:pt x="1021" y="2707"/>
                  </a:cubicBezTo>
                  <a:lnTo>
                    <a:pt x="1021" y="33542"/>
                  </a:lnTo>
                  <a:lnTo>
                    <a:pt x="3994" y="33675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" name="Google Shape;985;p26">
              <a:extLst>
                <a:ext uri="{FF2B5EF4-FFF2-40B4-BE49-F238E27FC236}">
                  <a16:creationId xmlns:a16="http://schemas.microsoft.com/office/drawing/2014/main" id="{A6DBE234-F17A-7868-98C6-31F274F186BC}"/>
                </a:ext>
              </a:extLst>
            </p:cNvPr>
            <p:cNvSpPr/>
            <p:nvPr/>
          </p:nvSpPr>
          <p:spPr>
            <a:xfrm>
              <a:off x="2266525" y="4002725"/>
              <a:ext cx="55500" cy="793125"/>
            </a:xfrm>
            <a:custGeom>
              <a:avLst/>
              <a:gdLst/>
              <a:ahLst/>
              <a:cxnLst/>
              <a:rect l="l" t="t" r="r" b="b"/>
              <a:pathLst>
                <a:path w="2220" h="31725" fill="none" extrusionOk="0">
                  <a:moveTo>
                    <a:pt x="2219" y="400"/>
                  </a:moveTo>
                  <a:lnTo>
                    <a:pt x="2219" y="31369"/>
                  </a:lnTo>
                  <a:lnTo>
                    <a:pt x="977" y="31724"/>
                  </a:lnTo>
                  <a:lnTo>
                    <a:pt x="977" y="2530"/>
                  </a:lnTo>
                  <a:cubicBezTo>
                    <a:pt x="977" y="2530"/>
                    <a:pt x="1" y="1243"/>
                    <a:pt x="356" y="1"/>
                  </a:cubicBezTo>
                  <a:close/>
                </a:path>
              </a:pathLst>
            </a:custGeom>
            <a:noFill/>
            <a:ln w="77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3" name="Google Shape;986;p26">
              <a:extLst>
                <a:ext uri="{FF2B5EF4-FFF2-40B4-BE49-F238E27FC236}">
                  <a16:creationId xmlns:a16="http://schemas.microsoft.com/office/drawing/2014/main" id="{7A6A44FC-8EB1-D5A9-4229-233A2B42266F}"/>
                </a:ext>
              </a:extLst>
            </p:cNvPr>
            <p:cNvSpPr/>
            <p:nvPr/>
          </p:nvSpPr>
          <p:spPr>
            <a:xfrm>
              <a:off x="2214400" y="4013825"/>
              <a:ext cx="76575" cy="782025"/>
            </a:xfrm>
            <a:custGeom>
              <a:avLst/>
              <a:gdLst/>
              <a:ahLst/>
              <a:cxnLst/>
              <a:rect l="l" t="t" r="r" b="b"/>
              <a:pathLst>
                <a:path w="3063" h="31281" fill="none" extrusionOk="0">
                  <a:moveTo>
                    <a:pt x="356" y="1"/>
                  </a:moveTo>
                  <a:cubicBezTo>
                    <a:pt x="1" y="1243"/>
                    <a:pt x="977" y="2530"/>
                    <a:pt x="977" y="2530"/>
                  </a:cubicBezTo>
                  <a:lnTo>
                    <a:pt x="977" y="31191"/>
                  </a:lnTo>
                  <a:lnTo>
                    <a:pt x="3062" y="31280"/>
                  </a:lnTo>
                </a:path>
              </a:pathLst>
            </a:custGeom>
            <a:noFill/>
            <a:ln w="77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4" name="Google Shape;987;p26">
              <a:extLst>
                <a:ext uri="{FF2B5EF4-FFF2-40B4-BE49-F238E27FC236}">
                  <a16:creationId xmlns:a16="http://schemas.microsoft.com/office/drawing/2014/main" id="{1193FAEB-8B17-CBD1-A9E4-FECEA0E598C0}"/>
                </a:ext>
              </a:extLst>
            </p:cNvPr>
            <p:cNvSpPr/>
            <p:nvPr/>
          </p:nvSpPr>
          <p:spPr>
            <a:xfrm>
              <a:off x="2266525" y="4002725"/>
              <a:ext cx="55500" cy="793125"/>
            </a:xfrm>
            <a:custGeom>
              <a:avLst/>
              <a:gdLst/>
              <a:ahLst/>
              <a:cxnLst/>
              <a:rect l="l" t="t" r="r" b="b"/>
              <a:pathLst>
                <a:path w="2220" h="31725" fill="none" extrusionOk="0">
                  <a:moveTo>
                    <a:pt x="2219" y="400"/>
                  </a:moveTo>
                  <a:lnTo>
                    <a:pt x="2219" y="31369"/>
                  </a:lnTo>
                  <a:lnTo>
                    <a:pt x="977" y="31724"/>
                  </a:lnTo>
                  <a:lnTo>
                    <a:pt x="977" y="2530"/>
                  </a:lnTo>
                  <a:cubicBezTo>
                    <a:pt x="977" y="2530"/>
                    <a:pt x="1" y="1243"/>
                    <a:pt x="356" y="1"/>
                  </a:cubicBezTo>
                  <a:close/>
                </a:path>
              </a:pathLst>
            </a:custGeom>
            <a:noFill/>
            <a:ln w="77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5" name="Google Shape;988;p26">
              <a:extLst>
                <a:ext uri="{FF2B5EF4-FFF2-40B4-BE49-F238E27FC236}">
                  <a16:creationId xmlns:a16="http://schemas.microsoft.com/office/drawing/2014/main" id="{963F7580-F49C-2F93-A305-BC4B98E4946B}"/>
                </a:ext>
              </a:extLst>
            </p:cNvPr>
            <p:cNvSpPr/>
            <p:nvPr/>
          </p:nvSpPr>
          <p:spPr>
            <a:xfrm>
              <a:off x="2214400" y="4013825"/>
              <a:ext cx="76575" cy="782025"/>
            </a:xfrm>
            <a:custGeom>
              <a:avLst/>
              <a:gdLst/>
              <a:ahLst/>
              <a:cxnLst/>
              <a:rect l="l" t="t" r="r" b="b"/>
              <a:pathLst>
                <a:path w="3063" h="31281" fill="none" extrusionOk="0">
                  <a:moveTo>
                    <a:pt x="356" y="1"/>
                  </a:moveTo>
                  <a:cubicBezTo>
                    <a:pt x="1" y="1243"/>
                    <a:pt x="977" y="2530"/>
                    <a:pt x="977" y="2530"/>
                  </a:cubicBezTo>
                  <a:lnTo>
                    <a:pt x="977" y="31191"/>
                  </a:lnTo>
                  <a:lnTo>
                    <a:pt x="3062" y="31280"/>
                  </a:lnTo>
                </a:path>
              </a:pathLst>
            </a:custGeom>
            <a:noFill/>
            <a:ln w="77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" name="Google Shape;989;p26">
              <a:extLst>
                <a:ext uri="{FF2B5EF4-FFF2-40B4-BE49-F238E27FC236}">
                  <a16:creationId xmlns:a16="http://schemas.microsoft.com/office/drawing/2014/main" id="{26E2E831-9791-FFC8-F3D7-1B9975EEB80C}"/>
                </a:ext>
              </a:extLst>
            </p:cNvPr>
            <p:cNvSpPr/>
            <p:nvPr/>
          </p:nvSpPr>
          <p:spPr>
            <a:xfrm>
              <a:off x="1908275" y="4047100"/>
              <a:ext cx="45500" cy="738750"/>
            </a:xfrm>
            <a:custGeom>
              <a:avLst/>
              <a:gdLst/>
              <a:ahLst/>
              <a:cxnLst/>
              <a:rect l="l" t="t" r="r" b="b"/>
              <a:pathLst>
                <a:path w="1820" h="29550" fill="none" extrusionOk="0">
                  <a:moveTo>
                    <a:pt x="1819" y="267"/>
                  </a:moveTo>
                  <a:lnTo>
                    <a:pt x="1819" y="29195"/>
                  </a:lnTo>
                  <a:lnTo>
                    <a:pt x="799" y="29550"/>
                  </a:lnTo>
                  <a:lnTo>
                    <a:pt x="799" y="2308"/>
                  </a:lnTo>
                  <a:cubicBezTo>
                    <a:pt x="799" y="2308"/>
                    <a:pt x="0" y="1243"/>
                    <a:pt x="266" y="1"/>
                  </a:cubicBezTo>
                  <a:close/>
                </a:path>
              </a:pathLst>
            </a:custGeom>
            <a:noFill/>
            <a:ln w="66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" name="Google Shape;990;p26">
              <a:extLst>
                <a:ext uri="{FF2B5EF4-FFF2-40B4-BE49-F238E27FC236}">
                  <a16:creationId xmlns:a16="http://schemas.microsoft.com/office/drawing/2014/main" id="{8C5F1F5B-463A-FDD5-511C-AF586D188C19}"/>
                </a:ext>
              </a:extLst>
            </p:cNvPr>
            <p:cNvSpPr/>
            <p:nvPr/>
          </p:nvSpPr>
          <p:spPr>
            <a:xfrm>
              <a:off x="1866125" y="4052650"/>
              <a:ext cx="62125" cy="733200"/>
            </a:xfrm>
            <a:custGeom>
              <a:avLst/>
              <a:gdLst/>
              <a:ahLst/>
              <a:cxnLst/>
              <a:rect l="l" t="t" r="r" b="b"/>
              <a:pathLst>
                <a:path w="2485" h="29328" fill="none" extrusionOk="0">
                  <a:moveTo>
                    <a:pt x="266" y="1"/>
                  </a:moveTo>
                  <a:cubicBezTo>
                    <a:pt x="0" y="1243"/>
                    <a:pt x="799" y="2529"/>
                    <a:pt x="799" y="2529"/>
                  </a:cubicBezTo>
                  <a:lnTo>
                    <a:pt x="799" y="29239"/>
                  </a:lnTo>
                  <a:lnTo>
                    <a:pt x="2485" y="29328"/>
                  </a:lnTo>
                </a:path>
              </a:pathLst>
            </a:custGeom>
            <a:noFill/>
            <a:ln w="66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" name="Google Shape;991;p26">
              <a:extLst>
                <a:ext uri="{FF2B5EF4-FFF2-40B4-BE49-F238E27FC236}">
                  <a16:creationId xmlns:a16="http://schemas.microsoft.com/office/drawing/2014/main" id="{96CB5E89-9DEB-D157-B56A-09809D60FB78}"/>
                </a:ext>
              </a:extLst>
            </p:cNvPr>
            <p:cNvSpPr/>
            <p:nvPr/>
          </p:nvSpPr>
          <p:spPr>
            <a:xfrm>
              <a:off x="1625425" y="4079275"/>
              <a:ext cx="44375" cy="696600"/>
            </a:xfrm>
            <a:custGeom>
              <a:avLst/>
              <a:gdLst/>
              <a:ahLst/>
              <a:cxnLst/>
              <a:rect l="l" t="t" r="r" b="b"/>
              <a:pathLst>
                <a:path w="1775" h="27864" fill="none" extrusionOk="0">
                  <a:moveTo>
                    <a:pt x="1775" y="178"/>
                  </a:moveTo>
                  <a:lnTo>
                    <a:pt x="1775" y="27553"/>
                  </a:lnTo>
                  <a:lnTo>
                    <a:pt x="799" y="27863"/>
                  </a:lnTo>
                  <a:lnTo>
                    <a:pt x="799" y="2219"/>
                  </a:lnTo>
                  <a:cubicBezTo>
                    <a:pt x="799" y="2219"/>
                    <a:pt x="0" y="1198"/>
                    <a:pt x="311" y="0"/>
                  </a:cubicBezTo>
                  <a:close/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" name="Google Shape;992;p26">
              <a:extLst>
                <a:ext uri="{FF2B5EF4-FFF2-40B4-BE49-F238E27FC236}">
                  <a16:creationId xmlns:a16="http://schemas.microsoft.com/office/drawing/2014/main" id="{BE1043CB-550C-5F54-8404-5EBABBBB7568}"/>
                </a:ext>
              </a:extLst>
            </p:cNvPr>
            <p:cNvSpPr/>
            <p:nvPr/>
          </p:nvSpPr>
          <p:spPr>
            <a:xfrm>
              <a:off x="1585500" y="4084825"/>
              <a:ext cx="59900" cy="691050"/>
            </a:xfrm>
            <a:custGeom>
              <a:avLst/>
              <a:gdLst/>
              <a:ahLst/>
              <a:cxnLst/>
              <a:rect l="l" t="t" r="r" b="b"/>
              <a:pathLst>
                <a:path w="2396" h="27642" fill="none" extrusionOk="0">
                  <a:moveTo>
                    <a:pt x="266" y="0"/>
                  </a:moveTo>
                  <a:cubicBezTo>
                    <a:pt x="0" y="1154"/>
                    <a:pt x="754" y="2396"/>
                    <a:pt x="754" y="2396"/>
                  </a:cubicBezTo>
                  <a:lnTo>
                    <a:pt x="754" y="27597"/>
                  </a:lnTo>
                  <a:lnTo>
                    <a:pt x="2396" y="27641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" name="Google Shape;993;p26">
              <a:extLst>
                <a:ext uri="{FF2B5EF4-FFF2-40B4-BE49-F238E27FC236}">
                  <a16:creationId xmlns:a16="http://schemas.microsoft.com/office/drawing/2014/main" id="{63C5DF7A-D3FD-79DE-3B91-6F0B2BF0AE8A}"/>
                </a:ext>
              </a:extLst>
            </p:cNvPr>
            <p:cNvSpPr/>
            <p:nvPr/>
          </p:nvSpPr>
          <p:spPr>
            <a:xfrm>
              <a:off x="1604350" y="4727050"/>
              <a:ext cx="1146925" cy="15550"/>
            </a:xfrm>
            <a:custGeom>
              <a:avLst/>
              <a:gdLst/>
              <a:ahLst/>
              <a:cxnLst/>
              <a:rect l="l" t="t" r="r" b="b"/>
              <a:pathLst>
                <a:path w="45877" h="622" fill="none" extrusionOk="0">
                  <a:moveTo>
                    <a:pt x="45877" y="621"/>
                  </a:moveTo>
                  <a:lnTo>
                    <a:pt x="0" y="0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" name="Google Shape;994;p26">
              <a:extLst>
                <a:ext uri="{FF2B5EF4-FFF2-40B4-BE49-F238E27FC236}">
                  <a16:creationId xmlns:a16="http://schemas.microsoft.com/office/drawing/2014/main" id="{270F18D7-65B7-564B-AE75-BB7249A1155E}"/>
                </a:ext>
              </a:extLst>
            </p:cNvPr>
            <p:cNvSpPr/>
            <p:nvPr/>
          </p:nvSpPr>
          <p:spPr>
            <a:xfrm>
              <a:off x="3321375" y="4019375"/>
              <a:ext cx="1973300" cy="168625"/>
            </a:xfrm>
            <a:custGeom>
              <a:avLst/>
              <a:gdLst/>
              <a:ahLst/>
              <a:cxnLst/>
              <a:rect l="l" t="t" r="r" b="b"/>
              <a:pathLst>
                <a:path w="78932" h="6745" fill="none" extrusionOk="0">
                  <a:moveTo>
                    <a:pt x="78932" y="6744"/>
                  </a:moveTo>
                  <a:lnTo>
                    <a:pt x="1" y="0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" name="Google Shape;995;p26">
              <a:extLst>
                <a:ext uri="{FF2B5EF4-FFF2-40B4-BE49-F238E27FC236}">
                  <a16:creationId xmlns:a16="http://schemas.microsoft.com/office/drawing/2014/main" id="{567E35A7-CE27-4EEE-66B5-4C00BAF11541}"/>
                </a:ext>
              </a:extLst>
            </p:cNvPr>
            <p:cNvSpPr/>
            <p:nvPr/>
          </p:nvSpPr>
          <p:spPr>
            <a:xfrm>
              <a:off x="5628525" y="4216800"/>
              <a:ext cx="428175" cy="36650"/>
            </a:xfrm>
            <a:custGeom>
              <a:avLst/>
              <a:gdLst/>
              <a:ahLst/>
              <a:cxnLst/>
              <a:rect l="l" t="t" r="r" b="b"/>
              <a:pathLst>
                <a:path w="17127" h="1466" fill="none" extrusionOk="0">
                  <a:moveTo>
                    <a:pt x="17126" y="1465"/>
                  </a:moveTo>
                  <a:lnTo>
                    <a:pt x="0" y="1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" name="Google Shape;996;p26">
              <a:extLst>
                <a:ext uri="{FF2B5EF4-FFF2-40B4-BE49-F238E27FC236}">
                  <a16:creationId xmlns:a16="http://schemas.microsoft.com/office/drawing/2014/main" id="{B7C989D7-3771-848A-D946-5754473AEC1F}"/>
                </a:ext>
              </a:extLst>
            </p:cNvPr>
            <p:cNvSpPr/>
            <p:nvPr/>
          </p:nvSpPr>
          <p:spPr>
            <a:xfrm>
              <a:off x="3321375" y="4041550"/>
              <a:ext cx="1973300" cy="163075"/>
            </a:xfrm>
            <a:custGeom>
              <a:avLst/>
              <a:gdLst/>
              <a:ahLst/>
              <a:cxnLst/>
              <a:rect l="l" t="t" r="r" b="b"/>
              <a:pathLst>
                <a:path w="78932" h="6523" fill="none" extrusionOk="0">
                  <a:moveTo>
                    <a:pt x="78932" y="6523"/>
                  </a:moveTo>
                  <a:lnTo>
                    <a:pt x="1" y="1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" name="Google Shape;997;p26">
              <a:extLst>
                <a:ext uri="{FF2B5EF4-FFF2-40B4-BE49-F238E27FC236}">
                  <a16:creationId xmlns:a16="http://schemas.microsoft.com/office/drawing/2014/main" id="{C5D261A4-4777-55D4-AA20-08C4153888AE}"/>
                </a:ext>
              </a:extLst>
            </p:cNvPr>
            <p:cNvSpPr/>
            <p:nvPr/>
          </p:nvSpPr>
          <p:spPr>
            <a:xfrm>
              <a:off x="5628525" y="4232350"/>
              <a:ext cx="428175" cy="35500"/>
            </a:xfrm>
            <a:custGeom>
              <a:avLst/>
              <a:gdLst/>
              <a:ahLst/>
              <a:cxnLst/>
              <a:rect l="l" t="t" r="r" b="b"/>
              <a:pathLst>
                <a:path w="17127" h="1420" fill="none" extrusionOk="0">
                  <a:moveTo>
                    <a:pt x="17126" y="1420"/>
                  </a:moveTo>
                  <a:lnTo>
                    <a:pt x="0" y="0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" name="Google Shape;998;p26">
              <a:extLst>
                <a:ext uri="{FF2B5EF4-FFF2-40B4-BE49-F238E27FC236}">
                  <a16:creationId xmlns:a16="http://schemas.microsoft.com/office/drawing/2014/main" id="{B703CA0F-E299-7955-86FF-1410E578409F}"/>
                </a:ext>
              </a:extLst>
            </p:cNvPr>
            <p:cNvSpPr/>
            <p:nvPr/>
          </p:nvSpPr>
          <p:spPr>
            <a:xfrm>
              <a:off x="3323600" y="4185750"/>
              <a:ext cx="2733100" cy="625625"/>
            </a:xfrm>
            <a:custGeom>
              <a:avLst/>
              <a:gdLst/>
              <a:ahLst/>
              <a:cxnLst/>
              <a:rect l="l" t="t" r="r" b="b"/>
              <a:pathLst>
                <a:path w="109324" h="25025" fill="none" extrusionOk="0">
                  <a:moveTo>
                    <a:pt x="1" y="25024"/>
                  </a:moveTo>
                  <a:lnTo>
                    <a:pt x="109323" y="21164"/>
                  </a:lnTo>
                  <a:lnTo>
                    <a:pt x="109323" y="1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" name="Google Shape;999;p26">
              <a:extLst>
                <a:ext uri="{FF2B5EF4-FFF2-40B4-BE49-F238E27FC236}">
                  <a16:creationId xmlns:a16="http://schemas.microsoft.com/office/drawing/2014/main" id="{0FBE51A3-E547-D6AE-BE82-70A853B48D18}"/>
                </a:ext>
              </a:extLst>
            </p:cNvPr>
            <p:cNvSpPr/>
            <p:nvPr/>
          </p:nvSpPr>
          <p:spPr>
            <a:xfrm>
              <a:off x="3937000" y="3976125"/>
              <a:ext cx="58800" cy="826375"/>
            </a:xfrm>
            <a:custGeom>
              <a:avLst/>
              <a:gdLst/>
              <a:ahLst/>
              <a:cxnLst/>
              <a:rect l="l" t="t" r="r" b="b"/>
              <a:pathLst>
                <a:path w="2352" h="33055" fill="none" extrusionOk="0">
                  <a:moveTo>
                    <a:pt x="0" y="355"/>
                  </a:moveTo>
                  <a:lnTo>
                    <a:pt x="0" y="32699"/>
                  </a:lnTo>
                  <a:lnTo>
                    <a:pt x="1287" y="33054"/>
                  </a:lnTo>
                  <a:lnTo>
                    <a:pt x="1287" y="2618"/>
                  </a:lnTo>
                  <a:cubicBezTo>
                    <a:pt x="1287" y="2618"/>
                    <a:pt x="2352" y="1287"/>
                    <a:pt x="1952" y="0"/>
                  </a:cubicBezTo>
                  <a:close/>
                </a:path>
              </a:pathLst>
            </a:custGeom>
            <a:noFill/>
            <a:ln w="77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" name="Google Shape;1000;p26">
              <a:extLst>
                <a:ext uri="{FF2B5EF4-FFF2-40B4-BE49-F238E27FC236}">
                  <a16:creationId xmlns:a16="http://schemas.microsoft.com/office/drawing/2014/main" id="{3E4A011F-EC3E-E3DD-539F-402CEC6BE967}"/>
                </a:ext>
              </a:extLst>
            </p:cNvPr>
            <p:cNvSpPr/>
            <p:nvPr/>
          </p:nvSpPr>
          <p:spPr>
            <a:xfrm>
              <a:off x="3969150" y="3976125"/>
              <a:ext cx="99850" cy="826375"/>
            </a:xfrm>
            <a:custGeom>
              <a:avLst/>
              <a:gdLst/>
              <a:ahLst/>
              <a:cxnLst/>
              <a:rect l="l" t="t" r="r" b="b"/>
              <a:pathLst>
                <a:path w="3994" h="33055" fill="none" extrusionOk="0">
                  <a:moveTo>
                    <a:pt x="3595" y="0"/>
                  </a:moveTo>
                  <a:cubicBezTo>
                    <a:pt x="3994" y="1287"/>
                    <a:pt x="2973" y="3017"/>
                    <a:pt x="2973" y="3017"/>
                  </a:cubicBezTo>
                  <a:lnTo>
                    <a:pt x="2973" y="32877"/>
                  </a:lnTo>
                  <a:lnTo>
                    <a:pt x="1" y="33054"/>
                  </a:lnTo>
                </a:path>
              </a:pathLst>
            </a:custGeom>
            <a:noFill/>
            <a:ln w="77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8" name="Google Shape;1001;p26">
              <a:extLst>
                <a:ext uri="{FF2B5EF4-FFF2-40B4-BE49-F238E27FC236}">
                  <a16:creationId xmlns:a16="http://schemas.microsoft.com/office/drawing/2014/main" id="{28BE589D-A6C6-736C-BFED-07906242CA97}"/>
                </a:ext>
              </a:extLst>
            </p:cNvPr>
            <p:cNvSpPr/>
            <p:nvPr/>
          </p:nvSpPr>
          <p:spPr>
            <a:xfrm>
              <a:off x="4499350" y="4034900"/>
              <a:ext cx="54375" cy="744300"/>
            </a:xfrm>
            <a:custGeom>
              <a:avLst/>
              <a:gdLst/>
              <a:ahLst/>
              <a:cxnLst/>
              <a:rect l="l" t="t" r="r" b="b"/>
              <a:pathLst>
                <a:path w="2175" h="29772" fill="none" extrusionOk="0">
                  <a:moveTo>
                    <a:pt x="1" y="178"/>
                  </a:moveTo>
                  <a:lnTo>
                    <a:pt x="1" y="29461"/>
                  </a:lnTo>
                  <a:lnTo>
                    <a:pt x="1243" y="29772"/>
                  </a:lnTo>
                  <a:lnTo>
                    <a:pt x="1243" y="2308"/>
                  </a:lnTo>
                  <a:cubicBezTo>
                    <a:pt x="1243" y="2308"/>
                    <a:pt x="2175" y="1154"/>
                    <a:pt x="1820" y="1"/>
                  </a:cubicBezTo>
                  <a:close/>
                </a:path>
              </a:pathLst>
            </a:custGeom>
            <a:noFill/>
            <a:ln w="77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9" name="Google Shape;1002;p26">
              <a:extLst>
                <a:ext uri="{FF2B5EF4-FFF2-40B4-BE49-F238E27FC236}">
                  <a16:creationId xmlns:a16="http://schemas.microsoft.com/office/drawing/2014/main" id="{6107F21D-CA98-3F44-3725-8AADE7EB8CC7}"/>
                </a:ext>
              </a:extLst>
            </p:cNvPr>
            <p:cNvSpPr/>
            <p:nvPr/>
          </p:nvSpPr>
          <p:spPr>
            <a:xfrm>
              <a:off x="4530425" y="4037125"/>
              <a:ext cx="75450" cy="742075"/>
            </a:xfrm>
            <a:custGeom>
              <a:avLst/>
              <a:gdLst/>
              <a:ahLst/>
              <a:cxnLst/>
              <a:rect l="l" t="t" r="r" b="b"/>
              <a:pathLst>
                <a:path w="3018" h="29683" fill="none" extrusionOk="0">
                  <a:moveTo>
                    <a:pt x="2662" y="0"/>
                  </a:moveTo>
                  <a:cubicBezTo>
                    <a:pt x="3017" y="1198"/>
                    <a:pt x="2041" y="2441"/>
                    <a:pt x="2041" y="2441"/>
                  </a:cubicBezTo>
                  <a:lnTo>
                    <a:pt x="2041" y="29638"/>
                  </a:lnTo>
                  <a:lnTo>
                    <a:pt x="0" y="29683"/>
                  </a:lnTo>
                </a:path>
              </a:pathLst>
            </a:custGeom>
            <a:noFill/>
            <a:ln w="77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0" name="Google Shape;1003;p26">
              <a:extLst>
                <a:ext uri="{FF2B5EF4-FFF2-40B4-BE49-F238E27FC236}">
                  <a16:creationId xmlns:a16="http://schemas.microsoft.com/office/drawing/2014/main" id="{79F96FA3-0A50-6474-06FA-92C73FBECDC1}"/>
                </a:ext>
              </a:extLst>
            </p:cNvPr>
            <p:cNvSpPr/>
            <p:nvPr/>
          </p:nvSpPr>
          <p:spPr>
            <a:xfrm>
              <a:off x="4908650" y="4075950"/>
              <a:ext cx="45500" cy="689950"/>
            </a:xfrm>
            <a:custGeom>
              <a:avLst/>
              <a:gdLst/>
              <a:ahLst/>
              <a:cxnLst/>
              <a:rect l="l" t="t" r="r" b="b"/>
              <a:pathLst>
                <a:path w="1820" h="27598" fill="none" extrusionOk="0">
                  <a:moveTo>
                    <a:pt x="0" y="45"/>
                  </a:moveTo>
                  <a:lnTo>
                    <a:pt x="0" y="27287"/>
                  </a:lnTo>
                  <a:lnTo>
                    <a:pt x="1021" y="27597"/>
                  </a:lnTo>
                  <a:lnTo>
                    <a:pt x="1021" y="2041"/>
                  </a:lnTo>
                  <a:cubicBezTo>
                    <a:pt x="1021" y="2041"/>
                    <a:pt x="1820" y="1154"/>
                    <a:pt x="1509" y="0"/>
                  </a:cubicBezTo>
                  <a:close/>
                </a:path>
              </a:pathLst>
            </a:custGeom>
            <a:noFill/>
            <a:ln w="66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1" name="Google Shape;1004;p26">
              <a:extLst>
                <a:ext uri="{FF2B5EF4-FFF2-40B4-BE49-F238E27FC236}">
                  <a16:creationId xmlns:a16="http://schemas.microsoft.com/office/drawing/2014/main" id="{21F77FBF-5D68-FAA6-C072-97E49B88D6C2}"/>
                </a:ext>
              </a:extLst>
            </p:cNvPr>
            <p:cNvSpPr/>
            <p:nvPr/>
          </p:nvSpPr>
          <p:spPr>
            <a:xfrm>
              <a:off x="4934150" y="4075950"/>
              <a:ext cx="62150" cy="689950"/>
            </a:xfrm>
            <a:custGeom>
              <a:avLst/>
              <a:gdLst/>
              <a:ahLst/>
              <a:cxnLst/>
              <a:rect l="l" t="t" r="r" b="b"/>
              <a:pathLst>
                <a:path w="2486" h="27598" fill="none" extrusionOk="0">
                  <a:moveTo>
                    <a:pt x="2219" y="0"/>
                  </a:moveTo>
                  <a:cubicBezTo>
                    <a:pt x="2486" y="1198"/>
                    <a:pt x="1687" y="2174"/>
                    <a:pt x="1687" y="2174"/>
                  </a:cubicBezTo>
                  <a:lnTo>
                    <a:pt x="1687" y="27553"/>
                  </a:lnTo>
                  <a:lnTo>
                    <a:pt x="1" y="27597"/>
                  </a:lnTo>
                </a:path>
              </a:pathLst>
            </a:custGeom>
            <a:noFill/>
            <a:ln w="66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2" name="Google Shape;1005;p26">
              <a:extLst>
                <a:ext uri="{FF2B5EF4-FFF2-40B4-BE49-F238E27FC236}">
                  <a16:creationId xmlns:a16="http://schemas.microsoft.com/office/drawing/2014/main" id="{64BBE14B-A42A-70F1-27E2-4B38C5CE3FE2}"/>
                </a:ext>
              </a:extLst>
            </p:cNvPr>
            <p:cNvSpPr/>
            <p:nvPr/>
          </p:nvSpPr>
          <p:spPr>
            <a:xfrm>
              <a:off x="5628525" y="4688225"/>
              <a:ext cx="428175" cy="10000"/>
            </a:xfrm>
            <a:custGeom>
              <a:avLst/>
              <a:gdLst/>
              <a:ahLst/>
              <a:cxnLst/>
              <a:rect l="l" t="t" r="r" b="b"/>
              <a:pathLst>
                <a:path w="17127" h="400" fill="none" extrusionOk="0">
                  <a:moveTo>
                    <a:pt x="0" y="400"/>
                  </a:moveTo>
                  <a:lnTo>
                    <a:pt x="17126" y="0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3" name="Google Shape;1006;p26">
              <a:extLst>
                <a:ext uri="{FF2B5EF4-FFF2-40B4-BE49-F238E27FC236}">
                  <a16:creationId xmlns:a16="http://schemas.microsoft.com/office/drawing/2014/main" id="{69FE85F1-C165-D94A-7865-10F1216AF767}"/>
                </a:ext>
              </a:extLst>
            </p:cNvPr>
            <p:cNvSpPr/>
            <p:nvPr/>
          </p:nvSpPr>
          <p:spPr>
            <a:xfrm>
              <a:off x="3321375" y="4704850"/>
              <a:ext cx="1973300" cy="43300"/>
            </a:xfrm>
            <a:custGeom>
              <a:avLst/>
              <a:gdLst/>
              <a:ahLst/>
              <a:cxnLst/>
              <a:rect l="l" t="t" r="r" b="b"/>
              <a:pathLst>
                <a:path w="78932" h="1732" fill="none" extrusionOk="0">
                  <a:moveTo>
                    <a:pt x="1" y="1731"/>
                  </a:moveTo>
                  <a:lnTo>
                    <a:pt x="78932" y="1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4" name="Google Shape;1007;p26">
              <a:extLst>
                <a:ext uri="{FF2B5EF4-FFF2-40B4-BE49-F238E27FC236}">
                  <a16:creationId xmlns:a16="http://schemas.microsoft.com/office/drawing/2014/main" id="{96BA0B94-D011-3E8E-2D09-9F00132BF3DF}"/>
                </a:ext>
              </a:extLst>
            </p:cNvPr>
            <p:cNvSpPr/>
            <p:nvPr/>
          </p:nvSpPr>
          <p:spPr>
            <a:xfrm>
              <a:off x="1530025" y="1035625"/>
              <a:ext cx="4447925" cy="1874575"/>
            </a:xfrm>
            <a:custGeom>
              <a:avLst/>
              <a:gdLst/>
              <a:ahLst/>
              <a:cxnLst/>
              <a:rect l="l" t="t" r="r" b="b"/>
              <a:pathLst>
                <a:path w="177917" h="74983" fill="none" extrusionOk="0">
                  <a:moveTo>
                    <a:pt x="1" y="46365"/>
                  </a:moveTo>
                  <a:lnTo>
                    <a:pt x="67662" y="1"/>
                  </a:lnTo>
                  <a:lnTo>
                    <a:pt x="177916" y="73518"/>
                  </a:lnTo>
                  <a:lnTo>
                    <a:pt x="177916" y="74982"/>
                  </a:lnTo>
                  <a:lnTo>
                    <a:pt x="67662" y="2130"/>
                  </a:lnTo>
                  <a:lnTo>
                    <a:pt x="1" y="47829"/>
                  </a:lnTo>
                  <a:close/>
                </a:path>
              </a:pathLst>
            </a:custGeom>
            <a:noFill/>
            <a:ln w="99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5" name="Google Shape;1008;p26">
              <a:extLst>
                <a:ext uri="{FF2B5EF4-FFF2-40B4-BE49-F238E27FC236}">
                  <a16:creationId xmlns:a16="http://schemas.microsoft.com/office/drawing/2014/main" id="{F559B596-B329-7032-31E5-D8DDDC7FBB79}"/>
                </a:ext>
              </a:extLst>
            </p:cNvPr>
            <p:cNvSpPr/>
            <p:nvPr/>
          </p:nvSpPr>
          <p:spPr>
            <a:xfrm>
              <a:off x="1530025" y="1157650"/>
              <a:ext cx="4447925" cy="1752550"/>
            </a:xfrm>
            <a:custGeom>
              <a:avLst/>
              <a:gdLst/>
              <a:ahLst/>
              <a:cxnLst/>
              <a:rect l="l" t="t" r="r" b="b"/>
              <a:pathLst>
                <a:path w="177917" h="70102" fill="none" extrusionOk="0">
                  <a:moveTo>
                    <a:pt x="1" y="42948"/>
                  </a:moveTo>
                  <a:lnTo>
                    <a:pt x="2352" y="42948"/>
                  </a:lnTo>
                  <a:lnTo>
                    <a:pt x="67662" y="0"/>
                  </a:lnTo>
                  <a:lnTo>
                    <a:pt x="175875" y="70101"/>
                  </a:lnTo>
                  <a:lnTo>
                    <a:pt x="177916" y="70101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6" name="Google Shape;1009;p26">
              <a:extLst>
                <a:ext uri="{FF2B5EF4-FFF2-40B4-BE49-F238E27FC236}">
                  <a16:creationId xmlns:a16="http://schemas.microsoft.com/office/drawing/2014/main" id="{88C46720-1BB1-4A80-F423-F992947ABFD0}"/>
                </a:ext>
              </a:extLst>
            </p:cNvPr>
            <p:cNvSpPr/>
            <p:nvPr/>
          </p:nvSpPr>
          <p:spPr>
            <a:xfrm>
              <a:off x="3221550" y="1157650"/>
              <a:ext cx="25" cy="2513450"/>
            </a:xfrm>
            <a:custGeom>
              <a:avLst/>
              <a:gdLst/>
              <a:ahLst/>
              <a:cxnLst/>
              <a:rect l="l" t="t" r="r" b="b"/>
              <a:pathLst>
                <a:path w="1" h="100538" fill="none" extrusionOk="0">
                  <a:moveTo>
                    <a:pt x="1" y="0"/>
                  </a:moveTo>
                  <a:lnTo>
                    <a:pt x="1" y="100538"/>
                  </a:lnTo>
                </a:path>
              </a:pathLst>
            </a:custGeom>
            <a:noFill/>
            <a:ln w="99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7" name="Google Shape;1010;p26">
              <a:extLst>
                <a:ext uri="{FF2B5EF4-FFF2-40B4-BE49-F238E27FC236}">
                  <a16:creationId xmlns:a16="http://schemas.microsoft.com/office/drawing/2014/main" id="{922D43BE-7DFD-5AD0-3905-E38FA8DA714D}"/>
                </a:ext>
              </a:extLst>
            </p:cNvPr>
            <p:cNvSpPr/>
            <p:nvPr/>
          </p:nvSpPr>
          <p:spPr>
            <a:xfrm>
              <a:off x="1588825" y="2231350"/>
              <a:ext cx="25" cy="1686000"/>
            </a:xfrm>
            <a:custGeom>
              <a:avLst/>
              <a:gdLst/>
              <a:ahLst/>
              <a:cxnLst/>
              <a:rect l="l" t="t" r="r" b="b"/>
              <a:pathLst>
                <a:path w="1" h="67440" fill="none" extrusionOk="0">
                  <a:moveTo>
                    <a:pt x="0" y="0"/>
                  </a:moveTo>
                  <a:lnTo>
                    <a:pt x="0" y="67440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8" name="Google Shape;1011;p26">
              <a:extLst>
                <a:ext uri="{FF2B5EF4-FFF2-40B4-BE49-F238E27FC236}">
                  <a16:creationId xmlns:a16="http://schemas.microsoft.com/office/drawing/2014/main" id="{0C2D304D-1BFA-794F-A1E4-CFF10DC824F0}"/>
                </a:ext>
              </a:extLst>
            </p:cNvPr>
            <p:cNvSpPr/>
            <p:nvPr/>
          </p:nvSpPr>
          <p:spPr>
            <a:xfrm>
              <a:off x="5926900" y="2910175"/>
              <a:ext cx="25" cy="1133625"/>
            </a:xfrm>
            <a:custGeom>
              <a:avLst/>
              <a:gdLst/>
              <a:ahLst/>
              <a:cxnLst/>
              <a:rect l="l" t="t" r="r" b="b"/>
              <a:pathLst>
                <a:path w="1" h="45345" fill="none" extrusionOk="0">
                  <a:moveTo>
                    <a:pt x="0" y="0"/>
                  </a:moveTo>
                  <a:lnTo>
                    <a:pt x="0" y="45345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9" name="Google Shape;1012;p26">
              <a:extLst>
                <a:ext uri="{FF2B5EF4-FFF2-40B4-BE49-F238E27FC236}">
                  <a16:creationId xmlns:a16="http://schemas.microsoft.com/office/drawing/2014/main" id="{E95737F4-9D1B-736E-C9AC-B08C3F1CCFB2}"/>
                </a:ext>
              </a:extLst>
            </p:cNvPr>
            <p:cNvSpPr/>
            <p:nvPr/>
          </p:nvSpPr>
          <p:spPr>
            <a:xfrm>
              <a:off x="1903825" y="1979550"/>
              <a:ext cx="25" cy="1891225"/>
            </a:xfrm>
            <a:custGeom>
              <a:avLst/>
              <a:gdLst/>
              <a:ahLst/>
              <a:cxnLst/>
              <a:rect l="l" t="t" r="r" b="b"/>
              <a:pathLst>
                <a:path w="1" h="75649" fill="none" extrusionOk="0">
                  <a:moveTo>
                    <a:pt x="1" y="1"/>
                  </a:moveTo>
                  <a:lnTo>
                    <a:pt x="1" y="75648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0" name="Google Shape;1013;p26">
              <a:extLst>
                <a:ext uri="{FF2B5EF4-FFF2-40B4-BE49-F238E27FC236}">
                  <a16:creationId xmlns:a16="http://schemas.microsoft.com/office/drawing/2014/main" id="{7F17E7E0-08AF-3E4B-E346-983521F341F9}"/>
                </a:ext>
              </a:extLst>
            </p:cNvPr>
            <p:cNvSpPr/>
            <p:nvPr/>
          </p:nvSpPr>
          <p:spPr>
            <a:xfrm>
              <a:off x="1945975" y="1950725"/>
              <a:ext cx="36625" cy="1914500"/>
            </a:xfrm>
            <a:custGeom>
              <a:avLst/>
              <a:gdLst/>
              <a:ahLst/>
              <a:cxnLst/>
              <a:rect l="l" t="t" r="r" b="b"/>
              <a:pathLst>
                <a:path w="1465" h="76580" fill="none" extrusionOk="0">
                  <a:moveTo>
                    <a:pt x="1" y="76579"/>
                  </a:moveTo>
                  <a:lnTo>
                    <a:pt x="1" y="0"/>
                  </a:lnTo>
                  <a:lnTo>
                    <a:pt x="1465" y="888"/>
                  </a:lnTo>
                  <a:lnTo>
                    <a:pt x="1465" y="76357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1" name="Google Shape;1014;p26">
              <a:extLst>
                <a:ext uri="{FF2B5EF4-FFF2-40B4-BE49-F238E27FC236}">
                  <a16:creationId xmlns:a16="http://schemas.microsoft.com/office/drawing/2014/main" id="{6C0D8825-2F7F-509D-E85E-0529E6EC77DD}"/>
                </a:ext>
              </a:extLst>
            </p:cNvPr>
            <p:cNvSpPr/>
            <p:nvPr/>
          </p:nvSpPr>
          <p:spPr>
            <a:xfrm>
              <a:off x="1530025" y="2233575"/>
              <a:ext cx="25" cy="1691550"/>
            </a:xfrm>
            <a:custGeom>
              <a:avLst/>
              <a:gdLst/>
              <a:ahLst/>
              <a:cxnLst/>
              <a:rect l="l" t="t" r="r" b="b"/>
              <a:pathLst>
                <a:path w="1" h="67662" fill="none" extrusionOk="0">
                  <a:moveTo>
                    <a:pt x="1" y="0"/>
                  </a:moveTo>
                  <a:lnTo>
                    <a:pt x="1" y="67661"/>
                  </a:lnTo>
                </a:path>
              </a:pathLst>
            </a:custGeom>
            <a:noFill/>
            <a:ln w="99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2" name="Google Shape;1015;p26">
              <a:extLst>
                <a:ext uri="{FF2B5EF4-FFF2-40B4-BE49-F238E27FC236}">
                  <a16:creationId xmlns:a16="http://schemas.microsoft.com/office/drawing/2014/main" id="{621F5269-CAFC-2F9A-ED18-1154FEBD1172}"/>
                </a:ext>
              </a:extLst>
            </p:cNvPr>
            <p:cNvSpPr/>
            <p:nvPr/>
          </p:nvSpPr>
          <p:spPr>
            <a:xfrm>
              <a:off x="1572175" y="2204725"/>
              <a:ext cx="36625" cy="1714850"/>
            </a:xfrm>
            <a:custGeom>
              <a:avLst/>
              <a:gdLst/>
              <a:ahLst/>
              <a:cxnLst/>
              <a:rect l="l" t="t" r="r" b="b"/>
              <a:pathLst>
                <a:path w="1465" h="68594" fill="none" extrusionOk="0">
                  <a:moveTo>
                    <a:pt x="1" y="68593"/>
                  </a:moveTo>
                  <a:lnTo>
                    <a:pt x="1" y="0"/>
                  </a:lnTo>
                  <a:lnTo>
                    <a:pt x="1465" y="533"/>
                  </a:lnTo>
                  <a:lnTo>
                    <a:pt x="1465" y="68238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" name="Google Shape;1016;p26">
              <a:extLst>
                <a:ext uri="{FF2B5EF4-FFF2-40B4-BE49-F238E27FC236}">
                  <a16:creationId xmlns:a16="http://schemas.microsoft.com/office/drawing/2014/main" id="{FA5C1B0E-238D-51E4-C1DE-0E22EF8D9D3A}"/>
                </a:ext>
              </a:extLst>
            </p:cNvPr>
            <p:cNvSpPr/>
            <p:nvPr/>
          </p:nvSpPr>
          <p:spPr>
            <a:xfrm>
              <a:off x="2244350" y="1747725"/>
              <a:ext cx="25" cy="2073125"/>
            </a:xfrm>
            <a:custGeom>
              <a:avLst/>
              <a:gdLst/>
              <a:ahLst/>
              <a:cxnLst/>
              <a:rect l="l" t="t" r="r" b="b"/>
              <a:pathLst>
                <a:path w="1" h="82925" fill="none" extrusionOk="0">
                  <a:moveTo>
                    <a:pt x="1" y="1"/>
                  </a:moveTo>
                  <a:lnTo>
                    <a:pt x="1" y="82925"/>
                  </a:lnTo>
                </a:path>
              </a:pathLst>
            </a:custGeom>
            <a:noFill/>
            <a:ln w="88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" name="Google Shape;1017;p26">
              <a:extLst>
                <a:ext uri="{FF2B5EF4-FFF2-40B4-BE49-F238E27FC236}">
                  <a16:creationId xmlns:a16="http://schemas.microsoft.com/office/drawing/2014/main" id="{8B58A794-80CC-AF6A-2279-C141713BFC5B}"/>
                </a:ext>
              </a:extLst>
            </p:cNvPr>
            <p:cNvSpPr/>
            <p:nvPr/>
          </p:nvSpPr>
          <p:spPr>
            <a:xfrm>
              <a:off x="2299825" y="1712250"/>
              <a:ext cx="46600" cy="2099725"/>
            </a:xfrm>
            <a:custGeom>
              <a:avLst/>
              <a:gdLst/>
              <a:ahLst/>
              <a:cxnLst/>
              <a:rect l="l" t="t" r="r" b="b"/>
              <a:pathLst>
                <a:path w="1864" h="83989" fill="none" extrusionOk="0">
                  <a:moveTo>
                    <a:pt x="0" y="83989"/>
                  </a:moveTo>
                  <a:lnTo>
                    <a:pt x="0" y="0"/>
                  </a:lnTo>
                  <a:lnTo>
                    <a:pt x="1863" y="843"/>
                  </a:lnTo>
                  <a:lnTo>
                    <a:pt x="1863" y="83722"/>
                  </a:lnTo>
                </a:path>
              </a:pathLst>
            </a:custGeom>
            <a:noFill/>
            <a:ln w="88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" name="Google Shape;1018;p26">
              <a:extLst>
                <a:ext uri="{FF2B5EF4-FFF2-40B4-BE49-F238E27FC236}">
                  <a16:creationId xmlns:a16="http://schemas.microsoft.com/office/drawing/2014/main" id="{6C6EFC06-139A-B683-5602-F478459D807E}"/>
                </a:ext>
              </a:extLst>
            </p:cNvPr>
            <p:cNvSpPr/>
            <p:nvPr/>
          </p:nvSpPr>
          <p:spPr>
            <a:xfrm>
              <a:off x="2661400" y="1464875"/>
              <a:ext cx="25" cy="2288325"/>
            </a:xfrm>
            <a:custGeom>
              <a:avLst/>
              <a:gdLst/>
              <a:ahLst/>
              <a:cxnLst/>
              <a:rect l="l" t="t" r="r" b="b"/>
              <a:pathLst>
                <a:path w="1" h="91533" fill="none" extrusionOk="0">
                  <a:moveTo>
                    <a:pt x="1" y="1"/>
                  </a:moveTo>
                  <a:lnTo>
                    <a:pt x="1" y="91532"/>
                  </a:lnTo>
                </a:path>
              </a:pathLst>
            </a:custGeom>
            <a:noFill/>
            <a:ln w="88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" name="Google Shape;1019;p26">
              <a:extLst>
                <a:ext uri="{FF2B5EF4-FFF2-40B4-BE49-F238E27FC236}">
                  <a16:creationId xmlns:a16="http://schemas.microsoft.com/office/drawing/2014/main" id="{E9747342-50D2-A87D-D2A7-FC3588FDBFA8}"/>
                </a:ext>
              </a:extLst>
            </p:cNvPr>
            <p:cNvSpPr/>
            <p:nvPr/>
          </p:nvSpPr>
          <p:spPr>
            <a:xfrm>
              <a:off x="2716875" y="1429400"/>
              <a:ext cx="47725" cy="2320475"/>
            </a:xfrm>
            <a:custGeom>
              <a:avLst/>
              <a:gdLst/>
              <a:ahLst/>
              <a:cxnLst/>
              <a:rect l="l" t="t" r="r" b="b"/>
              <a:pathLst>
                <a:path w="1909" h="92819" fill="none" extrusionOk="0">
                  <a:moveTo>
                    <a:pt x="0" y="92818"/>
                  </a:moveTo>
                  <a:lnTo>
                    <a:pt x="0" y="0"/>
                  </a:lnTo>
                  <a:lnTo>
                    <a:pt x="1908" y="1154"/>
                  </a:lnTo>
                  <a:lnTo>
                    <a:pt x="1908" y="92507"/>
                  </a:lnTo>
                </a:path>
              </a:pathLst>
            </a:custGeom>
            <a:noFill/>
            <a:ln w="88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" name="Google Shape;1020;p26">
              <a:extLst>
                <a:ext uri="{FF2B5EF4-FFF2-40B4-BE49-F238E27FC236}">
                  <a16:creationId xmlns:a16="http://schemas.microsoft.com/office/drawing/2014/main" id="{A928533D-F275-0DEF-7CF6-AA281C7C15AE}"/>
                </a:ext>
              </a:extLst>
            </p:cNvPr>
            <p:cNvSpPr/>
            <p:nvPr/>
          </p:nvSpPr>
          <p:spPr>
            <a:xfrm>
              <a:off x="4986300" y="2253525"/>
              <a:ext cx="25" cy="1660500"/>
            </a:xfrm>
            <a:custGeom>
              <a:avLst/>
              <a:gdLst/>
              <a:ahLst/>
              <a:cxnLst/>
              <a:rect l="l" t="t" r="r" b="b"/>
              <a:pathLst>
                <a:path w="1" h="66420" fill="none" extrusionOk="0">
                  <a:moveTo>
                    <a:pt x="0" y="1"/>
                  </a:moveTo>
                  <a:lnTo>
                    <a:pt x="0" y="66420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" name="Google Shape;1021;p26">
              <a:extLst>
                <a:ext uri="{FF2B5EF4-FFF2-40B4-BE49-F238E27FC236}">
                  <a16:creationId xmlns:a16="http://schemas.microsoft.com/office/drawing/2014/main" id="{36BFBF04-B2F2-BA22-59BE-F1A493D6E122}"/>
                </a:ext>
              </a:extLst>
            </p:cNvPr>
            <p:cNvSpPr/>
            <p:nvPr/>
          </p:nvSpPr>
          <p:spPr>
            <a:xfrm>
              <a:off x="4907550" y="2224700"/>
              <a:ext cx="36625" cy="1682675"/>
            </a:xfrm>
            <a:custGeom>
              <a:avLst/>
              <a:gdLst/>
              <a:ahLst/>
              <a:cxnLst/>
              <a:rect l="l" t="t" r="r" b="b"/>
              <a:pathLst>
                <a:path w="1465" h="67307" fill="none" extrusionOk="0">
                  <a:moveTo>
                    <a:pt x="1464" y="67306"/>
                  </a:moveTo>
                  <a:lnTo>
                    <a:pt x="1464" y="0"/>
                  </a:lnTo>
                  <a:lnTo>
                    <a:pt x="0" y="1021"/>
                  </a:lnTo>
                  <a:lnTo>
                    <a:pt x="0" y="67129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" name="Google Shape;1022;p26">
              <a:extLst>
                <a:ext uri="{FF2B5EF4-FFF2-40B4-BE49-F238E27FC236}">
                  <a16:creationId xmlns:a16="http://schemas.microsoft.com/office/drawing/2014/main" id="{CBFDE930-2FC3-98F7-32F8-DA4B5C588AC2}"/>
                </a:ext>
              </a:extLst>
            </p:cNvPr>
            <p:cNvSpPr/>
            <p:nvPr/>
          </p:nvSpPr>
          <p:spPr>
            <a:xfrm>
              <a:off x="5358975" y="2498650"/>
              <a:ext cx="25" cy="1466400"/>
            </a:xfrm>
            <a:custGeom>
              <a:avLst/>
              <a:gdLst/>
              <a:ahLst/>
              <a:cxnLst/>
              <a:rect l="l" t="t" r="r" b="b"/>
              <a:pathLst>
                <a:path w="1" h="58656" fill="none" extrusionOk="0">
                  <a:moveTo>
                    <a:pt x="1" y="1"/>
                  </a:moveTo>
                  <a:lnTo>
                    <a:pt x="1" y="58655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" name="Google Shape;1023;p26">
              <a:extLst>
                <a:ext uri="{FF2B5EF4-FFF2-40B4-BE49-F238E27FC236}">
                  <a16:creationId xmlns:a16="http://schemas.microsoft.com/office/drawing/2014/main" id="{18C9540B-A08B-345D-4594-AECFF903BC36}"/>
                </a:ext>
              </a:extLst>
            </p:cNvPr>
            <p:cNvSpPr/>
            <p:nvPr/>
          </p:nvSpPr>
          <p:spPr>
            <a:xfrm>
              <a:off x="5281350" y="2473150"/>
              <a:ext cx="35500" cy="1486350"/>
            </a:xfrm>
            <a:custGeom>
              <a:avLst/>
              <a:gdLst/>
              <a:ahLst/>
              <a:cxnLst/>
              <a:rect l="l" t="t" r="r" b="b"/>
              <a:pathLst>
                <a:path w="1420" h="59454" fill="none" extrusionOk="0">
                  <a:moveTo>
                    <a:pt x="1420" y="59454"/>
                  </a:moveTo>
                  <a:lnTo>
                    <a:pt x="1420" y="0"/>
                  </a:lnTo>
                  <a:lnTo>
                    <a:pt x="0" y="666"/>
                  </a:lnTo>
                  <a:lnTo>
                    <a:pt x="0" y="59232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" name="Google Shape;1024;p26">
              <a:extLst>
                <a:ext uri="{FF2B5EF4-FFF2-40B4-BE49-F238E27FC236}">
                  <a16:creationId xmlns:a16="http://schemas.microsoft.com/office/drawing/2014/main" id="{EE393ECC-DC8F-143E-D7B2-EE013ACCEBE5}"/>
                </a:ext>
              </a:extLst>
            </p:cNvPr>
            <p:cNvSpPr/>
            <p:nvPr/>
          </p:nvSpPr>
          <p:spPr>
            <a:xfrm>
              <a:off x="5628525" y="2675025"/>
              <a:ext cx="25" cy="1327725"/>
            </a:xfrm>
            <a:custGeom>
              <a:avLst/>
              <a:gdLst/>
              <a:ahLst/>
              <a:cxnLst/>
              <a:rect l="l" t="t" r="r" b="b"/>
              <a:pathLst>
                <a:path w="1" h="53109" fill="none" extrusionOk="0">
                  <a:moveTo>
                    <a:pt x="0" y="0"/>
                  </a:moveTo>
                  <a:lnTo>
                    <a:pt x="0" y="53109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" name="Google Shape;1025;p26">
              <a:extLst>
                <a:ext uri="{FF2B5EF4-FFF2-40B4-BE49-F238E27FC236}">
                  <a16:creationId xmlns:a16="http://schemas.microsoft.com/office/drawing/2014/main" id="{6E10EC22-FFC4-4399-1691-FEDB6BA808CE}"/>
                </a:ext>
              </a:extLst>
            </p:cNvPr>
            <p:cNvSpPr/>
            <p:nvPr/>
          </p:nvSpPr>
          <p:spPr>
            <a:xfrm>
              <a:off x="5549775" y="2648400"/>
              <a:ext cx="36625" cy="1348825"/>
            </a:xfrm>
            <a:custGeom>
              <a:avLst/>
              <a:gdLst/>
              <a:ahLst/>
              <a:cxnLst/>
              <a:rect l="l" t="t" r="r" b="b"/>
              <a:pathLst>
                <a:path w="1465" h="53953" fill="none" extrusionOk="0">
                  <a:moveTo>
                    <a:pt x="1464" y="53952"/>
                  </a:moveTo>
                  <a:lnTo>
                    <a:pt x="1464" y="1"/>
                  </a:lnTo>
                  <a:lnTo>
                    <a:pt x="0" y="711"/>
                  </a:lnTo>
                  <a:lnTo>
                    <a:pt x="0" y="53730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" name="Google Shape;1026;p26">
              <a:extLst>
                <a:ext uri="{FF2B5EF4-FFF2-40B4-BE49-F238E27FC236}">
                  <a16:creationId xmlns:a16="http://schemas.microsoft.com/office/drawing/2014/main" id="{E073C706-8206-A0EA-613C-806DA1B626D3}"/>
                </a:ext>
              </a:extLst>
            </p:cNvPr>
            <p:cNvSpPr/>
            <p:nvPr/>
          </p:nvSpPr>
          <p:spPr>
            <a:xfrm>
              <a:off x="5977925" y="2905750"/>
              <a:ext cx="25" cy="1145825"/>
            </a:xfrm>
            <a:custGeom>
              <a:avLst/>
              <a:gdLst/>
              <a:ahLst/>
              <a:cxnLst/>
              <a:rect l="l" t="t" r="r" b="b"/>
              <a:pathLst>
                <a:path w="1" h="45833" fill="none" extrusionOk="0">
                  <a:moveTo>
                    <a:pt x="0" y="0"/>
                  </a:moveTo>
                  <a:lnTo>
                    <a:pt x="0" y="45832"/>
                  </a:lnTo>
                </a:path>
              </a:pathLst>
            </a:custGeom>
            <a:noFill/>
            <a:ln w="99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" name="Google Shape;1027;p26">
              <a:extLst>
                <a:ext uri="{FF2B5EF4-FFF2-40B4-BE49-F238E27FC236}">
                  <a16:creationId xmlns:a16="http://schemas.microsoft.com/office/drawing/2014/main" id="{B0FDD888-A344-8955-D27C-DF05D5988866}"/>
                </a:ext>
              </a:extLst>
            </p:cNvPr>
            <p:cNvSpPr/>
            <p:nvPr/>
          </p:nvSpPr>
          <p:spPr>
            <a:xfrm>
              <a:off x="5899175" y="2880225"/>
              <a:ext cx="36625" cy="1164675"/>
            </a:xfrm>
            <a:custGeom>
              <a:avLst/>
              <a:gdLst/>
              <a:ahLst/>
              <a:cxnLst/>
              <a:rect l="l" t="t" r="r" b="b"/>
              <a:pathLst>
                <a:path w="1465" h="46587" fill="none" extrusionOk="0">
                  <a:moveTo>
                    <a:pt x="1464" y="46587"/>
                  </a:moveTo>
                  <a:lnTo>
                    <a:pt x="1464" y="1"/>
                  </a:lnTo>
                  <a:lnTo>
                    <a:pt x="0" y="666"/>
                  </a:lnTo>
                  <a:lnTo>
                    <a:pt x="0" y="46454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" name="Google Shape;1028;p26">
              <a:extLst>
                <a:ext uri="{FF2B5EF4-FFF2-40B4-BE49-F238E27FC236}">
                  <a16:creationId xmlns:a16="http://schemas.microsoft.com/office/drawing/2014/main" id="{39A9DF80-93DE-D182-BA8D-29369B695F28}"/>
                </a:ext>
              </a:extLst>
            </p:cNvPr>
            <p:cNvSpPr/>
            <p:nvPr/>
          </p:nvSpPr>
          <p:spPr>
            <a:xfrm>
              <a:off x="4567025" y="1976225"/>
              <a:ext cx="25" cy="1879000"/>
            </a:xfrm>
            <a:custGeom>
              <a:avLst/>
              <a:gdLst/>
              <a:ahLst/>
              <a:cxnLst/>
              <a:rect l="l" t="t" r="r" b="b"/>
              <a:pathLst>
                <a:path w="1" h="75160" fill="none" extrusionOk="0">
                  <a:moveTo>
                    <a:pt x="0" y="1"/>
                  </a:moveTo>
                  <a:lnTo>
                    <a:pt x="0" y="75160"/>
                  </a:lnTo>
                </a:path>
              </a:pathLst>
            </a:custGeom>
            <a:noFill/>
            <a:ln w="88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" name="Google Shape;1029;p26">
              <a:extLst>
                <a:ext uri="{FF2B5EF4-FFF2-40B4-BE49-F238E27FC236}">
                  <a16:creationId xmlns:a16="http://schemas.microsoft.com/office/drawing/2014/main" id="{C1F0B91D-7B23-EA3B-7B92-0F47A3F64594}"/>
                </a:ext>
              </a:extLst>
            </p:cNvPr>
            <p:cNvSpPr/>
            <p:nvPr/>
          </p:nvSpPr>
          <p:spPr>
            <a:xfrm>
              <a:off x="4463850" y="1940725"/>
              <a:ext cx="47725" cy="1907850"/>
            </a:xfrm>
            <a:custGeom>
              <a:avLst/>
              <a:gdLst/>
              <a:ahLst/>
              <a:cxnLst/>
              <a:rect l="l" t="t" r="r" b="b"/>
              <a:pathLst>
                <a:path w="1909" h="76314" fill="none" extrusionOk="0">
                  <a:moveTo>
                    <a:pt x="1909" y="76314"/>
                  </a:moveTo>
                  <a:lnTo>
                    <a:pt x="1909" y="1"/>
                  </a:lnTo>
                  <a:lnTo>
                    <a:pt x="1" y="844"/>
                  </a:lnTo>
                  <a:lnTo>
                    <a:pt x="1" y="76048"/>
                  </a:lnTo>
                </a:path>
              </a:pathLst>
            </a:custGeom>
            <a:noFill/>
            <a:ln w="88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7" name="Google Shape;1030;p26">
              <a:extLst>
                <a:ext uri="{FF2B5EF4-FFF2-40B4-BE49-F238E27FC236}">
                  <a16:creationId xmlns:a16="http://schemas.microsoft.com/office/drawing/2014/main" id="{2CFB43EB-0D6E-5E01-634C-0B912A378736}"/>
                </a:ext>
              </a:extLst>
            </p:cNvPr>
            <p:cNvSpPr/>
            <p:nvPr/>
          </p:nvSpPr>
          <p:spPr>
            <a:xfrm>
              <a:off x="4039025" y="1627950"/>
              <a:ext cx="25" cy="2155200"/>
            </a:xfrm>
            <a:custGeom>
              <a:avLst/>
              <a:gdLst/>
              <a:ahLst/>
              <a:cxnLst/>
              <a:rect l="l" t="t" r="r" b="b"/>
              <a:pathLst>
                <a:path w="1" h="86208" fill="none" extrusionOk="0">
                  <a:moveTo>
                    <a:pt x="1" y="0"/>
                  </a:moveTo>
                  <a:lnTo>
                    <a:pt x="1" y="86207"/>
                  </a:lnTo>
                </a:path>
              </a:pathLst>
            </a:custGeom>
            <a:noFill/>
            <a:ln w="88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8" name="Google Shape;1031;p26">
              <a:extLst>
                <a:ext uri="{FF2B5EF4-FFF2-40B4-BE49-F238E27FC236}">
                  <a16:creationId xmlns:a16="http://schemas.microsoft.com/office/drawing/2014/main" id="{C4FC3744-BBC3-2F3F-D8F8-0E140B9E44E5}"/>
                </a:ext>
              </a:extLst>
            </p:cNvPr>
            <p:cNvSpPr/>
            <p:nvPr/>
          </p:nvSpPr>
          <p:spPr>
            <a:xfrm>
              <a:off x="3937000" y="1592450"/>
              <a:ext cx="46600" cy="2182925"/>
            </a:xfrm>
            <a:custGeom>
              <a:avLst/>
              <a:gdLst/>
              <a:ahLst/>
              <a:cxnLst/>
              <a:rect l="l" t="t" r="r" b="b"/>
              <a:pathLst>
                <a:path w="1864" h="87317" fill="none" extrusionOk="0">
                  <a:moveTo>
                    <a:pt x="1864" y="87317"/>
                  </a:moveTo>
                  <a:lnTo>
                    <a:pt x="1864" y="0"/>
                  </a:lnTo>
                  <a:lnTo>
                    <a:pt x="0" y="1154"/>
                  </a:lnTo>
                  <a:lnTo>
                    <a:pt x="0" y="87050"/>
                  </a:lnTo>
                </a:path>
              </a:pathLst>
            </a:custGeom>
            <a:noFill/>
            <a:ln w="887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9" name="Google Shape;1032;p26">
              <a:extLst>
                <a:ext uri="{FF2B5EF4-FFF2-40B4-BE49-F238E27FC236}">
                  <a16:creationId xmlns:a16="http://schemas.microsoft.com/office/drawing/2014/main" id="{FE7D638A-37FF-9E2A-9CCC-132DCE4F7CB0}"/>
                </a:ext>
              </a:extLst>
            </p:cNvPr>
            <p:cNvSpPr/>
            <p:nvPr/>
          </p:nvSpPr>
          <p:spPr>
            <a:xfrm>
              <a:off x="5823750" y="4164675"/>
              <a:ext cx="43275" cy="567950"/>
            </a:xfrm>
            <a:custGeom>
              <a:avLst/>
              <a:gdLst/>
              <a:ahLst/>
              <a:cxnLst/>
              <a:rect l="l" t="t" r="r" b="b"/>
              <a:pathLst>
                <a:path w="1731" h="22718" fill="none" extrusionOk="0">
                  <a:moveTo>
                    <a:pt x="0" y="1"/>
                  </a:moveTo>
                  <a:lnTo>
                    <a:pt x="0" y="22407"/>
                  </a:lnTo>
                  <a:lnTo>
                    <a:pt x="976" y="22717"/>
                  </a:lnTo>
                  <a:lnTo>
                    <a:pt x="976" y="2130"/>
                  </a:lnTo>
                  <a:cubicBezTo>
                    <a:pt x="976" y="2130"/>
                    <a:pt x="1730" y="1287"/>
                    <a:pt x="1464" y="89"/>
                  </a:cubicBezTo>
                  <a:close/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0" name="Google Shape;1033;p26">
              <a:extLst>
                <a:ext uri="{FF2B5EF4-FFF2-40B4-BE49-F238E27FC236}">
                  <a16:creationId xmlns:a16="http://schemas.microsoft.com/office/drawing/2014/main" id="{CB73FB08-32FD-A4C1-B43A-E3E1E51EC12D}"/>
                </a:ext>
              </a:extLst>
            </p:cNvPr>
            <p:cNvSpPr/>
            <p:nvPr/>
          </p:nvSpPr>
          <p:spPr>
            <a:xfrm>
              <a:off x="5847025" y="4170225"/>
              <a:ext cx="61050" cy="562400"/>
            </a:xfrm>
            <a:custGeom>
              <a:avLst/>
              <a:gdLst/>
              <a:ahLst/>
              <a:cxnLst/>
              <a:rect l="l" t="t" r="r" b="b"/>
              <a:pathLst>
                <a:path w="2442" h="22496" fill="none" extrusionOk="0">
                  <a:moveTo>
                    <a:pt x="2130" y="1"/>
                  </a:moveTo>
                  <a:cubicBezTo>
                    <a:pt x="2441" y="1287"/>
                    <a:pt x="1642" y="1997"/>
                    <a:pt x="1642" y="1997"/>
                  </a:cubicBezTo>
                  <a:lnTo>
                    <a:pt x="1642" y="22406"/>
                  </a:lnTo>
                  <a:lnTo>
                    <a:pt x="1" y="22495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1" name="Google Shape;1034;p26">
              <a:extLst>
                <a:ext uri="{FF2B5EF4-FFF2-40B4-BE49-F238E27FC236}">
                  <a16:creationId xmlns:a16="http://schemas.microsoft.com/office/drawing/2014/main" id="{A5F9617C-1873-4050-2CCF-968404490F53}"/>
                </a:ext>
              </a:extLst>
            </p:cNvPr>
            <p:cNvSpPr/>
            <p:nvPr/>
          </p:nvSpPr>
          <p:spPr>
            <a:xfrm>
              <a:off x="1669775" y="4295575"/>
              <a:ext cx="216325" cy="11100"/>
            </a:xfrm>
            <a:custGeom>
              <a:avLst/>
              <a:gdLst/>
              <a:ahLst/>
              <a:cxnLst/>
              <a:rect l="l" t="t" r="r" b="b"/>
              <a:pathLst>
                <a:path w="8653" h="444" fill="none" extrusionOk="0">
                  <a:moveTo>
                    <a:pt x="8653" y="0"/>
                  </a:moveTo>
                  <a:lnTo>
                    <a:pt x="1" y="444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2" name="Google Shape;1035;p26">
              <a:extLst>
                <a:ext uri="{FF2B5EF4-FFF2-40B4-BE49-F238E27FC236}">
                  <a16:creationId xmlns:a16="http://schemas.microsoft.com/office/drawing/2014/main" id="{A6761940-D648-1A9F-6AA1-A2B2E191C5A2}"/>
                </a:ext>
              </a:extLst>
            </p:cNvPr>
            <p:cNvSpPr/>
            <p:nvPr/>
          </p:nvSpPr>
          <p:spPr>
            <a:xfrm>
              <a:off x="1669775" y="4618350"/>
              <a:ext cx="216325" cy="5575"/>
            </a:xfrm>
            <a:custGeom>
              <a:avLst/>
              <a:gdLst/>
              <a:ahLst/>
              <a:cxnLst/>
              <a:rect l="l" t="t" r="r" b="b"/>
              <a:pathLst>
                <a:path w="8653" h="223" fill="none" extrusionOk="0">
                  <a:moveTo>
                    <a:pt x="8653" y="222"/>
                  </a:moveTo>
                  <a:lnTo>
                    <a:pt x="1" y="0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3" name="Google Shape;1036;p26">
              <a:extLst>
                <a:ext uri="{FF2B5EF4-FFF2-40B4-BE49-F238E27FC236}">
                  <a16:creationId xmlns:a16="http://schemas.microsoft.com/office/drawing/2014/main" id="{C29D2C9F-65C7-7BD6-0957-44D70E61A2CC}"/>
                </a:ext>
              </a:extLst>
            </p:cNvPr>
            <p:cNvSpPr/>
            <p:nvPr/>
          </p:nvSpPr>
          <p:spPr>
            <a:xfrm>
              <a:off x="1669775" y="4641625"/>
              <a:ext cx="216325" cy="25"/>
            </a:xfrm>
            <a:custGeom>
              <a:avLst/>
              <a:gdLst/>
              <a:ahLst/>
              <a:cxnLst/>
              <a:rect l="l" t="t" r="r" b="b"/>
              <a:pathLst>
                <a:path w="8653" h="1" fill="none" extrusionOk="0">
                  <a:moveTo>
                    <a:pt x="8653" y="1"/>
                  </a:moveTo>
                  <a:lnTo>
                    <a:pt x="1" y="1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4" name="Google Shape;1037;p26">
              <a:extLst>
                <a:ext uri="{FF2B5EF4-FFF2-40B4-BE49-F238E27FC236}">
                  <a16:creationId xmlns:a16="http://schemas.microsoft.com/office/drawing/2014/main" id="{1074E6EB-9896-ACFA-C2B7-08B29EAE7790}"/>
                </a:ext>
              </a:extLst>
            </p:cNvPr>
            <p:cNvSpPr/>
            <p:nvPr/>
          </p:nvSpPr>
          <p:spPr>
            <a:xfrm>
              <a:off x="1694200" y="4306650"/>
              <a:ext cx="25" cy="312825"/>
            </a:xfrm>
            <a:custGeom>
              <a:avLst/>
              <a:gdLst/>
              <a:ahLst/>
              <a:cxnLst/>
              <a:rect l="l" t="t" r="r" b="b"/>
              <a:pathLst>
                <a:path w="1" h="12513" fill="none" extrusionOk="0">
                  <a:moveTo>
                    <a:pt x="0" y="1"/>
                  </a:moveTo>
                  <a:lnTo>
                    <a:pt x="0" y="12513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5" name="Google Shape;1038;p26">
              <a:extLst>
                <a:ext uri="{FF2B5EF4-FFF2-40B4-BE49-F238E27FC236}">
                  <a16:creationId xmlns:a16="http://schemas.microsoft.com/office/drawing/2014/main" id="{3D57D676-892D-0080-889E-D25BB009455B}"/>
                </a:ext>
              </a:extLst>
            </p:cNvPr>
            <p:cNvSpPr/>
            <p:nvPr/>
          </p:nvSpPr>
          <p:spPr>
            <a:xfrm>
              <a:off x="1953750" y="4619450"/>
              <a:ext cx="285075" cy="2250"/>
            </a:xfrm>
            <a:custGeom>
              <a:avLst/>
              <a:gdLst/>
              <a:ahLst/>
              <a:cxnLst/>
              <a:rect l="l" t="t" r="r" b="b"/>
              <a:pathLst>
                <a:path w="11403" h="90" fill="none" extrusionOk="0">
                  <a:moveTo>
                    <a:pt x="0" y="89"/>
                  </a:moveTo>
                  <a:lnTo>
                    <a:pt x="11403" y="1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6" name="Google Shape;1039;p26">
              <a:extLst>
                <a:ext uri="{FF2B5EF4-FFF2-40B4-BE49-F238E27FC236}">
                  <a16:creationId xmlns:a16="http://schemas.microsoft.com/office/drawing/2014/main" id="{24005660-CD96-2399-F332-8DE85F2F1634}"/>
                </a:ext>
              </a:extLst>
            </p:cNvPr>
            <p:cNvSpPr/>
            <p:nvPr/>
          </p:nvSpPr>
          <p:spPr>
            <a:xfrm>
              <a:off x="1953750" y="4637200"/>
              <a:ext cx="285075" cy="25"/>
            </a:xfrm>
            <a:custGeom>
              <a:avLst/>
              <a:gdLst/>
              <a:ahLst/>
              <a:cxnLst/>
              <a:rect l="l" t="t" r="r" b="b"/>
              <a:pathLst>
                <a:path w="11403" h="1" fill="none" extrusionOk="0">
                  <a:moveTo>
                    <a:pt x="0" y="0"/>
                  </a:moveTo>
                  <a:lnTo>
                    <a:pt x="11403" y="0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7" name="Google Shape;1040;p26">
              <a:extLst>
                <a:ext uri="{FF2B5EF4-FFF2-40B4-BE49-F238E27FC236}">
                  <a16:creationId xmlns:a16="http://schemas.microsoft.com/office/drawing/2014/main" id="{C0C03D07-611B-3201-D1D5-450759B3B6B4}"/>
                </a:ext>
              </a:extLst>
            </p:cNvPr>
            <p:cNvSpPr/>
            <p:nvPr/>
          </p:nvSpPr>
          <p:spPr>
            <a:xfrm>
              <a:off x="1953750" y="4278925"/>
              <a:ext cx="285075" cy="11125"/>
            </a:xfrm>
            <a:custGeom>
              <a:avLst/>
              <a:gdLst/>
              <a:ahLst/>
              <a:cxnLst/>
              <a:rect l="l" t="t" r="r" b="b"/>
              <a:pathLst>
                <a:path w="11403" h="445" fill="none" extrusionOk="0">
                  <a:moveTo>
                    <a:pt x="0" y="444"/>
                  </a:moveTo>
                  <a:lnTo>
                    <a:pt x="11403" y="1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8" name="Google Shape;1041;p26">
              <a:extLst>
                <a:ext uri="{FF2B5EF4-FFF2-40B4-BE49-F238E27FC236}">
                  <a16:creationId xmlns:a16="http://schemas.microsoft.com/office/drawing/2014/main" id="{E23E68E7-B0AF-E491-42C2-20773064D315}"/>
                </a:ext>
              </a:extLst>
            </p:cNvPr>
            <p:cNvSpPr/>
            <p:nvPr/>
          </p:nvSpPr>
          <p:spPr>
            <a:xfrm>
              <a:off x="1985900" y="4288900"/>
              <a:ext cx="1150" cy="331675"/>
            </a:xfrm>
            <a:custGeom>
              <a:avLst/>
              <a:gdLst/>
              <a:ahLst/>
              <a:cxnLst/>
              <a:rect l="l" t="t" r="r" b="b"/>
              <a:pathLst>
                <a:path w="46" h="13267" fill="none" extrusionOk="0">
                  <a:moveTo>
                    <a:pt x="1" y="1"/>
                  </a:moveTo>
                  <a:lnTo>
                    <a:pt x="45" y="13267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9" name="Google Shape;1042;p26">
              <a:extLst>
                <a:ext uri="{FF2B5EF4-FFF2-40B4-BE49-F238E27FC236}">
                  <a16:creationId xmlns:a16="http://schemas.microsoft.com/office/drawing/2014/main" id="{80A1E131-1ACA-1A9B-B3CE-BF61E334EA01}"/>
                </a:ext>
              </a:extLst>
            </p:cNvPr>
            <p:cNvSpPr/>
            <p:nvPr/>
          </p:nvSpPr>
          <p:spPr>
            <a:xfrm>
              <a:off x="2322000" y="4267825"/>
              <a:ext cx="326125" cy="8900"/>
            </a:xfrm>
            <a:custGeom>
              <a:avLst/>
              <a:gdLst/>
              <a:ahLst/>
              <a:cxnLst/>
              <a:rect l="l" t="t" r="r" b="b"/>
              <a:pathLst>
                <a:path w="13045" h="356" fill="none" extrusionOk="0">
                  <a:moveTo>
                    <a:pt x="0" y="356"/>
                  </a:moveTo>
                  <a:lnTo>
                    <a:pt x="13045" y="1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0" name="Google Shape;1043;p26">
              <a:extLst>
                <a:ext uri="{FF2B5EF4-FFF2-40B4-BE49-F238E27FC236}">
                  <a16:creationId xmlns:a16="http://schemas.microsoft.com/office/drawing/2014/main" id="{9647C709-7115-7894-792B-407704042D59}"/>
                </a:ext>
              </a:extLst>
            </p:cNvPr>
            <p:cNvSpPr/>
            <p:nvPr/>
          </p:nvSpPr>
          <p:spPr>
            <a:xfrm>
              <a:off x="2322000" y="4613900"/>
              <a:ext cx="318350" cy="2250"/>
            </a:xfrm>
            <a:custGeom>
              <a:avLst/>
              <a:gdLst/>
              <a:ahLst/>
              <a:cxnLst/>
              <a:rect l="l" t="t" r="r" b="b"/>
              <a:pathLst>
                <a:path w="12734" h="90" fill="none" extrusionOk="0">
                  <a:moveTo>
                    <a:pt x="0" y="89"/>
                  </a:moveTo>
                  <a:lnTo>
                    <a:pt x="12734" y="1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1" name="Google Shape;1044;p26">
              <a:extLst>
                <a:ext uri="{FF2B5EF4-FFF2-40B4-BE49-F238E27FC236}">
                  <a16:creationId xmlns:a16="http://schemas.microsoft.com/office/drawing/2014/main" id="{02810750-4988-9337-C6FD-40C8CECB0FC8}"/>
                </a:ext>
              </a:extLst>
            </p:cNvPr>
            <p:cNvSpPr/>
            <p:nvPr/>
          </p:nvSpPr>
          <p:spPr>
            <a:xfrm>
              <a:off x="2322000" y="4631650"/>
              <a:ext cx="322800" cy="1125"/>
            </a:xfrm>
            <a:custGeom>
              <a:avLst/>
              <a:gdLst/>
              <a:ahLst/>
              <a:cxnLst/>
              <a:rect l="l" t="t" r="r" b="b"/>
              <a:pathLst>
                <a:path w="12912" h="45" fill="none" extrusionOk="0">
                  <a:moveTo>
                    <a:pt x="0" y="45"/>
                  </a:moveTo>
                  <a:lnTo>
                    <a:pt x="12911" y="1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2" name="Google Shape;1045;p26">
              <a:extLst>
                <a:ext uri="{FF2B5EF4-FFF2-40B4-BE49-F238E27FC236}">
                  <a16:creationId xmlns:a16="http://schemas.microsoft.com/office/drawing/2014/main" id="{3DFD2ED7-6E60-48DE-78AE-AFFEA17B8BCE}"/>
                </a:ext>
              </a:extLst>
            </p:cNvPr>
            <p:cNvSpPr/>
            <p:nvPr/>
          </p:nvSpPr>
          <p:spPr>
            <a:xfrm>
              <a:off x="2353050" y="4275600"/>
              <a:ext cx="25" cy="336100"/>
            </a:xfrm>
            <a:custGeom>
              <a:avLst/>
              <a:gdLst/>
              <a:ahLst/>
              <a:cxnLst/>
              <a:rect l="l" t="t" r="r" b="b"/>
              <a:pathLst>
                <a:path w="1" h="13444" fill="none" extrusionOk="0">
                  <a:moveTo>
                    <a:pt x="1" y="0"/>
                  </a:moveTo>
                  <a:lnTo>
                    <a:pt x="1" y="13444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3" name="Google Shape;1046;p26">
              <a:extLst>
                <a:ext uri="{FF2B5EF4-FFF2-40B4-BE49-F238E27FC236}">
                  <a16:creationId xmlns:a16="http://schemas.microsoft.com/office/drawing/2014/main" id="{1929834E-F4FB-CCC3-A385-9EBBB8757BD0}"/>
                </a:ext>
              </a:extLst>
            </p:cNvPr>
            <p:cNvSpPr/>
            <p:nvPr/>
          </p:nvSpPr>
          <p:spPr>
            <a:xfrm>
              <a:off x="2751250" y="4253425"/>
              <a:ext cx="381600" cy="5550"/>
            </a:xfrm>
            <a:custGeom>
              <a:avLst/>
              <a:gdLst/>
              <a:ahLst/>
              <a:cxnLst/>
              <a:rect l="l" t="t" r="r" b="b"/>
              <a:pathLst>
                <a:path w="15264" h="222" fill="none" extrusionOk="0">
                  <a:moveTo>
                    <a:pt x="1" y="222"/>
                  </a:moveTo>
                  <a:lnTo>
                    <a:pt x="15263" y="0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4" name="Google Shape;1047;p26">
              <a:extLst>
                <a:ext uri="{FF2B5EF4-FFF2-40B4-BE49-F238E27FC236}">
                  <a16:creationId xmlns:a16="http://schemas.microsoft.com/office/drawing/2014/main" id="{1ECA2328-993B-EAAC-2BE3-B915EFE60122}"/>
                </a:ext>
              </a:extLst>
            </p:cNvPr>
            <p:cNvSpPr/>
            <p:nvPr/>
          </p:nvSpPr>
          <p:spPr>
            <a:xfrm>
              <a:off x="2924300" y="4255625"/>
              <a:ext cx="25" cy="549075"/>
            </a:xfrm>
            <a:custGeom>
              <a:avLst/>
              <a:gdLst/>
              <a:ahLst/>
              <a:cxnLst/>
              <a:rect l="l" t="t" r="r" b="b"/>
              <a:pathLst>
                <a:path w="1" h="21963" fill="none" extrusionOk="0">
                  <a:moveTo>
                    <a:pt x="0" y="1"/>
                  </a:moveTo>
                  <a:lnTo>
                    <a:pt x="0" y="21963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5" name="Google Shape;1048;p26">
              <a:extLst>
                <a:ext uri="{FF2B5EF4-FFF2-40B4-BE49-F238E27FC236}">
                  <a16:creationId xmlns:a16="http://schemas.microsoft.com/office/drawing/2014/main" id="{2247AB8C-D5A6-199A-A94E-C1C19195ED58}"/>
                </a:ext>
              </a:extLst>
            </p:cNvPr>
            <p:cNvSpPr/>
            <p:nvPr/>
          </p:nvSpPr>
          <p:spPr>
            <a:xfrm>
              <a:off x="2778975" y="4284475"/>
              <a:ext cx="119825" cy="370500"/>
            </a:xfrm>
            <a:custGeom>
              <a:avLst/>
              <a:gdLst/>
              <a:ahLst/>
              <a:cxnLst/>
              <a:rect l="l" t="t" r="r" b="b"/>
              <a:pathLst>
                <a:path w="4793" h="14820" fill="none" extrusionOk="0">
                  <a:moveTo>
                    <a:pt x="1" y="0"/>
                  </a:moveTo>
                  <a:lnTo>
                    <a:pt x="4793" y="0"/>
                  </a:lnTo>
                  <a:lnTo>
                    <a:pt x="4793" y="14819"/>
                  </a:lnTo>
                  <a:lnTo>
                    <a:pt x="267" y="14819"/>
                  </a:lnTo>
                  <a:close/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6" name="Google Shape;1049;p26">
              <a:extLst>
                <a:ext uri="{FF2B5EF4-FFF2-40B4-BE49-F238E27FC236}">
                  <a16:creationId xmlns:a16="http://schemas.microsoft.com/office/drawing/2014/main" id="{76C80A15-81E3-BBFB-D1B3-96FD10C38B31}"/>
                </a:ext>
              </a:extLst>
            </p:cNvPr>
            <p:cNvSpPr/>
            <p:nvPr/>
          </p:nvSpPr>
          <p:spPr>
            <a:xfrm>
              <a:off x="2946475" y="4281150"/>
              <a:ext cx="159750" cy="373825"/>
            </a:xfrm>
            <a:custGeom>
              <a:avLst/>
              <a:gdLst/>
              <a:ahLst/>
              <a:cxnLst/>
              <a:rect l="l" t="t" r="r" b="b"/>
              <a:pathLst>
                <a:path w="6390" h="14953" fill="none" extrusionOk="0">
                  <a:moveTo>
                    <a:pt x="1" y="133"/>
                  </a:moveTo>
                  <a:lnTo>
                    <a:pt x="1" y="14952"/>
                  </a:lnTo>
                  <a:lnTo>
                    <a:pt x="6390" y="14952"/>
                  </a:lnTo>
                  <a:lnTo>
                    <a:pt x="6390" y="0"/>
                  </a:lnTo>
                  <a:close/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" name="Google Shape;1050;p26">
              <a:extLst>
                <a:ext uri="{FF2B5EF4-FFF2-40B4-BE49-F238E27FC236}">
                  <a16:creationId xmlns:a16="http://schemas.microsoft.com/office/drawing/2014/main" id="{E224C62A-82F7-37A3-91ED-1E70341179A0}"/>
                </a:ext>
              </a:extLst>
            </p:cNvPr>
            <p:cNvSpPr/>
            <p:nvPr/>
          </p:nvSpPr>
          <p:spPr>
            <a:xfrm>
              <a:off x="3321375" y="4676025"/>
              <a:ext cx="615650" cy="12225"/>
            </a:xfrm>
            <a:custGeom>
              <a:avLst/>
              <a:gdLst/>
              <a:ahLst/>
              <a:cxnLst/>
              <a:rect l="l" t="t" r="r" b="b"/>
              <a:pathLst>
                <a:path w="24626" h="489" fill="none" extrusionOk="0">
                  <a:moveTo>
                    <a:pt x="24625" y="0"/>
                  </a:moveTo>
                  <a:lnTo>
                    <a:pt x="1" y="488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" name="Google Shape;1051;p26">
              <a:extLst>
                <a:ext uri="{FF2B5EF4-FFF2-40B4-BE49-F238E27FC236}">
                  <a16:creationId xmlns:a16="http://schemas.microsoft.com/office/drawing/2014/main" id="{8EBEC7BD-986C-806A-0893-77CB294B286E}"/>
                </a:ext>
              </a:extLst>
            </p:cNvPr>
            <p:cNvSpPr/>
            <p:nvPr/>
          </p:nvSpPr>
          <p:spPr>
            <a:xfrm>
              <a:off x="3323600" y="4646075"/>
              <a:ext cx="613425" cy="8900"/>
            </a:xfrm>
            <a:custGeom>
              <a:avLst/>
              <a:gdLst/>
              <a:ahLst/>
              <a:cxnLst/>
              <a:rect l="l" t="t" r="r" b="b"/>
              <a:pathLst>
                <a:path w="24537" h="356" fill="none" extrusionOk="0">
                  <a:moveTo>
                    <a:pt x="1" y="355"/>
                  </a:moveTo>
                  <a:lnTo>
                    <a:pt x="24536" y="0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9" name="Google Shape;1052;p26">
              <a:extLst>
                <a:ext uri="{FF2B5EF4-FFF2-40B4-BE49-F238E27FC236}">
                  <a16:creationId xmlns:a16="http://schemas.microsoft.com/office/drawing/2014/main" id="{604DB58F-698C-420F-9769-B00033284562}"/>
                </a:ext>
              </a:extLst>
            </p:cNvPr>
            <p:cNvSpPr/>
            <p:nvPr/>
          </p:nvSpPr>
          <p:spPr>
            <a:xfrm>
              <a:off x="3323600" y="4243425"/>
              <a:ext cx="613425" cy="10025"/>
            </a:xfrm>
            <a:custGeom>
              <a:avLst/>
              <a:gdLst/>
              <a:ahLst/>
              <a:cxnLst/>
              <a:rect l="l" t="t" r="r" b="b"/>
              <a:pathLst>
                <a:path w="24537" h="401" fill="none" extrusionOk="0">
                  <a:moveTo>
                    <a:pt x="1" y="1"/>
                  </a:moveTo>
                  <a:lnTo>
                    <a:pt x="24536" y="400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0" name="Google Shape;1053;p26">
              <a:extLst>
                <a:ext uri="{FF2B5EF4-FFF2-40B4-BE49-F238E27FC236}">
                  <a16:creationId xmlns:a16="http://schemas.microsoft.com/office/drawing/2014/main" id="{A1DFC27C-9204-1F5F-1355-29DB6785D64A}"/>
                </a:ext>
              </a:extLst>
            </p:cNvPr>
            <p:cNvSpPr/>
            <p:nvPr/>
          </p:nvSpPr>
          <p:spPr>
            <a:xfrm>
              <a:off x="3910375" y="4247875"/>
              <a:ext cx="25" cy="398225"/>
            </a:xfrm>
            <a:custGeom>
              <a:avLst/>
              <a:gdLst/>
              <a:ahLst/>
              <a:cxnLst/>
              <a:rect l="l" t="t" r="r" b="b"/>
              <a:pathLst>
                <a:path w="1" h="15929" fill="none" extrusionOk="0">
                  <a:moveTo>
                    <a:pt x="0" y="0"/>
                  </a:moveTo>
                  <a:lnTo>
                    <a:pt x="0" y="15928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1" name="Google Shape;1054;p26">
              <a:extLst>
                <a:ext uri="{FF2B5EF4-FFF2-40B4-BE49-F238E27FC236}">
                  <a16:creationId xmlns:a16="http://schemas.microsoft.com/office/drawing/2014/main" id="{D3A59EB6-9DFE-AAE4-D702-D94E0155C150}"/>
                </a:ext>
              </a:extLst>
            </p:cNvPr>
            <p:cNvSpPr/>
            <p:nvPr/>
          </p:nvSpPr>
          <p:spPr>
            <a:xfrm>
              <a:off x="4043475" y="4253425"/>
              <a:ext cx="451475" cy="14425"/>
            </a:xfrm>
            <a:custGeom>
              <a:avLst/>
              <a:gdLst/>
              <a:ahLst/>
              <a:cxnLst/>
              <a:rect l="l" t="t" r="r" b="b"/>
              <a:pathLst>
                <a:path w="18059" h="577" fill="none" extrusionOk="0">
                  <a:moveTo>
                    <a:pt x="0" y="0"/>
                  </a:moveTo>
                  <a:lnTo>
                    <a:pt x="18058" y="577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2" name="Google Shape;1055;p26">
              <a:extLst>
                <a:ext uri="{FF2B5EF4-FFF2-40B4-BE49-F238E27FC236}">
                  <a16:creationId xmlns:a16="http://schemas.microsoft.com/office/drawing/2014/main" id="{8E1CA483-46A7-F298-F635-B59F520C6640}"/>
                </a:ext>
              </a:extLst>
            </p:cNvPr>
            <p:cNvSpPr/>
            <p:nvPr/>
          </p:nvSpPr>
          <p:spPr>
            <a:xfrm>
              <a:off x="4043475" y="4638300"/>
              <a:ext cx="455900" cy="3350"/>
            </a:xfrm>
            <a:custGeom>
              <a:avLst/>
              <a:gdLst/>
              <a:ahLst/>
              <a:cxnLst/>
              <a:rect l="l" t="t" r="r" b="b"/>
              <a:pathLst>
                <a:path w="18236" h="134" fill="none" extrusionOk="0">
                  <a:moveTo>
                    <a:pt x="0" y="134"/>
                  </a:moveTo>
                  <a:lnTo>
                    <a:pt x="18236" y="1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3" name="Google Shape;1056;p26">
              <a:extLst>
                <a:ext uri="{FF2B5EF4-FFF2-40B4-BE49-F238E27FC236}">
                  <a16:creationId xmlns:a16="http://schemas.microsoft.com/office/drawing/2014/main" id="{2F385EE7-F7E7-BE65-F117-1FBC8EC2507E}"/>
                </a:ext>
              </a:extLst>
            </p:cNvPr>
            <p:cNvSpPr/>
            <p:nvPr/>
          </p:nvSpPr>
          <p:spPr>
            <a:xfrm>
              <a:off x="4043475" y="4663825"/>
              <a:ext cx="455900" cy="3350"/>
            </a:xfrm>
            <a:custGeom>
              <a:avLst/>
              <a:gdLst/>
              <a:ahLst/>
              <a:cxnLst/>
              <a:rect l="l" t="t" r="r" b="b"/>
              <a:pathLst>
                <a:path w="18236" h="134" fill="none" extrusionOk="0">
                  <a:moveTo>
                    <a:pt x="0" y="133"/>
                  </a:moveTo>
                  <a:lnTo>
                    <a:pt x="18236" y="0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4" name="Google Shape;1057;p26">
              <a:extLst>
                <a:ext uri="{FF2B5EF4-FFF2-40B4-BE49-F238E27FC236}">
                  <a16:creationId xmlns:a16="http://schemas.microsoft.com/office/drawing/2014/main" id="{B508EF3B-BFDF-8A50-199E-BB209C61A51B}"/>
                </a:ext>
              </a:extLst>
            </p:cNvPr>
            <p:cNvSpPr/>
            <p:nvPr/>
          </p:nvSpPr>
          <p:spPr>
            <a:xfrm>
              <a:off x="4470525" y="4267825"/>
              <a:ext cx="25" cy="370500"/>
            </a:xfrm>
            <a:custGeom>
              <a:avLst/>
              <a:gdLst/>
              <a:ahLst/>
              <a:cxnLst/>
              <a:rect l="l" t="t" r="r" b="b"/>
              <a:pathLst>
                <a:path w="1" h="14820" fill="none" extrusionOk="0">
                  <a:moveTo>
                    <a:pt x="0" y="1"/>
                  </a:moveTo>
                  <a:lnTo>
                    <a:pt x="0" y="14820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" name="Google Shape;1058;p26">
              <a:extLst>
                <a:ext uri="{FF2B5EF4-FFF2-40B4-BE49-F238E27FC236}">
                  <a16:creationId xmlns:a16="http://schemas.microsoft.com/office/drawing/2014/main" id="{E1C0E0AB-5261-7D78-830B-B895F5EBD6E6}"/>
                </a:ext>
              </a:extLst>
            </p:cNvPr>
            <p:cNvSpPr/>
            <p:nvPr/>
          </p:nvSpPr>
          <p:spPr>
            <a:xfrm>
              <a:off x="4581425" y="4638300"/>
              <a:ext cx="327250" cy="25"/>
            </a:xfrm>
            <a:custGeom>
              <a:avLst/>
              <a:gdLst/>
              <a:ahLst/>
              <a:cxnLst/>
              <a:rect l="l" t="t" r="r" b="b"/>
              <a:pathLst>
                <a:path w="13090" h="1" fill="none" extrusionOk="0">
                  <a:moveTo>
                    <a:pt x="1" y="1"/>
                  </a:moveTo>
                  <a:lnTo>
                    <a:pt x="13089" y="1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6" name="Google Shape;1059;p26">
              <a:extLst>
                <a:ext uri="{FF2B5EF4-FFF2-40B4-BE49-F238E27FC236}">
                  <a16:creationId xmlns:a16="http://schemas.microsoft.com/office/drawing/2014/main" id="{F8281B2B-06E3-F97F-1880-6564E890D11A}"/>
                </a:ext>
              </a:extLst>
            </p:cNvPr>
            <p:cNvSpPr/>
            <p:nvPr/>
          </p:nvSpPr>
          <p:spPr>
            <a:xfrm>
              <a:off x="4581425" y="4662700"/>
              <a:ext cx="327250" cy="4475"/>
            </a:xfrm>
            <a:custGeom>
              <a:avLst/>
              <a:gdLst/>
              <a:ahLst/>
              <a:cxnLst/>
              <a:rect l="l" t="t" r="r" b="b"/>
              <a:pathLst>
                <a:path w="13090" h="179" fill="none" extrusionOk="0">
                  <a:moveTo>
                    <a:pt x="1" y="178"/>
                  </a:moveTo>
                  <a:lnTo>
                    <a:pt x="13089" y="1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7" name="Google Shape;1060;p26">
              <a:extLst>
                <a:ext uri="{FF2B5EF4-FFF2-40B4-BE49-F238E27FC236}">
                  <a16:creationId xmlns:a16="http://schemas.microsoft.com/office/drawing/2014/main" id="{CECE0E79-C6B8-631F-618F-DA4DD58EAF4A}"/>
                </a:ext>
              </a:extLst>
            </p:cNvPr>
            <p:cNvSpPr/>
            <p:nvPr/>
          </p:nvSpPr>
          <p:spPr>
            <a:xfrm>
              <a:off x="4581425" y="4267825"/>
              <a:ext cx="327250" cy="8900"/>
            </a:xfrm>
            <a:custGeom>
              <a:avLst/>
              <a:gdLst/>
              <a:ahLst/>
              <a:cxnLst/>
              <a:rect l="l" t="t" r="r" b="b"/>
              <a:pathLst>
                <a:path w="13090" h="356" fill="none" extrusionOk="0">
                  <a:moveTo>
                    <a:pt x="1" y="1"/>
                  </a:moveTo>
                  <a:lnTo>
                    <a:pt x="13089" y="356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8" name="Google Shape;1061;p26">
              <a:extLst>
                <a:ext uri="{FF2B5EF4-FFF2-40B4-BE49-F238E27FC236}">
                  <a16:creationId xmlns:a16="http://schemas.microsoft.com/office/drawing/2014/main" id="{F8EE3528-F0C1-DE76-3816-6C38D961EF3E}"/>
                </a:ext>
              </a:extLst>
            </p:cNvPr>
            <p:cNvSpPr/>
            <p:nvPr/>
          </p:nvSpPr>
          <p:spPr>
            <a:xfrm>
              <a:off x="4887575" y="4275600"/>
              <a:ext cx="25" cy="362725"/>
            </a:xfrm>
            <a:custGeom>
              <a:avLst/>
              <a:gdLst/>
              <a:ahLst/>
              <a:cxnLst/>
              <a:rect l="l" t="t" r="r" b="b"/>
              <a:pathLst>
                <a:path w="1" h="14509" fill="none" extrusionOk="0">
                  <a:moveTo>
                    <a:pt x="0" y="0"/>
                  </a:moveTo>
                  <a:lnTo>
                    <a:pt x="0" y="14509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9" name="Google Shape;1062;p26">
              <a:extLst>
                <a:ext uri="{FF2B5EF4-FFF2-40B4-BE49-F238E27FC236}">
                  <a16:creationId xmlns:a16="http://schemas.microsoft.com/office/drawing/2014/main" id="{CDFCE9F3-4100-6BBF-208A-7CC2BBAC8367}"/>
                </a:ext>
              </a:extLst>
            </p:cNvPr>
            <p:cNvSpPr/>
            <p:nvPr/>
          </p:nvSpPr>
          <p:spPr>
            <a:xfrm>
              <a:off x="5294650" y="4113650"/>
              <a:ext cx="25" cy="627850"/>
            </a:xfrm>
            <a:custGeom>
              <a:avLst/>
              <a:gdLst/>
              <a:ahLst/>
              <a:cxnLst/>
              <a:rect l="l" t="t" r="r" b="b"/>
              <a:pathLst>
                <a:path w="1" h="25114" fill="none" extrusionOk="0">
                  <a:moveTo>
                    <a:pt x="1" y="1"/>
                  </a:moveTo>
                  <a:lnTo>
                    <a:pt x="1" y="25113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0" name="Google Shape;1063;p26">
              <a:extLst>
                <a:ext uri="{FF2B5EF4-FFF2-40B4-BE49-F238E27FC236}">
                  <a16:creationId xmlns:a16="http://schemas.microsoft.com/office/drawing/2014/main" id="{5999DBC4-A01C-FDA8-016A-1CD30E8DB255}"/>
                </a:ext>
              </a:extLst>
            </p:cNvPr>
            <p:cNvSpPr/>
            <p:nvPr/>
          </p:nvSpPr>
          <p:spPr>
            <a:xfrm>
              <a:off x="5628525" y="4142500"/>
              <a:ext cx="25" cy="586775"/>
            </a:xfrm>
            <a:custGeom>
              <a:avLst/>
              <a:gdLst/>
              <a:ahLst/>
              <a:cxnLst/>
              <a:rect l="l" t="t" r="r" b="b"/>
              <a:pathLst>
                <a:path w="1" h="23471" fill="none" extrusionOk="0">
                  <a:moveTo>
                    <a:pt x="0" y="0"/>
                  </a:moveTo>
                  <a:lnTo>
                    <a:pt x="0" y="23471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1" name="Google Shape;1064;p26">
              <a:extLst>
                <a:ext uri="{FF2B5EF4-FFF2-40B4-BE49-F238E27FC236}">
                  <a16:creationId xmlns:a16="http://schemas.microsoft.com/office/drawing/2014/main" id="{FE1BB04A-F063-0893-9073-BCB50193BDDA}"/>
                </a:ext>
              </a:extLst>
            </p:cNvPr>
            <p:cNvSpPr/>
            <p:nvPr/>
          </p:nvSpPr>
          <p:spPr>
            <a:xfrm>
              <a:off x="5352325" y="4180200"/>
              <a:ext cx="227425" cy="559075"/>
            </a:xfrm>
            <a:custGeom>
              <a:avLst/>
              <a:gdLst/>
              <a:ahLst/>
              <a:cxnLst/>
              <a:rect l="l" t="t" r="r" b="b"/>
              <a:pathLst>
                <a:path w="9097" h="22363" fill="none" extrusionOk="0">
                  <a:moveTo>
                    <a:pt x="1" y="22362"/>
                  </a:moveTo>
                  <a:lnTo>
                    <a:pt x="1" y="1"/>
                  </a:lnTo>
                  <a:lnTo>
                    <a:pt x="9096" y="666"/>
                  </a:lnTo>
                  <a:lnTo>
                    <a:pt x="9096" y="21963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2" name="Google Shape;1065;p26">
              <a:extLst>
                <a:ext uri="{FF2B5EF4-FFF2-40B4-BE49-F238E27FC236}">
                  <a16:creationId xmlns:a16="http://schemas.microsoft.com/office/drawing/2014/main" id="{97074E3A-E1ED-FF5E-4022-5DEDAFBD9E0B}"/>
                </a:ext>
              </a:extLst>
            </p:cNvPr>
            <p:cNvSpPr/>
            <p:nvPr/>
          </p:nvSpPr>
          <p:spPr>
            <a:xfrm>
              <a:off x="4976300" y="4638300"/>
              <a:ext cx="318375" cy="25"/>
            </a:xfrm>
            <a:custGeom>
              <a:avLst/>
              <a:gdLst/>
              <a:ahLst/>
              <a:cxnLst/>
              <a:rect l="l" t="t" r="r" b="b"/>
              <a:pathLst>
                <a:path w="12735" h="1" fill="none" extrusionOk="0">
                  <a:moveTo>
                    <a:pt x="1" y="1"/>
                  </a:moveTo>
                  <a:lnTo>
                    <a:pt x="12735" y="1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3" name="Google Shape;1066;p26">
              <a:extLst>
                <a:ext uri="{FF2B5EF4-FFF2-40B4-BE49-F238E27FC236}">
                  <a16:creationId xmlns:a16="http://schemas.microsoft.com/office/drawing/2014/main" id="{815E5CA1-3A70-7479-13CD-848CA4C39BE0}"/>
                </a:ext>
              </a:extLst>
            </p:cNvPr>
            <p:cNvSpPr/>
            <p:nvPr/>
          </p:nvSpPr>
          <p:spPr>
            <a:xfrm>
              <a:off x="4976300" y="4659375"/>
              <a:ext cx="318375" cy="3350"/>
            </a:xfrm>
            <a:custGeom>
              <a:avLst/>
              <a:gdLst/>
              <a:ahLst/>
              <a:cxnLst/>
              <a:rect l="l" t="t" r="r" b="b"/>
              <a:pathLst>
                <a:path w="12735" h="134" fill="none" extrusionOk="0">
                  <a:moveTo>
                    <a:pt x="1" y="134"/>
                  </a:moveTo>
                  <a:lnTo>
                    <a:pt x="12735" y="1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4" name="Google Shape;1067;p26">
              <a:extLst>
                <a:ext uri="{FF2B5EF4-FFF2-40B4-BE49-F238E27FC236}">
                  <a16:creationId xmlns:a16="http://schemas.microsoft.com/office/drawing/2014/main" id="{1ECC3081-BB12-A952-CBB2-8EBEB483336F}"/>
                </a:ext>
              </a:extLst>
            </p:cNvPr>
            <p:cNvSpPr/>
            <p:nvPr/>
          </p:nvSpPr>
          <p:spPr>
            <a:xfrm>
              <a:off x="4976300" y="4275600"/>
              <a:ext cx="318375" cy="16650"/>
            </a:xfrm>
            <a:custGeom>
              <a:avLst/>
              <a:gdLst/>
              <a:ahLst/>
              <a:cxnLst/>
              <a:rect l="l" t="t" r="r" b="b"/>
              <a:pathLst>
                <a:path w="12735" h="666" fill="none" extrusionOk="0">
                  <a:moveTo>
                    <a:pt x="1" y="0"/>
                  </a:moveTo>
                  <a:lnTo>
                    <a:pt x="12735" y="666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5" name="Google Shape;1068;p26">
              <a:extLst>
                <a:ext uri="{FF2B5EF4-FFF2-40B4-BE49-F238E27FC236}">
                  <a16:creationId xmlns:a16="http://schemas.microsoft.com/office/drawing/2014/main" id="{575FFB03-489A-009E-3BCD-5ADF4ECF8E56}"/>
                </a:ext>
              </a:extLst>
            </p:cNvPr>
            <p:cNvSpPr/>
            <p:nvPr/>
          </p:nvSpPr>
          <p:spPr>
            <a:xfrm>
              <a:off x="5271350" y="4291125"/>
              <a:ext cx="25" cy="347200"/>
            </a:xfrm>
            <a:custGeom>
              <a:avLst/>
              <a:gdLst/>
              <a:ahLst/>
              <a:cxnLst/>
              <a:rect l="l" t="t" r="r" b="b"/>
              <a:pathLst>
                <a:path w="1" h="13888" fill="none" extrusionOk="0">
                  <a:moveTo>
                    <a:pt x="1" y="1"/>
                  </a:moveTo>
                  <a:lnTo>
                    <a:pt x="1" y="13888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6" name="Google Shape;1069;p26">
              <a:extLst>
                <a:ext uri="{FF2B5EF4-FFF2-40B4-BE49-F238E27FC236}">
                  <a16:creationId xmlns:a16="http://schemas.microsoft.com/office/drawing/2014/main" id="{49144195-09CF-6455-0683-B766BF7B4567}"/>
                </a:ext>
              </a:extLst>
            </p:cNvPr>
            <p:cNvSpPr/>
            <p:nvPr/>
          </p:nvSpPr>
          <p:spPr>
            <a:xfrm>
              <a:off x="5628525" y="4307775"/>
              <a:ext cx="195250" cy="10000"/>
            </a:xfrm>
            <a:custGeom>
              <a:avLst/>
              <a:gdLst/>
              <a:ahLst/>
              <a:cxnLst/>
              <a:rect l="l" t="t" r="r" b="b"/>
              <a:pathLst>
                <a:path w="7810" h="400" fill="none" extrusionOk="0">
                  <a:moveTo>
                    <a:pt x="0" y="0"/>
                  </a:moveTo>
                  <a:lnTo>
                    <a:pt x="7809" y="399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7" name="Google Shape;1070;p26">
              <a:extLst>
                <a:ext uri="{FF2B5EF4-FFF2-40B4-BE49-F238E27FC236}">
                  <a16:creationId xmlns:a16="http://schemas.microsoft.com/office/drawing/2014/main" id="{25D7F09E-82CE-DB3B-DDC7-63CCEB96AE17}"/>
                </a:ext>
              </a:extLst>
            </p:cNvPr>
            <p:cNvSpPr/>
            <p:nvPr/>
          </p:nvSpPr>
          <p:spPr>
            <a:xfrm>
              <a:off x="5628525" y="4628325"/>
              <a:ext cx="195250" cy="25"/>
            </a:xfrm>
            <a:custGeom>
              <a:avLst/>
              <a:gdLst/>
              <a:ahLst/>
              <a:cxnLst/>
              <a:rect l="l" t="t" r="r" b="b"/>
              <a:pathLst>
                <a:path w="7810" h="1" fill="none" extrusionOk="0">
                  <a:moveTo>
                    <a:pt x="0" y="0"/>
                  </a:moveTo>
                  <a:lnTo>
                    <a:pt x="7809" y="0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8" name="Google Shape;1071;p26">
              <a:extLst>
                <a:ext uri="{FF2B5EF4-FFF2-40B4-BE49-F238E27FC236}">
                  <a16:creationId xmlns:a16="http://schemas.microsoft.com/office/drawing/2014/main" id="{910FD795-3F08-CDE7-2D25-0C6604A07681}"/>
                </a:ext>
              </a:extLst>
            </p:cNvPr>
            <p:cNvSpPr/>
            <p:nvPr/>
          </p:nvSpPr>
          <p:spPr>
            <a:xfrm>
              <a:off x="5628525" y="4641625"/>
              <a:ext cx="195250" cy="2250"/>
            </a:xfrm>
            <a:custGeom>
              <a:avLst/>
              <a:gdLst/>
              <a:ahLst/>
              <a:cxnLst/>
              <a:rect l="l" t="t" r="r" b="b"/>
              <a:pathLst>
                <a:path w="7810" h="90" fill="none" extrusionOk="0">
                  <a:moveTo>
                    <a:pt x="0" y="90"/>
                  </a:moveTo>
                  <a:lnTo>
                    <a:pt x="7809" y="1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9" name="Google Shape;1072;p26">
              <a:extLst>
                <a:ext uri="{FF2B5EF4-FFF2-40B4-BE49-F238E27FC236}">
                  <a16:creationId xmlns:a16="http://schemas.microsoft.com/office/drawing/2014/main" id="{89950D1B-9208-6312-4492-5133493B9F0B}"/>
                </a:ext>
              </a:extLst>
            </p:cNvPr>
            <p:cNvSpPr/>
            <p:nvPr/>
          </p:nvSpPr>
          <p:spPr>
            <a:xfrm>
              <a:off x="5803775" y="4316650"/>
              <a:ext cx="25" cy="308375"/>
            </a:xfrm>
            <a:custGeom>
              <a:avLst/>
              <a:gdLst/>
              <a:ahLst/>
              <a:cxnLst/>
              <a:rect l="l" t="t" r="r" b="b"/>
              <a:pathLst>
                <a:path w="1" h="12335" fill="none" extrusionOk="0">
                  <a:moveTo>
                    <a:pt x="0" y="0"/>
                  </a:moveTo>
                  <a:lnTo>
                    <a:pt x="0" y="12334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0" name="Google Shape;1073;p26">
              <a:extLst>
                <a:ext uri="{FF2B5EF4-FFF2-40B4-BE49-F238E27FC236}">
                  <a16:creationId xmlns:a16="http://schemas.microsoft.com/office/drawing/2014/main" id="{47CF1C6D-376A-ACC0-B79F-D350757E6B26}"/>
                </a:ext>
              </a:extLst>
            </p:cNvPr>
            <p:cNvSpPr/>
            <p:nvPr/>
          </p:nvSpPr>
          <p:spPr>
            <a:xfrm>
              <a:off x="1826175" y="2281250"/>
              <a:ext cx="25" cy="272900"/>
            </a:xfrm>
            <a:custGeom>
              <a:avLst/>
              <a:gdLst/>
              <a:ahLst/>
              <a:cxnLst/>
              <a:rect l="l" t="t" r="r" b="b"/>
              <a:pathLst>
                <a:path w="1" h="10916" fill="none" extrusionOk="0">
                  <a:moveTo>
                    <a:pt x="1" y="1"/>
                  </a:moveTo>
                  <a:lnTo>
                    <a:pt x="1" y="10915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1" name="Google Shape;1074;p26">
              <a:extLst>
                <a:ext uri="{FF2B5EF4-FFF2-40B4-BE49-F238E27FC236}">
                  <a16:creationId xmlns:a16="http://schemas.microsoft.com/office/drawing/2014/main" id="{4DD3C278-3457-3D39-A401-21118CB96440}"/>
                </a:ext>
              </a:extLst>
            </p:cNvPr>
            <p:cNvSpPr/>
            <p:nvPr/>
          </p:nvSpPr>
          <p:spPr>
            <a:xfrm>
              <a:off x="1826175" y="2677250"/>
              <a:ext cx="25" cy="272875"/>
            </a:xfrm>
            <a:custGeom>
              <a:avLst/>
              <a:gdLst/>
              <a:ahLst/>
              <a:cxnLst/>
              <a:rect l="l" t="t" r="r" b="b"/>
              <a:pathLst>
                <a:path w="1" h="10915" fill="none" extrusionOk="0">
                  <a:moveTo>
                    <a:pt x="1" y="0"/>
                  </a:moveTo>
                  <a:lnTo>
                    <a:pt x="1" y="10915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2" name="Google Shape;1075;p26">
              <a:extLst>
                <a:ext uri="{FF2B5EF4-FFF2-40B4-BE49-F238E27FC236}">
                  <a16:creationId xmlns:a16="http://schemas.microsoft.com/office/drawing/2014/main" id="{5170E665-9C87-3834-8F91-E145F78E95D6}"/>
                </a:ext>
              </a:extLst>
            </p:cNvPr>
            <p:cNvSpPr/>
            <p:nvPr/>
          </p:nvSpPr>
          <p:spPr>
            <a:xfrm>
              <a:off x="1826175" y="3106500"/>
              <a:ext cx="25" cy="274000"/>
            </a:xfrm>
            <a:custGeom>
              <a:avLst/>
              <a:gdLst/>
              <a:ahLst/>
              <a:cxnLst/>
              <a:rect l="l" t="t" r="r" b="b"/>
              <a:pathLst>
                <a:path w="1" h="10960" fill="none" extrusionOk="0">
                  <a:moveTo>
                    <a:pt x="1" y="1"/>
                  </a:moveTo>
                  <a:lnTo>
                    <a:pt x="1" y="10960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3" name="Google Shape;1076;p26">
              <a:extLst>
                <a:ext uri="{FF2B5EF4-FFF2-40B4-BE49-F238E27FC236}">
                  <a16:creationId xmlns:a16="http://schemas.microsoft.com/office/drawing/2014/main" id="{9AC496EC-0749-76B6-0F3C-130E89CC6BCA}"/>
                </a:ext>
              </a:extLst>
            </p:cNvPr>
            <p:cNvSpPr/>
            <p:nvPr/>
          </p:nvSpPr>
          <p:spPr>
            <a:xfrm>
              <a:off x="1826175" y="3504700"/>
              <a:ext cx="25" cy="274000"/>
            </a:xfrm>
            <a:custGeom>
              <a:avLst/>
              <a:gdLst/>
              <a:ahLst/>
              <a:cxnLst/>
              <a:rect l="l" t="t" r="r" b="b"/>
              <a:pathLst>
                <a:path w="1" h="10960" fill="none" extrusionOk="0">
                  <a:moveTo>
                    <a:pt x="1" y="1"/>
                  </a:moveTo>
                  <a:lnTo>
                    <a:pt x="1" y="10960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4" name="Google Shape;1077;p26">
              <a:extLst>
                <a:ext uri="{FF2B5EF4-FFF2-40B4-BE49-F238E27FC236}">
                  <a16:creationId xmlns:a16="http://schemas.microsoft.com/office/drawing/2014/main" id="{FA9F1988-35B0-614D-8A7F-E67901E94F20}"/>
                </a:ext>
              </a:extLst>
            </p:cNvPr>
            <p:cNvSpPr/>
            <p:nvPr/>
          </p:nvSpPr>
          <p:spPr>
            <a:xfrm>
              <a:off x="5550875" y="4194625"/>
              <a:ext cx="25" cy="538000"/>
            </a:xfrm>
            <a:custGeom>
              <a:avLst/>
              <a:gdLst/>
              <a:ahLst/>
              <a:cxnLst/>
              <a:rect l="l" t="t" r="r" b="b"/>
              <a:pathLst>
                <a:path w="1" h="21520" fill="none" extrusionOk="0">
                  <a:moveTo>
                    <a:pt x="1" y="21519"/>
                  </a:moveTo>
                  <a:lnTo>
                    <a:pt x="1" y="1"/>
                  </a:lnTo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5" name="Google Shape;1078;p26">
              <a:extLst>
                <a:ext uri="{FF2B5EF4-FFF2-40B4-BE49-F238E27FC236}">
                  <a16:creationId xmlns:a16="http://schemas.microsoft.com/office/drawing/2014/main" id="{2244855D-8B8D-2759-1037-E2BEDCD51E46}"/>
                </a:ext>
              </a:extLst>
            </p:cNvPr>
            <p:cNvSpPr/>
            <p:nvPr/>
          </p:nvSpPr>
          <p:spPr>
            <a:xfrm>
              <a:off x="3366875" y="4098125"/>
              <a:ext cx="513575" cy="115375"/>
            </a:xfrm>
            <a:custGeom>
              <a:avLst/>
              <a:gdLst/>
              <a:ahLst/>
              <a:cxnLst/>
              <a:rect l="l" t="t" r="r" b="b"/>
              <a:pathLst>
                <a:path w="20543" h="4615" fill="none" extrusionOk="0">
                  <a:moveTo>
                    <a:pt x="222" y="1"/>
                  </a:moveTo>
                  <a:lnTo>
                    <a:pt x="0" y="4260"/>
                  </a:lnTo>
                  <a:lnTo>
                    <a:pt x="20542" y="4615"/>
                  </a:lnTo>
                  <a:lnTo>
                    <a:pt x="20542" y="844"/>
                  </a:lnTo>
                  <a:close/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6" name="Google Shape;1079;p26">
              <a:extLst>
                <a:ext uri="{FF2B5EF4-FFF2-40B4-BE49-F238E27FC236}">
                  <a16:creationId xmlns:a16="http://schemas.microsoft.com/office/drawing/2014/main" id="{A569A2E4-5BC5-FAC0-E171-E235F392E96B}"/>
                </a:ext>
              </a:extLst>
            </p:cNvPr>
            <p:cNvSpPr/>
            <p:nvPr/>
          </p:nvSpPr>
          <p:spPr>
            <a:xfrm>
              <a:off x="2792300" y="4098125"/>
              <a:ext cx="296175" cy="119825"/>
            </a:xfrm>
            <a:custGeom>
              <a:avLst/>
              <a:gdLst/>
              <a:ahLst/>
              <a:cxnLst/>
              <a:rect l="l" t="t" r="r" b="b"/>
              <a:pathLst>
                <a:path w="11847" h="4793" fill="none" extrusionOk="0">
                  <a:moveTo>
                    <a:pt x="11847" y="1"/>
                  </a:moveTo>
                  <a:lnTo>
                    <a:pt x="11847" y="4260"/>
                  </a:lnTo>
                  <a:cubicBezTo>
                    <a:pt x="11847" y="4260"/>
                    <a:pt x="0" y="4792"/>
                    <a:pt x="178" y="4615"/>
                  </a:cubicBezTo>
                  <a:cubicBezTo>
                    <a:pt x="311" y="4482"/>
                    <a:pt x="45" y="1199"/>
                    <a:pt x="178" y="1021"/>
                  </a:cubicBezTo>
                  <a:cubicBezTo>
                    <a:pt x="267" y="844"/>
                    <a:pt x="11847" y="1"/>
                    <a:pt x="11847" y="1"/>
                  </a:cubicBezTo>
                  <a:close/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7" name="Google Shape;1080;p26">
              <a:extLst>
                <a:ext uri="{FF2B5EF4-FFF2-40B4-BE49-F238E27FC236}">
                  <a16:creationId xmlns:a16="http://schemas.microsoft.com/office/drawing/2014/main" id="{3043F892-8059-0C9D-D865-173388302315}"/>
                </a:ext>
              </a:extLst>
            </p:cNvPr>
            <p:cNvSpPr/>
            <p:nvPr/>
          </p:nvSpPr>
          <p:spPr>
            <a:xfrm>
              <a:off x="2361925" y="4112550"/>
              <a:ext cx="240725" cy="135350"/>
            </a:xfrm>
            <a:custGeom>
              <a:avLst/>
              <a:gdLst/>
              <a:ahLst/>
              <a:cxnLst/>
              <a:rect l="l" t="t" r="r" b="b"/>
              <a:pathLst>
                <a:path w="9629" h="5414" fill="none" extrusionOk="0">
                  <a:moveTo>
                    <a:pt x="9628" y="4881"/>
                  </a:moveTo>
                  <a:lnTo>
                    <a:pt x="1" y="5413"/>
                  </a:lnTo>
                  <a:lnTo>
                    <a:pt x="1" y="1376"/>
                  </a:lnTo>
                  <a:lnTo>
                    <a:pt x="9628" y="0"/>
                  </a:lnTo>
                  <a:close/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8" name="Google Shape;1081;p26">
              <a:extLst>
                <a:ext uri="{FF2B5EF4-FFF2-40B4-BE49-F238E27FC236}">
                  <a16:creationId xmlns:a16="http://schemas.microsoft.com/office/drawing/2014/main" id="{44C95410-30B3-4317-3CA9-7DF549D70879}"/>
                </a:ext>
              </a:extLst>
            </p:cNvPr>
            <p:cNvSpPr/>
            <p:nvPr/>
          </p:nvSpPr>
          <p:spPr>
            <a:xfrm>
              <a:off x="1982575" y="4155800"/>
              <a:ext cx="217425" cy="99850"/>
            </a:xfrm>
            <a:custGeom>
              <a:avLst/>
              <a:gdLst/>
              <a:ahLst/>
              <a:cxnLst/>
              <a:rect l="l" t="t" r="r" b="b"/>
              <a:pathLst>
                <a:path w="8697" h="3994" fill="none" extrusionOk="0">
                  <a:moveTo>
                    <a:pt x="8697" y="3683"/>
                  </a:moveTo>
                  <a:lnTo>
                    <a:pt x="134" y="3994"/>
                  </a:lnTo>
                  <a:lnTo>
                    <a:pt x="1" y="533"/>
                  </a:lnTo>
                  <a:lnTo>
                    <a:pt x="8697" y="1"/>
                  </a:lnTo>
                  <a:close/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9" name="Google Shape;1082;p26">
              <a:extLst>
                <a:ext uri="{FF2B5EF4-FFF2-40B4-BE49-F238E27FC236}">
                  <a16:creationId xmlns:a16="http://schemas.microsoft.com/office/drawing/2014/main" id="{B146BD33-3634-5A57-239F-6A209FE21462}"/>
                </a:ext>
              </a:extLst>
            </p:cNvPr>
            <p:cNvSpPr/>
            <p:nvPr/>
          </p:nvSpPr>
          <p:spPr>
            <a:xfrm>
              <a:off x="1690850" y="4180200"/>
              <a:ext cx="164200" cy="100975"/>
            </a:xfrm>
            <a:custGeom>
              <a:avLst/>
              <a:gdLst/>
              <a:ahLst/>
              <a:cxnLst/>
              <a:rect l="l" t="t" r="r" b="b"/>
              <a:pathLst>
                <a:path w="6568" h="4039" fill="none" extrusionOk="0">
                  <a:moveTo>
                    <a:pt x="6567" y="3816"/>
                  </a:moveTo>
                  <a:lnTo>
                    <a:pt x="134" y="4038"/>
                  </a:lnTo>
                  <a:lnTo>
                    <a:pt x="1" y="666"/>
                  </a:lnTo>
                  <a:lnTo>
                    <a:pt x="6567" y="1"/>
                  </a:lnTo>
                  <a:close/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0" name="Google Shape;1083;p26">
              <a:extLst>
                <a:ext uri="{FF2B5EF4-FFF2-40B4-BE49-F238E27FC236}">
                  <a16:creationId xmlns:a16="http://schemas.microsoft.com/office/drawing/2014/main" id="{C95417B9-9A99-41A5-9B1F-75805CB47F63}"/>
                </a:ext>
              </a:extLst>
            </p:cNvPr>
            <p:cNvSpPr/>
            <p:nvPr/>
          </p:nvSpPr>
          <p:spPr>
            <a:xfrm>
              <a:off x="4073425" y="4136950"/>
              <a:ext cx="390450" cy="96525"/>
            </a:xfrm>
            <a:custGeom>
              <a:avLst/>
              <a:gdLst/>
              <a:ahLst/>
              <a:cxnLst/>
              <a:rect l="l" t="t" r="r" b="b"/>
              <a:pathLst>
                <a:path w="15618" h="3861" fill="none" extrusionOk="0">
                  <a:moveTo>
                    <a:pt x="0" y="3106"/>
                  </a:moveTo>
                  <a:lnTo>
                    <a:pt x="15618" y="3860"/>
                  </a:lnTo>
                  <a:lnTo>
                    <a:pt x="15618" y="128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1" name="Google Shape;1084;p26">
              <a:extLst>
                <a:ext uri="{FF2B5EF4-FFF2-40B4-BE49-F238E27FC236}">
                  <a16:creationId xmlns:a16="http://schemas.microsoft.com/office/drawing/2014/main" id="{52D0D9DD-1A21-40DB-B748-A1877A16FD36}"/>
                </a:ext>
              </a:extLst>
            </p:cNvPr>
            <p:cNvSpPr/>
            <p:nvPr/>
          </p:nvSpPr>
          <p:spPr>
            <a:xfrm>
              <a:off x="4622475" y="4180200"/>
              <a:ext cx="255150" cy="67700"/>
            </a:xfrm>
            <a:custGeom>
              <a:avLst/>
              <a:gdLst/>
              <a:ahLst/>
              <a:cxnLst/>
              <a:rect l="l" t="t" r="r" b="b"/>
              <a:pathLst>
                <a:path w="10206" h="2708" fill="none" extrusionOk="0">
                  <a:moveTo>
                    <a:pt x="1" y="2175"/>
                  </a:moveTo>
                  <a:lnTo>
                    <a:pt x="10205" y="2707"/>
                  </a:lnTo>
                  <a:lnTo>
                    <a:pt x="10205" y="578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2" name="Google Shape;1085;p26">
              <a:extLst>
                <a:ext uri="{FF2B5EF4-FFF2-40B4-BE49-F238E27FC236}">
                  <a16:creationId xmlns:a16="http://schemas.microsoft.com/office/drawing/2014/main" id="{C100C3A2-646E-D07C-2E2C-FCD35042E10F}"/>
                </a:ext>
              </a:extLst>
            </p:cNvPr>
            <p:cNvSpPr/>
            <p:nvPr/>
          </p:nvSpPr>
          <p:spPr>
            <a:xfrm>
              <a:off x="5004050" y="4204600"/>
              <a:ext cx="256250" cy="63250"/>
            </a:xfrm>
            <a:custGeom>
              <a:avLst/>
              <a:gdLst/>
              <a:ahLst/>
              <a:cxnLst/>
              <a:rect l="l" t="t" r="r" b="b"/>
              <a:pathLst>
                <a:path w="10250" h="2530" fill="none" extrusionOk="0">
                  <a:moveTo>
                    <a:pt x="0" y="1953"/>
                  </a:moveTo>
                  <a:lnTo>
                    <a:pt x="10249" y="2530"/>
                  </a:lnTo>
                  <a:lnTo>
                    <a:pt x="10249" y="8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3" name="Google Shape;1086;p26">
              <a:extLst>
                <a:ext uri="{FF2B5EF4-FFF2-40B4-BE49-F238E27FC236}">
                  <a16:creationId xmlns:a16="http://schemas.microsoft.com/office/drawing/2014/main" id="{9241183A-B956-7291-4446-707ADD18EB47}"/>
                </a:ext>
              </a:extLst>
            </p:cNvPr>
            <p:cNvSpPr/>
            <p:nvPr/>
          </p:nvSpPr>
          <p:spPr>
            <a:xfrm>
              <a:off x="5650700" y="4260075"/>
              <a:ext cx="146450" cy="39950"/>
            </a:xfrm>
            <a:custGeom>
              <a:avLst/>
              <a:gdLst/>
              <a:ahLst/>
              <a:cxnLst/>
              <a:rect l="l" t="t" r="r" b="b"/>
              <a:pathLst>
                <a:path w="5858" h="1598" fill="none" extrusionOk="0">
                  <a:moveTo>
                    <a:pt x="1" y="1243"/>
                  </a:moveTo>
                  <a:lnTo>
                    <a:pt x="5857" y="1598"/>
                  </a:lnTo>
                  <a:lnTo>
                    <a:pt x="5857" y="311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3325" cap="flat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4" name="Google Shape;1087;p26">
              <a:extLst>
                <a:ext uri="{FF2B5EF4-FFF2-40B4-BE49-F238E27FC236}">
                  <a16:creationId xmlns:a16="http://schemas.microsoft.com/office/drawing/2014/main" id="{530FD0B2-C504-1D46-62C7-4279831D4355}"/>
                </a:ext>
              </a:extLst>
            </p:cNvPr>
            <p:cNvSpPr/>
            <p:nvPr/>
          </p:nvSpPr>
          <p:spPr>
            <a:xfrm>
              <a:off x="4997375" y="2054975"/>
              <a:ext cx="108725" cy="236300"/>
            </a:xfrm>
            <a:custGeom>
              <a:avLst/>
              <a:gdLst/>
              <a:ahLst/>
              <a:cxnLst/>
              <a:rect l="l" t="t" r="r" b="b"/>
              <a:pathLst>
                <a:path w="4349" h="9452" fill="none" extrusionOk="0">
                  <a:moveTo>
                    <a:pt x="4349" y="9451"/>
                  </a:moveTo>
                  <a:lnTo>
                    <a:pt x="4349" y="4083"/>
                  </a:lnTo>
                  <a:lnTo>
                    <a:pt x="1" y="1"/>
                  </a:lnTo>
                  <a:lnTo>
                    <a:pt x="1" y="6567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5" name="Google Shape;1088;p26">
              <a:extLst>
                <a:ext uri="{FF2B5EF4-FFF2-40B4-BE49-F238E27FC236}">
                  <a16:creationId xmlns:a16="http://schemas.microsoft.com/office/drawing/2014/main" id="{A5CA33F9-3F39-B3CF-6572-500D6B85681C}"/>
                </a:ext>
              </a:extLst>
            </p:cNvPr>
            <p:cNvSpPr/>
            <p:nvPr/>
          </p:nvSpPr>
          <p:spPr>
            <a:xfrm>
              <a:off x="4887575" y="2054975"/>
              <a:ext cx="109825" cy="84325"/>
            </a:xfrm>
            <a:custGeom>
              <a:avLst/>
              <a:gdLst/>
              <a:ahLst/>
              <a:cxnLst/>
              <a:rect l="l" t="t" r="r" b="b"/>
              <a:pathLst>
                <a:path w="4393" h="3373" fill="none" extrusionOk="0">
                  <a:moveTo>
                    <a:pt x="4393" y="1"/>
                  </a:moveTo>
                  <a:lnTo>
                    <a:pt x="0" y="3373"/>
                  </a:lnTo>
                </a:path>
              </a:pathLst>
            </a:custGeom>
            <a:noFill/>
            <a:ln w="5550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6" name="Google Shape;1089;p26">
              <a:extLst>
                <a:ext uri="{FF2B5EF4-FFF2-40B4-BE49-F238E27FC236}">
                  <a16:creationId xmlns:a16="http://schemas.microsoft.com/office/drawing/2014/main" id="{40FD493F-6B6B-D7DA-1DDB-E0E0D834C6C6}"/>
                </a:ext>
              </a:extLst>
            </p:cNvPr>
            <p:cNvSpPr/>
            <p:nvPr/>
          </p:nvSpPr>
          <p:spPr>
            <a:xfrm>
              <a:off x="1806225" y="2233575"/>
              <a:ext cx="97625" cy="331675"/>
            </a:xfrm>
            <a:custGeom>
              <a:avLst/>
              <a:gdLst/>
              <a:ahLst/>
              <a:cxnLst/>
              <a:rect l="l" t="t" r="r" b="b"/>
              <a:pathLst>
                <a:path w="3905" h="13267" fill="none" extrusionOk="0">
                  <a:moveTo>
                    <a:pt x="3905" y="0"/>
                  </a:moveTo>
                  <a:lnTo>
                    <a:pt x="0" y="2396"/>
                  </a:lnTo>
                  <a:lnTo>
                    <a:pt x="0" y="13266"/>
                  </a:lnTo>
                  <a:lnTo>
                    <a:pt x="3905" y="11403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7" name="Google Shape;1090;p26">
              <a:extLst>
                <a:ext uri="{FF2B5EF4-FFF2-40B4-BE49-F238E27FC236}">
                  <a16:creationId xmlns:a16="http://schemas.microsoft.com/office/drawing/2014/main" id="{FE91C2A1-4180-C6BF-EE1E-5CF7286BD232}"/>
                </a:ext>
              </a:extLst>
            </p:cNvPr>
            <p:cNvSpPr/>
            <p:nvPr/>
          </p:nvSpPr>
          <p:spPr>
            <a:xfrm>
              <a:off x="1636500" y="2323400"/>
              <a:ext cx="108750" cy="319475"/>
            </a:xfrm>
            <a:custGeom>
              <a:avLst/>
              <a:gdLst/>
              <a:ahLst/>
              <a:cxnLst/>
              <a:rect l="l" t="t" r="r" b="b"/>
              <a:pathLst>
                <a:path w="4350" h="12779" fill="none" extrusionOk="0">
                  <a:moveTo>
                    <a:pt x="4349" y="10782"/>
                  </a:moveTo>
                  <a:lnTo>
                    <a:pt x="4349" y="1"/>
                  </a:lnTo>
                  <a:lnTo>
                    <a:pt x="1" y="2264"/>
                  </a:lnTo>
                  <a:lnTo>
                    <a:pt x="1" y="12779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8" name="Google Shape;1091;p26">
              <a:extLst>
                <a:ext uri="{FF2B5EF4-FFF2-40B4-BE49-F238E27FC236}">
                  <a16:creationId xmlns:a16="http://schemas.microsoft.com/office/drawing/2014/main" id="{AE266A8B-F1D4-4880-716C-DB6248CF4CC1}"/>
                </a:ext>
              </a:extLst>
            </p:cNvPr>
            <p:cNvSpPr/>
            <p:nvPr/>
          </p:nvSpPr>
          <p:spPr>
            <a:xfrm>
              <a:off x="1656475" y="2370000"/>
              <a:ext cx="25" cy="264000"/>
            </a:xfrm>
            <a:custGeom>
              <a:avLst/>
              <a:gdLst/>
              <a:ahLst/>
              <a:cxnLst/>
              <a:rect l="l" t="t" r="r" b="b"/>
              <a:pathLst>
                <a:path w="1" h="10560" fill="none" extrusionOk="0">
                  <a:moveTo>
                    <a:pt x="1" y="0"/>
                  </a:moveTo>
                  <a:lnTo>
                    <a:pt x="1" y="1056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9" name="Google Shape;1092;p26">
              <a:extLst>
                <a:ext uri="{FF2B5EF4-FFF2-40B4-BE49-F238E27FC236}">
                  <a16:creationId xmlns:a16="http://schemas.microsoft.com/office/drawing/2014/main" id="{0244A922-9A42-2861-7634-5AFF6DF7E4F2}"/>
                </a:ext>
              </a:extLst>
            </p:cNvPr>
            <p:cNvSpPr/>
            <p:nvPr/>
          </p:nvSpPr>
          <p:spPr>
            <a:xfrm>
              <a:off x="2145625" y="2032800"/>
              <a:ext cx="98750" cy="358300"/>
            </a:xfrm>
            <a:custGeom>
              <a:avLst/>
              <a:gdLst/>
              <a:ahLst/>
              <a:cxnLst/>
              <a:rect l="l" t="t" r="r" b="b"/>
              <a:pathLst>
                <a:path w="3950" h="14332" fill="none" extrusionOk="0">
                  <a:moveTo>
                    <a:pt x="3950" y="0"/>
                  </a:moveTo>
                  <a:lnTo>
                    <a:pt x="1" y="2529"/>
                  </a:lnTo>
                  <a:lnTo>
                    <a:pt x="1" y="14331"/>
                  </a:lnTo>
                  <a:lnTo>
                    <a:pt x="3950" y="12335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0" name="Google Shape;1093;p26">
              <a:extLst>
                <a:ext uri="{FF2B5EF4-FFF2-40B4-BE49-F238E27FC236}">
                  <a16:creationId xmlns:a16="http://schemas.microsoft.com/office/drawing/2014/main" id="{AA24545D-B1FD-028F-FDAC-CCF1D08BCC41}"/>
                </a:ext>
              </a:extLst>
            </p:cNvPr>
            <p:cNvSpPr/>
            <p:nvPr/>
          </p:nvSpPr>
          <p:spPr>
            <a:xfrm>
              <a:off x="2019175" y="2108225"/>
              <a:ext cx="103200" cy="339450"/>
            </a:xfrm>
            <a:custGeom>
              <a:avLst/>
              <a:gdLst/>
              <a:ahLst/>
              <a:cxnLst/>
              <a:rect l="l" t="t" r="r" b="b"/>
              <a:pathLst>
                <a:path w="4128" h="13578" fill="none" extrusionOk="0">
                  <a:moveTo>
                    <a:pt x="4127" y="0"/>
                  </a:moveTo>
                  <a:lnTo>
                    <a:pt x="4127" y="11758"/>
                  </a:lnTo>
                  <a:lnTo>
                    <a:pt x="1" y="13577"/>
                  </a:lnTo>
                  <a:lnTo>
                    <a:pt x="1" y="2529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1" name="Google Shape;1094;p26">
              <a:extLst>
                <a:ext uri="{FF2B5EF4-FFF2-40B4-BE49-F238E27FC236}">
                  <a16:creationId xmlns:a16="http://schemas.microsoft.com/office/drawing/2014/main" id="{BF23037F-8D41-FB31-6ECF-491D9E6E3F21}"/>
                </a:ext>
              </a:extLst>
            </p:cNvPr>
            <p:cNvSpPr/>
            <p:nvPr/>
          </p:nvSpPr>
          <p:spPr>
            <a:xfrm>
              <a:off x="2035825" y="2161475"/>
              <a:ext cx="25" cy="279525"/>
            </a:xfrm>
            <a:custGeom>
              <a:avLst/>
              <a:gdLst/>
              <a:ahLst/>
              <a:cxnLst/>
              <a:rect l="l" t="t" r="r" b="b"/>
              <a:pathLst>
                <a:path w="1" h="11181" fill="none" extrusionOk="0">
                  <a:moveTo>
                    <a:pt x="0" y="0"/>
                  </a:moveTo>
                  <a:lnTo>
                    <a:pt x="0" y="1118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2" name="Google Shape;1095;p26">
              <a:extLst>
                <a:ext uri="{FF2B5EF4-FFF2-40B4-BE49-F238E27FC236}">
                  <a16:creationId xmlns:a16="http://schemas.microsoft.com/office/drawing/2014/main" id="{772F0C15-7EC4-1D7E-F261-4AB8FC214038}"/>
                </a:ext>
              </a:extLst>
            </p:cNvPr>
            <p:cNvSpPr/>
            <p:nvPr/>
          </p:nvSpPr>
          <p:spPr>
            <a:xfrm>
              <a:off x="2164500" y="2083825"/>
              <a:ext cx="25" cy="298400"/>
            </a:xfrm>
            <a:custGeom>
              <a:avLst/>
              <a:gdLst/>
              <a:ahLst/>
              <a:cxnLst/>
              <a:rect l="l" t="t" r="r" b="b"/>
              <a:pathLst>
                <a:path w="1" h="11936" fill="none" extrusionOk="0">
                  <a:moveTo>
                    <a:pt x="0" y="0"/>
                  </a:moveTo>
                  <a:lnTo>
                    <a:pt x="0" y="11935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3" name="Google Shape;1096;p26">
              <a:extLst>
                <a:ext uri="{FF2B5EF4-FFF2-40B4-BE49-F238E27FC236}">
                  <a16:creationId xmlns:a16="http://schemas.microsoft.com/office/drawing/2014/main" id="{7DF48079-A6A3-266C-C5FA-8153FECCB3BF}"/>
                </a:ext>
              </a:extLst>
            </p:cNvPr>
            <p:cNvSpPr/>
            <p:nvPr/>
          </p:nvSpPr>
          <p:spPr>
            <a:xfrm>
              <a:off x="2361925" y="1889700"/>
              <a:ext cx="133125" cy="388250"/>
            </a:xfrm>
            <a:custGeom>
              <a:avLst/>
              <a:gdLst/>
              <a:ahLst/>
              <a:cxnLst/>
              <a:rect l="l" t="t" r="r" b="b"/>
              <a:pathLst>
                <a:path w="5325" h="15530" fill="none" extrusionOk="0">
                  <a:moveTo>
                    <a:pt x="5059" y="1"/>
                  </a:moveTo>
                  <a:lnTo>
                    <a:pt x="1" y="3107"/>
                  </a:lnTo>
                  <a:lnTo>
                    <a:pt x="1" y="15530"/>
                  </a:lnTo>
                  <a:lnTo>
                    <a:pt x="5325" y="12601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4" name="Google Shape;1097;p26">
              <a:extLst>
                <a:ext uri="{FF2B5EF4-FFF2-40B4-BE49-F238E27FC236}">
                  <a16:creationId xmlns:a16="http://schemas.microsoft.com/office/drawing/2014/main" id="{F0D4F01F-0E98-A362-876E-505CCBE7D3B2}"/>
                </a:ext>
              </a:extLst>
            </p:cNvPr>
            <p:cNvSpPr/>
            <p:nvPr/>
          </p:nvSpPr>
          <p:spPr>
            <a:xfrm>
              <a:off x="2521650" y="1781000"/>
              <a:ext cx="139775" cy="410450"/>
            </a:xfrm>
            <a:custGeom>
              <a:avLst/>
              <a:gdLst/>
              <a:ahLst/>
              <a:cxnLst/>
              <a:rect l="l" t="t" r="r" b="b"/>
              <a:pathLst>
                <a:path w="5591" h="16418" fill="none" extrusionOk="0">
                  <a:moveTo>
                    <a:pt x="5591" y="13577"/>
                  </a:moveTo>
                  <a:lnTo>
                    <a:pt x="1" y="16417"/>
                  </a:lnTo>
                  <a:lnTo>
                    <a:pt x="1" y="3506"/>
                  </a:lnTo>
                  <a:lnTo>
                    <a:pt x="5591" y="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5" name="Google Shape;1098;p26">
              <a:extLst>
                <a:ext uri="{FF2B5EF4-FFF2-40B4-BE49-F238E27FC236}">
                  <a16:creationId xmlns:a16="http://schemas.microsoft.com/office/drawing/2014/main" id="{749648C4-C065-63BE-C25D-324EDBD9CEE3}"/>
                </a:ext>
              </a:extLst>
            </p:cNvPr>
            <p:cNvSpPr/>
            <p:nvPr/>
          </p:nvSpPr>
          <p:spPr>
            <a:xfrm>
              <a:off x="2377450" y="1958475"/>
              <a:ext cx="25" cy="309500"/>
            </a:xfrm>
            <a:custGeom>
              <a:avLst/>
              <a:gdLst/>
              <a:ahLst/>
              <a:cxnLst/>
              <a:rect l="l" t="t" r="r" b="b"/>
              <a:pathLst>
                <a:path w="1" h="12380" fill="none" extrusionOk="0">
                  <a:moveTo>
                    <a:pt x="1" y="1"/>
                  </a:moveTo>
                  <a:lnTo>
                    <a:pt x="1" y="12379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6" name="Google Shape;1099;p26">
              <a:extLst>
                <a:ext uri="{FF2B5EF4-FFF2-40B4-BE49-F238E27FC236}">
                  <a16:creationId xmlns:a16="http://schemas.microsoft.com/office/drawing/2014/main" id="{B0DB7C27-92FF-DFF8-B3EC-5F3881B90D58}"/>
                </a:ext>
              </a:extLst>
            </p:cNvPr>
            <p:cNvSpPr/>
            <p:nvPr/>
          </p:nvSpPr>
          <p:spPr>
            <a:xfrm>
              <a:off x="2539400" y="1857550"/>
              <a:ext cx="25" cy="323900"/>
            </a:xfrm>
            <a:custGeom>
              <a:avLst/>
              <a:gdLst/>
              <a:ahLst/>
              <a:cxnLst/>
              <a:rect l="l" t="t" r="r" b="b"/>
              <a:pathLst>
                <a:path w="1" h="12956" fill="none" extrusionOk="0">
                  <a:moveTo>
                    <a:pt x="0" y="0"/>
                  </a:moveTo>
                  <a:lnTo>
                    <a:pt x="0" y="12956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7" name="Google Shape;1100;p26">
              <a:extLst>
                <a:ext uri="{FF2B5EF4-FFF2-40B4-BE49-F238E27FC236}">
                  <a16:creationId xmlns:a16="http://schemas.microsoft.com/office/drawing/2014/main" id="{8EF39870-6D0D-DC64-444D-6709A58017D5}"/>
                </a:ext>
              </a:extLst>
            </p:cNvPr>
            <p:cNvSpPr/>
            <p:nvPr/>
          </p:nvSpPr>
          <p:spPr>
            <a:xfrm>
              <a:off x="2796725" y="1619075"/>
              <a:ext cx="127600" cy="430375"/>
            </a:xfrm>
            <a:custGeom>
              <a:avLst/>
              <a:gdLst/>
              <a:ahLst/>
              <a:cxnLst/>
              <a:rect l="l" t="t" r="r" b="b"/>
              <a:pathLst>
                <a:path w="5104" h="17215" fill="none" extrusionOk="0">
                  <a:moveTo>
                    <a:pt x="1" y="3283"/>
                  </a:moveTo>
                  <a:lnTo>
                    <a:pt x="1" y="17215"/>
                  </a:lnTo>
                  <a:lnTo>
                    <a:pt x="5103" y="14420"/>
                  </a:lnTo>
                  <a:lnTo>
                    <a:pt x="5103" y="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8" name="Google Shape;1101;p26">
              <a:extLst>
                <a:ext uri="{FF2B5EF4-FFF2-40B4-BE49-F238E27FC236}">
                  <a16:creationId xmlns:a16="http://schemas.microsoft.com/office/drawing/2014/main" id="{0F2309DB-B924-2529-C16D-113172C31650}"/>
                </a:ext>
              </a:extLst>
            </p:cNvPr>
            <p:cNvSpPr/>
            <p:nvPr/>
          </p:nvSpPr>
          <p:spPr>
            <a:xfrm>
              <a:off x="2964225" y="1484850"/>
              <a:ext cx="157525" cy="471450"/>
            </a:xfrm>
            <a:custGeom>
              <a:avLst/>
              <a:gdLst/>
              <a:ahLst/>
              <a:cxnLst/>
              <a:rect l="l" t="t" r="r" b="b"/>
              <a:pathLst>
                <a:path w="6301" h="18858" fill="none" extrusionOk="0">
                  <a:moveTo>
                    <a:pt x="6301" y="15263"/>
                  </a:moveTo>
                  <a:lnTo>
                    <a:pt x="0" y="18857"/>
                  </a:lnTo>
                  <a:lnTo>
                    <a:pt x="0" y="4260"/>
                  </a:lnTo>
                  <a:lnTo>
                    <a:pt x="6301" y="1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9" name="Google Shape;1102;p26">
              <a:extLst>
                <a:ext uri="{FF2B5EF4-FFF2-40B4-BE49-F238E27FC236}">
                  <a16:creationId xmlns:a16="http://schemas.microsoft.com/office/drawing/2014/main" id="{0C032F1A-D9EC-B244-AEE8-5856E12C6891}"/>
                </a:ext>
              </a:extLst>
            </p:cNvPr>
            <p:cNvSpPr/>
            <p:nvPr/>
          </p:nvSpPr>
          <p:spPr>
            <a:xfrm>
              <a:off x="2812275" y="1691175"/>
              <a:ext cx="25" cy="352750"/>
            </a:xfrm>
            <a:custGeom>
              <a:avLst/>
              <a:gdLst/>
              <a:ahLst/>
              <a:cxnLst/>
              <a:rect l="l" t="t" r="r" b="b"/>
              <a:pathLst>
                <a:path w="1" h="14110" fill="none" extrusionOk="0">
                  <a:moveTo>
                    <a:pt x="0" y="0"/>
                  </a:moveTo>
                  <a:lnTo>
                    <a:pt x="0" y="14109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0" name="Google Shape;1103;p26">
              <a:extLst>
                <a:ext uri="{FF2B5EF4-FFF2-40B4-BE49-F238E27FC236}">
                  <a16:creationId xmlns:a16="http://schemas.microsoft.com/office/drawing/2014/main" id="{240B398A-BA39-BD7D-B151-1190FFF37758}"/>
                </a:ext>
              </a:extLst>
            </p:cNvPr>
            <p:cNvSpPr/>
            <p:nvPr/>
          </p:nvSpPr>
          <p:spPr>
            <a:xfrm>
              <a:off x="2978650" y="1582475"/>
              <a:ext cx="25" cy="363825"/>
            </a:xfrm>
            <a:custGeom>
              <a:avLst/>
              <a:gdLst/>
              <a:ahLst/>
              <a:cxnLst/>
              <a:rect l="l" t="t" r="r" b="b"/>
              <a:pathLst>
                <a:path w="1" h="14553" fill="none" extrusionOk="0">
                  <a:moveTo>
                    <a:pt x="0" y="0"/>
                  </a:moveTo>
                  <a:lnTo>
                    <a:pt x="0" y="14553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1" name="Google Shape;1104;p26">
              <a:extLst>
                <a:ext uri="{FF2B5EF4-FFF2-40B4-BE49-F238E27FC236}">
                  <a16:creationId xmlns:a16="http://schemas.microsoft.com/office/drawing/2014/main" id="{EA3FB915-3D4B-698A-5A5F-6AAE9F6D6785}"/>
                </a:ext>
              </a:extLst>
            </p:cNvPr>
            <p:cNvSpPr/>
            <p:nvPr/>
          </p:nvSpPr>
          <p:spPr>
            <a:xfrm>
              <a:off x="1806225" y="2638425"/>
              <a:ext cx="97625" cy="320575"/>
            </a:xfrm>
            <a:custGeom>
              <a:avLst/>
              <a:gdLst/>
              <a:ahLst/>
              <a:cxnLst/>
              <a:rect l="l" t="t" r="r" b="b"/>
              <a:pathLst>
                <a:path w="3905" h="12823" fill="none" extrusionOk="0">
                  <a:moveTo>
                    <a:pt x="3905" y="0"/>
                  </a:moveTo>
                  <a:lnTo>
                    <a:pt x="0" y="1953"/>
                  </a:lnTo>
                  <a:lnTo>
                    <a:pt x="0" y="12823"/>
                  </a:lnTo>
                  <a:lnTo>
                    <a:pt x="3905" y="11403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2" name="Google Shape;1105;p26">
              <a:extLst>
                <a:ext uri="{FF2B5EF4-FFF2-40B4-BE49-F238E27FC236}">
                  <a16:creationId xmlns:a16="http://schemas.microsoft.com/office/drawing/2014/main" id="{A6C67175-4E25-DDB4-C55F-E76F88671917}"/>
                </a:ext>
              </a:extLst>
            </p:cNvPr>
            <p:cNvSpPr/>
            <p:nvPr/>
          </p:nvSpPr>
          <p:spPr>
            <a:xfrm>
              <a:off x="1636500" y="2709400"/>
              <a:ext cx="108750" cy="306175"/>
            </a:xfrm>
            <a:custGeom>
              <a:avLst/>
              <a:gdLst/>
              <a:ahLst/>
              <a:cxnLst/>
              <a:rect l="l" t="t" r="r" b="b"/>
              <a:pathLst>
                <a:path w="4350" h="12247" fill="none" extrusionOk="0">
                  <a:moveTo>
                    <a:pt x="4349" y="10782"/>
                  </a:moveTo>
                  <a:lnTo>
                    <a:pt x="4349" y="1"/>
                  </a:lnTo>
                  <a:lnTo>
                    <a:pt x="1" y="1731"/>
                  </a:lnTo>
                  <a:lnTo>
                    <a:pt x="1" y="12246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3" name="Google Shape;1106;p26">
              <a:extLst>
                <a:ext uri="{FF2B5EF4-FFF2-40B4-BE49-F238E27FC236}">
                  <a16:creationId xmlns:a16="http://schemas.microsoft.com/office/drawing/2014/main" id="{7266EB4D-3157-668C-96D8-70738E74D125}"/>
                </a:ext>
              </a:extLst>
            </p:cNvPr>
            <p:cNvSpPr/>
            <p:nvPr/>
          </p:nvSpPr>
          <p:spPr>
            <a:xfrm>
              <a:off x="1656475" y="2744900"/>
              <a:ext cx="25" cy="265125"/>
            </a:xfrm>
            <a:custGeom>
              <a:avLst/>
              <a:gdLst/>
              <a:ahLst/>
              <a:cxnLst/>
              <a:rect l="l" t="t" r="r" b="b"/>
              <a:pathLst>
                <a:path w="1" h="10605" fill="none" extrusionOk="0">
                  <a:moveTo>
                    <a:pt x="1" y="1"/>
                  </a:moveTo>
                  <a:lnTo>
                    <a:pt x="1" y="10605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4" name="Google Shape;1107;p26">
              <a:extLst>
                <a:ext uri="{FF2B5EF4-FFF2-40B4-BE49-F238E27FC236}">
                  <a16:creationId xmlns:a16="http://schemas.microsoft.com/office/drawing/2014/main" id="{8B63843B-32E7-7124-8383-D37D27009DD9}"/>
                </a:ext>
              </a:extLst>
            </p:cNvPr>
            <p:cNvSpPr/>
            <p:nvPr/>
          </p:nvSpPr>
          <p:spPr>
            <a:xfrm>
              <a:off x="2145625" y="2478700"/>
              <a:ext cx="98750" cy="347200"/>
            </a:xfrm>
            <a:custGeom>
              <a:avLst/>
              <a:gdLst/>
              <a:ahLst/>
              <a:cxnLst/>
              <a:rect l="l" t="t" r="r" b="b"/>
              <a:pathLst>
                <a:path w="3950" h="13888" fill="none" extrusionOk="0">
                  <a:moveTo>
                    <a:pt x="3950" y="0"/>
                  </a:moveTo>
                  <a:lnTo>
                    <a:pt x="1" y="2041"/>
                  </a:lnTo>
                  <a:lnTo>
                    <a:pt x="1" y="13888"/>
                  </a:lnTo>
                  <a:lnTo>
                    <a:pt x="3950" y="12335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5" name="Google Shape;1108;p26">
              <a:extLst>
                <a:ext uri="{FF2B5EF4-FFF2-40B4-BE49-F238E27FC236}">
                  <a16:creationId xmlns:a16="http://schemas.microsoft.com/office/drawing/2014/main" id="{7B95C640-5C21-93FA-566B-6CAB23444F2E}"/>
                </a:ext>
              </a:extLst>
            </p:cNvPr>
            <p:cNvSpPr/>
            <p:nvPr/>
          </p:nvSpPr>
          <p:spPr>
            <a:xfrm>
              <a:off x="2019175" y="2539700"/>
              <a:ext cx="103200" cy="327250"/>
            </a:xfrm>
            <a:custGeom>
              <a:avLst/>
              <a:gdLst/>
              <a:ahLst/>
              <a:cxnLst/>
              <a:rect l="l" t="t" r="r" b="b"/>
              <a:pathLst>
                <a:path w="4128" h="13090" fill="none" extrusionOk="0">
                  <a:moveTo>
                    <a:pt x="4127" y="1"/>
                  </a:moveTo>
                  <a:lnTo>
                    <a:pt x="4127" y="11758"/>
                  </a:lnTo>
                  <a:lnTo>
                    <a:pt x="1" y="13089"/>
                  </a:lnTo>
                  <a:lnTo>
                    <a:pt x="1" y="2042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6" name="Google Shape;1109;p26">
              <a:extLst>
                <a:ext uri="{FF2B5EF4-FFF2-40B4-BE49-F238E27FC236}">
                  <a16:creationId xmlns:a16="http://schemas.microsoft.com/office/drawing/2014/main" id="{A073554B-1244-D56D-6F4B-2777B9CC633C}"/>
                </a:ext>
              </a:extLst>
            </p:cNvPr>
            <p:cNvSpPr/>
            <p:nvPr/>
          </p:nvSpPr>
          <p:spPr>
            <a:xfrm>
              <a:off x="2035825" y="2581850"/>
              <a:ext cx="25" cy="279550"/>
            </a:xfrm>
            <a:custGeom>
              <a:avLst/>
              <a:gdLst/>
              <a:ahLst/>
              <a:cxnLst/>
              <a:rect l="l" t="t" r="r" b="b"/>
              <a:pathLst>
                <a:path w="1" h="11182" fill="none" extrusionOk="0">
                  <a:moveTo>
                    <a:pt x="0" y="1"/>
                  </a:moveTo>
                  <a:lnTo>
                    <a:pt x="0" y="1118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7" name="Google Shape;1110;p26">
              <a:extLst>
                <a:ext uri="{FF2B5EF4-FFF2-40B4-BE49-F238E27FC236}">
                  <a16:creationId xmlns:a16="http://schemas.microsoft.com/office/drawing/2014/main" id="{55F80A55-ED0E-D5B5-049B-837AD9496FA1}"/>
                </a:ext>
              </a:extLst>
            </p:cNvPr>
            <p:cNvSpPr/>
            <p:nvPr/>
          </p:nvSpPr>
          <p:spPr>
            <a:xfrm>
              <a:off x="2164500" y="2519725"/>
              <a:ext cx="25" cy="298400"/>
            </a:xfrm>
            <a:custGeom>
              <a:avLst/>
              <a:gdLst/>
              <a:ahLst/>
              <a:cxnLst/>
              <a:rect l="l" t="t" r="r" b="b"/>
              <a:pathLst>
                <a:path w="1" h="11936" fill="none" extrusionOk="0">
                  <a:moveTo>
                    <a:pt x="0" y="1"/>
                  </a:moveTo>
                  <a:lnTo>
                    <a:pt x="0" y="11936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8" name="Google Shape;1111;p26">
              <a:extLst>
                <a:ext uri="{FF2B5EF4-FFF2-40B4-BE49-F238E27FC236}">
                  <a16:creationId xmlns:a16="http://schemas.microsoft.com/office/drawing/2014/main" id="{938BFF72-9572-E1C2-402E-672153E32D0B}"/>
                </a:ext>
              </a:extLst>
            </p:cNvPr>
            <p:cNvSpPr/>
            <p:nvPr/>
          </p:nvSpPr>
          <p:spPr>
            <a:xfrm>
              <a:off x="2361925" y="2364450"/>
              <a:ext cx="133125" cy="373825"/>
            </a:xfrm>
            <a:custGeom>
              <a:avLst/>
              <a:gdLst/>
              <a:ahLst/>
              <a:cxnLst/>
              <a:rect l="l" t="t" r="r" b="b"/>
              <a:pathLst>
                <a:path w="5325" h="14953" fill="none" extrusionOk="0">
                  <a:moveTo>
                    <a:pt x="5059" y="0"/>
                  </a:moveTo>
                  <a:lnTo>
                    <a:pt x="1" y="2529"/>
                  </a:lnTo>
                  <a:lnTo>
                    <a:pt x="1" y="14952"/>
                  </a:lnTo>
                  <a:lnTo>
                    <a:pt x="5325" y="12645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9" name="Google Shape;1112;p26">
              <a:extLst>
                <a:ext uri="{FF2B5EF4-FFF2-40B4-BE49-F238E27FC236}">
                  <a16:creationId xmlns:a16="http://schemas.microsoft.com/office/drawing/2014/main" id="{9B42CFC9-A1C8-7426-870F-663000C34289}"/>
                </a:ext>
              </a:extLst>
            </p:cNvPr>
            <p:cNvSpPr/>
            <p:nvPr/>
          </p:nvSpPr>
          <p:spPr>
            <a:xfrm>
              <a:off x="2521650" y="2276825"/>
              <a:ext cx="139775" cy="393775"/>
            </a:xfrm>
            <a:custGeom>
              <a:avLst/>
              <a:gdLst/>
              <a:ahLst/>
              <a:cxnLst/>
              <a:rect l="l" t="t" r="r" b="b"/>
              <a:pathLst>
                <a:path w="5591" h="15751" fill="none" extrusionOk="0">
                  <a:moveTo>
                    <a:pt x="5591" y="13577"/>
                  </a:moveTo>
                  <a:lnTo>
                    <a:pt x="1" y="15751"/>
                  </a:lnTo>
                  <a:lnTo>
                    <a:pt x="1" y="2840"/>
                  </a:lnTo>
                  <a:lnTo>
                    <a:pt x="5591" y="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0" name="Google Shape;1113;p26">
              <a:extLst>
                <a:ext uri="{FF2B5EF4-FFF2-40B4-BE49-F238E27FC236}">
                  <a16:creationId xmlns:a16="http://schemas.microsoft.com/office/drawing/2014/main" id="{BCEE1FDC-AC6B-6468-DE71-A360E23DE9C0}"/>
                </a:ext>
              </a:extLst>
            </p:cNvPr>
            <p:cNvSpPr/>
            <p:nvPr/>
          </p:nvSpPr>
          <p:spPr>
            <a:xfrm>
              <a:off x="2377450" y="2419900"/>
              <a:ext cx="25" cy="309500"/>
            </a:xfrm>
            <a:custGeom>
              <a:avLst/>
              <a:gdLst/>
              <a:ahLst/>
              <a:cxnLst/>
              <a:rect l="l" t="t" r="r" b="b"/>
              <a:pathLst>
                <a:path w="1" h="12380" fill="none" extrusionOk="0">
                  <a:moveTo>
                    <a:pt x="1" y="1"/>
                  </a:moveTo>
                  <a:lnTo>
                    <a:pt x="1" y="1238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1" name="Google Shape;1114;p26">
              <a:extLst>
                <a:ext uri="{FF2B5EF4-FFF2-40B4-BE49-F238E27FC236}">
                  <a16:creationId xmlns:a16="http://schemas.microsoft.com/office/drawing/2014/main" id="{B89EA5E7-85F5-BC7A-0384-364F5E683A92}"/>
                </a:ext>
              </a:extLst>
            </p:cNvPr>
            <p:cNvSpPr/>
            <p:nvPr/>
          </p:nvSpPr>
          <p:spPr>
            <a:xfrm>
              <a:off x="2539400" y="2338925"/>
              <a:ext cx="25" cy="323925"/>
            </a:xfrm>
            <a:custGeom>
              <a:avLst/>
              <a:gdLst/>
              <a:ahLst/>
              <a:cxnLst/>
              <a:rect l="l" t="t" r="r" b="b"/>
              <a:pathLst>
                <a:path w="1" h="12957" fill="none" extrusionOk="0">
                  <a:moveTo>
                    <a:pt x="0" y="1"/>
                  </a:moveTo>
                  <a:lnTo>
                    <a:pt x="0" y="12956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2" name="Google Shape;1115;p26">
              <a:extLst>
                <a:ext uri="{FF2B5EF4-FFF2-40B4-BE49-F238E27FC236}">
                  <a16:creationId xmlns:a16="http://schemas.microsoft.com/office/drawing/2014/main" id="{97EC02F3-5873-80B3-0FA0-C91660E577DF}"/>
                </a:ext>
              </a:extLst>
            </p:cNvPr>
            <p:cNvSpPr/>
            <p:nvPr/>
          </p:nvSpPr>
          <p:spPr>
            <a:xfrm>
              <a:off x="2796725" y="2145925"/>
              <a:ext cx="127600" cy="415975"/>
            </a:xfrm>
            <a:custGeom>
              <a:avLst/>
              <a:gdLst/>
              <a:ahLst/>
              <a:cxnLst/>
              <a:rect l="l" t="t" r="r" b="b"/>
              <a:pathLst>
                <a:path w="5104" h="16639" fill="none" extrusionOk="0">
                  <a:moveTo>
                    <a:pt x="1" y="2663"/>
                  </a:moveTo>
                  <a:lnTo>
                    <a:pt x="1" y="16639"/>
                  </a:lnTo>
                  <a:lnTo>
                    <a:pt x="5103" y="14421"/>
                  </a:lnTo>
                  <a:lnTo>
                    <a:pt x="5103" y="1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3" name="Google Shape;1116;p26">
              <a:extLst>
                <a:ext uri="{FF2B5EF4-FFF2-40B4-BE49-F238E27FC236}">
                  <a16:creationId xmlns:a16="http://schemas.microsoft.com/office/drawing/2014/main" id="{2775A590-2E94-CF00-04F0-4F97E46C8C77}"/>
                </a:ext>
              </a:extLst>
            </p:cNvPr>
            <p:cNvSpPr/>
            <p:nvPr/>
          </p:nvSpPr>
          <p:spPr>
            <a:xfrm>
              <a:off x="2964225" y="2035025"/>
              <a:ext cx="157525" cy="453675"/>
            </a:xfrm>
            <a:custGeom>
              <a:avLst/>
              <a:gdLst/>
              <a:ahLst/>
              <a:cxnLst/>
              <a:rect l="l" t="t" r="r" b="b"/>
              <a:pathLst>
                <a:path w="6301" h="18147" fill="none" extrusionOk="0">
                  <a:moveTo>
                    <a:pt x="6301" y="15307"/>
                  </a:moveTo>
                  <a:lnTo>
                    <a:pt x="0" y="18147"/>
                  </a:lnTo>
                  <a:lnTo>
                    <a:pt x="0" y="3550"/>
                  </a:lnTo>
                  <a:lnTo>
                    <a:pt x="6301" y="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4" name="Google Shape;1117;p26">
              <a:extLst>
                <a:ext uri="{FF2B5EF4-FFF2-40B4-BE49-F238E27FC236}">
                  <a16:creationId xmlns:a16="http://schemas.microsoft.com/office/drawing/2014/main" id="{60E84451-B9A1-E9EC-7FA2-1EACF71F3C63}"/>
                </a:ext>
              </a:extLst>
            </p:cNvPr>
            <p:cNvSpPr/>
            <p:nvPr/>
          </p:nvSpPr>
          <p:spPr>
            <a:xfrm>
              <a:off x="2812275" y="2204725"/>
              <a:ext cx="25" cy="352750"/>
            </a:xfrm>
            <a:custGeom>
              <a:avLst/>
              <a:gdLst/>
              <a:ahLst/>
              <a:cxnLst/>
              <a:rect l="l" t="t" r="r" b="b"/>
              <a:pathLst>
                <a:path w="1" h="14110" fill="none" extrusionOk="0">
                  <a:moveTo>
                    <a:pt x="0" y="0"/>
                  </a:moveTo>
                  <a:lnTo>
                    <a:pt x="0" y="14109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5" name="Google Shape;1118;p26">
              <a:extLst>
                <a:ext uri="{FF2B5EF4-FFF2-40B4-BE49-F238E27FC236}">
                  <a16:creationId xmlns:a16="http://schemas.microsoft.com/office/drawing/2014/main" id="{06D22EE8-3541-36BD-5272-9FCFCA3230E5}"/>
                </a:ext>
              </a:extLst>
            </p:cNvPr>
            <p:cNvSpPr/>
            <p:nvPr/>
          </p:nvSpPr>
          <p:spPr>
            <a:xfrm>
              <a:off x="2978650" y="2116000"/>
              <a:ext cx="25" cy="364950"/>
            </a:xfrm>
            <a:custGeom>
              <a:avLst/>
              <a:gdLst/>
              <a:ahLst/>
              <a:cxnLst/>
              <a:rect l="l" t="t" r="r" b="b"/>
              <a:pathLst>
                <a:path w="1" h="14598" fill="none" extrusionOk="0">
                  <a:moveTo>
                    <a:pt x="0" y="0"/>
                  </a:moveTo>
                  <a:lnTo>
                    <a:pt x="0" y="14597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6" name="Google Shape;1119;p26">
              <a:extLst>
                <a:ext uri="{FF2B5EF4-FFF2-40B4-BE49-F238E27FC236}">
                  <a16:creationId xmlns:a16="http://schemas.microsoft.com/office/drawing/2014/main" id="{E6E33FB4-F5B5-CB9A-EE7E-EF6FB601D8C6}"/>
                </a:ext>
              </a:extLst>
            </p:cNvPr>
            <p:cNvSpPr/>
            <p:nvPr/>
          </p:nvSpPr>
          <p:spPr>
            <a:xfrm>
              <a:off x="1806225" y="3079875"/>
              <a:ext cx="97625" cy="305050"/>
            </a:xfrm>
            <a:custGeom>
              <a:avLst/>
              <a:gdLst/>
              <a:ahLst/>
              <a:cxnLst/>
              <a:rect l="l" t="t" r="r" b="b"/>
              <a:pathLst>
                <a:path w="3905" h="12202" fill="none" extrusionOk="0">
                  <a:moveTo>
                    <a:pt x="3905" y="1"/>
                  </a:moveTo>
                  <a:lnTo>
                    <a:pt x="0" y="1332"/>
                  </a:lnTo>
                  <a:lnTo>
                    <a:pt x="0" y="12202"/>
                  </a:lnTo>
                  <a:lnTo>
                    <a:pt x="3905" y="11403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7" name="Google Shape;1120;p26">
              <a:extLst>
                <a:ext uri="{FF2B5EF4-FFF2-40B4-BE49-F238E27FC236}">
                  <a16:creationId xmlns:a16="http://schemas.microsoft.com/office/drawing/2014/main" id="{3803D199-411D-FF0F-4A7E-CE2ED821180A}"/>
                </a:ext>
              </a:extLst>
            </p:cNvPr>
            <p:cNvSpPr/>
            <p:nvPr/>
          </p:nvSpPr>
          <p:spPr>
            <a:xfrm>
              <a:off x="1636500" y="3126475"/>
              <a:ext cx="108750" cy="289525"/>
            </a:xfrm>
            <a:custGeom>
              <a:avLst/>
              <a:gdLst/>
              <a:ahLst/>
              <a:cxnLst/>
              <a:rect l="l" t="t" r="r" b="b"/>
              <a:pathLst>
                <a:path w="4350" h="11581" fill="none" extrusionOk="0">
                  <a:moveTo>
                    <a:pt x="4349" y="10782"/>
                  </a:moveTo>
                  <a:lnTo>
                    <a:pt x="4349" y="0"/>
                  </a:lnTo>
                  <a:lnTo>
                    <a:pt x="1" y="1065"/>
                  </a:lnTo>
                  <a:lnTo>
                    <a:pt x="1" y="1158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8" name="Google Shape;1121;p26">
              <a:extLst>
                <a:ext uri="{FF2B5EF4-FFF2-40B4-BE49-F238E27FC236}">
                  <a16:creationId xmlns:a16="http://schemas.microsoft.com/office/drawing/2014/main" id="{78334597-13A3-82DA-20BE-C4467D4AE1F6}"/>
                </a:ext>
              </a:extLst>
            </p:cNvPr>
            <p:cNvSpPr/>
            <p:nvPr/>
          </p:nvSpPr>
          <p:spPr>
            <a:xfrm>
              <a:off x="1656475" y="3148650"/>
              <a:ext cx="25" cy="264025"/>
            </a:xfrm>
            <a:custGeom>
              <a:avLst/>
              <a:gdLst/>
              <a:ahLst/>
              <a:cxnLst/>
              <a:rect l="l" t="t" r="r" b="b"/>
              <a:pathLst>
                <a:path w="1" h="10561" fill="none" extrusionOk="0">
                  <a:moveTo>
                    <a:pt x="1" y="1"/>
                  </a:moveTo>
                  <a:lnTo>
                    <a:pt x="1" y="1056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9" name="Google Shape;1122;p26">
              <a:extLst>
                <a:ext uri="{FF2B5EF4-FFF2-40B4-BE49-F238E27FC236}">
                  <a16:creationId xmlns:a16="http://schemas.microsoft.com/office/drawing/2014/main" id="{1BE2CC9C-8D1A-20D6-670B-1D40386076F7}"/>
                </a:ext>
              </a:extLst>
            </p:cNvPr>
            <p:cNvSpPr/>
            <p:nvPr/>
          </p:nvSpPr>
          <p:spPr>
            <a:xfrm>
              <a:off x="2145625" y="2974500"/>
              <a:ext cx="98750" cy="330575"/>
            </a:xfrm>
            <a:custGeom>
              <a:avLst/>
              <a:gdLst/>
              <a:ahLst/>
              <a:cxnLst/>
              <a:rect l="l" t="t" r="r" b="b"/>
              <a:pathLst>
                <a:path w="3950" h="13223" fill="none" extrusionOk="0">
                  <a:moveTo>
                    <a:pt x="3950" y="1"/>
                  </a:moveTo>
                  <a:lnTo>
                    <a:pt x="1" y="1421"/>
                  </a:lnTo>
                  <a:lnTo>
                    <a:pt x="1" y="13222"/>
                  </a:lnTo>
                  <a:lnTo>
                    <a:pt x="3950" y="1229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0" name="Google Shape;1123;p26">
              <a:extLst>
                <a:ext uri="{FF2B5EF4-FFF2-40B4-BE49-F238E27FC236}">
                  <a16:creationId xmlns:a16="http://schemas.microsoft.com/office/drawing/2014/main" id="{F648CE2B-39E0-70E4-06DB-BB2D80C89DAE}"/>
                </a:ext>
              </a:extLst>
            </p:cNvPr>
            <p:cNvSpPr/>
            <p:nvPr/>
          </p:nvSpPr>
          <p:spPr>
            <a:xfrm>
              <a:off x="2019175" y="3015550"/>
              <a:ext cx="103200" cy="311700"/>
            </a:xfrm>
            <a:custGeom>
              <a:avLst/>
              <a:gdLst/>
              <a:ahLst/>
              <a:cxnLst/>
              <a:rect l="l" t="t" r="r" b="b"/>
              <a:pathLst>
                <a:path w="4128" h="12468" fill="none" extrusionOk="0">
                  <a:moveTo>
                    <a:pt x="4127" y="0"/>
                  </a:moveTo>
                  <a:lnTo>
                    <a:pt x="4127" y="11758"/>
                  </a:lnTo>
                  <a:lnTo>
                    <a:pt x="1" y="12468"/>
                  </a:lnTo>
                  <a:lnTo>
                    <a:pt x="1" y="1376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1" name="Google Shape;1124;p26">
              <a:extLst>
                <a:ext uri="{FF2B5EF4-FFF2-40B4-BE49-F238E27FC236}">
                  <a16:creationId xmlns:a16="http://schemas.microsoft.com/office/drawing/2014/main" id="{700A59D0-F100-C18D-8D93-3C4D2683DE0B}"/>
                </a:ext>
              </a:extLst>
            </p:cNvPr>
            <p:cNvSpPr/>
            <p:nvPr/>
          </p:nvSpPr>
          <p:spPr>
            <a:xfrm>
              <a:off x="2035825" y="3044400"/>
              <a:ext cx="25" cy="279525"/>
            </a:xfrm>
            <a:custGeom>
              <a:avLst/>
              <a:gdLst/>
              <a:ahLst/>
              <a:cxnLst/>
              <a:rect l="l" t="t" r="r" b="b"/>
              <a:pathLst>
                <a:path w="1" h="11181" fill="none" extrusionOk="0">
                  <a:moveTo>
                    <a:pt x="0" y="0"/>
                  </a:moveTo>
                  <a:lnTo>
                    <a:pt x="0" y="1118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2" name="Google Shape;1125;p26">
              <a:extLst>
                <a:ext uri="{FF2B5EF4-FFF2-40B4-BE49-F238E27FC236}">
                  <a16:creationId xmlns:a16="http://schemas.microsoft.com/office/drawing/2014/main" id="{421EB156-FD04-0953-31DB-0D311662FE36}"/>
                </a:ext>
              </a:extLst>
            </p:cNvPr>
            <p:cNvSpPr/>
            <p:nvPr/>
          </p:nvSpPr>
          <p:spPr>
            <a:xfrm>
              <a:off x="2164500" y="3002250"/>
              <a:ext cx="25" cy="298400"/>
            </a:xfrm>
            <a:custGeom>
              <a:avLst/>
              <a:gdLst/>
              <a:ahLst/>
              <a:cxnLst/>
              <a:rect l="l" t="t" r="r" b="b"/>
              <a:pathLst>
                <a:path w="1" h="11936" fill="none" extrusionOk="0">
                  <a:moveTo>
                    <a:pt x="0" y="0"/>
                  </a:moveTo>
                  <a:lnTo>
                    <a:pt x="0" y="11935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3" name="Google Shape;1126;p26">
              <a:extLst>
                <a:ext uri="{FF2B5EF4-FFF2-40B4-BE49-F238E27FC236}">
                  <a16:creationId xmlns:a16="http://schemas.microsoft.com/office/drawing/2014/main" id="{29792FB1-86BB-7A54-BFA5-E9E149BBED8B}"/>
                </a:ext>
              </a:extLst>
            </p:cNvPr>
            <p:cNvSpPr/>
            <p:nvPr/>
          </p:nvSpPr>
          <p:spPr>
            <a:xfrm>
              <a:off x="2361925" y="2897975"/>
              <a:ext cx="133125" cy="353850"/>
            </a:xfrm>
            <a:custGeom>
              <a:avLst/>
              <a:gdLst/>
              <a:ahLst/>
              <a:cxnLst/>
              <a:rect l="l" t="t" r="r" b="b"/>
              <a:pathLst>
                <a:path w="5325" h="14154" fill="none" extrusionOk="0">
                  <a:moveTo>
                    <a:pt x="5059" y="0"/>
                  </a:moveTo>
                  <a:lnTo>
                    <a:pt x="1" y="1731"/>
                  </a:lnTo>
                  <a:lnTo>
                    <a:pt x="1" y="14154"/>
                  </a:lnTo>
                  <a:lnTo>
                    <a:pt x="5325" y="1269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4" name="Google Shape;1127;p26">
              <a:extLst>
                <a:ext uri="{FF2B5EF4-FFF2-40B4-BE49-F238E27FC236}">
                  <a16:creationId xmlns:a16="http://schemas.microsoft.com/office/drawing/2014/main" id="{18646C4D-95FA-E6FA-0B16-05141A707738}"/>
                </a:ext>
              </a:extLst>
            </p:cNvPr>
            <p:cNvSpPr/>
            <p:nvPr/>
          </p:nvSpPr>
          <p:spPr>
            <a:xfrm>
              <a:off x="2521650" y="2838075"/>
              <a:ext cx="139775" cy="370500"/>
            </a:xfrm>
            <a:custGeom>
              <a:avLst/>
              <a:gdLst/>
              <a:ahLst/>
              <a:cxnLst/>
              <a:rect l="l" t="t" r="r" b="b"/>
              <a:pathLst>
                <a:path w="5591" h="14820" fill="none" extrusionOk="0">
                  <a:moveTo>
                    <a:pt x="5591" y="13533"/>
                  </a:moveTo>
                  <a:lnTo>
                    <a:pt x="1" y="14819"/>
                  </a:lnTo>
                  <a:lnTo>
                    <a:pt x="1" y="1953"/>
                  </a:lnTo>
                  <a:lnTo>
                    <a:pt x="5591" y="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5" name="Google Shape;1128;p26">
              <a:extLst>
                <a:ext uri="{FF2B5EF4-FFF2-40B4-BE49-F238E27FC236}">
                  <a16:creationId xmlns:a16="http://schemas.microsoft.com/office/drawing/2014/main" id="{922D6BFE-E858-F4C5-49C1-7E706FDCE380}"/>
                </a:ext>
              </a:extLst>
            </p:cNvPr>
            <p:cNvSpPr/>
            <p:nvPr/>
          </p:nvSpPr>
          <p:spPr>
            <a:xfrm>
              <a:off x="2377450" y="2935675"/>
              <a:ext cx="25" cy="309500"/>
            </a:xfrm>
            <a:custGeom>
              <a:avLst/>
              <a:gdLst/>
              <a:ahLst/>
              <a:cxnLst/>
              <a:rect l="l" t="t" r="r" b="b"/>
              <a:pathLst>
                <a:path w="1" h="12380" fill="none" extrusionOk="0">
                  <a:moveTo>
                    <a:pt x="1" y="1"/>
                  </a:moveTo>
                  <a:lnTo>
                    <a:pt x="1" y="1238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6" name="Google Shape;1129;p26">
              <a:extLst>
                <a:ext uri="{FF2B5EF4-FFF2-40B4-BE49-F238E27FC236}">
                  <a16:creationId xmlns:a16="http://schemas.microsoft.com/office/drawing/2014/main" id="{A5D533E7-BBAD-48A2-B4EA-763C275F48F6}"/>
                </a:ext>
              </a:extLst>
            </p:cNvPr>
            <p:cNvSpPr/>
            <p:nvPr/>
          </p:nvSpPr>
          <p:spPr>
            <a:xfrm>
              <a:off x="2539400" y="2880225"/>
              <a:ext cx="25" cy="323900"/>
            </a:xfrm>
            <a:custGeom>
              <a:avLst/>
              <a:gdLst/>
              <a:ahLst/>
              <a:cxnLst/>
              <a:rect l="l" t="t" r="r" b="b"/>
              <a:pathLst>
                <a:path w="1" h="12956" fill="none" extrusionOk="0">
                  <a:moveTo>
                    <a:pt x="0" y="1"/>
                  </a:moveTo>
                  <a:lnTo>
                    <a:pt x="0" y="12956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" name="Google Shape;1130;p26">
              <a:extLst>
                <a:ext uri="{FF2B5EF4-FFF2-40B4-BE49-F238E27FC236}">
                  <a16:creationId xmlns:a16="http://schemas.microsoft.com/office/drawing/2014/main" id="{D798BBE0-7517-A067-447E-4E1389B8B32B}"/>
                </a:ext>
              </a:extLst>
            </p:cNvPr>
            <p:cNvSpPr/>
            <p:nvPr/>
          </p:nvSpPr>
          <p:spPr>
            <a:xfrm>
              <a:off x="2796725" y="2747125"/>
              <a:ext cx="127600" cy="396000"/>
            </a:xfrm>
            <a:custGeom>
              <a:avLst/>
              <a:gdLst/>
              <a:ahLst/>
              <a:cxnLst/>
              <a:rect l="l" t="t" r="r" b="b"/>
              <a:pathLst>
                <a:path w="5104" h="15840" fill="none" extrusionOk="0">
                  <a:moveTo>
                    <a:pt x="1" y="1864"/>
                  </a:moveTo>
                  <a:lnTo>
                    <a:pt x="1" y="15840"/>
                  </a:lnTo>
                  <a:lnTo>
                    <a:pt x="5103" y="14420"/>
                  </a:lnTo>
                  <a:lnTo>
                    <a:pt x="5103" y="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" name="Google Shape;1131;p26">
              <a:extLst>
                <a:ext uri="{FF2B5EF4-FFF2-40B4-BE49-F238E27FC236}">
                  <a16:creationId xmlns:a16="http://schemas.microsoft.com/office/drawing/2014/main" id="{61A0E21A-1B32-C17F-4906-03B8CF4D4B16}"/>
                </a:ext>
              </a:extLst>
            </p:cNvPr>
            <p:cNvSpPr/>
            <p:nvPr/>
          </p:nvSpPr>
          <p:spPr>
            <a:xfrm>
              <a:off x="2964225" y="2667250"/>
              <a:ext cx="157525" cy="429300"/>
            </a:xfrm>
            <a:custGeom>
              <a:avLst/>
              <a:gdLst/>
              <a:ahLst/>
              <a:cxnLst/>
              <a:rect l="l" t="t" r="r" b="b"/>
              <a:pathLst>
                <a:path w="6301" h="17172" fill="none" extrusionOk="0">
                  <a:moveTo>
                    <a:pt x="6301" y="15308"/>
                  </a:moveTo>
                  <a:lnTo>
                    <a:pt x="0" y="17171"/>
                  </a:lnTo>
                  <a:lnTo>
                    <a:pt x="0" y="2530"/>
                  </a:lnTo>
                  <a:lnTo>
                    <a:pt x="6301" y="1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" name="Google Shape;1132;p26">
              <a:extLst>
                <a:ext uri="{FF2B5EF4-FFF2-40B4-BE49-F238E27FC236}">
                  <a16:creationId xmlns:a16="http://schemas.microsoft.com/office/drawing/2014/main" id="{2894C376-DA75-2A8C-173E-2AF6B58DF197}"/>
                </a:ext>
              </a:extLst>
            </p:cNvPr>
            <p:cNvSpPr/>
            <p:nvPr/>
          </p:nvSpPr>
          <p:spPr>
            <a:xfrm>
              <a:off x="2812275" y="2788175"/>
              <a:ext cx="25" cy="352750"/>
            </a:xfrm>
            <a:custGeom>
              <a:avLst/>
              <a:gdLst/>
              <a:ahLst/>
              <a:cxnLst/>
              <a:rect l="l" t="t" r="r" b="b"/>
              <a:pathLst>
                <a:path w="1" h="14110" fill="none" extrusionOk="0">
                  <a:moveTo>
                    <a:pt x="0" y="0"/>
                  </a:moveTo>
                  <a:lnTo>
                    <a:pt x="0" y="14109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" name="Google Shape;1133;p26">
              <a:extLst>
                <a:ext uri="{FF2B5EF4-FFF2-40B4-BE49-F238E27FC236}">
                  <a16:creationId xmlns:a16="http://schemas.microsoft.com/office/drawing/2014/main" id="{811F1131-2FA0-B629-E5BA-244A3D2D5402}"/>
                </a:ext>
              </a:extLst>
            </p:cNvPr>
            <p:cNvSpPr/>
            <p:nvPr/>
          </p:nvSpPr>
          <p:spPr>
            <a:xfrm>
              <a:off x="2978650" y="2724950"/>
              <a:ext cx="25" cy="364950"/>
            </a:xfrm>
            <a:custGeom>
              <a:avLst/>
              <a:gdLst/>
              <a:ahLst/>
              <a:cxnLst/>
              <a:rect l="l" t="t" r="r" b="b"/>
              <a:pathLst>
                <a:path w="1" h="14598" fill="none" extrusionOk="0">
                  <a:moveTo>
                    <a:pt x="0" y="0"/>
                  </a:moveTo>
                  <a:lnTo>
                    <a:pt x="0" y="14597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" name="Google Shape;1134;p26">
              <a:extLst>
                <a:ext uri="{FF2B5EF4-FFF2-40B4-BE49-F238E27FC236}">
                  <a16:creationId xmlns:a16="http://schemas.microsoft.com/office/drawing/2014/main" id="{D19B6D8C-DF8E-BED8-1ECC-31171C6B16AE}"/>
                </a:ext>
              </a:extLst>
            </p:cNvPr>
            <p:cNvSpPr/>
            <p:nvPr/>
          </p:nvSpPr>
          <p:spPr>
            <a:xfrm>
              <a:off x="1806225" y="3480300"/>
              <a:ext cx="97625" cy="302850"/>
            </a:xfrm>
            <a:custGeom>
              <a:avLst/>
              <a:gdLst/>
              <a:ahLst/>
              <a:cxnLst/>
              <a:rect l="l" t="t" r="r" b="b"/>
              <a:pathLst>
                <a:path w="3905" h="12114" fill="none" extrusionOk="0">
                  <a:moveTo>
                    <a:pt x="3905" y="1"/>
                  </a:moveTo>
                  <a:lnTo>
                    <a:pt x="0" y="1243"/>
                  </a:lnTo>
                  <a:lnTo>
                    <a:pt x="0" y="12113"/>
                  </a:lnTo>
                  <a:lnTo>
                    <a:pt x="3905" y="11403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" name="Google Shape;1135;p26">
              <a:extLst>
                <a:ext uri="{FF2B5EF4-FFF2-40B4-BE49-F238E27FC236}">
                  <a16:creationId xmlns:a16="http://schemas.microsoft.com/office/drawing/2014/main" id="{3018302B-A6D9-064D-8A2C-14F769E39CE3}"/>
                </a:ext>
              </a:extLst>
            </p:cNvPr>
            <p:cNvSpPr/>
            <p:nvPr/>
          </p:nvSpPr>
          <p:spPr>
            <a:xfrm>
              <a:off x="1636500" y="3523550"/>
              <a:ext cx="108750" cy="286200"/>
            </a:xfrm>
            <a:custGeom>
              <a:avLst/>
              <a:gdLst/>
              <a:ahLst/>
              <a:cxnLst/>
              <a:rect l="l" t="t" r="r" b="b"/>
              <a:pathLst>
                <a:path w="4350" h="11448" fill="none" extrusionOk="0">
                  <a:moveTo>
                    <a:pt x="4349" y="10782"/>
                  </a:moveTo>
                  <a:lnTo>
                    <a:pt x="4349" y="1"/>
                  </a:lnTo>
                  <a:lnTo>
                    <a:pt x="1" y="977"/>
                  </a:lnTo>
                  <a:lnTo>
                    <a:pt x="1" y="11448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" name="Google Shape;1136;p26">
              <a:extLst>
                <a:ext uri="{FF2B5EF4-FFF2-40B4-BE49-F238E27FC236}">
                  <a16:creationId xmlns:a16="http://schemas.microsoft.com/office/drawing/2014/main" id="{54951A56-5A3F-18D5-8C18-62EE357EA36D}"/>
                </a:ext>
              </a:extLst>
            </p:cNvPr>
            <p:cNvSpPr/>
            <p:nvPr/>
          </p:nvSpPr>
          <p:spPr>
            <a:xfrm>
              <a:off x="1656475" y="3543525"/>
              <a:ext cx="25" cy="264025"/>
            </a:xfrm>
            <a:custGeom>
              <a:avLst/>
              <a:gdLst/>
              <a:ahLst/>
              <a:cxnLst/>
              <a:rect l="l" t="t" r="r" b="b"/>
              <a:pathLst>
                <a:path w="1" h="10561" fill="none" extrusionOk="0">
                  <a:moveTo>
                    <a:pt x="1" y="1"/>
                  </a:moveTo>
                  <a:lnTo>
                    <a:pt x="1" y="1056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" name="Google Shape;1137;p26">
              <a:extLst>
                <a:ext uri="{FF2B5EF4-FFF2-40B4-BE49-F238E27FC236}">
                  <a16:creationId xmlns:a16="http://schemas.microsoft.com/office/drawing/2014/main" id="{FC000CD8-8E59-3C40-0FC3-63624F13D2AF}"/>
                </a:ext>
              </a:extLst>
            </p:cNvPr>
            <p:cNvSpPr/>
            <p:nvPr/>
          </p:nvSpPr>
          <p:spPr>
            <a:xfrm>
              <a:off x="2145625" y="3413750"/>
              <a:ext cx="98750" cy="326125"/>
            </a:xfrm>
            <a:custGeom>
              <a:avLst/>
              <a:gdLst/>
              <a:ahLst/>
              <a:cxnLst/>
              <a:rect l="l" t="t" r="r" b="b"/>
              <a:pathLst>
                <a:path w="3950" h="13045" fill="none" extrusionOk="0">
                  <a:moveTo>
                    <a:pt x="3950" y="1"/>
                  </a:moveTo>
                  <a:lnTo>
                    <a:pt x="1" y="1198"/>
                  </a:lnTo>
                  <a:lnTo>
                    <a:pt x="1" y="13045"/>
                  </a:lnTo>
                  <a:lnTo>
                    <a:pt x="3950" y="1229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" name="Google Shape;1138;p26">
              <a:extLst>
                <a:ext uri="{FF2B5EF4-FFF2-40B4-BE49-F238E27FC236}">
                  <a16:creationId xmlns:a16="http://schemas.microsoft.com/office/drawing/2014/main" id="{D50200AF-88FB-8C68-6D53-EF13ACA71D7D}"/>
                </a:ext>
              </a:extLst>
            </p:cNvPr>
            <p:cNvSpPr/>
            <p:nvPr/>
          </p:nvSpPr>
          <p:spPr>
            <a:xfrm>
              <a:off x="2019175" y="3449250"/>
              <a:ext cx="103200" cy="306150"/>
            </a:xfrm>
            <a:custGeom>
              <a:avLst/>
              <a:gdLst/>
              <a:ahLst/>
              <a:cxnLst/>
              <a:rect l="l" t="t" r="r" b="b"/>
              <a:pathLst>
                <a:path w="4128" h="12246" fill="none" extrusionOk="0">
                  <a:moveTo>
                    <a:pt x="4127" y="0"/>
                  </a:moveTo>
                  <a:lnTo>
                    <a:pt x="4127" y="11758"/>
                  </a:lnTo>
                  <a:lnTo>
                    <a:pt x="1" y="12246"/>
                  </a:lnTo>
                  <a:lnTo>
                    <a:pt x="1" y="1154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" name="Google Shape;1139;p26">
              <a:extLst>
                <a:ext uri="{FF2B5EF4-FFF2-40B4-BE49-F238E27FC236}">
                  <a16:creationId xmlns:a16="http://schemas.microsoft.com/office/drawing/2014/main" id="{A473443D-706B-D316-E086-08CC83DD1EB3}"/>
                </a:ext>
              </a:extLst>
            </p:cNvPr>
            <p:cNvSpPr/>
            <p:nvPr/>
          </p:nvSpPr>
          <p:spPr>
            <a:xfrm>
              <a:off x="2035825" y="3473650"/>
              <a:ext cx="25" cy="279550"/>
            </a:xfrm>
            <a:custGeom>
              <a:avLst/>
              <a:gdLst/>
              <a:ahLst/>
              <a:cxnLst/>
              <a:rect l="l" t="t" r="r" b="b"/>
              <a:pathLst>
                <a:path w="1" h="11182" fill="none" extrusionOk="0">
                  <a:moveTo>
                    <a:pt x="0" y="0"/>
                  </a:moveTo>
                  <a:lnTo>
                    <a:pt x="0" y="1118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" name="Google Shape;1140;p26">
              <a:extLst>
                <a:ext uri="{FF2B5EF4-FFF2-40B4-BE49-F238E27FC236}">
                  <a16:creationId xmlns:a16="http://schemas.microsoft.com/office/drawing/2014/main" id="{19571AD8-BFF0-EC5E-E287-882EF554E2B0}"/>
                </a:ext>
              </a:extLst>
            </p:cNvPr>
            <p:cNvSpPr/>
            <p:nvPr/>
          </p:nvSpPr>
          <p:spPr>
            <a:xfrm>
              <a:off x="2164500" y="3438150"/>
              <a:ext cx="25" cy="297300"/>
            </a:xfrm>
            <a:custGeom>
              <a:avLst/>
              <a:gdLst/>
              <a:ahLst/>
              <a:cxnLst/>
              <a:rect l="l" t="t" r="r" b="b"/>
              <a:pathLst>
                <a:path w="1" h="11892" fill="none" extrusionOk="0">
                  <a:moveTo>
                    <a:pt x="0" y="1"/>
                  </a:moveTo>
                  <a:lnTo>
                    <a:pt x="0" y="1189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" name="Google Shape;1141;p26">
              <a:extLst>
                <a:ext uri="{FF2B5EF4-FFF2-40B4-BE49-F238E27FC236}">
                  <a16:creationId xmlns:a16="http://schemas.microsoft.com/office/drawing/2014/main" id="{4AD4F4B1-6816-056E-FD71-D6023B41C845}"/>
                </a:ext>
              </a:extLst>
            </p:cNvPr>
            <p:cNvSpPr/>
            <p:nvPr/>
          </p:nvSpPr>
          <p:spPr>
            <a:xfrm>
              <a:off x="2361925" y="3367175"/>
              <a:ext cx="133125" cy="341650"/>
            </a:xfrm>
            <a:custGeom>
              <a:avLst/>
              <a:gdLst/>
              <a:ahLst/>
              <a:cxnLst/>
              <a:rect l="l" t="t" r="r" b="b"/>
              <a:pathLst>
                <a:path w="5325" h="13666" fill="none" extrusionOk="0">
                  <a:moveTo>
                    <a:pt x="5059" y="0"/>
                  </a:moveTo>
                  <a:lnTo>
                    <a:pt x="1" y="1242"/>
                  </a:lnTo>
                  <a:lnTo>
                    <a:pt x="1" y="13665"/>
                  </a:lnTo>
                  <a:lnTo>
                    <a:pt x="5325" y="12734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" name="Google Shape;1142;p26">
              <a:extLst>
                <a:ext uri="{FF2B5EF4-FFF2-40B4-BE49-F238E27FC236}">
                  <a16:creationId xmlns:a16="http://schemas.microsoft.com/office/drawing/2014/main" id="{44FB48F5-7CF7-7779-ADB5-3B3FC23F7848}"/>
                </a:ext>
              </a:extLst>
            </p:cNvPr>
            <p:cNvSpPr/>
            <p:nvPr/>
          </p:nvSpPr>
          <p:spPr>
            <a:xfrm>
              <a:off x="2521650" y="3325025"/>
              <a:ext cx="139775" cy="357175"/>
            </a:xfrm>
            <a:custGeom>
              <a:avLst/>
              <a:gdLst/>
              <a:ahLst/>
              <a:cxnLst/>
              <a:rect l="l" t="t" r="r" b="b"/>
              <a:pathLst>
                <a:path w="5591" h="14287" fill="none" extrusionOk="0">
                  <a:moveTo>
                    <a:pt x="5591" y="13577"/>
                  </a:moveTo>
                  <a:lnTo>
                    <a:pt x="1" y="14287"/>
                  </a:lnTo>
                  <a:lnTo>
                    <a:pt x="1" y="1376"/>
                  </a:lnTo>
                  <a:lnTo>
                    <a:pt x="5591" y="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" name="Google Shape;1143;p26">
              <a:extLst>
                <a:ext uri="{FF2B5EF4-FFF2-40B4-BE49-F238E27FC236}">
                  <a16:creationId xmlns:a16="http://schemas.microsoft.com/office/drawing/2014/main" id="{13BE9CA4-19EB-0727-0226-CF5EF31729E0}"/>
                </a:ext>
              </a:extLst>
            </p:cNvPr>
            <p:cNvSpPr/>
            <p:nvPr/>
          </p:nvSpPr>
          <p:spPr>
            <a:xfrm>
              <a:off x="2377450" y="3394900"/>
              <a:ext cx="25" cy="309475"/>
            </a:xfrm>
            <a:custGeom>
              <a:avLst/>
              <a:gdLst/>
              <a:ahLst/>
              <a:cxnLst/>
              <a:rect l="l" t="t" r="r" b="b"/>
              <a:pathLst>
                <a:path w="1" h="12379" fill="none" extrusionOk="0">
                  <a:moveTo>
                    <a:pt x="1" y="0"/>
                  </a:moveTo>
                  <a:lnTo>
                    <a:pt x="1" y="12379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" name="Google Shape;1144;p26">
              <a:extLst>
                <a:ext uri="{FF2B5EF4-FFF2-40B4-BE49-F238E27FC236}">
                  <a16:creationId xmlns:a16="http://schemas.microsoft.com/office/drawing/2014/main" id="{D8BA1DF0-1ACA-62FB-3244-883C8EC76514}"/>
                </a:ext>
              </a:extLst>
            </p:cNvPr>
            <p:cNvSpPr/>
            <p:nvPr/>
          </p:nvSpPr>
          <p:spPr>
            <a:xfrm>
              <a:off x="2539400" y="3354975"/>
              <a:ext cx="25" cy="323900"/>
            </a:xfrm>
            <a:custGeom>
              <a:avLst/>
              <a:gdLst/>
              <a:ahLst/>
              <a:cxnLst/>
              <a:rect l="l" t="t" r="r" b="b"/>
              <a:pathLst>
                <a:path w="1" h="12956" fill="none" extrusionOk="0">
                  <a:moveTo>
                    <a:pt x="0" y="0"/>
                  </a:moveTo>
                  <a:lnTo>
                    <a:pt x="0" y="12956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" name="Google Shape;1145;p26">
              <a:extLst>
                <a:ext uri="{FF2B5EF4-FFF2-40B4-BE49-F238E27FC236}">
                  <a16:creationId xmlns:a16="http://schemas.microsoft.com/office/drawing/2014/main" id="{C3136F8A-4CAB-2135-2608-962B17D3B931}"/>
                </a:ext>
              </a:extLst>
            </p:cNvPr>
            <p:cNvSpPr/>
            <p:nvPr/>
          </p:nvSpPr>
          <p:spPr>
            <a:xfrm>
              <a:off x="2796725" y="3261800"/>
              <a:ext cx="127600" cy="381575"/>
            </a:xfrm>
            <a:custGeom>
              <a:avLst/>
              <a:gdLst/>
              <a:ahLst/>
              <a:cxnLst/>
              <a:rect l="l" t="t" r="r" b="b"/>
              <a:pathLst>
                <a:path w="5104" h="15263" fill="none" extrusionOk="0">
                  <a:moveTo>
                    <a:pt x="1" y="1331"/>
                  </a:moveTo>
                  <a:lnTo>
                    <a:pt x="1" y="15263"/>
                  </a:lnTo>
                  <a:lnTo>
                    <a:pt x="5103" y="14420"/>
                  </a:lnTo>
                  <a:lnTo>
                    <a:pt x="5103" y="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" name="Google Shape;1146;p26">
              <a:extLst>
                <a:ext uri="{FF2B5EF4-FFF2-40B4-BE49-F238E27FC236}">
                  <a16:creationId xmlns:a16="http://schemas.microsoft.com/office/drawing/2014/main" id="{8D842668-10BC-BFB4-B254-40F1806E458F}"/>
                </a:ext>
              </a:extLst>
            </p:cNvPr>
            <p:cNvSpPr/>
            <p:nvPr/>
          </p:nvSpPr>
          <p:spPr>
            <a:xfrm>
              <a:off x="2964225" y="3201900"/>
              <a:ext cx="157525" cy="412650"/>
            </a:xfrm>
            <a:custGeom>
              <a:avLst/>
              <a:gdLst/>
              <a:ahLst/>
              <a:cxnLst/>
              <a:rect l="l" t="t" r="r" b="b"/>
              <a:pathLst>
                <a:path w="6301" h="16506" fill="none" extrusionOk="0">
                  <a:moveTo>
                    <a:pt x="6301" y="15263"/>
                  </a:moveTo>
                  <a:lnTo>
                    <a:pt x="0" y="16505"/>
                  </a:lnTo>
                  <a:lnTo>
                    <a:pt x="0" y="1908"/>
                  </a:lnTo>
                  <a:lnTo>
                    <a:pt x="6301" y="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" name="Google Shape;1147;p26">
              <a:extLst>
                <a:ext uri="{FF2B5EF4-FFF2-40B4-BE49-F238E27FC236}">
                  <a16:creationId xmlns:a16="http://schemas.microsoft.com/office/drawing/2014/main" id="{A22CAFE6-DC32-2C68-772B-0B4933460F5E}"/>
                </a:ext>
              </a:extLst>
            </p:cNvPr>
            <p:cNvSpPr/>
            <p:nvPr/>
          </p:nvSpPr>
          <p:spPr>
            <a:xfrm>
              <a:off x="2812275" y="3290625"/>
              <a:ext cx="25" cy="352750"/>
            </a:xfrm>
            <a:custGeom>
              <a:avLst/>
              <a:gdLst/>
              <a:ahLst/>
              <a:cxnLst/>
              <a:rect l="l" t="t" r="r" b="b"/>
              <a:pathLst>
                <a:path w="1" h="14110" fill="none" extrusionOk="0">
                  <a:moveTo>
                    <a:pt x="0" y="1"/>
                  </a:moveTo>
                  <a:lnTo>
                    <a:pt x="0" y="1411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" name="Google Shape;1148;p26">
              <a:extLst>
                <a:ext uri="{FF2B5EF4-FFF2-40B4-BE49-F238E27FC236}">
                  <a16:creationId xmlns:a16="http://schemas.microsoft.com/office/drawing/2014/main" id="{7C240D25-9AF6-63AE-4063-4182DBB61C53}"/>
                </a:ext>
              </a:extLst>
            </p:cNvPr>
            <p:cNvSpPr/>
            <p:nvPr/>
          </p:nvSpPr>
          <p:spPr>
            <a:xfrm>
              <a:off x="2978650" y="3245150"/>
              <a:ext cx="25" cy="364950"/>
            </a:xfrm>
            <a:custGeom>
              <a:avLst/>
              <a:gdLst/>
              <a:ahLst/>
              <a:cxnLst/>
              <a:rect l="l" t="t" r="r" b="b"/>
              <a:pathLst>
                <a:path w="1" h="14598" fill="none" extrusionOk="0">
                  <a:moveTo>
                    <a:pt x="0" y="1"/>
                  </a:moveTo>
                  <a:lnTo>
                    <a:pt x="0" y="14598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" name="Google Shape;1149;p26">
              <a:extLst>
                <a:ext uri="{FF2B5EF4-FFF2-40B4-BE49-F238E27FC236}">
                  <a16:creationId xmlns:a16="http://schemas.microsoft.com/office/drawing/2014/main" id="{F589ED25-26C0-907D-7661-66BE358105BA}"/>
                </a:ext>
              </a:extLst>
            </p:cNvPr>
            <p:cNvSpPr/>
            <p:nvPr/>
          </p:nvSpPr>
          <p:spPr>
            <a:xfrm>
              <a:off x="4254225" y="1988425"/>
              <a:ext cx="176375" cy="404875"/>
            </a:xfrm>
            <a:custGeom>
              <a:avLst/>
              <a:gdLst/>
              <a:ahLst/>
              <a:cxnLst/>
              <a:rect l="l" t="t" r="r" b="b"/>
              <a:pathLst>
                <a:path w="7055" h="16195" fill="none" extrusionOk="0">
                  <a:moveTo>
                    <a:pt x="222" y="1"/>
                  </a:moveTo>
                  <a:lnTo>
                    <a:pt x="6966" y="4437"/>
                  </a:lnTo>
                  <a:lnTo>
                    <a:pt x="7055" y="16195"/>
                  </a:lnTo>
                  <a:lnTo>
                    <a:pt x="0" y="12158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" name="Google Shape;1150;p26">
              <a:extLst>
                <a:ext uri="{FF2B5EF4-FFF2-40B4-BE49-F238E27FC236}">
                  <a16:creationId xmlns:a16="http://schemas.microsoft.com/office/drawing/2014/main" id="{117CDF9D-5EF4-2FED-1E1A-B2E30A39F07E}"/>
                </a:ext>
              </a:extLst>
            </p:cNvPr>
            <p:cNvSpPr/>
            <p:nvPr/>
          </p:nvSpPr>
          <p:spPr>
            <a:xfrm>
              <a:off x="4034600" y="1836475"/>
              <a:ext cx="185250" cy="435925"/>
            </a:xfrm>
            <a:custGeom>
              <a:avLst/>
              <a:gdLst/>
              <a:ahLst/>
              <a:cxnLst/>
              <a:rect l="l" t="t" r="r" b="b"/>
              <a:pathLst>
                <a:path w="7410" h="17437" fill="none" extrusionOk="0">
                  <a:moveTo>
                    <a:pt x="1" y="13222"/>
                  </a:moveTo>
                  <a:lnTo>
                    <a:pt x="7410" y="17437"/>
                  </a:lnTo>
                  <a:lnTo>
                    <a:pt x="7277" y="4881"/>
                  </a:lnTo>
                  <a:lnTo>
                    <a:pt x="178" y="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" name="Google Shape;1151;p26">
              <a:extLst>
                <a:ext uri="{FF2B5EF4-FFF2-40B4-BE49-F238E27FC236}">
                  <a16:creationId xmlns:a16="http://schemas.microsoft.com/office/drawing/2014/main" id="{763E38F8-3FE4-A578-4A67-888D9928E9FD}"/>
                </a:ext>
              </a:extLst>
            </p:cNvPr>
            <p:cNvSpPr/>
            <p:nvPr/>
          </p:nvSpPr>
          <p:spPr>
            <a:xfrm>
              <a:off x="4407300" y="2086050"/>
              <a:ext cx="2225" cy="293950"/>
            </a:xfrm>
            <a:custGeom>
              <a:avLst/>
              <a:gdLst/>
              <a:ahLst/>
              <a:cxnLst/>
              <a:rect l="l" t="t" r="r" b="b"/>
              <a:pathLst>
                <a:path w="89" h="11758" fill="none" extrusionOk="0">
                  <a:moveTo>
                    <a:pt x="0" y="0"/>
                  </a:moveTo>
                  <a:lnTo>
                    <a:pt x="89" y="11758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" name="Google Shape;1152;p26">
              <a:extLst>
                <a:ext uri="{FF2B5EF4-FFF2-40B4-BE49-F238E27FC236}">
                  <a16:creationId xmlns:a16="http://schemas.microsoft.com/office/drawing/2014/main" id="{C5CE4583-CE16-1ADD-4CBB-AFF43061AD4C}"/>
                </a:ext>
              </a:extLst>
            </p:cNvPr>
            <p:cNvSpPr/>
            <p:nvPr/>
          </p:nvSpPr>
          <p:spPr>
            <a:xfrm>
              <a:off x="4194325" y="1942950"/>
              <a:ext cx="2250" cy="315050"/>
            </a:xfrm>
            <a:custGeom>
              <a:avLst/>
              <a:gdLst/>
              <a:ahLst/>
              <a:cxnLst/>
              <a:rect l="l" t="t" r="r" b="b"/>
              <a:pathLst>
                <a:path w="90" h="12602" fill="none" extrusionOk="0">
                  <a:moveTo>
                    <a:pt x="1" y="1"/>
                  </a:moveTo>
                  <a:lnTo>
                    <a:pt x="89" y="1260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" name="Google Shape;1153;p26">
              <a:extLst>
                <a:ext uri="{FF2B5EF4-FFF2-40B4-BE49-F238E27FC236}">
                  <a16:creationId xmlns:a16="http://schemas.microsoft.com/office/drawing/2014/main" id="{8E323BC0-0C75-7664-2BC0-6C7E2E8F7E74}"/>
                </a:ext>
              </a:extLst>
            </p:cNvPr>
            <p:cNvSpPr/>
            <p:nvPr/>
          </p:nvSpPr>
          <p:spPr>
            <a:xfrm>
              <a:off x="4257550" y="2447650"/>
              <a:ext cx="176375" cy="382675"/>
            </a:xfrm>
            <a:custGeom>
              <a:avLst/>
              <a:gdLst/>
              <a:ahLst/>
              <a:cxnLst/>
              <a:rect l="l" t="t" r="r" b="b"/>
              <a:pathLst>
                <a:path w="7055" h="15307" fill="none" extrusionOk="0">
                  <a:moveTo>
                    <a:pt x="267" y="0"/>
                  </a:moveTo>
                  <a:lnTo>
                    <a:pt x="6966" y="3505"/>
                  </a:lnTo>
                  <a:lnTo>
                    <a:pt x="7055" y="15307"/>
                  </a:lnTo>
                  <a:lnTo>
                    <a:pt x="0" y="12201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" name="Google Shape;1154;p26">
              <a:extLst>
                <a:ext uri="{FF2B5EF4-FFF2-40B4-BE49-F238E27FC236}">
                  <a16:creationId xmlns:a16="http://schemas.microsoft.com/office/drawing/2014/main" id="{6DE28734-B8B6-6BCE-E33B-CC1A45087D27}"/>
                </a:ext>
              </a:extLst>
            </p:cNvPr>
            <p:cNvSpPr/>
            <p:nvPr/>
          </p:nvSpPr>
          <p:spPr>
            <a:xfrm>
              <a:off x="4035700" y="2322300"/>
              <a:ext cx="187500" cy="415975"/>
            </a:xfrm>
            <a:custGeom>
              <a:avLst/>
              <a:gdLst/>
              <a:ahLst/>
              <a:cxnLst/>
              <a:rect l="l" t="t" r="r" b="b"/>
              <a:pathLst>
                <a:path w="7500" h="16639" fill="none" extrusionOk="0">
                  <a:moveTo>
                    <a:pt x="134" y="13488"/>
                  </a:moveTo>
                  <a:lnTo>
                    <a:pt x="7499" y="16638"/>
                  </a:lnTo>
                  <a:lnTo>
                    <a:pt x="7410" y="4082"/>
                  </a:lnTo>
                  <a:lnTo>
                    <a:pt x="1" y="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" name="Google Shape;1155;p26">
              <a:extLst>
                <a:ext uri="{FF2B5EF4-FFF2-40B4-BE49-F238E27FC236}">
                  <a16:creationId xmlns:a16="http://schemas.microsoft.com/office/drawing/2014/main" id="{20EBB68E-ABD5-7171-DB25-5268487F266A}"/>
                </a:ext>
              </a:extLst>
            </p:cNvPr>
            <p:cNvSpPr/>
            <p:nvPr/>
          </p:nvSpPr>
          <p:spPr>
            <a:xfrm>
              <a:off x="4410625" y="2525275"/>
              <a:ext cx="2225" cy="293975"/>
            </a:xfrm>
            <a:custGeom>
              <a:avLst/>
              <a:gdLst/>
              <a:ahLst/>
              <a:cxnLst/>
              <a:rect l="l" t="t" r="r" b="b"/>
              <a:pathLst>
                <a:path w="89" h="11759" fill="none" extrusionOk="0">
                  <a:moveTo>
                    <a:pt x="0" y="1"/>
                  </a:moveTo>
                  <a:lnTo>
                    <a:pt x="89" y="11758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" name="Google Shape;1156;p26">
              <a:extLst>
                <a:ext uri="{FF2B5EF4-FFF2-40B4-BE49-F238E27FC236}">
                  <a16:creationId xmlns:a16="http://schemas.microsoft.com/office/drawing/2014/main" id="{E0759883-109F-6720-8448-854B2D40507B}"/>
                </a:ext>
              </a:extLst>
            </p:cNvPr>
            <p:cNvSpPr/>
            <p:nvPr/>
          </p:nvSpPr>
          <p:spPr>
            <a:xfrm>
              <a:off x="4197650" y="2412150"/>
              <a:ext cx="2250" cy="315025"/>
            </a:xfrm>
            <a:custGeom>
              <a:avLst/>
              <a:gdLst/>
              <a:ahLst/>
              <a:cxnLst/>
              <a:rect l="l" t="t" r="r" b="b"/>
              <a:pathLst>
                <a:path w="90" h="12601" fill="none" extrusionOk="0">
                  <a:moveTo>
                    <a:pt x="1" y="0"/>
                  </a:moveTo>
                  <a:lnTo>
                    <a:pt x="89" y="1260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" name="Google Shape;1157;p26">
              <a:extLst>
                <a:ext uri="{FF2B5EF4-FFF2-40B4-BE49-F238E27FC236}">
                  <a16:creationId xmlns:a16="http://schemas.microsoft.com/office/drawing/2014/main" id="{C1AF8087-2311-ED2E-6B75-3F65D6BBD9C3}"/>
                </a:ext>
              </a:extLst>
            </p:cNvPr>
            <p:cNvSpPr/>
            <p:nvPr/>
          </p:nvSpPr>
          <p:spPr>
            <a:xfrm>
              <a:off x="4261975" y="2963425"/>
              <a:ext cx="176400" cy="353850"/>
            </a:xfrm>
            <a:custGeom>
              <a:avLst/>
              <a:gdLst/>
              <a:ahLst/>
              <a:cxnLst/>
              <a:rect l="l" t="t" r="r" b="b"/>
              <a:pathLst>
                <a:path w="7056" h="14154" fill="none" extrusionOk="0">
                  <a:moveTo>
                    <a:pt x="267" y="0"/>
                  </a:moveTo>
                  <a:lnTo>
                    <a:pt x="6922" y="2352"/>
                  </a:lnTo>
                  <a:lnTo>
                    <a:pt x="7055" y="14154"/>
                  </a:lnTo>
                  <a:lnTo>
                    <a:pt x="1" y="12246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" name="Google Shape;1158;p26">
              <a:extLst>
                <a:ext uri="{FF2B5EF4-FFF2-40B4-BE49-F238E27FC236}">
                  <a16:creationId xmlns:a16="http://schemas.microsoft.com/office/drawing/2014/main" id="{5E0546E2-F478-1983-B2B0-1F2B2001E171}"/>
                </a:ext>
              </a:extLst>
            </p:cNvPr>
            <p:cNvSpPr/>
            <p:nvPr/>
          </p:nvSpPr>
          <p:spPr>
            <a:xfrm>
              <a:off x="4040150" y="2879125"/>
              <a:ext cx="187475" cy="382700"/>
            </a:xfrm>
            <a:custGeom>
              <a:avLst/>
              <a:gdLst/>
              <a:ahLst/>
              <a:cxnLst/>
              <a:rect l="l" t="t" r="r" b="b"/>
              <a:pathLst>
                <a:path w="7499" h="15308" fill="none" extrusionOk="0">
                  <a:moveTo>
                    <a:pt x="133" y="13444"/>
                  </a:moveTo>
                  <a:lnTo>
                    <a:pt x="7499" y="15307"/>
                  </a:lnTo>
                  <a:lnTo>
                    <a:pt x="7410" y="2751"/>
                  </a:lnTo>
                  <a:lnTo>
                    <a:pt x="0" y="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" name="Google Shape;1159;p26">
              <a:extLst>
                <a:ext uri="{FF2B5EF4-FFF2-40B4-BE49-F238E27FC236}">
                  <a16:creationId xmlns:a16="http://schemas.microsoft.com/office/drawing/2014/main" id="{4D7BFEB8-6310-B352-05FF-259CD74D0B91}"/>
                </a:ext>
              </a:extLst>
            </p:cNvPr>
            <p:cNvSpPr/>
            <p:nvPr/>
          </p:nvSpPr>
          <p:spPr>
            <a:xfrm>
              <a:off x="4415050" y="3015550"/>
              <a:ext cx="2250" cy="293950"/>
            </a:xfrm>
            <a:custGeom>
              <a:avLst/>
              <a:gdLst/>
              <a:ahLst/>
              <a:cxnLst/>
              <a:rect l="l" t="t" r="r" b="b"/>
              <a:pathLst>
                <a:path w="90" h="11758" fill="none" extrusionOk="0">
                  <a:moveTo>
                    <a:pt x="1" y="0"/>
                  </a:moveTo>
                  <a:lnTo>
                    <a:pt x="89" y="11758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" name="Google Shape;1160;p26">
              <a:extLst>
                <a:ext uri="{FF2B5EF4-FFF2-40B4-BE49-F238E27FC236}">
                  <a16:creationId xmlns:a16="http://schemas.microsoft.com/office/drawing/2014/main" id="{C2F3EBCB-BF80-AB62-45CC-2E09AFD9BFAD}"/>
                </a:ext>
              </a:extLst>
            </p:cNvPr>
            <p:cNvSpPr/>
            <p:nvPr/>
          </p:nvSpPr>
          <p:spPr>
            <a:xfrm>
              <a:off x="4202100" y="2939025"/>
              <a:ext cx="2225" cy="316125"/>
            </a:xfrm>
            <a:custGeom>
              <a:avLst/>
              <a:gdLst/>
              <a:ahLst/>
              <a:cxnLst/>
              <a:rect l="l" t="t" r="r" b="b"/>
              <a:pathLst>
                <a:path w="89" h="12645" fill="none" extrusionOk="0">
                  <a:moveTo>
                    <a:pt x="0" y="0"/>
                  </a:moveTo>
                  <a:lnTo>
                    <a:pt x="89" y="12645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" name="Google Shape;1161;p26">
              <a:extLst>
                <a:ext uri="{FF2B5EF4-FFF2-40B4-BE49-F238E27FC236}">
                  <a16:creationId xmlns:a16="http://schemas.microsoft.com/office/drawing/2014/main" id="{65A751B2-D632-51E9-5CFD-CCC03B555206}"/>
                </a:ext>
              </a:extLst>
            </p:cNvPr>
            <p:cNvSpPr/>
            <p:nvPr/>
          </p:nvSpPr>
          <p:spPr>
            <a:xfrm>
              <a:off x="4986300" y="2429900"/>
              <a:ext cx="95400" cy="307275"/>
            </a:xfrm>
            <a:custGeom>
              <a:avLst/>
              <a:gdLst/>
              <a:ahLst/>
              <a:cxnLst/>
              <a:rect l="l" t="t" r="r" b="b"/>
              <a:pathLst>
                <a:path w="3816" h="12291" fill="none" extrusionOk="0">
                  <a:moveTo>
                    <a:pt x="0" y="0"/>
                  </a:moveTo>
                  <a:lnTo>
                    <a:pt x="3816" y="2573"/>
                  </a:lnTo>
                  <a:lnTo>
                    <a:pt x="3816" y="12290"/>
                  </a:lnTo>
                  <a:lnTo>
                    <a:pt x="0" y="10205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9" name="Google Shape;1162;p26">
              <a:extLst>
                <a:ext uri="{FF2B5EF4-FFF2-40B4-BE49-F238E27FC236}">
                  <a16:creationId xmlns:a16="http://schemas.microsoft.com/office/drawing/2014/main" id="{9EE858CD-EBEB-0033-571B-4A212AD70AF7}"/>
                </a:ext>
              </a:extLst>
            </p:cNvPr>
            <p:cNvSpPr/>
            <p:nvPr/>
          </p:nvSpPr>
          <p:spPr>
            <a:xfrm>
              <a:off x="5141575" y="2527500"/>
              <a:ext cx="106525" cy="295075"/>
            </a:xfrm>
            <a:custGeom>
              <a:avLst/>
              <a:gdLst/>
              <a:ahLst/>
              <a:cxnLst/>
              <a:rect l="l" t="t" r="r" b="b"/>
              <a:pathLst>
                <a:path w="4261" h="11803" fill="none" extrusionOk="0">
                  <a:moveTo>
                    <a:pt x="1" y="9628"/>
                  </a:moveTo>
                  <a:lnTo>
                    <a:pt x="1" y="1"/>
                  </a:lnTo>
                  <a:lnTo>
                    <a:pt x="4260" y="2441"/>
                  </a:lnTo>
                  <a:lnTo>
                    <a:pt x="4260" y="11802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0" name="Google Shape;1163;p26">
              <a:extLst>
                <a:ext uri="{FF2B5EF4-FFF2-40B4-BE49-F238E27FC236}">
                  <a16:creationId xmlns:a16="http://schemas.microsoft.com/office/drawing/2014/main" id="{3E20D043-A25E-6C37-EF2A-EA6995E5E9C9}"/>
                </a:ext>
              </a:extLst>
            </p:cNvPr>
            <p:cNvSpPr/>
            <p:nvPr/>
          </p:nvSpPr>
          <p:spPr>
            <a:xfrm>
              <a:off x="5229200" y="2578525"/>
              <a:ext cx="25" cy="235175"/>
            </a:xfrm>
            <a:custGeom>
              <a:avLst/>
              <a:gdLst/>
              <a:ahLst/>
              <a:cxnLst/>
              <a:rect l="l" t="t" r="r" b="b"/>
              <a:pathLst>
                <a:path w="1" h="9407" fill="none" extrusionOk="0">
                  <a:moveTo>
                    <a:pt x="1" y="0"/>
                  </a:moveTo>
                  <a:lnTo>
                    <a:pt x="1" y="9406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1" name="Google Shape;1164;p26">
              <a:extLst>
                <a:ext uri="{FF2B5EF4-FFF2-40B4-BE49-F238E27FC236}">
                  <a16:creationId xmlns:a16="http://schemas.microsoft.com/office/drawing/2014/main" id="{FAA885F0-3CEB-F4CD-F351-BD5C4531E84B}"/>
                </a:ext>
              </a:extLst>
            </p:cNvPr>
            <p:cNvSpPr/>
            <p:nvPr/>
          </p:nvSpPr>
          <p:spPr>
            <a:xfrm>
              <a:off x="5061725" y="2480925"/>
              <a:ext cx="25" cy="245150"/>
            </a:xfrm>
            <a:custGeom>
              <a:avLst/>
              <a:gdLst/>
              <a:ahLst/>
              <a:cxnLst/>
              <a:rect l="l" t="t" r="r" b="b"/>
              <a:pathLst>
                <a:path w="1" h="9806" fill="none" extrusionOk="0">
                  <a:moveTo>
                    <a:pt x="0" y="0"/>
                  </a:moveTo>
                  <a:lnTo>
                    <a:pt x="0" y="9805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2" name="Google Shape;1165;p26">
              <a:extLst>
                <a:ext uri="{FF2B5EF4-FFF2-40B4-BE49-F238E27FC236}">
                  <a16:creationId xmlns:a16="http://schemas.microsoft.com/office/drawing/2014/main" id="{6CB745C4-BB20-2333-59E8-E12BF2A12CC9}"/>
                </a:ext>
              </a:extLst>
            </p:cNvPr>
            <p:cNvSpPr/>
            <p:nvPr/>
          </p:nvSpPr>
          <p:spPr>
            <a:xfrm>
              <a:off x="4986300" y="2793700"/>
              <a:ext cx="95400" cy="295075"/>
            </a:xfrm>
            <a:custGeom>
              <a:avLst/>
              <a:gdLst/>
              <a:ahLst/>
              <a:cxnLst/>
              <a:rect l="l" t="t" r="r" b="b"/>
              <a:pathLst>
                <a:path w="3816" h="11803" fill="none" extrusionOk="0">
                  <a:moveTo>
                    <a:pt x="0" y="1"/>
                  </a:moveTo>
                  <a:lnTo>
                    <a:pt x="3816" y="2086"/>
                  </a:lnTo>
                  <a:lnTo>
                    <a:pt x="3816" y="11803"/>
                  </a:lnTo>
                  <a:lnTo>
                    <a:pt x="0" y="1025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3" name="Google Shape;1166;p26">
              <a:extLst>
                <a:ext uri="{FF2B5EF4-FFF2-40B4-BE49-F238E27FC236}">
                  <a16:creationId xmlns:a16="http://schemas.microsoft.com/office/drawing/2014/main" id="{3F35E4BF-7290-7D39-CE49-E6C94BE7FA83}"/>
                </a:ext>
              </a:extLst>
            </p:cNvPr>
            <p:cNvSpPr/>
            <p:nvPr/>
          </p:nvSpPr>
          <p:spPr>
            <a:xfrm>
              <a:off x="5141575" y="2872450"/>
              <a:ext cx="106525" cy="281775"/>
            </a:xfrm>
            <a:custGeom>
              <a:avLst/>
              <a:gdLst/>
              <a:ahLst/>
              <a:cxnLst/>
              <a:rect l="l" t="t" r="r" b="b"/>
              <a:pathLst>
                <a:path w="4261" h="11271" fill="none" extrusionOk="0">
                  <a:moveTo>
                    <a:pt x="1" y="9629"/>
                  </a:moveTo>
                  <a:lnTo>
                    <a:pt x="1" y="1"/>
                  </a:lnTo>
                  <a:lnTo>
                    <a:pt x="4260" y="1909"/>
                  </a:lnTo>
                  <a:lnTo>
                    <a:pt x="4260" y="1127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4" name="Google Shape;1167;p26">
              <a:extLst>
                <a:ext uri="{FF2B5EF4-FFF2-40B4-BE49-F238E27FC236}">
                  <a16:creationId xmlns:a16="http://schemas.microsoft.com/office/drawing/2014/main" id="{90D10258-4D46-CDC1-71EC-BA9AF639DE5E}"/>
                </a:ext>
              </a:extLst>
            </p:cNvPr>
            <p:cNvSpPr/>
            <p:nvPr/>
          </p:nvSpPr>
          <p:spPr>
            <a:xfrm>
              <a:off x="5229200" y="2912400"/>
              <a:ext cx="25" cy="235175"/>
            </a:xfrm>
            <a:custGeom>
              <a:avLst/>
              <a:gdLst/>
              <a:ahLst/>
              <a:cxnLst/>
              <a:rect l="l" t="t" r="r" b="b"/>
              <a:pathLst>
                <a:path w="1" h="9407" fill="none" extrusionOk="0">
                  <a:moveTo>
                    <a:pt x="1" y="0"/>
                  </a:moveTo>
                  <a:lnTo>
                    <a:pt x="1" y="9406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5" name="Google Shape;1168;p26">
              <a:extLst>
                <a:ext uri="{FF2B5EF4-FFF2-40B4-BE49-F238E27FC236}">
                  <a16:creationId xmlns:a16="http://schemas.microsoft.com/office/drawing/2014/main" id="{16DFC889-B5C0-0D78-102F-AD84912A7999}"/>
                </a:ext>
              </a:extLst>
            </p:cNvPr>
            <p:cNvSpPr/>
            <p:nvPr/>
          </p:nvSpPr>
          <p:spPr>
            <a:xfrm>
              <a:off x="5061725" y="2835850"/>
              <a:ext cx="25" cy="244050"/>
            </a:xfrm>
            <a:custGeom>
              <a:avLst/>
              <a:gdLst/>
              <a:ahLst/>
              <a:cxnLst/>
              <a:rect l="l" t="t" r="r" b="b"/>
              <a:pathLst>
                <a:path w="1" h="9762" fill="none" extrusionOk="0">
                  <a:moveTo>
                    <a:pt x="0" y="1"/>
                  </a:moveTo>
                  <a:lnTo>
                    <a:pt x="0" y="9762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6" name="Google Shape;1169;p26">
              <a:extLst>
                <a:ext uri="{FF2B5EF4-FFF2-40B4-BE49-F238E27FC236}">
                  <a16:creationId xmlns:a16="http://schemas.microsoft.com/office/drawing/2014/main" id="{732B3CAB-44A9-6ABB-371E-149928BA2188}"/>
                </a:ext>
              </a:extLst>
            </p:cNvPr>
            <p:cNvSpPr/>
            <p:nvPr/>
          </p:nvSpPr>
          <p:spPr>
            <a:xfrm>
              <a:off x="4986300" y="3190800"/>
              <a:ext cx="95400" cy="280650"/>
            </a:xfrm>
            <a:custGeom>
              <a:avLst/>
              <a:gdLst/>
              <a:ahLst/>
              <a:cxnLst/>
              <a:rect l="l" t="t" r="r" b="b"/>
              <a:pathLst>
                <a:path w="3816" h="11226" fill="none" extrusionOk="0">
                  <a:moveTo>
                    <a:pt x="0" y="1"/>
                  </a:moveTo>
                  <a:lnTo>
                    <a:pt x="3816" y="1465"/>
                  </a:lnTo>
                  <a:lnTo>
                    <a:pt x="3816" y="11226"/>
                  </a:lnTo>
                  <a:lnTo>
                    <a:pt x="0" y="1025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7" name="Google Shape;1170;p26">
              <a:extLst>
                <a:ext uri="{FF2B5EF4-FFF2-40B4-BE49-F238E27FC236}">
                  <a16:creationId xmlns:a16="http://schemas.microsoft.com/office/drawing/2014/main" id="{8A474001-8DD9-75EE-B5B5-24EF79E3F577}"/>
                </a:ext>
              </a:extLst>
            </p:cNvPr>
            <p:cNvSpPr/>
            <p:nvPr/>
          </p:nvSpPr>
          <p:spPr>
            <a:xfrm>
              <a:off x="5141575" y="3244050"/>
              <a:ext cx="106525" cy="265125"/>
            </a:xfrm>
            <a:custGeom>
              <a:avLst/>
              <a:gdLst/>
              <a:ahLst/>
              <a:cxnLst/>
              <a:rect l="l" t="t" r="r" b="b"/>
              <a:pathLst>
                <a:path w="4261" h="10605" fill="none" extrusionOk="0">
                  <a:moveTo>
                    <a:pt x="1" y="9628"/>
                  </a:moveTo>
                  <a:lnTo>
                    <a:pt x="1" y="0"/>
                  </a:lnTo>
                  <a:lnTo>
                    <a:pt x="4260" y="1287"/>
                  </a:lnTo>
                  <a:lnTo>
                    <a:pt x="4260" y="10604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8" name="Google Shape;1171;p26">
              <a:extLst>
                <a:ext uri="{FF2B5EF4-FFF2-40B4-BE49-F238E27FC236}">
                  <a16:creationId xmlns:a16="http://schemas.microsoft.com/office/drawing/2014/main" id="{912D234A-E452-D8CC-170E-98E4123C6A3D}"/>
                </a:ext>
              </a:extLst>
            </p:cNvPr>
            <p:cNvSpPr/>
            <p:nvPr/>
          </p:nvSpPr>
          <p:spPr>
            <a:xfrm>
              <a:off x="5229200" y="3270675"/>
              <a:ext cx="25" cy="235175"/>
            </a:xfrm>
            <a:custGeom>
              <a:avLst/>
              <a:gdLst/>
              <a:ahLst/>
              <a:cxnLst/>
              <a:rect l="l" t="t" r="r" b="b"/>
              <a:pathLst>
                <a:path w="1" h="9407" fill="none" extrusionOk="0">
                  <a:moveTo>
                    <a:pt x="1" y="0"/>
                  </a:moveTo>
                  <a:lnTo>
                    <a:pt x="1" y="9406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9" name="Google Shape;1172;p26">
              <a:extLst>
                <a:ext uri="{FF2B5EF4-FFF2-40B4-BE49-F238E27FC236}">
                  <a16:creationId xmlns:a16="http://schemas.microsoft.com/office/drawing/2014/main" id="{8D2512BC-1A13-C2F3-67F7-D37D237B5718}"/>
                </a:ext>
              </a:extLst>
            </p:cNvPr>
            <p:cNvSpPr/>
            <p:nvPr/>
          </p:nvSpPr>
          <p:spPr>
            <a:xfrm>
              <a:off x="5061725" y="3220750"/>
              <a:ext cx="25" cy="244050"/>
            </a:xfrm>
            <a:custGeom>
              <a:avLst/>
              <a:gdLst/>
              <a:ahLst/>
              <a:cxnLst/>
              <a:rect l="l" t="t" r="r" b="b"/>
              <a:pathLst>
                <a:path w="1" h="9762" fill="none" extrusionOk="0">
                  <a:moveTo>
                    <a:pt x="0" y="1"/>
                  </a:moveTo>
                  <a:lnTo>
                    <a:pt x="0" y="976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0" name="Google Shape;1173;p26">
              <a:extLst>
                <a:ext uri="{FF2B5EF4-FFF2-40B4-BE49-F238E27FC236}">
                  <a16:creationId xmlns:a16="http://schemas.microsoft.com/office/drawing/2014/main" id="{072061F7-03FF-1397-E028-40F4E02B4DA6}"/>
                </a:ext>
              </a:extLst>
            </p:cNvPr>
            <p:cNvSpPr/>
            <p:nvPr/>
          </p:nvSpPr>
          <p:spPr>
            <a:xfrm>
              <a:off x="4986300" y="3550175"/>
              <a:ext cx="95400" cy="277325"/>
            </a:xfrm>
            <a:custGeom>
              <a:avLst/>
              <a:gdLst/>
              <a:ahLst/>
              <a:cxnLst/>
              <a:rect l="l" t="t" r="r" b="b"/>
              <a:pathLst>
                <a:path w="3816" h="11093" fill="none" extrusionOk="0">
                  <a:moveTo>
                    <a:pt x="0" y="1"/>
                  </a:moveTo>
                  <a:lnTo>
                    <a:pt x="3816" y="1332"/>
                  </a:lnTo>
                  <a:lnTo>
                    <a:pt x="3816" y="11093"/>
                  </a:lnTo>
                  <a:lnTo>
                    <a:pt x="0" y="1025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1" name="Google Shape;1174;p26">
              <a:extLst>
                <a:ext uri="{FF2B5EF4-FFF2-40B4-BE49-F238E27FC236}">
                  <a16:creationId xmlns:a16="http://schemas.microsoft.com/office/drawing/2014/main" id="{71D24267-8730-0BFA-315A-78E827956BA3}"/>
                </a:ext>
              </a:extLst>
            </p:cNvPr>
            <p:cNvSpPr/>
            <p:nvPr/>
          </p:nvSpPr>
          <p:spPr>
            <a:xfrm>
              <a:off x="5141575" y="3597875"/>
              <a:ext cx="106525" cy="261800"/>
            </a:xfrm>
            <a:custGeom>
              <a:avLst/>
              <a:gdLst/>
              <a:ahLst/>
              <a:cxnLst/>
              <a:rect l="l" t="t" r="r" b="b"/>
              <a:pathLst>
                <a:path w="4261" h="10472" fill="none" extrusionOk="0">
                  <a:moveTo>
                    <a:pt x="1" y="9673"/>
                  </a:moveTo>
                  <a:lnTo>
                    <a:pt x="1" y="1"/>
                  </a:lnTo>
                  <a:lnTo>
                    <a:pt x="4260" y="1154"/>
                  </a:lnTo>
                  <a:lnTo>
                    <a:pt x="4260" y="10471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2" name="Google Shape;1175;p26">
              <a:extLst>
                <a:ext uri="{FF2B5EF4-FFF2-40B4-BE49-F238E27FC236}">
                  <a16:creationId xmlns:a16="http://schemas.microsoft.com/office/drawing/2014/main" id="{CE4D5761-966D-2028-24C5-15B352C09AE7}"/>
                </a:ext>
              </a:extLst>
            </p:cNvPr>
            <p:cNvSpPr/>
            <p:nvPr/>
          </p:nvSpPr>
          <p:spPr>
            <a:xfrm>
              <a:off x="5229200" y="3621175"/>
              <a:ext cx="25" cy="235175"/>
            </a:xfrm>
            <a:custGeom>
              <a:avLst/>
              <a:gdLst/>
              <a:ahLst/>
              <a:cxnLst/>
              <a:rect l="l" t="t" r="r" b="b"/>
              <a:pathLst>
                <a:path w="1" h="9407" fill="none" extrusionOk="0">
                  <a:moveTo>
                    <a:pt x="1" y="0"/>
                  </a:moveTo>
                  <a:lnTo>
                    <a:pt x="1" y="9406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3" name="Google Shape;1176;p26">
              <a:extLst>
                <a:ext uri="{FF2B5EF4-FFF2-40B4-BE49-F238E27FC236}">
                  <a16:creationId xmlns:a16="http://schemas.microsoft.com/office/drawing/2014/main" id="{B5E8CC83-8A9C-DCBD-EEA1-9CE2104D6669}"/>
                </a:ext>
              </a:extLst>
            </p:cNvPr>
            <p:cNvSpPr/>
            <p:nvPr/>
          </p:nvSpPr>
          <p:spPr>
            <a:xfrm>
              <a:off x="5061725" y="3576800"/>
              <a:ext cx="25" cy="245150"/>
            </a:xfrm>
            <a:custGeom>
              <a:avLst/>
              <a:gdLst/>
              <a:ahLst/>
              <a:cxnLst/>
              <a:rect l="l" t="t" r="r" b="b"/>
              <a:pathLst>
                <a:path w="1" h="9806" fill="none" extrusionOk="0">
                  <a:moveTo>
                    <a:pt x="0" y="1"/>
                  </a:moveTo>
                  <a:lnTo>
                    <a:pt x="0" y="9806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4" name="Google Shape;1177;p26">
              <a:extLst>
                <a:ext uri="{FF2B5EF4-FFF2-40B4-BE49-F238E27FC236}">
                  <a16:creationId xmlns:a16="http://schemas.microsoft.com/office/drawing/2014/main" id="{A4673A49-3D35-BBE1-35FF-8903E60E3FDF}"/>
                </a:ext>
              </a:extLst>
            </p:cNvPr>
            <p:cNvSpPr/>
            <p:nvPr/>
          </p:nvSpPr>
          <p:spPr>
            <a:xfrm>
              <a:off x="5358975" y="2670575"/>
              <a:ext cx="63250" cy="257375"/>
            </a:xfrm>
            <a:custGeom>
              <a:avLst/>
              <a:gdLst/>
              <a:ahLst/>
              <a:cxnLst/>
              <a:rect l="l" t="t" r="r" b="b"/>
              <a:pathLst>
                <a:path w="2530" h="10295" fill="none" extrusionOk="0">
                  <a:moveTo>
                    <a:pt x="1" y="1"/>
                  </a:moveTo>
                  <a:lnTo>
                    <a:pt x="2530" y="1687"/>
                  </a:lnTo>
                  <a:lnTo>
                    <a:pt x="2530" y="10294"/>
                  </a:lnTo>
                  <a:lnTo>
                    <a:pt x="1" y="9052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5" name="Google Shape;1178;p26">
              <a:extLst>
                <a:ext uri="{FF2B5EF4-FFF2-40B4-BE49-F238E27FC236}">
                  <a16:creationId xmlns:a16="http://schemas.microsoft.com/office/drawing/2014/main" id="{9949DF23-135D-145B-2FF2-694D568F0C64}"/>
                </a:ext>
              </a:extLst>
            </p:cNvPr>
            <p:cNvSpPr/>
            <p:nvPr/>
          </p:nvSpPr>
          <p:spPr>
            <a:xfrm>
              <a:off x="5461025" y="2733800"/>
              <a:ext cx="69900" cy="250725"/>
            </a:xfrm>
            <a:custGeom>
              <a:avLst/>
              <a:gdLst/>
              <a:ahLst/>
              <a:cxnLst/>
              <a:rect l="l" t="t" r="r" b="b"/>
              <a:pathLst>
                <a:path w="2796" h="10029" fill="none" extrusionOk="0">
                  <a:moveTo>
                    <a:pt x="1" y="8564"/>
                  </a:moveTo>
                  <a:lnTo>
                    <a:pt x="1" y="1"/>
                  </a:lnTo>
                  <a:lnTo>
                    <a:pt x="2796" y="1643"/>
                  </a:lnTo>
                  <a:lnTo>
                    <a:pt x="2796" y="10028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6" name="Google Shape;1179;p26">
              <a:extLst>
                <a:ext uri="{FF2B5EF4-FFF2-40B4-BE49-F238E27FC236}">
                  <a16:creationId xmlns:a16="http://schemas.microsoft.com/office/drawing/2014/main" id="{19698868-91CB-94CE-6D8C-F0C6308F29CB}"/>
                </a:ext>
              </a:extLst>
            </p:cNvPr>
            <p:cNvSpPr/>
            <p:nvPr/>
          </p:nvSpPr>
          <p:spPr>
            <a:xfrm>
              <a:off x="5518700" y="2767100"/>
              <a:ext cx="25" cy="211875"/>
            </a:xfrm>
            <a:custGeom>
              <a:avLst/>
              <a:gdLst/>
              <a:ahLst/>
              <a:cxnLst/>
              <a:rect l="l" t="t" r="r" b="b"/>
              <a:pathLst>
                <a:path w="1" h="8475" fill="none" extrusionOk="0">
                  <a:moveTo>
                    <a:pt x="1" y="0"/>
                  </a:moveTo>
                  <a:lnTo>
                    <a:pt x="1" y="8474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7" name="Google Shape;1180;p26">
              <a:extLst>
                <a:ext uri="{FF2B5EF4-FFF2-40B4-BE49-F238E27FC236}">
                  <a16:creationId xmlns:a16="http://schemas.microsoft.com/office/drawing/2014/main" id="{756664E6-0C2E-76F4-B974-BB8B60DBFB4A}"/>
                </a:ext>
              </a:extLst>
            </p:cNvPr>
            <p:cNvSpPr/>
            <p:nvPr/>
          </p:nvSpPr>
          <p:spPr>
            <a:xfrm>
              <a:off x="5408900" y="2703875"/>
              <a:ext cx="25" cy="217425"/>
            </a:xfrm>
            <a:custGeom>
              <a:avLst/>
              <a:gdLst/>
              <a:ahLst/>
              <a:cxnLst/>
              <a:rect l="l" t="t" r="r" b="b"/>
              <a:pathLst>
                <a:path w="1" h="8697" fill="none" extrusionOk="0">
                  <a:moveTo>
                    <a:pt x="0" y="0"/>
                  </a:moveTo>
                  <a:lnTo>
                    <a:pt x="0" y="8696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8" name="Google Shape;1181;p26">
              <a:extLst>
                <a:ext uri="{FF2B5EF4-FFF2-40B4-BE49-F238E27FC236}">
                  <a16:creationId xmlns:a16="http://schemas.microsoft.com/office/drawing/2014/main" id="{5825978E-3174-DE3B-EF30-4BE8B6EEE91C}"/>
                </a:ext>
              </a:extLst>
            </p:cNvPr>
            <p:cNvSpPr/>
            <p:nvPr/>
          </p:nvSpPr>
          <p:spPr>
            <a:xfrm>
              <a:off x="5358975" y="2991150"/>
              <a:ext cx="63250" cy="249600"/>
            </a:xfrm>
            <a:custGeom>
              <a:avLst/>
              <a:gdLst/>
              <a:ahLst/>
              <a:cxnLst/>
              <a:rect l="l" t="t" r="r" b="b"/>
              <a:pathLst>
                <a:path w="2530" h="9984" fill="none" extrusionOk="0">
                  <a:moveTo>
                    <a:pt x="1" y="0"/>
                  </a:moveTo>
                  <a:lnTo>
                    <a:pt x="2530" y="1376"/>
                  </a:lnTo>
                  <a:lnTo>
                    <a:pt x="2530" y="9983"/>
                  </a:lnTo>
                  <a:lnTo>
                    <a:pt x="1" y="905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9" name="Google Shape;1182;p26">
              <a:extLst>
                <a:ext uri="{FF2B5EF4-FFF2-40B4-BE49-F238E27FC236}">
                  <a16:creationId xmlns:a16="http://schemas.microsoft.com/office/drawing/2014/main" id="{4F960F9A-8294-A798-4230-CADCB4A63161}"/>
                </a:ext>
              </a:extLst>
            </p:cNvPr>
            <p:cNvSpPr/>
            <p:nvPr/>
          </p:nvSpPr>
          <p:spPr>
            <a:xfrm>
              <a:off x="5461025" y="3041050"/>
              <a:ext cx="69900" cy="241850"/>
            </a:xfrm>
            <a:custGeom>
              <a:avLst/>
              <a:gdLst/>
              <a:ahLst/>
              <a:cxnLst/>
              <a:rect l="l" t="t" r="r" b="b"/>
              <a:pathLst>
                <a:path w="2796" h="9674" fill="none" extrusionOk="0">
                  <a:moveTo>
                    <a:pt x="1" y="8608"/>
                  </a:moveTo>
                  <a:lnTo>
                    <a:pt x="1" y="1"/>
                  </a:lnTo>
                  <a:lnTo>
                    <a:pt x="2796" y="1288"/>
                  </a:lnTo>
                  <a:lnTo>
                    <a:pt x="2796" y="9673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0" name="Google Shape;1183;p26">
              <a:extLst>
                <a:ext uri="{FF2B5EF4-FFF2-40B4-BE49-F238E27FC236}">
                  <a16:creationId xmlns:a16="http://schemas.microsoft.com/office/drawing/2014/main" id="{D1B06585-DB33-FA08-825C-B22C04382268}"/>
                </a:ext>
              </a:extLst>
            </p:cNvPr>
            <p:cNvSpPr/>
            <p:nvPr/>
          </p:nvSpPr>
          <p:spPr>
            <a:xfrm>
              <a:off x="5518700" y="3067675"/>
              <a:ext cx="25" cy="210775"/>
            </a:xfrm>
            <a:custGeom>
              <a:avLst/>
              <a:gdLst/>
              <a:ahLst/>
              <a:cxnLst/>
              <a:rect l="l" t="t" r="r" b="b"/>
              <a:pathLst>
                <a:path w="1" h="8431" fill="none" extrusionOk="0">
                  <a:moveTo>
                    <a:pt x="1" y="1"/>
                  </a:moveTo>
                  <a:lnTo>
                    <a:pt x="1" y="843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1" name="Google Shape;1184;p26">
              <a:extLst>
                <a:ext uri="{FF2B5EF4-FFF2-40B4-BE49-F238E27FC236}">
                  <a16:creationId xmlns:a16="http://schemas.microsoft.com/office/drawing/2014/main" id="{73FB438B-4560-4D9B-056F-A9B71450DF2C}"/>
                </a:ext>
              </a:extLst>
            </p:cNvPr>
            <p:cNvSpPr/>
            <p:nvPr/>
          </p:nvSpPr>
          <p:spPr>
            <a:xfrm>
              <a:off x="5408900" y="3017775"/>
              <a:ext cx="25" cy="217425"/>
            </a:xfrm>
            <a:custGeom>
              <a:avLst/>
              <a:gdLst/>
              <a:ahLst/>
              <a:cxnLst/>
              <a:rect l="l" t="t" r="r" b="b"/>
              <a:pathLst>
                <a:path w="1" h="8697" fill="none" extrusionOk="0">
                  <a:moveTo>
                    <a:pt x="0" y="0"/>
                  </a:moveTo>
                  <a:lnTo>
                    <a:pt x="0" y="8696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2" name="Google Shape;1185;p26">
              <a:extLst>
                <a:ext uri="{FF2B5EF4-FFF2-40B4-BE49-F238E27FC236}">
                  <a16:creationId xmlns:a16="http://schemas.microsoft.com/office/drawing/2014/main" id="{4F5145B8-93B0-6DE2-DB15-A399A9B7F835}"/>
                </a:ext>
              </a:extLst>
            </p:cNvPr>
            <p:cNvSpPr/>
            <p:nvPr/>
          </p:nvSpPr>
          <p:spPr>
            <a:xfrm>
              <a:off x="5358975" y="3340550"/>
              <a:ext cx="63250" cy="239600"/>
            </a:xfrm>
            <a:custGeom>
              <a:avLst/>
              <a:gdLst/>
              <a:ahLst/>
              <a:cxnLst/>
              <a:rect l="l" t="t" r="r" b="b"/>
              <a:pathLst>
                <a:path w="2530" h="9584" fill="none" extrusionOk="0">
                  <a:moveTo>
                    <a:pt x="1" y="0"/>
                  </a:moveTo>
                  <a:lnTo>
                    <a:pt x="2530" y="932"/>
                  </a:lnTo>
                  <a:lnTo>
                    <a:pt x="2530" y="9584"/>
                  </a:lnTo>
                  <a:lnTo>
                    <a:pt x="1" y="905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3" name="Google Shape;1186;p26">
              <a:extLst>
                <a:ext uri="{FF2B5EF4-FFF2-40B4-BE49-F238E27FC236}">
                  <a16:creationId xmlns:a16="http://schemas.microsoft.com/office/drawing/2014/main" id="{EF86CFFE-FAC9-3455-AC5C-7E2A4AE0C451}"/>
                </a:ext>
              </a:extLst>
            </p:cNvPr>
            <p:cNvSpPr/>
            <p:nvPr/>
          </p:nvSpPr>
          <p:spPr>
            <a:xfrm>
              <a:off x="5461025" y="3373825"/>
              <a:ext cx="69900" cy="228525"/>
            </a:xfrm>
            <a:custGeom>
              <a:avLst/>
              <a:gdLst/>
              <a:ahLst/>
              <a:cxnLst/>
              <a:rect l="l" t="t" r="r" b="b"/>
              <a:pathLst>
                <a:path w="2796" h="9141" fill="none" extrusionOk="0">
                  <a:moveTo>
                    <a:pt x="1" y="8563"/>
                  </a:moveTo>
                  <a:lnTo>
                    <a:pt x="1" y="0"/>
                  </a:lnTo>
                  <a:lnTo>
                    <a:pt x="2796" y="755"/>
                  </a:lnTo>
                  <a:lnTo>
                    <a:pt x="2796" y="914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4" name="Google Shape;1187;p26">
              <a:extLst>
                <a:ext uri="{FF2B5EF4-FFF2-40B4-BE49-F238E27FC236}">
                  <a16:creationId xmlns:a16="http://schemas.microsoft.com/office/drawing/2014/main" id="{827E1C8C-A1E5-88DB-FF7D-D531C3EBA900}"/>
                </a:ext>
              </a:extLst>
            </p:cNvPr>
            <p:cNvSpPr/>
            <p:nvPr/>
          </p:nvSpPr>
          <p:spPr>
            <a:xfrm>
              <a:off x="5518700" y="3389350"/>
              <a:ext cx="25" cy="210775"/>
            </a:xfrm>
            <a:custGeom>
              <a:avLst/>
              <a:gdLst/>
              <a:ahLst/>
              <a:cxnLst/>
              <a:rect l="l" t="t" r="r" b="b"/>
              <a:pathLst>
                <a:path w="1" h="8431" fill="none" extrusionOk="0">
                  <a:moveTo>
                    <a:pt x="1" y="0"/>
                  </a:moveTo>
                  <a:lnTo>
                    <a:pt x="1" y="843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5" name="Google Shape;1188;p26">
              <a:extLst>
                <a:ext uri="{FF2B5EF4-FFF2-40B4-BE49-F238E27FC236}">
                  <a16:creationId xmlns:a16="http://schemas.microsoft.com/office/drawing/2014/main" id="{2023D47A-1855-B6EC-2BBA-213C9CAC2766}"/>
                </a:ext>
              </a:extLst>
            </p:cNvPr>
            <p:cNvSpPr/>
            <p:nvPr/>
          </p:nvSpPr>
          <p:spPr>
            <a:xfrm>
              <a:off x="5408900" y="3359400"/>
              <a:ext cx="25" cy="217425"/>
            </a:xfrm>
            <a:custGeom>
              <a:avLst/>
              <a:gdLst/>
              <a:ahLst/>
              <a:cxnLst/>
              <a:rect l="l" t="t" r="r" b="b"/>
              <a:pathLst>
                <a:path w="1" h="8697" fill="none" extrusionOk="0">
                  <a:moveTo>
                    <a:pt x="0" y="1"/>
                  </a:moveTo>
                  <a:lnTo>
                    <a:pt x="0" y="8697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6" name="Google Shape;1189;p26">
              <a:extLst>
                <a:ext uri="{FF2B5EF4-FFF2-40B4-BE49-F238E27FC236}">
                  <a16:creationId xmlns:a16="http://schemas.microsoft.com/office/drawing/2014/main" id="{6C75C693-7FF6-FF87-463B-13BE56EB103A}"/>
                </a:ext>
              </a:extLst>
            </p:cNvPr>
            <p:cNvSpPr/>
            <p:nvPr/>
          </p:nvSpPr>
          <p:spPr>
            <a:xfrm>
              <a:off x="5358975" y="3657775"/>
              <a:ext cx="63250" cy="238500"/>
            </a:xfrm>
            <a:custGeom>
              <a:avLst/>
              <a:gdLst/>
              <a:ahLst/>
              <a:cxnLst/>
              <a:rect l="l" t="t" r="r" b="b"/>
              <a:pathLst>
                <a:path w="2530" h="9540" fill="none" extrusionOk="0">
                  <a:moveTo>
                    <a:pt x="1" y="1"/>
                  </a:moveTo>
                  <a:lnTo>
                    <a:pt x="2530" y="888"/>
                  </a:lnTo>
                  <a:lnTo>
                    <a:pt x="2530" y="9540"/>
                  </a:lnTo>
                  <a:lnTo>
                    <a:pt x="1" y="9007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7" name="Google Shape;1190;p26">
              <a:extLst>
                <a:ext uri="{FF2B5EF4-FFF2-40B4-BE49-F238E27FC236}">
                  <a16:creationId xmlns:a16="http://schemas.microsoft.com/office/drawing/2014/main" id="{2390CC82-C12C-65E2-EB9F-813F44F79DB5}"/>
                </a:ext>
              </a:extLst>
            </p:cNvPr>
            <p:cNvSpPr/>
            <p:nvPr/>
          </p:nvSpPr>
          <p:spPr>
            <a:xfrm>
              <a:off x="5461025" y="3688825"/>
              <a:ext cx="69900" cy="228525"/>
            </a:xfrm>
            <a:custGeom>
              <a:avLst/>
              <a:gdLst/>
              <a:ahLst/>
              <a:cxnLst/>
              <a:rect l="l" t="t" r="r" b="b"/>
              <a:pathLst>
                <a:path w="2796" h="9141" fill="none" extrusionOk="0">
                  <a:moveTo>
                    <a:pt x="1" y="8608"/>
                  </a:moveTo>
                  <a:lnTo>
                    <a:pt x="1" y="1"/>
                  </a:lnTo>
                  <a:lnTo>
                    <a:pt x="2796" y="755"/>
                  </a:lnTo>
                  <a:lnTo>
                    <a:pt x="2796" y="9141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8" name="Google Shape;1191;p26">
              <a:extLst>
                <a:ext uri="{FF2B5EF4-FFF2-40B4-BE49-F238E27FC236}">
                  <a16:creationId xmlns:a16="http://schemas.microsoft.com/office/drawing/2014/main" id="{C6B8AA9E-1D8F-1A5C-EB63-BE8B0A43C942}"/>
                </a:ext>
              </a:extLst>
            </p:cNvPr>
            <p:cNvSpPr/>
            <p:nvPr/>
          </p:nvSpPr>
          <p:spPr>
            <a:xfrm>
              <a:off x="5518700" y="3704350"/>
              <a:ext cx="25" cy="211900"/>
            </a:xfrm>
            <a:custGeom>
              <a:avLst/>
              <a:gdLst/>
              <a:ahLst/>
              <a:cxnLst/>
              <a:rect l="l" t="t" r="r" b="b"/>
              <a:pathLst>
                <a:path w="1" h="8476" fill="none" extrusionOk="0">
                  <a:moveTo>
                    <a:pt x="1" y="1"/>
                  </a:moveTo>
                  <a:lnTo>
                    <a:pt x="1" y="8475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9" name="Google Shape;1192;p26">
              <a:extLst>
                <a:ext uri="{FF2B5EF4-FFF2-40B4-BE49-F238E27FC236}">
                  <a16:creationId xmlns:a16="http://schemas.microsoft.com/office/drawing/2014/main" id="{4427A706-553E-D428-2E42-4D6182F418D8}"/>
                </a:ext>
              </a:extLst>
            </p:cNvPr>
            <p:cNvSpPr/>
            <p:nvPr/>
          </p:nvSpPr>
          <p:spPr>
            <a:xfrm>
              <a:off x="5408900" y="3675525"/>
              <a:ext cx="25" cy="217425"/>
            </a:xfrm>
            <a:custGeom>
              <a:avLst/>
              <a:gdLst/>
              <a:ahLst/>
              <a:cxnLst/>
              <a:rect l="l" t="t" r="r" b="b"/>
              <a:pathLst>
                <a:path w="1" h="8697" fill="none" extrusionOk="0">
                  <a:moveTo>
                    <a:pt x="0" y="0"/>
                  </a:moveTo>
                  <a:lnTo>
                    <a:pt x="0" y="8697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0" name="Google Shape;1193;p26">
              <a:extLst>
                <a:ext uri="{FF2B5EF4-FFF2-40B4-BE49-F238E27FC236}">
                  <a16:creationId xmlns:a16="http://schemas.microsoft.com/office/drawing/2014/main" id="{1F728B53-35A2-716B-592B-CF64DE48C596}"/>
                </a:ext>
              </a:extLst>
            </p:cNvPr>
            <p:cNvSpPr/>
            <p:nvPr/>
          </p:nvSpPr>
          <p:spPr>
            <a:xfrm>
              <a:off x="5629625" y="2799250"/>
              <a:ext cx="89875" cy="264025"/>
            </a:xfrm>
            <a:custGeom>
              <a:avLst/>
              <a:gdLst/>
              <a:ahLst/>
              <a:cxnLst/>
              <a:rect l="l" t="t" r="r" b="b"/>
              <a:pathLst>
                <a:path w="3595" h="10561" fill="none" extrusionOk="0">
                  <a:moveTo>
                    <a:pt x="1" y="1"/>
                  </a:moveTo>
                  <a:lnTo>
                    <a:pt x="3594" y="2618"/>
                  </a:lnTo>
                  <a:lnTo>
                    <a:pt x="3594" y="10560"/>
                  </a:lnTo>
                  <a:lnTo>
                    <a:pt x="1" y="843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1" name="Google Shape;1194;p26">
              <a:extLst>
                <a:ext uri="{FF2B5EF4-FFF2-40B4-BE49-F238E27FC236}">
                  <a16:creationId xmlns:a16="http://schemas.microsoft.com/office/drawing/2014/main" id="{249C77FF-1D6E-C3D2-A7A6-54ED091AAE72}"/>
                </a:ext>
              </a:extLst>
            </p:cNvPr>
            <p:cNvSpPr/>
            <p:nvPr/>
          </p:nvSpPr>
          <p:spPr>
            <a:xfrm>
              <a:off x="5774925" y="2900200"/>
              <a:ext cx="99850" cy="248475"/>
            </a:xfrm>
            <a:custGeom>
              <a:avLst/>
              <a:gdLst/>
              <a:ahLst/>
              <a:cxnLst/>
              <a:rect l="l" t="t" r="r" b="b"/>
              <a:pathLst>
                <a:path w="3994" h="9939" fill="none" extrusionOk="0">
                  <a:moveTo>
                    <a:pt x="1" y="7809"/>
                  </a:moveTo>
                  <a:lnTo>
                    <a:pt x="1" y="0"/>
                  </a:lnTo>
                  <a:lnTo>
                    <a:pt x="3994" y="2485"/>
                  </a:lnTo>
                  <a:lnTo>
                    <a:pt x="3994" y="9939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2" name="Google Shape;1195;p26">
              <a:extLst>
                <a:ext uri="{FF2B5EF4-FFF2-40B4-BE49-F238E27FC236}">
                  <a16:creationId xmlns:a16="http://schemas.microsoft.com/office/drawing/2014/main" id="{6C0E55F6-305D-0973-B942-86CCA093BE7E}"/>
                </a:ext>
              </a:extLst>
            </p:cNvPr>
            <p:cNvSpPr/>
            <p:nvPr/>
          </p:nvSpPr>
          <p:spPr>
            <a:xfrm>
              <a:off x="5857025" y="2952325"/>
              <a:ext cx="25" cy="187475"/>
            </a:xfrm>
            <a:custGeom>
              <a:avLst/>
              <a:gdLst/>
              <a:ahLst/>
              <a:cxnLst/>
              <a:rect l="l" t="t" r="r" b="b"/>
              <a:pathLst>
                <a:path w="1" h="7499" fill="none" extrusionOk="0">
                  <a:moveTo>
                    <a:pt x="0" y="0"/>
                  </a:moveTo>
                  <a:lnTo>
                    <a:pt x="0" y="7499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3" name="Google Shape;1196;p26">
              <a:extLst>
                <a:ext uri="{FF2B5EF4-FFF2-40B4-BE49-F238E27FC236}">
                  <a16:creationId xmlns:a16="http://schemas.microsoft.com/office/drawing/2014/main" id="{80460289-74B5-186E-BFC8-E8CB005BC78E}"/>
                </a:ext>
              </a:extLst>
            </p:cNvPr>
            <p:cNvSpPr/>
            <p:nvPr/>
          </p:nvSpPr>
          <p:spPr>
            <a:xfrm>
              <a:off x="5700625" y="2852500"/>
              <a:ext cx="25" cy="199675"/>
            </a:xfrm>
            <a:custGeom>
              <a:avLst/>
              <a:gdLst/>
              <a:ahLst/>
              <a:cxnLst/>
              <a:rect l="l" t="t" r="r" b="b"/>
              <a:pathLst>
                <a:path w="1" h="7987" fill="none" extrusionOk="0">
                  <a:moveTo>
                    <a:pt x="0" y="0"/>
                  </a:moveTo>
                  <a:lnTo>
                    <a:pt x="0" y="7987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4" name="Google Shape;1197;p26">
              <a:extLst>
                <a:ext uri="{FF2B5EF4-FFF2-40B4-BE49-F238E27FC236}">
                  <a16:creationId xmlns:a16="http://schemas.microsoft.com/office/drawing/2014/main" id="{9EC74F76-4599-90AD-727F-2FE81FDF9B44}"/>
                </a:ext>
              </a:extLst>
            </p:cNvPr>
            <p:cNvSpPr/>
            <p:nvPr/>
          </p:nvSpPr>
          <p:spPr>
            <a:xfrm>
              <a:off x="5629625" y="3099850"/>
              <a:ext cx="89875" cy="250700"/>
            </a:xfrm>
            <a:custGeom>
              <a:avLst/>
              <a:gdLst/>
              <a:ahLst/>
              <a:cxnLst/>
              <a:rect l="l" t="t" r="r" b="b"/>
              <a:pathLst>
                <a:path w="3595" h="10028" fill="none" extrusionOk="0">
                  <a:moveTo>
                    <a:pt x="1" y="0"/>
                  </a:moveTo>
                  <a:lnTo>
                    <a:pt x="3594" y="2086"/>
                  </a:lnTo>
                  <a:lnTo>
                    <a:pt x="3594" y="10028"/>
                  </a:lnTo>
                  <a:lnTo>
                    <a:pt x="1" y="843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5" name="Google Shape;1198;p26">
              <a:extLst>
                <a:ext uri="{FF2B5EF4-FFF2-40B4-BE49-F238E27FC236}">
                  <a16:creationId xmlns:a16="http://schemas.microsoft.com/office/drawing/2014/main" id="{AC152723-01C8-6CF2-CCF0-FC9D434ED167}"/>
                </a:ext>
              </a:extLst>
            </p:cNvPr>
            <p:cNvSpPr/>
            <p:nvPr/>
          </p:nvSpPr>
          <p:spPr>
            <a:xfrm>
              <a:off x="5774925" y="3178600"/>
              <a:ext cx="99850" cy="235175"/>
            </a:xfrm>
            <a:custGeom>
              <a:avLst/>
              <a:gdLst/>
              <a:ahLst/>
              <a:cxnLst/>
              <a:rect l="l" t="t" r="r" b="b"/>
              <a:pathLst>
                <a:path w="3994" h="9407" fill="none" extrusionOk="0">
                  <a:moveTo>
                    <a:pt x="1" y="7809"/>
                  </a:moveTo>
                  <a:lnTo>
                    <a:pt x="1" y="1"/>
                  </a:lnTo>
                  <a:lnTo>
                    <a:pt x="3994" y="1953"/>
                  </a:lnTo>
                  <a:lnTo>
                    <a:pt x="3994" y="9407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6" name="Google Shape;1199;p26">
              <a:extLst>
                <a:ext uri="{FF2B5EF4-FFF2-40B4-BE49-F238E27FC236}">
                  <a16:creationId xmlns:a16="http://schemas.microsoft.com/office/drawing/2014/main" id="{78B02AB2-9B9C-48B1-242C-C6340EB4A77F}"/>
                </a:ext>
              </a:extLst>
            </p:cNvPr>
            <p:cNvSpPr/>
            <p:nvPr/>
          </p:nvSpPr>
          <p:spPr>
            <a:xfrm>
              <a:off x="5857025" y="3219650"/>
              <a:ext cx="25" cy="187475"/>
            </a:xfrm>
            <a:custGeom>
              <a:avLst/>
              <a:gdLst/>
              <a:ahLst/>
              <a:cxnLst/>
              <a:rect l="l" t="t" r="r" b="b"/>
              <a:pathLst>
                <a:path w="1" h="7499" fill="none" extrusionOk="0">
                  <a:moveTo>
                    <a:pt x="0" y="0"/>
                  </a:moveTo>
                  <a:lnTo>
                    <a:pt x="0" y="7498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7" name="Google Shape;1200;p26">
              <a:extLst>
                <a:ext uri="{FF2B5EF4-FFF2-40B4-BE49-F238E27FC236}">
                  <a16:creationId xmlns:a16="http://schemas.microsoft.com/office/drawing/2014/main" id="{85B9062C-6E16-64F4-55BA-1E3C817F92DB}"/>
                </a:ext>
              </a:extLst>
            </p:cNvPr>
            <p:cNvSpPr/>
            <p:nvPr/>
          </p:nvSpPr>
          <p:spPr>
            <a:xfrm>
              <a:off x="5700625" y="3142000"/>
              <a:ext cx="25" cy="199675"/>
            </a:xfrm>
            <a:custGeom>
              <a:avLst/>
              <a:gdLst/>
              <a:ahLst/>
              <a:cxnLst/>
              <a:rect l="l" t="t" r="r" b="b"/>
              <a:pathLst>
                <a:path w="1" h="7987" fill="none" extrusionOk="0">
                  <a:moveTo>
                    <a:pt x="0" y="0"/>
                  </a:moveTo>
                  <a:lnTo>
                    <a:pt x="0" y="7987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8" name="Google Shape;1201;p26">
              <a:extLst>
                <a:ext uri="{FF2B5EF4-FFF2-40B4-BE49-F238E27FC236}">
                  <a16:creationId xmlns:a16="http://schemas.microsoft.com/office/drawing/2014/main" id="{66A7F226-F6FB-6E0F-46BF-12E54D35A0DB}"/>
                </a:ext>
              </a:extLst>
            </p:cNvPr>
            <p:cNvSpPr/>
            <p:nvPr/>
          </p:nvSpPr>
          <p:spPr>
            <a:xfrm>
              <a:off x="5629625" y="3427050"/>
              <a:ext cx="89875" cy="234075"/>
            </a:xfrm>
            <a:custGeom>
              <a:avLst/>
              <a:gdLst/>
              <a:ahLst/>
              <a:cxnLst/>
              <a:rect l="l" t="t" r="r" b="b"/>
              <a:pathLst>
                <a:path w="3595" h="9363" fill="none" extrusionOk="0">
                  <a:moveTo>
                    <a:pt x="1" y="1"/>
                  </a:moveTo>
                  <a:lnTo>
                    <a:pt x="3594" y="1465"/>
                  </a:lnTo>
                  <a:lnTo>
                    <a:pt x="3594" y="9363"/>
                  </a:lnTo>
                  <a:lnTo>
                    <a:pt x="1" y="843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9" name="Google Shape;1202;p26">
              <a:extLst>
                <a:ext uri="{FF2B5EF4-FFF2-40B4-BE49-F238E27FC236}">
                  <a16:creationId xmlns:a16="http://schemas.microsoft.com/office/drawing/2014/main" id="{40456DF9-01DC-0DE1-D1FF-5F039E6B3307}"/>
                </a:ext>
              </a:extLst>
            </p:cNvPr>
            <p:cNvSpPr/>
            <p:nvPr/>
          </p:nvSpPr>
          <p:spPr>
            <a:xfrm>
              <a:off x="5774925" y="3480300"/>
              <a:ext cx="99850" cy="217425"/>
            </a:xfrm>
            <a:custGeom>
              <a:avLst/>
              <a:gdLst/>
              <a:ahLst/>
              <a:cxnLst/>
              <a:rect l="l" t="t" r="r" b="b"/>
              <a:pathLst>
                <a:path w="3994" h="8697" fill="none" extrusionOk="0">
                  <a:moveTo>
                    <a:pt x="1" y="7809"/>
                  </a:moveTo>
                  <a:lnTo>
                    <a:pt x="1" y="1"/>
                  </a:lnTo>
                  <a:lnTo>
                    <a:pt x="3994" y="1243"/>
                  </a:lnTo>
                  <a:lnTo>
                    <a:pt x="3994" y="8697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0" name="Google Shape;1203;p26">
              <a:extLst>
                <a:ext uri="{FF2B5EF4-FFF2-40B4-BE49-F238E27FC236}">
                  <a16:creationId xmlns:a16="http://schemas.microsoft.com/office/drawing/2014/main" id="{03E5FFCE-4597-AC8C-9F2F-8457F40B7186}"/>
                </a:ext>
              </a:extLst>
            </p:cNvPr>
            <p:cNvSpPr/>
            <p:nvPr/>
          </p:nvSpPr>
          <p:spPr>
            <a:xfrm>
              <a:off x="5857025" y="3505825"/>
              <a:ext cx="25" cy="188575"/>
            </a:xfrm>
            <a:custGeom>
              <a:avLst/>
              <a:gdLst/>
              <a:ahLst/>
              <a:cxnLst/>
              <a:rect l="l" t="t" r="r" b="b"/>
              <a:pathLst>
                <a:path w="1" h="7543" fill="none" extrusionOk="0">
                  <a:moveTo>
                    <a:pt x="0" y="0"/>
                  </a:moveTo>
                  <a:lnTo>
                    <a:pt x="0" y="7543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1" name="Google Shape;1204;p26">
              <a:extLst>
                <a:ext uri="{FF2B5EF4-FFF2-40B4-BE49-F238E27FC236}">
                  <a16:creationId xmlns:a16="http://schemas.microsoft.com/office/drawing/2014/main" id="{8BBAA645-AAB1-7063-890C-4059D92F8A14}"/>
                </a:ext>
              </a:extLst>
            </p:cNvPr>
            <p:cNvSpPr/>
            <p:nvPr/>
          </p:nvSpPr>
          <p:spPr>
            <a:xfrm>
              <a:off x="5700625" y="3455900"/>
              <a:ext cx="25" cy="199675"/>
            </a:xfrm>
            <a:custGeom>
              <a:avLst/>
              <a:gdLst/>
              <a:ahLst/>
              <a:cxnLst/>
              <a:rect l="l" t="t" r="r" b="b"/>
              <a:pathLst>
                <a:path w="1" h="7987" fill="none" extrusionOk="0">
                  <a:moveTo>
                    <a:pt x="0" y="1"/>
                  </a:moveTo>
                  <a:lnTo>
                    <a:pt x="0" y="7987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2" name="Google Shape;1205;p26">
              <a:extLst>
                <a:ext uri="{FF2B5EF4-FFF2-40B4-BE49-F238E27FC236}">
                  <a16:creationId xmlns:a16="http://schemas.microsoft.com/office/drawing/2014/main" id="{31A7784D-AC34-F696-0F0B-F706FFE4594E}"/>
                </a:ext>
              </a:extLst>
            </p:cNvPr>
            <p:cNvSpPr/>
            <p:nvPr/>
          </p:nvSpPr>
          <p:spPr>
            <a:xfrm>
              <a:off x="5629625" y="3723225"/>
              <a:ext cx="89875" cy="228525"/>
            </a:xfrm>
            <a:custGeom>
              <a:avLst/>
              <a:gdLst/>
              <a:ahLst/>
              <a:cxnLst/>
              <a:rect l="l" t="t" r="r" b="b"/>
              <a:pathLst>
                <a:path w="3595" h="9141" fill="none" extrusionOk="0">
                  <a:moveTo>
                    <a:pt x="1" y="0"/>
                  </a:moveTo>
                  <a:lnTo>
                    <a:pt x="3594" y="1198"/>
                  </a:lnTo>
                  <a:lnTo>
                    <a:pt x="3594" y="9140"/>
                  </a:lnTo>
                  <a:lnTo>
                    <a:pt x="1" y="843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3" name="Google Shape;1206;p26">
              <a:extLst>
                <a:ext uri="{FF2B5EF4-FFF2-40B4-BE49-F238E27FC236}">
                  <a16:creationId xmlns:a16="http://schemas.microsoft.com/office/drawing/2014/main" id="{C5C5994C-EFDB-F0AE-A496-99762F2B6650}"/>
                </a:ext>
              </a:extLst>
            </p:cNvPr>
            <p:cNvSpPr/>
            <p:nvPr/>
          </p:nvSpPr>
          <p:spPr>
            <a:xfrm>
              <a:off x="5774925" y="3766475"/>
              <a:ext cx="99850" cy="211875"/>
            </a:xfrm>
            <a:custGeom>
              <a:avLst/>
              <a:gdLst/>
              <a:ahLst/>
              <a:cxnLst/>
              <a:rect l="l" t="t" r="r" b="b"/>
              <a:pathLst>
                <a:path w="3994" h="8475" fill="none" extrusionOk="0">
                  <a:moveTo>
                    <a:pt x="1" y="7809"/>
                  </a:moveTo>
                  <a:lnTo>
                    <a:pt x="1" y="1"/>
                  </a:lnTo>
                  <a:lnTo>
                    <a:pt x="3994" y="1021"/>
                  </a:lnTo>
                  <a:lnTo>
                    <a:pt x="3994" y="8475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4" name="Google Shape;1207;p26">
              <a:extLst>
                <a:ext uri="{FF2B5EF4-FFF2-40B4-BE49-F238E27FC236}">
                  <a16:creationId xmlns:a16="http://schemas.microsoft.com/office/drawing/2014/main" id="{E1BC57E4-3C1A-9A2C-52E2-C6F01BF4520C}"/>
                </a:ext>
              </a:extLst>
            </p:cNvPr>
            <p:cNvSpPr/>
            <p:nvPr/>
          </p:nvSpPr>
          <p:spPr>
            <a:xfrm>
              <a:off x="5857025" y="3787550"/>
              <a:ext cx="25" cy="187475"/>
            </a:xfrm>
            <a:custGeom>
              <a:avLst/>
              <a:gdLst/>
              <a:ahLst/>
              <a:cxnLst/>
              <a:rect l="l" t="t" r="r" b="b"/>
              <a:pathLst>
                <a:path w="1" h="7499" fill="none" extrusionOk="0">
                  <a:moveTo>
                    <a:pt x="0" y="1"/>
                  </a:moveTo>
                  <a:lnTo>
                    <a:pt x="0" y="7499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5" name="Google Shape;1208;p26">
              <a:extLst>
                <a:ext uri="{FF2B5EF4-FFF2-40B4-BE49-F238E27FC236}">
                  <a16:creationId xmlns:a16="http://schemas.microsoft.com/office/drawing/2014/main" id="{20E8F5A7-5F7F-FB6F-8211-2B1A8C6CFF44}"/>
                </a:ext>
              </a:extLst>
            </p:cNvPr>
            <p:cNvSpPr/>
            <p:nvPr/>
          </p:nvSpPr>
          <p:spPr>
            <a:xfrm>
              <a:off x="5700625" y="3747625"/>
              <a:ext cx="25" cy="199675"/>
            </a:xfrm>
            <a:custGeom>
              <a:avLst/>
              <a:gdLst/>
              <a:ahLst/>
              <a:cxnLst/>
              <a:rect l="l" t="t" r="r" b="b"/>
              <a:pathLst>
                <a:path w="1" h="7987" fill="none" extrusionOk="0">
                  <a:moveTo>
                    <a:pt x="0" y="0"/>
                  </a:moveTo>
                  <a:lnTo>
                    <a:pt x="0" y="7987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6" name="Google Shape;1209;p26">
              <a:extLst>
                <a:ext uri="{FF2B5EF4-FFF2-40B4-BE49-F238E27FC236}">
                  <a16:creationId xmlns:a16="http://schemas.microsoft.com/office/drawing/2014/main" id="{6CEE2E66-D333-96B8-4709-14300B308BD7}"/>
                </a:ext>
              </a:extLst>
            </p:cNvPr>
            <p:cNvSpPr/>
            <p:nvPr/>
          </p:nvSpPr>
          <p:spPr>
            <a:xfrm>
              <a:off x="4562575" y="2204725"/>
              <a:ext cx="144225" cy="358300"/>
            </a:xfrm>
            <a:custGeom>
              <a:avLst/>
              <a:gdLst/>
              <a:ahLst/>
              <a:cxnLst/>
              <a:rect l="l" t="t" r="r" b="b"/>
              <a:pathLst>
                <a:path w="5769" h="14332" fill="none" extrusionOk="0">
                  <a:moveTo>
                    <a:pt x="1" y="0"/>
                  </a:moveTo>
                  <a:lnTo>
                    <a:pt x="5724" y="3639"/>
                  </a:lnTo>
                  <a:lnTo>
                    <a:pt x="5769" y="14331"/>
                  </a:lnTo>
                  <a:lnTo>
                    <a:pt x="45" y="11314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7" name="Google Shape;1210;p26">
              <a:extLst>
                <a:ext uri="{FF2B5EF4-FFF2-40B4-BE49-F238E27FC236}">
                  <a16:creationId xmlns:a16="http://schemas.microsoft.com/office/drawing/2014/main" id="{8DC07690-D064-BB4B-770A-4FE1CC37E9E8}"/>
                </a:ext>
              </a:extLst>
            </p:cNvPr>
            <p:cNvSpPr/>
            <p:nvPr/>
          </p:nvSpPr>
          <p:spPr>
            <a:xfrm>
              <a:off x="4738950" y="2313425"/>
              <a:ext cx="148650" cy="335000"/>
            </a:xfrm>
            <a:custGeom>
              <a:avLst/>
              <a:gdLst/>
              <a:ahLst/>
              <a:cxnLst/>
              <a:rect l="l" t="t" r="r" b="b"/>
              <a:pathLst>
                <a:path w="5946" h="13400" fill="none" extrusionOk="0">
                  <a:moveTo>
                    <a:pt x="0" y="1"/>
                  </a:moveTo>
                  <a:lnTo>
                    <a:pt x="45" y="10649"/>
                  </a:lnTo>
                  <a:lnTo>
                    <a:pt x="5945" y="13400"/>
                  </a:lnTo>
                  <a:lnTo>
                    <a:pt x="5945" y="355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8" name="Google Shape;1211;p26">
              <a:extLst>
                <a:ext uri="{FF2B5EF4-FFF2-40B4-BE49-F238E27FC236}">
                  <a16:creationId xmlns:a16="http://schemas.microsoft.com/office/drawing/2014/main" id="{D04F79EA-127C-4FFB-4C2B-8C818B415673}"/>
                </a:ext>
              </a:extLst>
            </p:cNvPr>
            <p:cNvSpPr/>
            <p:nvPr/>
          </p:nvSpPr>
          <p:spPr>
            <a:xfrm>
              <a:off x="4864275" y="2388850"/>
              <a:ext cx="1150" cy="248475"/>
            </a:xfrm>
            <a:custGeom>
              <a:avLst/>
              <a:gdLst/>
              <a:ahLst/>
              <a:cxnLst/>
              <a:rect l="l" t="t" r="r" b="b"/>
              <a:pathLst>
                <a:path w="46" h="9939" fill="none" extrusionOk="0">
                  <a:moveTo>
                    <a:pt x="1" y="1"/>
                  </a:moveTo>
                  <a:lnTo>
                    <a:pt x="45" y="9939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9" name="Google Shape;1212;p26">
              <a:extLst>
                <a:ext uri="{FF2B5EF4-FFF2-40B4-BE49-F238E27FC236}">
                  <a16:creationId xmlns:a16="http://schemas.microsoft.com/office/drawing/2014/main" id="{AE70FD60-42A3-5769-C0C8-AC5132714A0E}"/>
                </a:ext>
              </a:extLst>
            </p:cNvPr>
            <p:cNvSpPr/>
            <p:nvPr/>
          </p:nvSpPr>
          <p:spPr>
            <a:xfrm>
              <a:off x="4677925" y="2277925"/>
              <a:ext cx="1150" cy="270675"/>
            </a:xfrm>
            <a:custGeom>
              <a:avLst/>
              <a:gdLst/>
              <a:ahLst/>
              <a:cxnLst/>
              <a:rect l="l" t="t" r="r" b="b"/>
              <a:pathLst>
                <a:path w="46" h="10827" fill="none" extrusionOk="0">
                  <a:moveTo>
                    <a:pt x="1" y="1"/>
                  </a:moveTo>
                  <a:lnTo>
                    <a:pt x="45" y="10827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0" name="Google Shape;1213;p26">
              <a:extLst>
                <a:ext uri="{FF2B5EF4-FFF2-40B4-BE49-F238E27FC236}">
                  <a16:creationId xmlns:a16="http://schemas.microsoft.com/office/drawing/2014/main" id="{0D7995BF-C37B-9106-64A7-CBEB5237585A}"/>
                </a:ext>
              </a:extLst>
            </p:cNvPr>
            <p:cNvSpPr/>
            <p:nvPr/>
          </p:nvSpPr>
          <p:spPr>
            <a:xfrm>
              <a:off x="4563700" y="2615125"/>
              <a:ext cx="144200" cy="341650"/>
            </a:xfrm>
            <a:custGeom>
              <a:avLst/>
              <a:gdLst/>
              <a:ahLst/>
              <a:cxnLst/>
              <a:rect l="l" t="t" r="r" b="b"/>
              <a:pathLst>
                <a:path w="5768" h="13666" fill="none" extrusionOk="0">
                  <a:moveTo>
                    <a:pt x="0" y="1"/>
                  </a:moveTo>
                  <a:lnTo>
                    <a:pt x="5724" y="2929"/>
                  </a:lnTo>
                  <a:lnTo>
                    <a:pt x="5768" y="13666"/>
                  </a:lnTo>
                  <a:lnTo>
                    <a:pt x="44" y="11314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1" name="Google Shape;1214;p26">
              <a:extLst>
                <a:ext uri="{FF2B5EF4-FFF2-40B4-BE49-F238E27FC236}">
                  <a16:creationId xmlns:a16="http://schemas.microsoft.com/office/drawing/2014/main" id="{6D01F956-1CEC-B5E5-CE49-273CD23DA1C5}"/>
                </a:ext>
              </a:extLst>
            </p:cNvPr>
            <p:cNvSpPr/>
            <p:nvPr/>
          </p:nvSpPr>
          <p:spPr>
            <a:xfrm>
              <a:off x="4740050" y="2703875"/>
              <a:ext cx="149775" cy="317250"/>
            </a:xfrm>
            <a:custGeom>
              <a:avLst/>
              <a:gdLst/>
              <a:ahLst/>
              <a:cxnLst/>
              <a:rect l="l" t="t" r="r" b="b"/>
              <a:pathLst>
                <a:path w="5991" h="12690" fill="none" extrusionOk="0">
                  <a:moveTo>
                    <a:pt x="1" y="0"/>
                  </a:moveTo>
                  <a:lnTo>
                    <a:pt x="45" y="10604"/>
                  </a:lnTo>
                  <a:lnTo>
                    <a:pt x="5990" y="12689"/>
                  </a:lnTo>
                  <a:lnTo>
                    <a:pt x="5946" y="284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2" name="Google Shape;1215;p26">
              <a:extLst>
                <a:ext uri="{FF2B5EF4-FFF2-40B4-BE49-F238E27FC236}">
                  <a16:creationId xmlns:a16="http://schemas.microsoft.com/office/drawing/2014/main" id="{197BE63A-EF5B-DDDA-3461-2623EC61A662}"/>
                </a:ext>
              </a:extLst>
            </p:cNvPr>
            <p:cNvSpPr/>
            <p:nvPr/>
          </p:nvSpPr>
          <p:spPr>
            <a:xfrm>
              <a:off x="4865400" y="2763750"/>
              <a:ext cx="1125" cy="249600"/>
            </a:xfrm>
            <a:custGeom>
              <a:avLst/>
              <a:gdLst/>
              <a:ahLst/>
              <a:cxnLst/>
              <a:rect l="l" t="t" r="r" b="b"/>
              <a:pathLst>
                <a:path w="45" h="9984" fill="none" extrusionOk="0">
                  <a:moveTo>
                    <a:pt x="0" y="1"/>
                  </a:moveTo>
                  <a:lnTo>
                    <a:pt x="45" y="9984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3" name="Google Shape;1216;p26">
              <a:extLst>
                <a:ext uri="{FF2B5EF4-FFF2-40B4-BE49-F238E27FC236}">
                  <a16:creationId xmlns:a16="http://schemas.microsoft.com/office/drawing/2014/main" id="{CFBC99E0-1B6B-04C5-E189-9EB1E0EEC4EB}"/>
                </a:ext>
              </a:extLst>
            </p:cNvPr>
            <p:cNvSpPr/>
            <p:nvPr/>
          </p:nvSpPr>
          <p:spPr>
            <a:xfrm>
              <a:off x="4679050" y="2675025"/>
              <a:ext cx="2250" cy="270675"/>
            </a:xfrm>
            <a:custGeom>
              <a:avLst/>
              <a:gdLst/>
              <a:ahLst/>
              <a:cxnLst/>
              <a:rect l="l" t="t" r="r" b="b"/>
              <a:pathLst>
                <a:path w="90" h="10827" fill="none" extrusionOk="0">
                  <a:moveTo>
                    <a:pt x="0" y="0"/>
                  </a:moveTo>
                  <a:lnTo>
                    <a:pt x="89" y="10826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4" name="Google Shape;1217;p26">
              <a:extLst>
                <a:ext uri="{FF2B5EF4-FFF2-40B4-BE49-F238E27FC236}">
                  <a16:creationId xmlns:a16="http://schemas.microsoft.com/office/drawing/2014/main" id="{0AE03796-A3CC-8047-BE01-4332F8482EDA}"/>
                </a:ext>
              </a:extLst>
            </p:cNvPr>
            <p:cNvSpPr/>
            <p:nvPr/>
          </p:nvSpPr>
          <p:spPr>
            <a:xfrm>
              <a:off x="4565900" y="3071000"/>
              <a:ext cx="143125" cy="320600"/>
            </a:xfrm>
            <a:custGeom>
              <a:avLst/>
              <a:gdLst/>
              <a:ahLst/>
              <a:cxnLst/>
              <a:rect l="l" t="t" r="r" b="b"/>
              <a:pathLst>
                <a:path w="5725" h="12824" fill="none" extrusionOk="0">
                  <a:moveTo>
                    <a:pt x="1" y="1"/>
                  </a:moveTo>
                  <a:lnTo>
                    <a:pt x="5680" y="2086"/>
                  </a:lnTo>
                  <a:lnTo>
                    <a:pt x="5724" y="12823"/>
                  </a:lnTo>
                  <a:lnTo>
                    <a:pt x="45" y="11315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5" name="Google Shape;1218;p26">
              <a:extLst>
                <a:ext uri="{FF2B5EF4-FFF2-40B4-BE49-F238E27FC236}">
                  <a16:creationId xmlns:a16="http://schemas.microsoft.com/office/drawing/2014/main" id="{9B9022DA-A675-E0BC-222A-09F354316CF2}"/>
                </a:ext>
              </a:extLst>
            </p:cNvPr>
            <p:cNvSpPr/>
            <p:nvPr/>
          </p:nvSpPr>
          <p:spPr>
            <a:xfrm>
              <a:off x="4742275" y="3133125"/>
              <a:ext cx="148650" cy="297300"/>
            </a:xfrm>
            <a:custGeom>
              <a:avLst/>
              <a:gdLst/>
              <a:ahLst/>
              <a:cxnLst/>
              <a:rect l="l" t="t" r="r" b="b"/>
              <a:pathLst>
                <a:path w="5946" h="11892" fill="none" extrusionOk="0">
                  <a:moveTo>
                    <a:pt x="0" y="0"/>
                  </a:moveTo>
                  <a:lnTo>
                    <a:pt x="45" y="10604"/>
                  </a:lnTo>
                  <a:lnTo>
                    <a:pt x="5946" y="11891"/>
                  </a:lnTo>
                  <a:lnTo>
                    <a:pt x="5901" y="2041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6" name="Google Shape;1219;p26">
              <a:extLst>
                <a:ext uri="{FF2B5EF4-FFF2-40B4-BE49-F238E27FC236}">
                  <a16:creationId xmlns:a16="http://schemas.microsoft.com/office/drawing/2014/main" id="{19055A56-362F-B345-38E5-A54EE225AF46}"/>
                </a:ext>
              </a:extLst>
            </p:cNvPr>
            <p:cNvSpPr/>
            <p:nvPr/>
          </p:nvSpPr>
          <p:spPr>
            <a:xfrm>
              <a:off x="4866500" y="3176375"/>
              <a:ext cx="1125" cy="248500"/>
            </a:xfrm>
            <a:custGeom>
              <a:avLst/>
              <a:gdLst/>
              <a:ahLst/>
              <a:cxnLst/>
              <a:rect l="l" t="t" r="r" b="b"/>
              <a:pathLst>
                <a:path w="45" h="9940" fill="none" extrusionOk="0">
                  <a:moveTo>
                    <a:pt x="1" y="1"/>
                  </a:moveTo>
                  <a:lnTo>
                    <a:pt x="45" y="9939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7" name="Google Shape;1220;p26">
              <a:extLst>
                <a:ext uri="{FF2B5EF4-FFF2-40B4-BE49-F238E27FC236}">
                  <a16:creationId xmlns:a16="http://schemas.microsoft.com/office/drawing/2014/main" id="{F2FE4D19-19F4-7A2E-263D-3CDD04BF6E27}"/>
                </a:ext>
              </a:extLst>
            </p:cNvPr>
            <p:cNvSpPr/>
            <p:nvPr/>
          </p:nvSpPr>
          <p:spPr>
            <a:xfrm>
              <a:off x="4681275" y="3113150"/>
              <a:ext cx="1125" cy="270675"/>
            </a:xfrm>
            <a:custGeom>
              <a:avLst/>
              <a:gdLst/>
              <a:ahLst/>
              <a:cxnLst/>
              <a:rect l="l" t="t" r="r" b="b"/>
              <a:pathLst>
                <a:path w="45" h="10827" fill="none" extrusionOk="0">
                  <a:moveTo>
                    <a:pt x="0" y="1"/>
                  </a:moveTo>
                  <a:lnTo>
                    <a:pt x="44" y="10827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8" name="Google Shape;1221;p26">
              <a:extLst>
                <a:ext uri="{FF2B5EF4-FFF2-40B4-BE49-F238E27FC236}">
                  <a16:creationId xmlns:a16="http://schemas.microsoft.com/office/drawing/2014/main" id="{E935AD8B-3BF4-321A-A9A1-C7714F3D8B5D}"/>
                </a:ext>
              </a:extLst>
            </p:cNvPr>
            <p:cNvSpPr/>
            <p:nvPr/>
          </p:nvSpPr>
          <p:spPr>
            <a:xfrm>
              <a:off x="4567025" y="3475875"/>
              <a:ext cx="144200" cy="309475"/>
            </a:xfrm>
            <a:custGeom>
              <a:avLst/>
              <a:gdLst/>
              <a:ahLst/>
              <a:cxnLst/>
              <a:rect l="l" t="t" r="r" b="b"/>
              <a:pathLst>
                <a:path w="5768" h="12379" fill="none" extrusionOk="0">
                  <a:moveTo>
                    <a:pt x="0" y="0"/>
                  </a:moveTo>
                  <a:lnTo>
                    <a:pt x="5724" y="1642"/>
                  </a:lnTo>
                  <a:lnTo>
                    <a:pt x="5768" y="12379"/>
                  </a:lnTo>
                  <a:lnTo>
                    <a:pt x="45" y="11314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9" name="Google Shape;1222;p26">
              <a:extLst>
                <a:ext uri="{FF2B5EF4-FFF2-40B4-BE49-F238E27FC236}">
                  <a16:creationId xmlns:a16="http://schemas.microsoft.com/office/drawing/2014/main" id="{19B3F5C7-10C2-0D7D-6008-E071BBB0CE77}"/>
                </a:ext>
              </a:extLst>
            </p:cNvPr>
            <p:cNvSpPr/>
            <p:nvPr/>
          </p:nvSpPr>
          <p:spPr>
            <a:xfrm>
              <a:off x="4743375" y="3524675"/>
              <a:ext cx="148650" cy="285075"/>
            </a:xfrm>
            <a:custGeom>
              <a:avLst/>
              <a:gdLst/>
              <a:ahLst/>
              <a:cxnLst/>
              <a:rect l="l" t="t" r="r" b="b"/>
              <a:pathLst>
                <a:path w="5946" h="11403" fill="none" extrusionOk="0">
                  <a:moveTo>
                    <a:pt x="1" y="0"/>
                  </a:moveTo>
                  <a:lnTo>
                    <a:pt x="45" y="10604"/>
                  </a:lnTo>
                  <a:lnTo>
                    <a:pt x="5946" y="11403"/>
                  </a:lnTo>
                  <a:lnTo>
                    <a:pt x="5902" y="1553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0" name="Google Shape;1223;p26">
              <a:extLst>
                <a:ext uri="{FF2B5EF4-FFF2-40B4-BE49-F238E27FC236}">
                  <a16:creationId xmlns:a16="http://schemas.microsoft.com/office/drawing/2014/main" id="{8EFDEC4D-4BB6-7CB2-6D4A-D0B9CCC4CED4}"/>
                </a:ext>
              </a:extLst>
            </p:cNvPr>
            <p:cNvSpPr/>
            <p:nvPr/>
          </p:nvSpPr>
          <p:spPr>
            <a:xfrm>
              <a:off x="4868725" y="3557950"/>
              <a:ext cx="25" cy="249600"/>
            </a:xfrm>
            <a:custGeom>
              <a:avLst/>
              <a:gdLst/>
              <a:ahLst/>
              <a:cxnLst/>
              <a:rect l="l" t="t" r="r" b="b"/>
              <a:pathLst>
                <a:path w="1" h="9984" fill="none" extrusionOk="0">
                  <a:moveTo>
                    <a:pt x="0" y="0"/>
                  </a:moveTo>
                  <a:lnTo>
                    <a:pt x="0" y="9983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" name="Google Shape;1224;p26">
              <a:extLst>
                <a:ext uri="{FF2B5EF4-FFF2-40B4-BE49-F238E27FC236}">
                  <a16:creationId xmlns:a16="http://schemas.microsoft.com/office/drawing/2014/main" id="{FD8C6E61-D144-8405-93C0-48D9937E5677}"/>
                </a:ext>
              </a:extLst>
            </p:cNvPr>
            <p:cNvSpPr/>
            <p:nvPr/>
          </p:nvSpPr>
          <p:spPr>
            <a:xfrm>
              <a:off x="4682375" y="3509150"/>
              <a:ext cx="1125" cy="270650"/>
            </a:xfrm>
            <a:custGeom>
              <a:avLst/>
              <a:gdLst/>
              <a:ahLst/>
              <a:cxnLst/>
              <a:rect l="l" t="t" r="r" b="b"/>
              <a:pathLst>
                <a:path w="45" h="10826" fill="none" extrusionOk="0">
                  <a:moveTo>
                    <a:pt x="0" y="0"/>
                  </a:moveTo>
                  <a:lnTo>
                    <a:pt x="45" y="10826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" name="Google Shape;1225;p26">
              <a:extLst>
                <a:ext uri="{FF2B5EF4-FFF2-40B4-BE49-F238E27FC236}">
                  <a16:creationId xmlns:a16="http://schemas.microsoft.com/office/drawing/2014/main" id="{96DCB75A-93D7-0BBB-AA8A-24B31280ACDE}"/>
                </a:ext>
              </a:extLst>
            </p:cNvPr>
            <p:cNvSpPr/>
            <p:nvPr/>
          </p:nvSpPr>
          <p:spPr>
            <a:xfrm>
              <a:off x="4265325" y="3418200"/>
              <a:ext cx="176375" cy="331675"/>
            </a:xfrm>
            <a:custGeom>
              <a:avLst/>
              <a:gdLst/>
              <a:ahLst/>
              <a:cxnLst/>
              <a:rect l="l" t="t" r="r" b="b"/>
              <a:pathLst>
                <a:path w="7055" h="13267" fill="none" extrusionOk="0">
                  <a:moveTo>
                    <a:pt x="266" y="0"/>
                  </a:moveTo>
                  <a:lnTo>
                    <a:pt x="6966" y="1509"/>
                  </a:lnTo>
                  <a:lnTo>
                    <a:pt x="7055" y="13266"/>
                  </a:lnTo>
                  <a:lnTo>
                    <a:pt x="0" y="1229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" name="Google Shape;1226;p26">
              <a:extLst>
                <a:ext uri="{FF2B5EF4-FFF2-40B4-BE49-F238E27FC236}">
                  <a16:creationId xmlns:a16="http://schemas.microsoft.com/office/drawing/2014/main" id="{4C48F0DD-63AC-2C14-D2D0-8916BF8DBBFF}"/>
                </a:ext>
              </a:extLst>
            </p:cNvPr>
            <p:cNvSpPr/>
            <p:nvPr/>
          </p:nvSpPr>
          <p:spPr>
            <a:xfrm>
              <a:off x="4044575" y="3362725"/>
              <a:ext cx="186375" cy="359400"/>
            </a:xfrm>
            <a:custGeom>
              <a:avLst/>
              <a:gdLst/>
              <a:ahLst/>
              <a:cxnLst/>
              <a:rect l="l" t="t" r="r" b="b"/>
              <a:pathLst>
                <a:path w="7455" h="14376" fill="none" extrusionOk="0">
                  <a:moveTo>
                    <a:pt x="90" y="13444"/>
                  </a:moveTo>
                  <a:lnTo>
                    <a:pt x="7455" y="14376"/>
                  </a:lnTo>
                  <a:lnTo>
                    <a:pt x="7366" y="1820"/>
                  </a:lnTo>
                  <a:lnTo>
                    <a:pt x="1" y="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" name="Google Shape;1227;p26">
              <a:extLst>
                <a:ext uri="{FF2B5EF4-FFF2-40B4-BE49-F238E27FC236}">
                  <a16:creationId xmlns:a16="http://schemas.microsoft.com/office/drawing/2014/main" id="{DFA75318-52C4-BB9B-AB20-168110A31879}"/>
                </a:ext>
              </a:extLst>
            </p:cNvPr>
            <p:cNvSpPr/>
            <p:nvPr/>
          </p:nvSpPr>
          <p:spPr>
            <a:xfrm>
              <a:off x="4418375" y="3451475"/>
              <a:ext cx="2250" cy="293950"/>
            </a:xfrm>
            <a:custGeom>
              <a:avLst/>
              <a:gdLst/>
              <a:ahLst/>
              <a:cxnLst/>
              <a:rect l="l" t="t" r="r" b="b"/>
              <a:pathLst>
                <a:path w="90" h="11758" fill="none" extrusionOk="0">
                  <a:moveTo>
                    <a:pt x="1" y="0"/>
                  </a:moveTo>
                  <a:lnTo>
                    <a:pt x="90" y="11758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" name="Google Shape;1228;p26">
              <a:extLst>
                <a:ext uri="{FF2B5EF4-FFF2-40B4-BE49-F238E27FC236}">
                  <a16:creationId xmlns:a16="http://schemas.microsoft.com/office/drawing/2014/main" id="{FE0B09FA-DCC1-EF24-80C5-6A13121C8269}"/>
                </a:ext>
              </a:extLst>
            </p:cNvPr>
            <p:cNvSpPr/>
            <p:nvPr/>
          </p:nvSpPr>
          <p:spPr>
            <a:xfrm>
              <a:off x="4205425" y="3402650"/>
              <a:ext cx="3350" cy="315050"/>
            </a:xfrm>
            <a:custGeom>
              <a:avLst/>
              <a:gdLst/>
              <a:ahLst/>
              <a:cxnLst/>
              <a:rect l="l" t="t" r="r" b="b"/>
              <a:pathLst>
                <a:path w="134" h="12602" fill="none" extrusionOk="0">
                  <a:moveTo>
                    <a:pt x="0" y="1"/>
                  </a:moveTo>
                  <a:lnTo>
                    <a:pt x="133" y="12601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6" name="Google Shape;1229;p26">
              <a:extLst>
                <a:ext uri="{FF2B5EF4-FFF2-40B4-BE49-F238E27FC236}">
                  <a16:creationId xmlns:a16="http://schemas.microsoft.com/office/drawing/2014/main" id="{C3C4F78E-76B9-D365-258F-23D6A5892F80}"/>
                </a:ext>
              </a:extLst>
            </p:cNvPr>
            <p:cNvSpPr/>
            <p:nvPr/>
          </p:nvSpPr>
          <p:spPr>
            <a:xfrm>
              <a:off x="3691850" y="1676750"/>
              <a:ext cx="211900" cy="462550"/>
            </a:xfrm>
            <a:custGeom>
              <a:avLst/>
              <a:gdLst/>
              <a:ahLst/>
              <a:cxnLst/>
              <a:rect l="l" t="t" r="r" b="b"/>
              <a:pathLst>
                <a:path w="8476" h="18502" fill="none" extrusionOk="0">
                  <a:moveTo>
                    <a:pt x="8431" y="5058"/>
                  </a:moveTo>
                  <a:lnTo>
                    <a:pt x="8475" y="18502"/>
                  </a:lnTo>
                  <a:lnTo>
                    <a:pt x="45" y="14154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7" name="Google Shape;1230;p26">
              <a:extLst>
                <a:ext uri="{FF2B5EF4-FFF2-40B4-BE49-F238E27FC236}">
                  <a16:creationId xmlns:a16="http://schemas.microsoft.com/office/drawing/2014/main" id="{F446A7D3-8A75-EBEF-BB19-667464533966}"/>
                </a:ext>
              </a:extLst>
            </p:cNvPr>
            <p:cNvSpPr/>
            <p:nvPr/>
          </p:nvSpPr>
          <p:spPr>
            <a:xfrm>
              <a:off x="3369075" y="1464875"/>
              <a:ext cx="258475" cy="530225"/>
            </a:xfrm>
            <a:custGeom>
              <a:avLst/>
              <a:gdLst/>
              <a:ahLst/>
              <a:cxnLst/>
              <a:rect l="l" t="t" r="r" b="b"/>
              <a:pathLst>
                <a:path w="10339" h="21209" fill="none" extrusionOk="0">
                  <a:moveTo>
                    <a:pt x="45" y="15441"/>
                  </a:moveTo>
                  <a:lnTo>
                    <a:pt x="10338" y="21209"/>
                  </a:lnTo>
                  <a:lnTo>
                    <a:pt x="10294" y="6789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" name="Google Shape;1231;p26">
              <a:extLst>
                <a:ext uri="{FF2B5EF4-FFF2-40B4-BE49-F238E27FC236}">
                  <a16:creationId xmlns:a16="http://schemas.microsoft.com/office/drawing/2014/main" id="{4D6C2B20-867A-8E91-F4A1-E231F3A34DA6}"/>
                </a:ext>
              </a:extLst>
            </p:cNvPr>
            <p:cNvSpPr/>
            <p:nvPr/>
          </p:nvSpPr>
          <p:spPr>
            <a:xfrm>
              <a:off x="3877100" y="1787675"/>
              <a:ext cx="1125" cy="341650"/>
            </a:xfrm>
            <a:custGeom>
              <a:avLst/>
              <a:gdLst/>
              <a:ahLst/>
              <a:cxnLst/>
              <a:rect l="l" t="t" r="r" b="b"/>
              <a:pathLst>
                <a:path w="45" h="13666" fill="none" extrusionOk="0">
                  <a:moveTo>
                    <a:pt x="0" y="0"/>
                  </a:moveTo>
                  <a:lnTo>
                    <a:pt x="45" y="13665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" name="Google Shape;1232;p26">
              <a:extLst>
                <a:ext uri="{FF2B5EF4-FFF2-40B4-BE49-F238E27FC236}">
                  <a16:creationId xmlns:a16="http://schemas.microsoft.com/office/drawing/2014/main" id="{70351AF1-6BEB-3E4E-2D94-12BFF136AB96}"/>
                </a:ext>
              </a:extLst>
            </p:cNvPr>
            <p:cNvSpPr/>
            <p:nvPr/>
          </p:nvSpPr>
          <p:spPr>
            <a:xfrm>
              <a:off x="3604225" y="1620175"/>
              <a:ext cx="1150" cy="360525"/>
            </a:xfrm>
            <a:custGeom>
              <a:avLst/>
              <a:gdLst/>
              <a:ahLst/>
              <a:cxnLst/>
              <a:rect l="l" t="t" r="r" b="b"/>
              <a:pathLst>
                <a:path w="46" h="14421" fill="none" extrusionOk="0">
                  <a:moveTo>
                    <a:pt x="1" y="1"/>
                  </a:moveTo>
                  <a:lnTo>
                    <a:pt x="45" y="14420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" name="Google Shape;1233;p26">
              <a:extLst>
                <a:ext uri="{FF2B5EF4-FFF2-40B4-BE49-F238E27FC236}">
                  <a16:creationId xmlns:a16="http://schemas.microsoft.com/office/drawing/2014/main" id="{F5A89082-EF4D-B9F1-5552-089C74145299}"/>
                </a:ext>
              </a:extLst>
            </p:cNvPr>
            <p:cNvSpPr/>
            <p:nvPr/>
          </p:nvSpPr>
          <p:spPr>
            <a:xfrm>
              <a:off x="3692975" y="2194750"/>
              <a:ext cx="211875" cy="439250"/>
            </a:xfrm>
            <a:custGeom>
              <a:avLst/>
              <a:gdLst/>
              <a:ahLst/>
              <a:cxnLst/>
              <a:rect l="l" t="t" r="r" b="b"/>
              <a:pathLst>
                <a:path w="8475" h="17570" fill="none" extrusionOk="0">
                  <a:moveTo>
                    <a:pt x="8430" y="4082"/>
                  </a:moveTo>
                  <a:lnTo>
                    <a:pt x="8474" y="17570"/>
                  </a:lnTo>
                  <a:lnTo>
                    <a:pt x="45" y="1419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" name="Google Shape;1234;p26">
              <a:extLst>
                <a:ext uri="{FF2B5EF4-FFF2-40B4-BE49-F238E27FC236}">
                  <a16:creationId xmlns:a16="http://schemas.microsoft.com/office/drawing/2014/main" id="{C95CA2D9-96BA-FC0A-B6F3-16C6D1CD77BA}"/>
                </a:ext>
              </a:extLst>
            </p:cNvPr>
            <p:cNvSpPr/>
            <p:nvPr/>
          </p:nvSpPr>
          <p:spPr>
            <a:xfrm>
              <a:off x="3370200" y="2022825"/>
              <a:ext cx="258450" cy="499150"/>
            </a:xfrm>
            <a:custGeom>
              <a:avLst/>
              <a:gdLst/>
              <a:ahLst/>
              <a:cxnLst/>
              <a:rect l="l" t="t" r="r" b="b"/>
              <a:pathLst>
                <a:path w="10338" h="19966" fill="none" extrusionOk="0">
                  <a:moveTo>
                    <a:pt x="44" y="15440"/>
                  </a:moveTo>
                  <a:lnTo>
                    <a:pt x="10338" y="19966"/>
                  </a:lnTo>
                  <a:lnTo>
                    <a:pt x="10293" y="550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" name="Google Shape;1235;p26">
              <a:extLst>
                <a:ext uri="{FF2B5EF4-FFF2-40B4-BE49-F238E27FC236}">
                  <a16:creationId xmlns:a16="http://schemas.microsoft.com/office/drawing/2014/main" id="{E85FCC0F-F83B-B5FB-2E9B-ACAE80938511}"/>
                </a:ext>
              </a:extLst>
            </p:cNvPr>
            <p:cNvSpPr/>
            <p:nvPr/>
          </p:nvSpPr>
          <p:spPr>
            <a:xfrm>
              <a:off x="3878200" y="2284575"/>
              <a:ext cx="1125" cy="341675"/>
            </a:xfrm>
            <a:custGeom>
              <a:avLst/>
              <a:gdLst/>
              <a:ahLst/>
              <a:cxnLst/>
              <a:rect l="l" t="t" r="r" b="b"/>
              <a:pathLst>
                <a:path w="45" h="13667" fill="none" extrusionOk="0">
                  <a:moveTo>
                    <a:pt x="1" y="1"/>
                  </a:moveTo>
                  <a:lnTo>
                    <a:pt x="45" y="13666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" name="Google Shape;1236;p26">
              <a:extLst>
                <a:ext uri="{FF2B5EF4-FFF2-40B4-BE49-F238E27FC236}">
                  <a16:creationId xmlns:a16="http://schemas.microsoft.com/office/drawing/2014/main" id="{3CE3C24D-6B9B-A9E7-0ACD-BB05DF0F42C7}"/>
                </a:ext>
              </a:extLst>
            </p:cNvPr>
            <p:cNvSpPr/>
            <p:nvPr/>
          </p:nvSpPr>
          <p:spPr>
            <a:xfrm>
              <a:off x="3605350" y="2148150"/>
              <a:ext cx="1125" cy="361625"/>
            </a:xfrm>
            <a:custGeom>
              <a:avLst/>
              <a:gdLst/>
              <a:ahLst/>
              <a:cxnLst/>
              <a:rect l="l" t="t" r="r" b="b"/>
              <a:pathLst>
                <a:path w="45" h="14465" fill="none" extrusionOk="0">
                  <a:moveTo>
                    <a:pt x="0" y="1"/>
                  </a:moveTo>
                  <a:lnTo>
                    <a:pt x="44" y="14465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4" name="Google Shape;1237;p26">
              <a:extLst>
                <a:ext uri="{FF2B5EF4-FFF2-40B4-BE49-F238E27FC236}">
                  <a16:creationId xmlns:a16="http://schemas.microsoft.com/office/drawing/2014/main" id="{38410D70-73C4-FBD1-B76F-3D40AEC7D4C4}"/>
                </a:ext>
              </a:extLst>
            </p:cNvPr>
            <p:cNvSpPr/>
            <p:nvPr/>
          </p:nvSpPr>
          <p:spPr>
            <a:xfrm>
              <a:off x="3694075" y="2785950"/>
              <a:ext cx="211875" cy="408200"/>
            </a:xfrm>
            <a:custGeom>
              <a:avLst/>
              <a:gdLst/>
              <a:ahLst/>
              <a:cxnLst/>
              <a:rect l="l" t="t" r="r" b="b"/>
              <a:pathLst>
                <a:path w="8475" h="16328" fill="none" extrusionOk="0">
                  <a:moveTo>
                    <a:pt x="8430" y="2884"/>
                  </a:moveTo>
                  <a:lnTo>
                    <a:pt x="8475" y="16328"/>
                  </a:lnTo>
                  <a:lnTo>
                    <a:pt x="45" y="14198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" name="Google Shape;1238;p26">
              <a:extLst>
                <a:ext uri="{FF2B5EF4-FFF2-40B4-BE49-F238E27FC236}">
                  <a16:creationId xmlns:a16="http://schemas.microsoft.com/office/drawing/2014/main" id="{BF6F14DE-F11F-7B62-49D9-D83BF2B0728E}"/>
                </a:ext>
              </a:extLst>
            </p:cNvPr>
            <p:cNvSpPr/>
            <p:nvPr/>
          </p:nvSpPr>
          <p:spPr>
            <a:xfrm>
              <a:off x="3371300" y="2662825"/>
              <a:ext cx="258475" cy="459225"/>
            </a:xfrm>
            <a:custGeom>
              <a:avLst/>
              <a:gdLst/>
              <a:ahLst/>
              <a:cxnLst/>
              <a:rect l="l" t="t" r="r" b="b"/>
              <a:pathLst>
                <a:path w="10339" h="18369" fill="none" extrusionOk="0">
                  <a:moveTo>
                    <a:pt x="45" y="15440"/>
                  </a:moveTo>
                  <a:lnTo>
                    <a:pt x="10338" y="18369"/>
                  </a:lnTo>
                  <a:lnTo>
                    <a:pt x="10338" y="394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" name="Google Shape;1239;p26">
              <a:extLst>
                <a:ext uri="{FF2B5EF4-FFF2-40B4-BE49-F238E27FC236}">
                  <a16:creationId xmlns:a16="http://schemas.microsoft.com/office/drawing/2014/main" id="{59F593A6-F6E8-3B74-59CC-F8A7F16E91A7}"/>
                </a:ext>
              </a:extLst>
            </p:cNvPr>
            <p:cNvSpPr/>
            <p:nvPr/>
          </p:nvSpPr>
          <p:spPr>
            <a:xfrm>
              <a:off x="3879325" y="2849175"/>
              <a:ext cx="1125" cy="341650"/>
            </a:xfrm>
            <a:custGeom>
              <a:avLst/>
              <a:gdLst/>
              <a:ahLst/>
              <a:cxnLst/>
              <a:rect l="l" t="t" r="r" b="b"/>
              <a:pathLst>
                <a:path w="45" h="13666" fill="none" extrusionOk="0">
                  <a:moveTo>
                    <a:pt x="0" y="0"/>
                  </a:moveTo>
                  <a:lnTo>
                    <a:pt x="44" y="13666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7" name="Google Shape;1240;p26">
              <a:extLst>
                <a:ext uri="{FF2B5EF4-FFF2-40B4-BE49-F238E27FC236}">
                  <a16:creationId xmlns:a16="http://schemas.microsoft.com/office/drawing/2014/main" id="{6E16C886-9201-6601-5667-51DC1AA67112}"/>
                </a:ext>
              </a:extLst>
            </p:cNvPr>
            <p:cNvSpPr/>
            <p:nvPr/>
          </p:nvSpPr>
          <p:spPr>
            <a:xfrm>
              <a:off x="3606450" y="2752675"/>
              <a:ext cx="1125" cy="361625"/>
            </a:xfrm>
            <a:custGeom>
              <a:avLst/>
              <a:gdLst/>
              <a:ahLst/>
              <a:cxnLst/>
              <a:rect l="l" t="t" r="r" b="b"/>
              <a:pathLst>
                <a:path w="45" h="14465" fill="none" extrusionOk="0">
                  <a:moveTo>
                    <a:pt x="0" y="0"/>
                  </a:moveTo>
                  <a:lnTo>
                    <a:pt x="45" y="14464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" name="Google Shape;1241;p26">
              <a:extLst>
                <a:ext uri="{FF2B5EF4-FFF2-40B4-BE49-F238E27FC236}">
                  <a16:creationId xmlns:a16="http://schemas.microsoft.com/office/drawing/2014/main" id="{0CAEF824-9FC9-B012-79A9-0D8513E45CAA}"/>
                </a:ext>
              </a:extLst>
            </p:cNvPr>
            <p:cNvSpPr/>
            <p:nvPr/>
          </p:nvSpPr>
          <p:spPr>
            <a:xfrm>
              <a:off x="3695175" y="3291750"/>
              <a:ext cx="211900" cy="386025"/>
            </a:xfrm>
            <a:custGeom>
              <a:avLst/>
              <a:gdLst/>
              <a:ahLst/>
              <a:cxnLst/>
              <a:rect l="l" t="t" r="r" b="b"/>
              <a:pathLst>
                <a:path w="8476" h="15441" fill="none" extrusionOk="0">
                  <a:moveTo>
                    <a:pt x="8431" y="1997"/>
                  </a:moveTo>
                  <a:lnTo>
                    <a:pt x="8475" y="15440"/>
                  </a:lnTo>
                  <a:lnTo>
                    <a:pt x="45" y="14198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" name="Google Shape;1242;p26">
              <a:extLst>
                <a:ext uri="{FF2B5EF4-FFF2-40B4-BE49-F238E27FC236}">
                  <a16:creationId xmlns:a16="http://schemas.microsoft.com/office/drawing/2014/main" id="{9786EDDE-A40D-D18B-9C01-8FB7C163B172}"/>
                </a:ext>
              </a:extLst>
            </p:cNvPr>
            <p:cNvSpPr/>
            <p:nvPr/>
          </p:nvSpPr>
          <p:spPr>
            <a:xfrm>
              <a:off x="3372400" y="3203000"/>
              <a:ext cx="258475" cy="431500"/>
            </a:xfrm>
            <a:custGeom>
              <a:avLst/>
              <a:gdLst/>
              <a:ahLst/>
              <a:cxnLst/>
              <a:rect l="l" t="t" r="r" b="b"/>
              <a:pathLst>
                <a:path w="10339" h="17260" fill="none" extrusionOk="0">
                  <a:moveTo>
                    <a:pt x="45" y="15441"/>
                  </a:moveTo>
                  <a:lnTo>
                    <a:pt x="10339" y="17260"/>
                  </a:lnTo>
                  <a:lnTo>
                    <a:pt x="10339" y="2840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" name="Google Shape;1243;p26">
              <a:extLst>
                <a:ext uri="{FF2B5EF4-FFF2-40B4-BE49-F238E27FC236}">
                  <a16:creationId xmlns:a16="http://schemas.microsoft.com/office/drawing/2014/main" id="{0FA624FB-A343-AEBA-AC3D-69161C1B4579}"/>
                </a:ext>
              </a:extLst>
            </p:cNvPr>
            <p:cNvSpPr/>
            <p:nvPr/>
          </p:nvSpPr>
          <p:spPr>
            <a:xfrm>
              <a:off x="3880425" y="3336100"/>
              <a:ext cx="1125" cy="340550"/>
            </a:xfrm>
            <a:custGeom>
              <a:avLst/>
              <a:gdLst/>
              <a:ahLst/>
              <a:cxnLst/>
              <a:rect l="l" t="t" r="r" b="b"/>
              <a:pathLst>
                <a:path w="45" h="13622" fill="none" extrusionOk="0">
                  <a:moveTo>
                    <a:pt x="0" y="1"/>
                  </a:moveTo>
                  <a:lnTo>
                    <a:pt x="45" y="13622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" name="Google Shape;1244;p26">
              <a:extLst>
                <a:ext uri="{FF2B5EF4-FFF2-40B4-BE49-F238E27FC236}">
                  <a16:creationId xmlns:a16="http://schemas.microsoft.com/office/drawing/2014/main" id="{AB67F462-93F8-2B8E-11C8-4E30E286E275}"/>
                </a:ext>
              </a:extLst>
            </p:cNvPr>
            <p:cNvSpPr/>
            <p:nvPr/>
          </p:nvSpPr>
          <p:spPr>
            <a:xfrm>
              <a:off x="3607550" y="3267325"/>
              <a:ext cx="1150" cy="361625"/>
            </a:xfrm>
            <a:custGeom>
              <a:avLst/>
              <a:gdLst/>
              <a:ahLst/>
              <a:cxnLst/>
              <a:rect l="l" t="t" r="r" b="b"/>
              <a:pathLst>
                <a:path w="46" h="14465" fill="none" extrusionOk="0">
                  <a:moveTo>
                    <a:pt x="1" y="1"/>
                  </a:moveTo>
                  <a:lnTo>
                    <a:pt x="45" y="14465"/>
                  </a:lnTo>
                </a:path>
              </a:pathLst>
            </a:custGeom>
            <a:noFill/>
            <a:ln w="3325" cap="rnd" cmpd="sng">
              <a:solidFill>
                <a:schemeClr val="dk1"/>
              </a:solidFill>
              <a:prstDash val="solid"/>
              <a:miter lim="4436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2" name="Google Shape;1245;p26">
              <a:extLst>
                <a:ext uri="{FF2B5EF4-FFF2-40B4-BE49-F238E27FC236}">
                  <a16:creationId xmlns:a16="http://schemas.microsoft.com/office/drawing/2014/main" id="{6F757462-DE80-D99F-8FBB-B6B7DC2A669F}"/>
                </a:ext>
              </a:extLst>
            </p:cNvPr>
            <p:cNvSpPr/>
            <p:nvPr/>
          </p:nvSpPr>
          <p:spPr>
            <a:xfrm>
              <a:off x="1168425" y="620775"/>
              <a:ext cx="2198450" cy="1660500"/>
            </a:xfrm>
            <a:custGeom>
              <a:avLst/>
              <a:gdLst/>
              <a:ahLst/>
              <a:cxnLst/>
              <a:rect l="l" t="t" r="r" b="b"/>
              <a:pathLst>
                <a:path w="87938" h="66420" extrusionOk="0">
                  <a:moveTo>
                    <a:pt x="87938" y="1"/>
                  </a:moveTo>
                  <a:lnTo>
                    <a:pt x="76890" y="8209"/>
                  </a:lnTo>
                  <a:lnTo>
                    <a:pt x="65843" y="16506"/>
                  </a:lnTo>
                  <a:lnTo>
                    <a:pt x="43836" y="33055"/>
                  </a:lnTo>
                  <a:lnTo>
                    <a:pt x="21918" y="49693"/>
                  </a:lnTo>
                  <a:lnTo>
                    <a:pt x="10960" y="58034"/>
                  </a:lnTo>
                  <a:lnTo>
                    <a:pt x="1" y="66420"/>
                  </a:lnTo>
                  <a:lnTo>
                    <a:pt x="11048" y="58167"/>
                  </a:lnTo>
                  <a:lnTo>
                    <a:pt x="22052" y="49915"/>
                  </a:lnTo>
                  <a:lnTo>
                    <a:pt x="44102" y="33366"/>
                  </a:lnTo>
                  <a:lnTo>
                    <a:pt x="66020" y="16683"/>
                  </a:lnTo>
                  <a:lnTo>
                    <a:pt x="76979" y="8387"/>
                  </a:lnTo>
                  <a:lnTo>
                    <a:pt x="8793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3" name="Google Shape;1246;p26">
              <a:extLst>
                <a:ext uri="{FF2B5EF4-FFF2-40B4-BE49-F238E27FC236}">
                  <a16:creationId xmlns:a16="http://schemas.microsoft.com/office/drawing/2014/main" id="{887621C4-D944-6967-6F9B-72F3419D524C}"/>
                </a:ext>
              </a:extLst>
            </p:cNvPr>
            <p:cNvSpPr/>
            <p:nvPr/>
          </p:nvSpPr>
          <p:spPr>
            <a:xfrm>
              <a:off x="2661400" y="661825"/>
              <a:ext cx="3659275" cy="2438050"/>
            </a:xfrm>
            <a:custGeom>
              <a:avLst/>
              <a:gdLst/>
              <a:ahLst/>
              <a:cxnLst/>
              <a:rect l="l" t="t" r="r" b="b"/>
              <a:pathLst>
                <a:path w="146371" h="97522" extrusionOk="0">
                  <a:moveTo>
                    <a:pt x="1" y="1"/>
                  </a:moveTo>
                  <a:lnTo>
                    <a:pt x="18281" y="12291"/>
                  </a:lnTo>
                  <a:lnTo>
                    <a:pt x="36516" y="24492"/>
                  </a:lnTo>
                  <a:lnTo>
                    <a:pt x="73075" y="48938"/>
                  </a:lnTo>
                  <a:lnTo>
                    <a:pt x="109723" y="73252"/>
                  </a:lnTo>
                  <a:lnTo>
                    <a:pt x="128003" y="85409"/>
                  </a:lnTo>
                  <a:lnTo>
                    <a:pt x="146371" y="97521"/>
                  </a:lnTo>
                  <a:lnTo>
                    <a:pt x="146371" y="97521"/>
                  </a:lnTo>
                  <a:lnTo>
                    <a:pt x="128136" y="85231"/>
                  </a:lnTo>
                  <a:lnTo>
                    <a:pt x="109856" y="73030"/>
                  </a:lnTo>
                  <a:lnTo>
                    <a:pt x="73297" y="48584"/>
                  </a:lnTo>
                  <a:lnTo>
                    <a:pt x="36693" y="24270"/>
                  </a:lnTo>
                  <a:lnTo>
                    <a:pt x="18369" y="12113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" name="Google Shape;1247;p26">
              <a:extLst>
                <a:ext uri="{FF2B5EF4-FFF2-40B4-BE49-F238E27FC236}">
                  <a16:creationId xmlns:a16="http://schemas.microsoft.com/office/drawing/2014/main" id="{8C812D14-40E1-46A2-4ACD-F4AFD839D805}"/>
                </a:ext>
              </a:extLst>
            </p:cNvPr>
            <p:cNvSpPr/>
            <p:nvPr/>
          </p:nvSpPr>
          <p:spPr>
            <a:xfrm>
              <a:off x="1323725" y="3230725"/>
              <a:ext cx="4818375" cy="724350"/>
            </a:xfrm>
            <a:custGeom>
              <a:avLst/>
              <a:gdLst/>
              <a:ahLst/>
              <a:cxnLst/>
              <a:rect l="l" t="t" r="r" b="b"/>
              <a:pathLst>
                <a:path w="192735" h="28974" extrusionOk="0">
                  <a:moveTo>
                    <a:pt x="192735" y="1"/>
                  </a:moveTo>
                  <a:lnTo>
                    <a:pt x="168643" y="3550"/>
                  </a:lnTo>
                  <a:lnTo>
                    <a:pt x="144551" y="7144"/>
                  </a:lnTo>
                  <a:lnTo>
                    <a:pt x="96323" y="14287"/>
                  </a:lnTo>
                  <a:lnTo>
                    <a:pt x="48184" y="21608"/>
                  </a:lnTo>
                  <a:lnTo>
                    <a:pt x="24092" y="25246"/>
                  </a:lnTo>
                  <a:lnTo>
                    <a:pt x="0" y="28973"/>
                  </a:lnTo>
                  <a:lnTo>
                    <a:pt x="24092" y="25424"/>
                  </a:lnTo>
                  <a:lnTo>
                    <a:pt x="48184" y="21874"/>
                  </a:lnTo>
                  <a:lnTo>
                    <a:pt x="96412" y="14687"/>
                  </a:lnTo>
                  <a:lnTo>
                    <a:pt x="144551" y="7366"/>
                  </a:lnTo>
                  <a:lnTo>
                    <a:pt x="168643" y="3728"/>
                  </a:lnTo>
                  <a:lnTo>
                    <a:pt x="19273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" name="Google Shape;1248;p26">
              <a:extLst>
                <a:ext uri="{FF2B5EF4-FFF2-40B4-BE49-F238E27FC236}">
                  <a16:creationId xmlns:a16="http://schemas.microsoft.com/office/drawing/2014/main" id="{36DB6AE7-158D-C09E-53BC-43C6D735521E}"/>
                </a:ext>
              </a:extLst>
            </p:cNvPr>
            <p:cNvSpPr/>
            <p:nvPr/>
          </p:nvSpPr>
          <p:spPr>
            <a:xfrm>
              <a:off x="2602625" y="4683500"/>
              <a:ext cx="3953200" cy="434000"/>
            </a:xfrm>
            <a:custGeom>
              <a:avLst/>
              <a:gdLst/>
              <a:ahLst/>
              <a:cxnLst/>
              <a:rect l="l" t="t" r="r" b="b"/>
              <a:pathLst>
                <a:path w="158128" h="17360" extrusionOk="0">
                  <a:moveTo>
                    <a:pt x="157953" y="0"/>
                  </a:moveTo>
                  <a:cubicBezTo>
                    <a:pt x="157938" y="0"/>
                    <a:pt x="157922" y="4"/>
                    <a:pt x="157906" y="12"/>
                  </a:cubicBezTo>
                  <a:lnTo>
                    <a:pt x="0" y="17360"/>
                  </a:lnTo>
                  <a:lnTo>
                    <a:pt x="0" y="17360"/>
                  </a:lnTo>
                  <a:lnTo>
                    <a:pt x="157950" y="367"/>
                  </a:lnTo>
                  <a:cubicBezTo>
                    <a:pt x="158039" y="367"/>
                    <a:pt x="158128" y="278"/>
                    <a:pt x="158128" y="189"/>
                  </a:cubicBezTo>
                  <a:cubicBezTo>
                    <a:pt x="158091" y="80"/>
                    <a:pt x="158025" y="0"/>
                    <a:pt x="15795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" name="Google Shape;1249;p26">
              <a:extLst>
                <a:ext uri="{FF2B5EF4-FFF2-40B4-BE49-F238E27FC236}">
                  <a16:creationId xmlns:a16="http://schemas.microsoft.com/office/drawing/2014/main" id="{D75B0876-18A5-A74C-9BB7-DB2AF982AD53}"/>
                </a:ext>
              </a:extLst>
            </p:cNvPr>
            <p:cNvSpPr/>
            <p:nvPr/>
          </p:nvSpPr>
          <p:spPr>
            <a:xfrm>
              <a:off x="1071925" y="4780275"/>
              <a:ext cx="2805200" cy="342775"/>
            </a:xfrm>
            <a:custGeom>
              <a:avLst/>
              <a:gdLst/>
              <a:ahLst/>
              <a:cxnLst/>
              <a:rect l="l" t="t" r="r" b="b"/>
              <a:pathLst>
                <a:path w="112208" h="13711" extrusionOk="0">
                  <a:moveTo>
                    <a:pt x="222" y="1"/>
                  </a:moveTo>
                  <a:cubicBezTo>
                    <a:pt x="134" y="1"/>
                    <a:pt x="45" y="90"/>
                    <a:pt x="1" y="178"/>
                  </a:cubicBezTo>
                  <a:cubicBezTo>
                    <a:pt x="1" y="311"/>
                    <a:pt x="89" y="400"/>
                    <a:pt x="178" y="400"/>
                  </a:cubicBezTo>
                  <a:lnTo>
                    <a:pt x="112207" y="13711"/>
                  </a:lnTo>
                  <a:lnTo>
                    <a:pt x="222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" name="Google Shape;1250;p26">
              <a:extLst>
                <a:ext uri="{FF2B5EF4-FFF2-40B4-BE49-F238E27FC236}">
                  <a16:creationId xmlns:a16="http://schemas.microsoft.com/office/drawing/2014/main" id="{BD0634F4-F5E8-FD66-AA4C-499F2EB414E1}"/>
                </a:ext>
              </a:extLst>
            </p:cNvPr>
            <p:cNvSpPr/>
            <p:nvPr/>
          </p:nvSpPr>
          <p:spPr>
            <a:xfrm>
              <a:off x="6012300" y="993475"/>
              <a:ext cx="10000" cy="3068075"/>
            </a:xfrm>
            <a:custGeom>
              <a:avLst/>
              <a:gdLst/>
              <a:ahLst/>
              <a:cxnLst/>
              <a:rect l="l" t="t" r="r" b="b"/>
              <a:pathLst>
                <a:path w="400" h="122723" extrusionOk="0">
                  <a:moveTo>
                    <a:pt x="222" y="1"/>
                  </a:moveTo>
                  <a:lnTo>
                    <a:pt x="1" y="122501"/>
                  </a:lnTo>
                  <a:cubicBezTo>
                    <a:pt x="1" y="122634"/>
                    <a:pt x="89" y="122722"/>
                    <a:pt x="222" y="122722"/>
                  </a:cubicBezTo>
                  <a:cubicBezTo>
                    <a:pt x="311" y="122722"/>
                    <a:pt x="400" y="122634"/>
                    <a:pt x="400" y="122501"/>
                  </a:cubicBezTo>
                  <a:lnTo>
                    <a:pt x="222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" name="Google Shape;1251;p26">
              <a:extLst>
                <a:ext uri="{FF2B5EF4-FFF2-40B4-BE49-F238E27FC236}">
                  <a16:creationId xmlns:a16="http://schemas.microsoft.com/office/drawing/2014/main" id="{262590BA-05C1-658F-CE5F-5E7592CB38B1}"/>
                </a:ext>
              </a:extLst>
            </p:cNvPr>
            <p:cNvSpPr/>
            <p:nvPr/>
          </p:nvSpPr>
          <p:spPr>
            <a:xfrm>
              <a:off x="1345900" y="1210875"/>
              <a:ext cx="13325" cy="3743575"/>
            </a:xfrm>
            <a:custGeom>
              <a:avLst/>
              <a:gdLst/>
              <a:ahLst/>
              <a:cxnLst/>
              <a:rect l="l" t="t" r="r" b="b"/>
              <a:pathLst>
                <a:path w="533" h="149743" extrusionOk="0">
                  <a:moveTo>
                    <a:pt x="267" y="1"/>
                  </a:moveTo>
                  <a:lnTo>
                    <a:pt x="134" y="18724"/>
                  </a:lnTo>
                  <a:lnTo>
                    <a:pt x="89" y="37447"/>
                  </a:lnTo>
                  <a:lnTo>
                    <a:pt x="1" y="74850"/>
                  </a:lnTo>
                  <a:lnTo>
                    <a:pt x="89" y="112296"/>
                  </a:lnTo>
                  <a:lnTo>
                    <a:pt x="134" y="131019"/>
                  </a:lnTo>
                  <a:lnTo>
                    <a:pt x="267" y="149743"/>
                  </a:lnTo>
                  <a:lnTo>
                    <a:pt x="400" y="131019"/>
                  </a:lnTo>
                  <a:lnTo>
                    <a:pt x="444" y="112296"/>
                  </a:lnTo>
                  <a:lnTo>
                    <a:pt x="533" y="74850"/>
                  </a:lnTo>
                  <a:lnTo>
                    <a:pt x="444" y="37447"/>
                  </a:lnTo>
                  <a:lnTo>
                    <a:pt x="400" y="18724"/>
                  </a:lnTo>
                  <a:lnTo>
                    <a:pt x="26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D30E828F-9AFD-335F-27DB-DC6C91B365A4}"/>
              </a:ext>
            </a:extLst>
          </p:cNvPr>
          <p:cNvSpPr txBox="1"/>
          <p:nvPr/>
        </p:nvSpPr>
        <p:spPr>
          <a:xfrm>
            <a:off x="8774147" y="4670735"/>
            <a:ext cx="27443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05674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4919637-03AE-028D-563F-4204AD8A7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8" y="2071763"/>
            <a:ext cx="4602696" cy="337849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B1E9ABA-4DA0-50DA-BA27-7F78692858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1684" y="857934"/>
            <a:ext cx="5680632" cy="1126869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3E5CE87F-7F69-131E-F474-949FE1A74B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424" y="2071762"/>
            <a:ext cx="4494576" cy="3378494"/>
          </a:xfrm>
          <a:prstGeom prst="rect">
            <a:avLst/>
          </a:prstGeom>
        </p:spPr>
      </p:pic>
      <p:sp>
        <p:nvSpPr>
          <p:cNvPr id="3" name="Organigramme : Procédé 2">
            <a:extLst>
              <a:ext uri="{FF2B5EF4-FFF2-40B4-BE49-F238E27FC236}">
                <a16:creationId xmlns:a16="http://schemas.microsoft.com/office/drawing/2014/main" id="{B54B910A-06B2-0A07-7C62-FC5F06F11AFA}"/>
              </a:ext>
            </a:extLst>
          </p:cNvPr>
          <p:cNvSpPr/>
          <p:nvPr/>
        </p:nvSpPr>
        <p:spPr>
          <a:xfrm>
            <a:off x="4572000" y="2071762"/>
            <a:ext cx="77424" cy="3137052"/>
          </a:xfrm>
          <a:prstGeom prst="flowChartProcess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Google Shape;1265;p28">
            <a:extLst>
              <a:ext uri="{FF2B5EF4-FFF2-40B4-BE49-F238E27FC236}">
                <a16:creationId xmlns:a16="http://schemas.microsoft.com/office/drawing/2014/main" id="{6F3F33D8-A1CB-C1E8-6025-1A733A381C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7055" y="274586"/>
            <a:ext cx="7632611" cy="40113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fr-FR" sz="2000" b="1" dirty="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Règlements de base, données d’entrées et exemple d’un plancher :</a:t>
            </a: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95A5B63-DF38-807A-B475-079E8E6EDFA0}"/>
              </a:ext>
            </a:extLst>
          </p:cNvPr>
          <p:cNvSpPr txBox="1"/>
          <p:nvPr/>
        </p:nvSpPr>
        <p:spPr>
          <a:xfrm>
            <a:off x="146473" y="143781"/>
            <a:ext cx="324633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880522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5D9625CC-334A-E62E-E242-6373C7D6C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80" y="161703"/>
            <a:ext cx="8805578" cy="4835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535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8D1C39-0780-4A7C-841F-39B01B4C8DCD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r>
              <a:rPr lang="fr-FR" sz="3200" dirty="0"/>
              <a:t>Modélisation </a:t>
            </a:r>
            <a:br>
              <a:rPr lang="fr-FR" sz="3200" dirty="0"/>
            </a:br>
            <a:r>
              <a:rPr lang="fr-FR" sz="3200" dirty="0"/>
              <a:t>robot</a:t>
            </a:r>
            <a:br>
              <a:rPr lang="fr-FR" sz="4800" dirty="0"/>
            </a:br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EE0F3A92-4A3F-4ED6-A10C-0EDABD20EFCB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fr-FR" dirty="0"/>
              <a:t>3</a:t>
            </a:r>
          </a:p>
        </p:txBody>
      </p:sp>
      <p:grpSp>
        <p:nvGrpSpPr>
          <p:cNvPr id="4" name="Google Shape;1291;p30">
            <a:extLst>
              <a:ext uri="{FF2B5EF4-FFF2-40B4-BE49-F238E27FC236}">
                <a16:creationId xmlns:a16="http://schemas.microsoft.com/office/drawing/2014/main" id="{D9D10C73-C334-4DC1-A7B7-0E6DB47C2A0C}"/>
              </a:ext>
            </a:extLst>
          </p:cNvPr>
          <p:cNvGrpSpPr/>
          <p:nvPr/>
        </p:nvGrpSpPr>
        <p:grpSpPr>
          <a:xfrm flipH="1">
            <a:off x="507502" y="584172"/>
            <a:ext cx="3898813" cy="3975156"/>
            <a:chOff x="1795775" y="580625"/>
            <a:chExt cx="4532450" cy="4621200"/>
          </a:xfrm>
        </p:grpSpPr>
        <p:sp>
          <p:nvSpPr>
            <p:cNvPr id="5" name="Google Shape;1292;p30">
              <a:extLst>
                <a:ext uri="{FF2B5EF4-FFF2-40B4-BE49-F238E27FC236}">
                  <a16:creationId xmlns:a16="http://schemas.microsoft.com/office/drawing/2014/main" id="{1FF24AEB-F7E2-46A1-921B-938D09489D50}"/>
                </a:ext>
              </a:extLst>
            </p:cNvPr>
            <p:cNvSpPr/>
            <p:nvPr/>
          </p:nvSpPr>
          <p:spPr>
            <a:xfrm>
              <a:off x="3332600" y="1741225"/>
              <a:ext cx="2968125" cy="811925"/>
            </a:xfrm>
            <a:custGeom>
              <a:avLst/>
              <a:gdLst/>
              <a:ahLst/>
              <a:cxnLst/>
              <a:rect l="l" t="t" r="r" b="b"/>
              <a:pathLst>
                <a:path w="118725" h="32477" fill="none" extrusionOk="0">
                  <a:moveTo>
                    <a:pt x="1" y="32477"/>
                  </a:moveTo>
                  <a:lnTo>
                    <a:pt x="118724" y="1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" name="Google Shape;1293;p30">
              <a:extLst>
                <a:ext uri="{FF2B5EF4-FFF2-40B4-BE49-F238E27FC236}">
                  <a16:creationId xmlns:a16="http://schemas.microsoft.com/office/drawing/2014/main" id="{E698696C-1BAB-46BA-94EA-B7C934429BDD}"/>
                </a:ext>
              </a:extLst>
            </p:cNvPr>
            <p:cNvSpPr/>
            <p:nvPr/>
          </p:nvSpPr>
          <p:spPr>
            <a:xfrm>
              <a:off x="5704425" y="987900"/>
              <a:ext cx="623800" cy="1113625"/>
            </a:xfrm>
            <a:custGeom>
              <a:avLst/>
              <a:gdLst/>
              <a:ahLst/>
              <a:cxnLst/>
              <a:rect l="l" t="t" r="r" b="b"/>
              <a:pathLst>
                <a:path w="24952" h="44545" fill="none" extrusionOk="0">
                  <a:moveTo>
                    <a:pt x="0" y="0"/>
                  </a:moveTo>
                  <a:lnTo>
                    <a:pt x="24952" y="44544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" name="Google Shape;1294;p30">
              <a:extLst>
                <a:ext uri="{FF2B5EF4-FFF2-40B4-BE49-F238E27FC236}">
                  <a16:creationId xmlns:a16="http://schemas.microsoft.com/office/drawing/2014/main" id="{50D7EDCA-A59B-4B1A-90FC-5C53E19229A3}"/>
                </a:ext>
              </a:extLst>
            </p:cNvPr>
            <p:cNvSpPr/>
            <p:nvPr/>
          </p:nvSpPr>
          <p:spPr>
            <a:xfrm>
              <a:off x="4443525" y="3372125"/>
              <a:ext cx="1884700" cy="1772025"/>
            </a:xfrm>
            <a:custGeom>
              <a:avLst/>
              <a:gdLst/>
              <a:ahLst/>
              <a:cxnLst/>
              <a:rect l="l" t="t" r="r" b="b"/>
              <a:pathLst>
                <a:path w="75388" h="70881" fill="none" extrusionOk="0">
                  <a:moveTo>
                    <a:pt x="75388" y="1"/>
                  </a:moveTo>
                  <a:lnTo>
                    <a:pt x="1" y="70880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1295;p30">
              <a:extLst>
                <a:ext uri="{FF2B5EF4-FFF2-40B4-BE49-F238E27FC236}">
                  <a16:creationId xmlns:a16="http://schemas.microsoft.com/office/drawing/2014/main" id="{9B88D526-EB74-4CC6-8798-1F6473B4FC01}"/>
                </a:ext>
              </a:extLst>
            </p:cNvPr>
            <p:cNvSpPr/>
            <p:nvPr/>
          </p:nvSpPr>
          <p:spPr>
            <a:xfrm>
              <a:off x="4443525" y="3301150"/>
              <a:ext cx="1884700" cy="1514675"/>
            </a:xfrm>
            <a:custGeom>
              <a:avLst/>
              <a:gdLst/>
              <a:ahLst/>
              <a:cxnLst/>
              <a:rect l="l" t="t" r="r" b="b"/>
              <a:pathLst>
                <a:path w="75388" h="60587" fill="none" extrusionOk="0">
                  <a:moveTo>
                    <a:pt x="75388" y="0"/>
                  </a:moveTo>
                  <a:lnTo>
                    <a:pt x="1" y="60587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1296;p30">
              <a:extLst>
                <a:ext uri="{FF2B5EF4-FFF2-40B4-BE49-F238E27FC236}">
                  <a16:creationId xmlns:a16="http://schemas.microsoft.com/office/drawing/2014/main" id="{F5724098-F97F-4D67-8957-67B35ACE438E}"/>
                </a:ext>
              </a:extLst>
            </p:cNvPr>
            <p:cNvSpPr/>
            <p:nvPr/>
          </p:nvSpPr>
          <p:spPr>
            <a:xfrm>
              <a:off x="1795775" y="1861025"/>
              <a:ext cx="1423275" cy="531525"/>
            </a:xfrm>
            <a:custGeom>
              <a:avLst/>
              <a:gdLst/>
              <a:ahLst/>
              <a:cxnLst/>
              <a:rect l="l" t="t" r="r" b="b"/>
              <a:pathLst>
                <a:path w="56931" h="21261" fill="none" extrusionOk="0">
                  <a:moveTo>
                    <a:pt x="0" y="21261"/>
                  </a:moveTo>
                  <a:lnTo>
                    <a:pt x="56931" y="0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1297;p30">
              <a:extLst>
                <a:ext uri="{FF2B5EF4-FFF2-40B4-BE49-F238E27FC236}">
                  <a16:creationId xmlns:a16="http://schemas.microsoft.com/office/drawing/2014/main" id="{B782EA86-746F-4724-8C7E-7DEC77B6C87C}"/>
                </a:ext>
              </a:extLst>
            </p:cNvPr>
            <p:cNvSpPr/>
            <p:nvPr/>
          </p:nvSpPr>
          <p:spPr>
            <a:xfrm>
              <a:off x="3060200" y="1861025"/>
              <a:ext cx="2644250" cy="735625"/>
            </a:xfrm>
            <a:custGeom>
              <a:avLst/>
              <a:gdLst/>
              <a:ahLst/>
              <a:cxnLst/>
              <a:rect l="l" t="t" r="r" b="b"/>
              <a:pathLst>
                <a:path w="105770" h="29425" fill="none" extrusionOk="0">
                  <a:moveTo>
                    <a:pt x="105769" y="29424"/>
                  </a:moveTo>
                  <a:lnTo>
                    <a:pt x="1" y="0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" name="Google Shape;1298;p30">
              <a:extLst>
                <a:ext uri="{FF2B5EF4-FFF2-40B4-BE49-F238E27FC236}">
                  <a16:creationId xmlns:a16="http://schemas.microsoft.com/office/drawing/2014/main" id="{06438319-41A6-4292-8325-118CA02F325B}"/>
                </a:ext>
              </a:extLst>
            </p:cNvPr>
            <p:cNvSpPr/>
            <p:nvPr/>
          </p:nvSpPr>
          <p:spPr>
            <a:xfrm>
              <a:off x="1795775" y="3406750"/>
              <a:ext cx="1523550" cy="472950"/>
            </a:xfrm>
            <a:custGeom>
              <a:avLst/>
              <a:gdLst/>
              <a:ahLst/>
              <a:cxnLst/>
              <a:rect l="l" t="t" r="r" b="b"/>
              <a:pathLst>
                <a:path w="60942" h="18918" fill="none" extrusionOk="0">
                  <a:moveTo>
                    <a:pt x="0" y="0"/>
                  </a:moveTo>
                  <a:lnTo>
                    <a:pt x="60941" y="18918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" name="Google Shape;1299;p30">
              <a:extLst>
                <a:ext uri="{FF2B5EF4-FFF2-40B4-BE49-F238E27FC236}">
                  <a16:creationId xmlns:a16="http://schemas.microsoft.com/office/drawing/2014/main" id="{80CBA919-3D58-441B-AD61-EEEEE4CAB7E0}"/>
                </a:ext>
              </a:extLst>
            </p:cNvPr>
            <p:cNvSpPr/>
            <p:nvPr/>
          </p:nvSpPr>
          <p:spPr>
            <a:xfrm>
              <a:off x="1795775" y="3542500"/>
              <a:ext cx="2885575" cy="1273325"/>
            </a:xfrm>
            <a:custGeom>
              <a:avLst/>
              <a:gdLst/>
              <a:ahLst/>
              <a:cxnLst/>
              <a:rect l="l" t="t" r="r" b="b"/>
              <a:pathLst>
                <a:path w="115423" h="50933" fill="none" extrusionOk="0">
                  <a:moveTo>
                    <a:pt x="115423" y="50933"/>
                  </a:moveTo>
                  <a:lnTo>
                    <a:pt x="0" y="1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" name="Google Shape;1300;p30">
              <a:extLst>
                <a:ext uri="{FF2B5EF4-FFF2-40B4-BE49-F238E27FC236}">
                  <a16:creationId xmlns:a16="http://schemas.microsoft.com/office/drawing/2014/main" id="{960FDE89-B969-4CA8-8053-DD72C8C74AD0}"/>
                </a:ext>
              </a:extLst>
            </p:cNvPr>
            <p:cNvSpPr/>
            <p:nvPr/>
          </p:nvSpPr>
          <p:spPr>
            <a:xfrm>
              <a:off x="1795775" y="3677375"/>
              <a:ext cx="2885575" cy="1466775"/>
            </a:xfrm>
            <a:custGeom>
              <a:avLst/>
              <a:gdLst/>
              <a:ahLst/>
              <a:cxnLst/>
              <a:rect l="l" t="t" r="r" b="b"/>
              <a:pathLst>
                <a:path w="115423" h="58671" fill="none" extrusionOk="0">
                  <a:moveTo>
                    <a:pt x="115423" y="58670"/>
                  </a:moveTo>
                  <a:lnTo>
                    <a:pt x="0" y="0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" name="Google Shape;1301;p30">
              <a:extLst>
                <a:ext uri="{FF2B5EF4-FFF2-40B4-BE49-F238E27FC236}">
                  <a16:creationId xmlns:a16="http://schemas.microsoft.com/office/drawing/2014/main" id="{110FA508-7004-48FB-BA30-A5D1DC7B04E7}"/>
                </a:ext>
              </a:extLst>
            </p:cNvPr>
            <p:cNvSpPr/>
            <p:nvPr/>
          </p:nvSpPr>
          <p:spPr>
            <a:xfrm>
              <a:off x="4572200" y="2410275"/>
              <a:ext cx="1756025" cy="362050"/>
            </a:xfrm>
            <a:custGeom>
              <a:avLst/>
              <a:gdLst/>
              <a:ahLst/>
              <a:cxnLst/>
              <a:rect l="l" t="t" r="r" b="b"/>
              <a:pathLst>
                <a:path w="70241" h="14482" fill="none" extrusionOk="0">
                  <a:moveTo>
                    <a:pt x="0" y="1"/>
                  </a:moveTo>
                  <a:lnTo>
                    <a:pt x="70241" y="14482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1302;p30">
              <a:extLst>
                <a:ext uri="{FF2B5EF4-FFF2-40B4-BE49-F238E27FC236}">
                  <a16:creationId xmlns:a16="http://schemas.microsoft.com/office/drawing/2014/main" id="{4306B7E4-AB92-4E43-BDB9-6FCF0189B52B}"/>
                </a:ext>
              </a:extLst>
            </p:cNvPr>
            <p:cNvSpPr/>
            <p:nvPr/>
          </p:nvSpPr>
          <p:spPr>
            <a:xfrm>
              <a:off x="1795775" y="2422700"/>
              <a:ext cx="2965450" cy="399325"/>
            </a:xfrm>
            <a:custGeom>
              <a:avLst/>
              <a:gdLst/>
              <a:ahLst/>
              <a:cxnLst/>
              <a:rect l="l" t="t" r="r" b="b"/>
              <a:pathLst>
                <a:path w="118618" h="15973" fill="none" extrusionOk="0">
                  <a:moveTo>
                    <a:pt x="118617" y="0"/>
                  </a:moveTo>
                  <a:lnTo>
                    <a:pt x="0" y="15972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" name="Google Shape;1303;p30">
              <a:extLst>
                <a:ext uri="{FF2B5EF4-FFF2-40B4-BE49-F238E27FC236}">
                  <a16:creationId xmlns:a16="http://schemas.microsoft.com/office/drawing/2014/main" id="{476CBD17-D47C-4179-91D0-601AEEDDC3E3}"/>
                </a:ext>
              </a:extLst>
            </p:cNvPr>
            <p:cNvSpPr/>
            <p:nvPr/>
          </p:nvSpPr>
          <p:spPr>
            <a:xfrm>
              <a:off x="1795775" y="3379225"/>
              <a:ext cx="3047975" cy="832350"/>
            </a:xfrm>
            <a:custGeom>
              <a:avLst/>
              <a:gdLst/>
              <a:ahLst/>
              <a:cxnLst/>
              <a:rect l="l" t="t" r="r" b="b"/>
              <a:pathLst>
                <a:path w="121919" h="33294" fill="none" extrusionOk="0">
                  <a:moveTo>
                    <a:pt x="0" y="1"/>
                  </a:moveTo>
                  <a:lnTo>
                    <a:pt x="121918" y="33293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" name="Google Shape;1304;p30">
              <a:extLst>
                <a:ext uri="{FF2B5EF4-FFF2-40B4-BE49-F238E27FC236}">
                  <a16:creationId xmlns:a16="http://schemas.microsoft.com/office/drawing/2014/main" id="{7B2726D8-AC33-42B6-9AE9-4F1084E89B7C}"/>
                </a:ext>
              </a:extLst>
            </p:cNvPr>
            <p:cNvSpPr/>
            <p:nvPr/>
          </p:nvSpPr>
          <p:spPr>
            <a:xfrm>
              <a:off x="4613900" y="3203550"/>
              <a:ext cx="1714325" cy="1008025"/>
            </a:xfrm>
            <a:custGeom>
              <a:avLst/>
              <a:gdLst/>
              <a:ahLst/>
              <a:cxnLst/>
              <a:rect l="l" t="t" r="r" b="b"/>
              <a:pathLst>
                <a:path w="68573" h="40321" fill="none" extrusionOk="0">
                  <a:moveTo>
                    <a:pt x="0" y="40320"/>
                  </a:moveTo>
                  <a:lnTo>
                    <a:pt x="68573" y="0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1305;p30">
              <a:extLst>
                <a:ext uri="{FF2B5EF4-FFF2-40B4-BE49-F238E27FC236}">
                  <a16:creationId xmlns:a16="http://schemas.microsoft.com/office/drawing/2014/main" id="{5B78B8A3-6EE8-4DEE-87E1-93859A7C2D30}"/>
                </a:ext>
              </a:extLst>
            </p:cNvPr>
            <p:cNvSpPr/>
            <p:nvPr/>
          </p:nvSpPr>
          <p:spPr>
            <a:xfrm>
              <a:off x="1795775" y="1084625"/>
              <a:ext cx="4197925" cy="1506700"/>
            </a:xfrm>
            <a:custGeom>
              <a:avLst/>
              <a:gdLst/>
              <a:ahLst/>
              <a:cxnLst/>
              <a:rect l="l" t="t" r="r" b="b"/>
              <a:pathLst>
                <a:path w="167917" h="60268" fill="none" extrusionOk="0">
                  <a:moveTo>
                    <a:pt x="167917" y="0"/>
                  </a:moveTo>
                  <a:lnTo>
                    <a:pt x="0" y="60267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1306;p30">
              <a:extLst>
                <a:ext uri="{FF2B5EF4-FFF2-40B4-BE49-F238E27FC236}">
                  <a16:creationId xmlns:a16="http://schemas.microsoft.com/office/drawing/2014/main" id="{9FFBF030-7000-4491-8CF0-E0A4F7E775B6}"/>
                </a:ext>
              </a:extLst>
            </p:cNvPr>
            <p:cNvSpPr/>
            <p:nvPr/>
          </p:nvSpPr>
          <p:spPr>
            <a:xfrm>
              <a:off x="1795775" y="2915175"/>
              <a:ext cx="1523550" cy="31075"/>
            </a:xfrm>
            <a:custGeom>
              <a:avLst/>
              <a:gdLst/>
              <a:ahLst/>
              <a:cxnLst/>
              <a:rect l="l" t="t" r="r" b="b"/>
              <a:pathLst>
                <a:path w="60942" h="1243" fill="none" extrusionOk="0">
                  <a:moveTo>
                    <a:pt x="60941" y="0"/>
                  </a:moveTo>
                  <a:lnTo>
                    <a:pt x="0" y="1242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1307;p30">
              <a:extLst>
                <a:ext uri="{FF2B5EF4-FFF2-40B4-BE49-F238E27FC236}">
                  <a16:creationId xmlns:a16="http://schemas.microsoft.com/office/drawing/2014/main" id="{D685CA50-8A65-47E6-8A06-13E5DBB9A8B1}"/>
                </a:ext>
              </a:extLst>
            </p:cNvPr>
            <p:cNvSpPr/>
            <p:nvPr/>
          </p:nvSpPr>
          <p:spPr>
            <a:xfrm>
              <a:off x="3060200" y="2915175"/>
              <a:ext cx="3268025" cy="57700"/>
            </a:xfrm>
            <a:custGeom>
              <a:avLst/>
              <a:gdLst/>
              <a:ahLst/>
              <a:cxnLst/>
              <a:rect l="l" t="t" r="r" b="b"/>
              <a:pathLst>
                <a:path w="130721" h="2308" fill="none" extrusionOk="0">
                  <a:moveTo>
                    <a:pt x="1" y="0"/>
                  </a:moveTo>
                  <a:lnTo>
                    <a:pt x="130721" y="2307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" name="Google Shape;1308;p30">
              <a:extLst>
                <a:ext uri="{FF2B5EF4-FFF2-40B4-BE49-F238E27FC236}">
                  <a16:creationId xmlns:a16="http://schemas.microsoft.com/office/drawing/2014/main" id="{71FC6F72-75C7-4A4F-9B56-A6EDC255D1AB}"/>
                </a:ext>
              </a:extLst>
            </p:cNvPr>
            <p:cNvSpPr/>
            <p:nvPr/>
          </p:nvSpPr>
          <p:spPr>
            <a:xfrm>
              <a:off x="3137400" y="3072225"/>
              <a:ext cx="3190825" cy="807475"/>
            </a:xfrm>
            <a:custGeom>
              <a:avLst/>
              <a:gdLst/>
              <a:ahLst/>
              <a:cxnLst/>
              <a:rect l="l" t="t" r="r" b="b"/>
              <a:pathLst>
                <a:path w="127633" h="32299" fill="none" extrusionOk="0">
                  <a:moveTo>
                    <a:pt x="0" y="32299"/>
                  </a:moveTo>
                  <a:lnTo>
                    <a:pt x="127633" y="0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" name="Google Shape;1309;p30">
              <a:extLst>
                <a:ext uri="{FF2B5EF4-FFF2-40B4-BE49-F238E27FC236}">
                  <a16:creationId xmlns:a16="http://schemas.microsoft.com/office/drawing/2014/main" id="{790ED82B-63EE-46DA-9CB4-C54C9F82309E}"/>
                </a:ext>
              </a:extLst>
            </p:cNvPr>
            <p:cNvSpPr/>
            <p:nvPr/>
          </p:nvSpPr>
          <p:spPr>
            <a:xfrm>
              <a:off x="5704425" y="953300"/>
              <a:ext cx="623800" cy="1112725"/>
            </a:xfrm>
            <a:custGeom>
              <a:avLst/>
              <a:gdLst/>
              <a:ahLst/>
              <a:cxnLst/>
              <a:rect l="l" t="t" r="r" b="b"/>
              <a:pathLst>
                <a:path w="24952" h="44509" fill="none" extrusionOk="0">
                  <a:moveTo>
                    <a:pt x="0" y="0"/>
                  </a:moveTo>
                  <a:lnTo>
                    <a:pt x="24952" y="44508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1310;p30">
              <a:extLst>
                <a:ext uri="{FF2B5EF4-FFF2-40B4-BE49-F238E27FC236}">
                  <a16:creationId xmlns:a16="http://schemas.microsoft.com/office/drawing/2014/main" id="{523A3E22-AB7B-4B85-9CFD-1F2B44396229}"/>
                </a:ext>
              </a:extLst>
            </p:cNvPr>
            <p:cNvSpPr/>
            <p:nvPr/>
          </p:nvSpPr>
          <p:spPr>
            <a:xfrm>
              <a:off x="4443525" y="3336650"/>
              <a:ext cx="1884700" cy="1772875"/>
            </a:xfrm>
            <a:custGeom>
              <a:avLst/>
              <a:gdLst/>
              <a:ahLst/>
              <a:cxnLst/>
              <a:rect l="l" t="t" r="r" b="b"/>
              <a:pathLst>
                <a:path w="75388" h="70915" fill="none" extrusionOk="0">
                  <a:moveTo>
                    <a:pt x="75388" y="0"/>
                  </a:moveTo>
                  <a:lnTo>
                    <a:pt x="1" y="70915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1311;p30">
              <a:extLst>
                <a:ext uri="{FF2B5EF4-FFF2-40B4-BE49-F238E27FC236}">
                  <a16:creationId xmlns:a16="http://schemas.microsoft.com/office/drawing/2014/main" id="{6A4AD344-1F3C-4766-AE26-05AE30AF8229}"/>
                </a:ext>
              </a:extLst>
            </p:cNvPr>
            <p:cNvSpPr/>
            <p:nvPr/>
          </p:nvSpPr>
          <p:spPr>
            <a:xfrm>
              <a:off x="4443525" y="3266550"/>
              <a:ext cx="1884700" cy="1514675"/>
            </a:xfrm>
            <a:custGeom>
              <a:avLst/>
              <a:gdLst/>
              <a:ahLst/>
              <a:cxnLst/>
              <a:rect l="l" t="t" r="r" b="b"/>
              <a:pathLst>
                <a:path w="75388" h="60587" fill="none" extrusionOk="0">
                  <a:moveTo>
                    <a:pt x="75388" y="0"/>
                  </a:moveTo>
                  <a:lnTo>
                    <a:pt x="1" y="60587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1312;p30">
              <a:extLst>
                <a:ext uri="{FF2B5EF4-FFF2-40B4-BE49-F238E27FC236}">
                  <a16:creationId xmlns:a16="http://schemas.microsoft.com/office/drawing/2014/main" id="{83FF2466-C8C9-4E8A-848D-E7C8064C4147}"/>
                </a:ext>
              </a:extLst>
            </p:cNvPr>
            <p:cNvSpPr/>
            <p:nvPr/>
          </p:nvSpPr>
          <p:spPr>
            <a:xfrm>
              <a:off x="1795775" y="1826425"/>
              <a:ext cx="1423275" cy="531525"/>
            </a:xfrm>
            <a:custGeom>
              <a:avLst/>
              <a:gdLst/>
              <a:ahLst/>
              <a:cxnLst/>
              <a:rect l="l" t="t" r="r" b="b"/>
              <a:pathLst>
                <a:path w="56931" h="21261" fill="none" extrusionOk="0">
                  <a:moveTo>
                    <a:pt x="0" y="21261"/>
                  </a:moveTo>
                  <a:lnTo>
                    <a:pt x="56931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1313;p30">
              <a:extLst>
                <a:ext uri="{FF2B5EF4-FFF2-40B4-BE49-F238E27FC236}">
                  <a16:creationId xmlns:a16="http://schemas.microsoft.com/office/drawing/2014/main" id="{441E92CD-E01A-4685-9424-11821C622DE4}"/>
                </a:ext>
              </a:extLst>
            </p:cNvPr>
            <p:cNvSpPr/>
            <p:nvPr/>
          </p:nvSpPr>
          <p:spPr>
            <a:xfrm>
              <a:off x="3060200" y="1826425"/>
              <a:ext cx="2644250" cy="735600"/>
            </a:xfrm>
            <a:custGeom>
              <a:avLst/>
              <a:gdLst/>
              <a:ahLst/>
              <a:cxnLst/>
              <a:rect l="l" t="t" r="r" b="b"/>
              <a:pathLst>
                <a:path w="105770" h="29424" fill="none" extrusionOk="0">
                  <a:moveTo>
                    <a:pt x="105769" y="29424"/>
                  </a:moveTo>
                  <a:lnTo>
                    <a:pt x="1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1314;p30">
              <a:extLst>
                <a:ext uri="{FF2B5EF4-FFF2-40B4-BE49-F238E27FC236}">
                  <a16:creationId xmlns:a16="http://schemas.microsoft.com/office/drawing/2014/main" id="{DF3A3E92-6A02-4770-86B9-82D28E0A943F}"/>
                </a:ext>
              </a:extLst>
            </p:cNvPr>
            <p:cNvSpPr/>
            <p:nvPr/>
          </p:nvSpPr>
          <p:spPr>
            <a:xfrm>
              <a:off x="1795775" y="3372125"/>
              <a:ext cx="1523550" cy="472975"/>
            </a:xfrm>
            <a:custGeom>
              <a:avLst/>
              <a:gdLst/>
              <a:ahLst/>
              <a:cxnLst/>
              <a:rect l="l" t="t" r="r" b="b"/>
              <a:pathLst>
                <a:path w="60942" h="18919" fill="none" extrusionOk="0">
                  <a:moveTo>
                    <a:pt x="0" y="1"/>
                  </a:moveTo>
                  <a:lnTo>
                    <a:pt x="60941" y="18919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1315;p30">
              <a:extLst>
                <a:ext uri="{FF2B5EF4-FFF2-40B4-BE49-F238E27FC236}">
                  <a16:creationId xmlns:a16="http://schemas.microsoft.com/office/drawing/2014/main" id="{55A3E7DE-CA33-4C45-B433-2A92478114ED}"/>
                </a:ext>
              </a:extLst>
            </p:cNvPr>
            <p:cNvSpPr/>
            <p:nvPr/>
          </p:nvSpPr>
          <p:spPr>
            <a:xfrm>
              <a:off x="1795775" y="3507000"/>
              <a:ext cx="2885575" cy="1274225"/>
            </a:xfrm>
            <a:custGeom>
              <a:avLst/>
              <a:gdLst/>
              <a:ahLst/>
              <a:cxnLst/>
              <a:rect l="l" t="t" r="r" b="b"/>
              <a:pathLst>
                <a:path w="115423" h="50969" fill="none" extrusionOk="0">
                  <a:moveTo>
                    <a:pt x="115423" y="50969"/>
                  </a:moveTo>
                  <a:lnTo>
                    <a:pt x="0" y="1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1316;p30">
              <a:extLst>
                <a:ext uri="{FF2B5EF4-FFF2-40B4-BE49-F238E27FC236}">
                  <a16:creationId xmlns:a16="http://schemas.microsoft.com/office/drawing/2014/main" id="{C9F4662D-8CBF-42BC-9FB2-1EF07DA934E8}"/>
                </a:ext>
              </a:extLst>
            </p:cNvPr>
            <p:cNvSpPr/>
            <p:nvPr/>
          </p:nvSpPr>
          <p:spPr>
            <a:xfrm>
              <a:off x="1795775" y="3642775"/>
              <a:ext cx="2885575" cy="1466750"/>
            </a:xfrm>
            <a:custGeom>
              <a:avLst/>
              <a:gdLst/>
              <a:ahLst/>
              <a:cxnLst/>
              <a:rect l="l" t="t" r="r" b="b"/>
              <a:pathLst>
                <a:path w="115423" h="58670" fill="none" extrusionOk="0">
                  <a:moveTo>
                    <a:pt x="115423" y="58670"/>
                  </a:moveTo>
                  <a:lnTo>
                    <a:pt x="0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" name="Google Shape;1317;p30">
              <a:extLst>
                <a:ext uri="{FF2B5EF4-FFF2-40B4-BE49-F238E27FC236}">
                  <a16:creationId xmlns:a16="http://schemas.microsoft.com/office/drawing/2014/main" id="{2189B511-CEE2-4954-A47D-C69B1C0E1A5D}"/>
                </a:ext>
              </a:extLst>
            </p:cNvPr>
            <p:cNvSpPr/>
            <p:nvPr/>
          </p:nvSpPr>
          <p:spPr>
            <a:xfrm>
              <a:off x="4572200" y="2375675"/>
              <a:ext cx="1756025" cy="362050"/>
            </a:xfrm>
            <a:custGeom>
              <a:avLst/>
              <a:gdLst/>
              <a:ahLst/>
              <a:cxnLst/>
              <a:rect l="l" t="t" r="r" b="b"/>
              <a:pathLst>
                <a:path w="70241" h="14482" fill="none" extrusionOk="0">
                  <a:moveTo>
                    <a:pt x="0" y="0"/>
                  </a:moveTo>
                  <a:lnTo>
                    <a:pt x="70241" y="14481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" name="Google Shape;1318;p30">
              <a:extLst>
                <a:ext uri="{FF2B5EF4-FFF2-40B4-BE49-F238E27FC236}">
                  <a16:creationId xmlns:a16="http://schemas.microsoft.com/office/drawing/2014/main" id="{6D9F5DCF-763D-4D9E-86F1-87B9D1665B69}"/>
                </a:ext>
              </a:extLst>
            </p:cNvPr>
            <p:cNvSpPr/>
            <p:nvPr/>
          </p:nvSpPr>
          <p:spPr>
            <a:xfrm>
              <a:off x="1795775" y="2388100"/>
              <a:ext cx="2965450" cy="398425"/>
            </a:xfrm>
            <a:custGeom>
              <a:avLst/>
              <a:gdLst/>
              <a:ahLst/>
              <a:cxnLst/>
              <a:rect l="l" t="t" r="r" b="b"/>
              <a:pathLst>
                <a:path w="118618" h="15937" fill="none" extrusionOk="0">
                  <a:moveTo>
                    <a:pt x="118617" y="0"/>
                  </a:moveTo>
                  <a:lnTo>
                    <a:pt x="0" y="15937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" name="Google Shape;1319;p30">
              <a:extLst>
                <a:ext uri="{FF2B5EF4-FFF2-40B4-BE49-F238E27FC236}">
                  <a16:creationId xmlns:a16="http://schemas.microsoft.com/office/drawing/2014/main" id="{81A0E519-EBEB-435B-8213-22A3FCD8300F}"/>
                </a:ext>
              </a:extLst>
            </p:cNvPr>
            <p:cNvSpPr/>
            <p:nvPr/>
          </p:nvSpPr>
          <p:spPr>
            <a:xfrm>
              <a:off x="1795775" y="3344625"/>
              <a:ext cx="3047975" cy="831450"/>
            </a:xfrm>
            <a:custGeom>
              <a:avLst/>
              <a:gdLst/>
              <a:ahLst/>
              <a:cxnLst/>
              <a:rect l="l" t="t" r="r" b="b"/>
              <a:pathLst>
                <a:path w="121919" h="33258" fill="none" extrusionOk="0">
                  <a:moveTo>
                    <a:pt x="0" y="1"/>
                  </a:moveTo>
                  <a:lnTo>
                    <a:pt x="121918" y="33257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" name="Google Shape;1320;p30">
              <a:extLst>
                <a:ext uri="{FF2B5EF4-FFF2-40B4-BE49-F238E27FC236}">
                  <a16:creationId xmlns:a16="http://schemas.microsoft.com/office/drawing/2014/main" id="{54D81D61-F0F8-4A93-A50E-8C68B9B15E41}"/>
                </a:ext>
              </a:extLst>
            </p:cNvPr>
            <p:cNvSpPr/>
            <p:nvPr/>
          </p:nvSpPr>
          <p:spPr>
            <a:xfrm>
              <a:off x="4613900" y="3168950"/>
              <a:ext cx="1714325" cy="1007125"/>
            </a:xfrm>
            <a:custGeom>
              <a:avLst/>
              <a:gdLst/>
              <a:ahLst/>
              <a:cxnLst/>
              <a:rect l="l" t="t" r="r" b="b"/>
              <a:pathLst>
                <a:path w="68573" h="40285" fill="none" extrusionOk="0">
                  <a:moveTo>
                    <a:pt x="0" y="40284"/>
                  </a:moveTo>
                  <a:lnTo>
                    <a:pt x="68573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" name="Google Shape;1321;p30">
              <a:extLst>
                <a:ext uri="{FF2B5EF4-FFF2-40B4-BE49-F238E27FC236}">
                  <a16:creationId xmlns:a16="http://schemas.microsoft.com/office/drawing/2014/main" id="{D47DD403-44BF-4A70-91A3-C5127831D4F0}"/>
                </a:ext>
              </a:extLst>
            </p:cNvPr>
            <p:cNvSpPr/>
            <p:nvPr/>
          </p:nvSpPr>
          <p:spPr>
            <a:xfrm>
              <a:off x="1795775" y="1050000"/>
              <a:ext cx="4197925" cy="1506700"/>
            </a:xfrm>
            <a:custGeom>
              <a:avLst/>
              <a:gdLst/>
              <a:ahLst/>
              <a:cxnLst/>
              <a:rect l="l" t="t" r="r" b="b"/>
              <a:pathLst>
                <a:path w="167917" h="60268" fill="none" extrusionOk="0">
                  <a:moveTo>
                    <a:pt x="167917" y="1"/>
                  </a:moveTo>
                  <a:lnTo>
                    <a:pt x="0" y="60268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" name="Google Shape;1322;p30">
              <a:extLst>
                <a:ext uri="{FF2B5EF4-FFF2-40B4-BE49-F238E27FC236}">
                  <a16:creationId xmlns:a16="http://schemas.microsoft.com/office/drawing/2014/main" id="{762D5630-62AF-4992-9A2E-BCCA707482A2}"/>
                </a:ext>
              </a:extLst>
            </p:cNvPr>
            <p:cNvSpPr/>
            <p:nvPr/>
          </p:nvSpPr>
          <p:spPr>
            <a:xfrm>
              <a:off x="1795775" y="2880550"/>
              <a:ext cx="1523550" cy="31100"/>
            </a:xfrm>
            <a:custGeom>
              <a:avLst/>
              <a:gdLst/>
              <a:ahLst/>
              <a:cxnLst/>
              <a:rect l="l" t="t" r="r" b="b"/>
              <a:pathLst>
                <a:path w="60942" h="1244" fill="none" extrusionOk="0">
                  <a:moveTo>
                    <a:pt x="60941" y="1"/>
                  </a:moveTo>
                  <a:lnTo>
                    <a:pt x="0" y="1243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" name="Google Shape;1323;p30">
              <a:extLst>
                <a:ext uri="{FF2B5EF4-FFF2-40B4-BE49-F238E27FC236}">
                  <a16:creationId xmlns:a16="http://schemas.microsoft.com/office/drawing/2014/main" id="{34F2B9BE-3D91-4112-801F-4096EF7FDEB0}"/>
                </a:ext>
              </a:extLst>
            </p:cNvPr>
            <p:cNvSpPr/>
            <p:nvPr/>
          </p:nvSpPr>
          <p:spPr>
            <a:xfrm>
              <a:off x="3060200" y="2880550"/>
              <a:ext cx="3268025" cy="56825"/>
            </a:xfrm>
            <a:custGeom>
              <a:avLst/>
              <a:gdLst/>
              <a:ahLst/>
              <a:cxnLst/>
              <a:rect l="l" t="t" r="r" b="b"/>
              <a:pathLst>
                <a:path w="130721" h="2273" fill="none" extrusionOk="0">
                  <a:moveTo>
                    <a:pt x="1" y="1"/>
                  </a:moveTo>
                  <a:lnTo>
                    <a:pt x="130721" y="2272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" name="Google Shape;1324;p30">
              <a:extLst>
                <a:ext uri="{FF2B5EF4-FFF2-40B4-BE49-F238E27FC236}">
                  <a16:creationId xmlns:a16="http://schemas.microsoft.com/office/drawing/2014/main" id="{3FD8F5B0-BC59-4A04-B353-E4D8548A4241}"/>
                </a:ext>
              </a:extLst>
            </p:cNvPr>
            <p:cNvSpPr/>
            <p:nvPr/>
          </p:nvSpPr>
          <p:spPr>
            <a:xfrm>
              <a:off x="3137400" y="3037625"/>
              <a:ext cx="3190825" cy="807475"/>
            </a:xfrm>
            <a:custGeom>
              <a:avLst/>
              <a:gdLst/>
              <a:ahLst/>
              <a:cxnLst/>
              <a:rect l="l" t="t" r="r" b="b"/>
              <a:pathLst>
                <a:path w="127633" h="32299" fill="none" extrusionOk="0">
                  <a:moveTo>
                    <a:pt x="0" y="32299"/>
                  </a:moveTo>
                  <a:lnTo>
                    <a:pt x="127633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" name="Google Shape;1325;p30">
              <a:extLst>
                <a:ext uri="{FF2B5EF4-FFF2-40B4-BE49-F238E27FC236}">
                  <a16:creationId xmlns:a16="http://schemas.microsoft.com/office/drawing/2014/main" id="{00A0E340-99CA-4500-B0CA-CCA00F362521}"/>
                </a:ext>
              </a:extLst>
            </p:cNvPr>
            <p:cNvSpPr/>
            <p:nvPr/>
          </p:nvSpPr>
          <p:spPr>
            <a:xfrm>
              <a:off x="5704425" y="1014525"/>
              <a:ext cx="623800" cy="1113600"/>
            </a:xfrm>
            <a:custGeom>
              <a:avLst/>
              <a:gdLst/>
              <a:ahLst/>
              <a:cxnLst/>
              <a:rect l="l" t="t" r="r" b="b"/>
              <a:pathLst>
                <a:path w="24952" h="44544" fill="none" extrusionOk="0">
                  <a:moveTo>
                    <a:pt x="0" y="0"/>
                  </a:moveTo>
                  <a:lnTo>
                    <a:pt x="24952" y="44544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1326;p30">
              <a:extLst>
                <a:ext uri="{FF2B5EF4-FFF2-40B4-BE49-F238E27FC236}">
                  <a16:creationId xmlns:a16="http://schemas.microsoft.com/office/drawing/2014/main" id="{EED8251C-8477-4BDA-ADF7-B6A6851C05A9}"/>
                </a:ext>
              </a:extLst>
            </p:cNvPr>
            <p:cNvSpPr/>
            <p:nvPr/>
          </p:nvSpPr>
          <p:spPr>
            <a:xfrm>
              <a:off x="4443525" y="3398750"/>
              <a:ext cx="1884700" cy="1772000"/>
            </a:xfrm>
            <a:custGeom>
              <a:avLst/>
              <a:gdLst/>
              <a:ahLst/>
              <a:cxnLst/>
              <a:rect l="l" t="t" r="r" b="b"/>
              <a:pathLst>
                <a:path w="75388" h="70880" fill="none" extrusionOk="0">
                  <a:moveTo>
                    <a:pt x="75388" y="1"/>
                  </a:moveTo>
                  <a:lnTo>
                    <a:pt x="1" y="7088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1327;p30">
              <a:extLst>
                <a:ext uri="{FF2B5EF4-FFF2-40B4-BE49-F238E27FC236}">
                  <a16:creationId xmlns:a16="http://schemas.microsoft.com/office/drawing/2014/main" id="{BD745AA0-A692-4206-80B1-F2D4D31A3705}"/>
                </a:ext>
              </a:extLst>
            </p:cNvPr>
            <p:cNvSpPr/>
            <p:nvPr/>
          </p:nvSpPr>
          <p:spPr>
            <a:xfrm>
              <a:off x="4443525" y="3327775"/>
              <a:ext cx="1884700" cy="1514675"/>
            </a:xfrm>
            <a:custGeom>
              <a:avLst/>
              <a:gdLst/>
              <a:ahLst/>
              <a:cxnLst/>
              <a:rect l="l" t="t" r="r" b="b"/>
              <a:pathLst>
                <a:path w="75388" h="60587" fill="none" extrusionOk="0">
                  <a:moveTo>
                    <a:pt x="75388" y="0"/>
                  </a:moveTo>
                  <a:lnTo>
                    <a:pt x="1" y="60587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" name="Google Shape;1328;p30">
              <a:extLst>
                <a:ext uri="{FF2B5EF4-FFF2-40B4-BE49-F238E27FC236}">
                  <a16:creationId xmlns:a16="http://schemas.microsoft.com/office/drawing/2014/main" id="{8B800197-5242-40B0-A2A9-C3FA310D5A6D}"/>
                </a:ext>
              </a:extLst>
            </p:cNvPr>
            <p:cNvSpPr/>
            <p:nvPr/>
          </p:nvSpPr>
          <p:spPr>
            <a:xfrm>
              <a:off x="1795775" y="1887650"/>
              <a:ext cx="1423275" cy="531525"/>
            </a:xfrm>
            <a:custGeom>
              <a:avLst/>
              <a:gdLst/>
              <a:ahLst/>
              <a:cxnLst/>
              <a:rect l="l" t="t" r="r" b="b"/>
              <a:pathLst>
                <a:path w="56931" h="21261" fill="none" extrusionOk="0">
                  <a:moveTo>
                    <a:pt x="0" y="21261"/>
                  </a:moveTo>
                  <a:lnTo>
                    <a:pt x="56931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" name="Google Shape;1329;p30">
              <a:extLst>
                <a:ext uri="{FF2B5EF4-FFF2-40B4-BE49-F238E27FC236}">
                  <a16:creationId xmlns:a16="http://schemas.microsoft.com/office/drawing/2014/main" id="{316570BF-1F7A-4DEB-BAED-BFE3CB587A24}"/>
                </a:ext>
              </a:extLst>
            </p:cNvPr>
            <p:cNvSpPr/>
            <p:nvPr/>
          </p:nvSpPr>
          <p:spPr>
            <a:xfrm>
              <a:off x="3060200" y="1887650"/>
              <a:ext cx="2644250" cy="735600"/>
            </a:xfrm>
            <a:custGeom>
              <a:avLst/>
              <a:gdLst/>
              <a:ahLst/>
              <a:cxnLst/>
              <a:rect l="l" t="t" r="r" b="b"/>
              <a:pathLst>
                <a:path w="105770" h="29424" fill="none" extrusionOk="0">
                  <a:moveTo>
                    <a:pt x="105769" y="29424"/>
                  </a:moveTo>
                  <a:lnTo>
                    <a:pt x="1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" name="Google Shape;1330;p30">
              <a:extLst>
                <a:ext uri="{FF2B5EF4-FFF2-40B4-BE49-F238E27FC236}">
                  <a16:creationId xmlns:a16="http://schemas.microsoft.com/office/drawing/2014/main" id="{47DF25D3-5747-4BF4-96DA-D5D6A035B631}"/>
                </a:ext>
              </a:extLst>
            </p:cNvPr>
            <p:cNvSpPr/>
            <p:nvPr/>
          </p:nvSpPr>
          <p:spPr>
            <a:xfrm>
              <a:off x="1795775" y="3433350"/>
              <a:ext cx="1523550" cy="472975"/>
            </a:xfrm>
            <a:custGeom>
              <a:avLst/>
              <a:gdLst/>
              <a:ahLst/>
              <a:cxnLst/>
              <a:rect l="l" t="t" r="r" b="b"/>
              <a:pathLst>
                <a:path w="60942" h="18919" fill="none" extrusionOk="0">
                  <a:moveTo>
                    <a:pt x="0" y="1"/>
                  </a:moveTo>
                  <a:lnTo>
                    <a:pt x="60941" y="18919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" name="Google Shape;1331;p30">
              <a:extLst>
                <a:ext uri="{FF2B5EF4-FFF2-40B4-BE49-F238E27FC236}">
                  <a16:creationId xmlns:a16="http://schemas.microsoft.com/office/drawing/2014/main" id="{E3CC7094-52BA-4F75-AF1B-C56DF39695FD}"/>
                </a:ext>
              </a:extLst>
            </p:cNvPr>
            <p:cNvSpPr/>
            <p:nvPr/>
          </p:nvSpPr>
          <p:spPr>
            <a:xfrm>
              <a:off x="1795775" y="3569125"/>
              <a:ext cx="2885575" cy="1273325"/>
            </a:xfrm>
            <a:custGeom>
              <a:avLst/>
              <a:gdLst/>
              <a:ahLst/>
              <a:cxnLst/>
              <a:rect l="l" t="t" r="r" b="b"/>
              <a:pathLst>
                <a:path w="115423" h="50933" fill="none" extrusionOk="0">
                  <a:moveTo>
                    <a:pt x="115423" y="50933"/>
                  </a:moveTo>
                  <a:lnTo>
                    <a:pt x="0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" name="Google Shape;1332;p30">
              <a:extLst>
                <a:ext uri="{FF2B5EF4-FFF2-40B4-BE49-F238E27FC236}">
                  <a16:creationId xmlns:a16="http://schemas.microsoft.com/office/drawing/2014/main" id="{C2780B39-1E93-4F19-867B-4364DE4CFC04}"/>
                </a:ext>
              </a:extLst>
            </p:cNvPr>
            <p:cNvSpPr/>
            <p:nvPr/>
          </p:nvSpPr>
          <p:spPr>
            <a:xfrm>
              <a:off x="1795775" y="3704000"/>
              <a:ext cx="2885575" cy="1466750"/>
            </a:xfrm>
            <a:custGeom>
              <a:avLst/>
              <a:gdLst/>
              <a:ahLst/>
              <a:cxnLst/>
              <a:rect l="l" t="t" r="r" b="b"/>
              <a:pathLst>
                <a:path w="115423" h="58670" fill="none" extrusionOk="0">
                  <a:moveTo>
                    <a:pt x="115423" y="58670"/>
                  </a:moveTo>
                  <a:lnTo>
                    <a:pt x="0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" name="Google Shape;1333;p30">
              <a:extLst>
                <a:ext uri="{FF2B5EF4-FFF2-40B4-BE49-F238E27FC236}">
                  <a16:creationId xmlns:a16="http://schemas.microsoft.com/office/drawing/2014/main" id="{F443693E-64DB-41F5-B76B-3F32F4AF739C}"/>
                </a:ext>
              </a:extLst>
            </p:cNvPr>
            <p:cNvSpPr/>
            <p:nvPr/>
          </p:nvSpPr>
          <p:spPr>
            <a:xfrm>
              <a:off x="4572200" y="2436900"/>
              <a:ext cx="1756025" cy="362050"/>
            </a:xfrm>
            <a:custGeom>
              <a:avLst/>
              <a:gdLst/>
              <a:ahLst/>
              <a:cxnLst/>
              <a:rect l="l" t="t" r="r" b="b"/>
              <a:pathLst>
                <a:path w="70241" h="14482" fill="none" extrusionOk="0">
                  <a:moveTo>
                    <a:pt x="0" y="0"/>
                  </a:moveTo>
                  <a:lnTo>
                    <a:pt x="70241" y="14481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" name="Google Shape;1334;p30">
              <a:extLst>
                <a:ext uri="{FF2B5EF4-FFF2-40B4-BE49-F238E27FC236}">
                  <a16:creationId xmlns:a16="http://schemas.microsoft.com/office/drawing/2014/main" id="{238E4186-9121-422E-BFA5-F324002ECDAE}"/>
                </a:ext>
              </a:extLst>
            </p:cNvPr>
            <p:cNvSpPr/>
            <p:nvPr/>
          </p:nvSpPr>
          <p:spPr>
            <a:xfrm>
              <a:off x="1795775" y="2449325"/>
              <a:ext cx="2965450" cy="399325"/>
            </a:xfrm>
            <a:custGeom>
              <a:avLst/>
              <a:gdLst/>
              <a:ahLst/>
              <a:cxnLst/>
              <a:rect l="l" t="t" r="r" b="b"/>
              <a:pathLst>
                <a:path w="118618" h="15973" fill="none" extrusionOk="0">
                  <a:moveTo>
                    <a:pt x="118617" y="0"/>
                  </a:moveTo>
                  <a:lnTo>
                    <a:pt x="0" y="15972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" name="Google Shape;1335;p30">
              <a:extLst>
                <a:ext uri="{FF2B5EF4-FFF2-40B4-BE49-F238E27FC236}">
                  <a16:creationId xmlns:a16="http://schemas.microsoft.com/office/drawing/2014/main" id="{C7493010-2404-49F3-A679-31FAADD0C60E}"/>
                </a:ext>
              </a:extLst>
            </p:cNvPr>
            <p:cNvSpPr/>
            <p:nvPr/>
          </p:nvSpPr>
          <p:spPr>
            <a:xfrm>
              <a:off x="1795775" y="3405850"/>
              <a:ext cx="3047975" cy="832325"/>
            </a:xfrm>
            <a:custGeom>
              <a:avLst/>
              <a:gdLst/>
              <a:ahLst/>
              <a:cxnLst/>
              <a:rect l="l" t="t" r="r" b="b"/>
              <a:pathLst>
                <a:path w="121919" h="33293" fill="none" extrusionOk="0">
                  <a:moveTo>
                    <a:pt x="0" y="1"/>
                  </a:moveTo>
                  <a:lnTo>
                    <a:pt x="121918" y="33293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" name="Google Shape;1336;p30">
              <a:extLst>
                <a:ext uri="{FF2B5EF4-FFF2-40B4-BE49-F238E27FC236}">
                  <a16:creationId xmlns:a16="http://schemas.microsoft.com/office/drawing/2014/main" id="{C28C1FB3-1EFB-4910-A4F7-85FDFF51D077}"/>
                </a:ext>
              </a:extLst>
            </p:cNvPr>
            <p:cNvSpPr/>
            <p:nvPr/>
          </p:nvSpPr>
          <p:spPr>
            <a:xfrm>
              <a:off x="4613900" y="3230175"/>
              <a:ext cx="1714325" cy="1008000"/>
            </a:xfrm>
            <a:custGeom>
              <a:avLst/>
              <a:gdLst/>
              <a:ahLst/>
              <a:cxnLst/>
              <a:rect l="l" t="t" r="r" b="b"/>
              <a:pathLst>
                <a:path w="68573" h="40320" fill="none" extrusionOk="0">
                  <a:moveTo>
                    <a:pt x="0" y="40320"/>
                  </a:moveTo>
                  <a:lnTo>
                    <a:pt x="68573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" name="Google Shape;1337;p30">
              <a:extLst>
                <a:ext uri="{FF2B5EF4-FFF2-40B4-BE49-F238E27FC236}">
                  <a16:creationId xmlns:a16="http://schemas.microsoft.com/office/drawing/2014/main" id="{ABD6A978-55EB-47FD-8422-3427DF23D811}"/>
                </a:ext>
              </a:extLst>
            </p:cNvPr>
            <p:cNvSpPr/>
            <p:nvPr/>
          </p:nvSpPr>
          <p:spPr>
            <a:xfrm>
              <a:off x="1795775" y="1111250"/>
              <a:ext cx="4197925" cy="1506675"/>
            </a:xfrm>
            <a:custGeom>
              <a:avLst/>
              <a:gdLst/>
              <a:ahLst/>
              <a:cxnLst/>
              <a:rect l="l" t="t" r="r" b="b"/>
              <a:pathLst>
                <a:path w="167917" h="60267" fill="none" extrusionOk="0">
                  <a:moveTo>
                    <a:pt x="167917" y="0"/>
                  </a:moveTo>
                  <a:lnTo>
                    <a:pt x="0" y="60267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" name="Google Shape;1338;p30">
              <a:extLst>
                <a:ext uri="{FF2B5EF4-FFF2-40B4-BE49-F238E27FC236}">
                  <a16:creationId xmlns:a16="http://schemas.microsoft.com/office/drawing/2014/main" id="{A2973D67-D69B-41B8-9CF4-4D363E03FE45}"/>
                </a:ext>
              </a:extLst>
            </p:cNvPr>
            <p:cNvSpPr/>
            <p:nvPr/>
          </p:nvSpPr>
          <p:spPr>
            <a:xfrm>
              <a:off x="1795775" y="2941775"/>
              <a:ext cx="1523550" cy="31100"/>
            </a:xfrm>
            <a:custGeom>
              <a:avLst/>
              <a:gdLst/>
              <a:ahLst/>
              <a:cxnLst/>
              <a:rect l="l" t="t" r="r" b="b"/>
              <a:pathLst>
                <a:path w="60942" h="1244" fill="none" extrusionOk="0">
                  <a:moveTo>
                    <a:pt x="60941" y="1"/>
                  </a:moveTo>
                  <a:lnTo>
                    <a:pt x="0" y="1243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" name="Google Shape;1339;p30">
              <a:extLst>
                <a:ext uri="{FF2B5EF4-FFF2-40B4-BE49-F238E27FC236}">
                  <a16:creationId xmlns:a16="http://schemas.microsoft.com/office/drawing/2014/main" id="{691A4683-5A17-4D15-81EA-099BF9DF7250}"/>
                </a:ext>
              </a:extLst>
            </p:cNvPr>
            <p:cNvSpPr/>
            <p:nvPr/>
          </p:nvSpPr>
          <p:spPr>
            <a:xfrm>
              <a:off x="3060200" y="2941775"/>
              <a:ext cx="3268025" cy="57700"/>
            </a:xfrm>
            <a:custGeom>
              <a:avLst/>
              <a:gdLst/>
              <a:ahLst/>
              <a:cxnLst/>
              <a:rect l="l" t="t" r="r" b="b"/>
              <a:pathLst>
                <a:path w="130721" h="2308" fill="none" extrusionOk="0">
                  <a:moveTo>
                    <a:pt x="1" y="1"/>
                  </a:moveTo>
                  <a:lnTo>
                    <a:pt x="130721" y="2308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" name="Google Shape;1340;p30">
              <a:extLst>
                <a:ext uri="{FF2B5EF4-FFF2-40B4-BE49-F238E27FC236}">
                  <a16:creationId xmlns:a16="http://schemas.microsoft.com/office/drawing/2014/main" id="{FD3BD8C2-CFDA-42D0-98E7-D3B4F28902AA}"/>
                </a:ext>
              </a:extLst>
            </p:cNvPr>
            <p:cNvSpPr/>
            <p:nvPr/>
          </p:nvSpPr>
          <p:spPr>
            <a:xfrm>
              <a:off x="3137400" y="3098850"/>
              <a:ext cx="3190825" cy="807475"/>
            </a:xfrm>
            <a:custGeom>
              <a:avLst/>
              <a:gdLst/>
              <a:ahLst/>
              <a:cxnLst/>
              <a:rect l="l" t="t" r="r" b="b"/>
              <a:pathLst>
                <a:path w="127633" h="32299" fill="none" extrusionOk="0">
                  <a:moveTo>
                    <a:pt x="0" y="32299"/>
                  </a:moveTo>
                  <a:lnTo>
                    <a:pt x="127633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" name="Google Shape;1341;p30">
              <a:extLst>
                <a:ext uri="{FF2B5EF4-FFF2-40B4-BE49-F238E27FC236}">
                  <a16:creationId xmlns:a16="http://schemas.microsoft.com/office/drawing/2014/main" id="{A45AD29C-796F-4DD4-8B99-7EDB7812E034}"/>
                </a:ext>
              </a:extLst>
            </p:cNvPr>
            <p:cNvSpPr/>
            <p:nvPr/>
          </p:nvSpPr>
          <p:spPr>
            <a:xfrm>
              <a:off x="1845450" y="2361475"/>
              <a:ext cx="41750" cy="1362075"/>
            </a:xfrm>
            <a:custGeom>
              <a:avLst/>
              <a:gdLst/>
              <a:ahLst/>
              <a:cxnLst/>
              <a:rect l="l" t="t" r="r" b="b"/>
              <a:pathLst>
                <a:path w="1670" h="54483" fill="none" extrusionOk="0">
                  <a:moveTo>
                    <a:pt x="1" y="639"/>
                  </a:moveTo>
                  <a:lnTo>
                    <a:pt x="1" y="53666"/>
                  </a:lnTo>
                  <a:lnTo>
                    <a:pt x="1669" y="54482"/>
                  </a:lnTo>
                  <a:lnTo>
                    <a:pt x="1669" y="0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" name="Google Shape;1342;p30">
              <a:extLst>
                <a:ext uri="{FF2B5EF4-FFF2-40B4-BE49-F238E27FC236}">
                  <a16:creationId xmlns:a16="http://schemas.microsoft.com/office/drawing/2014/main" id="{AFC2B7C8-3473-483C-88BB-E4B538F4C522}"/>
                </a:ext>
              </a:extLst>
            </p:cNvPr>
            <p:cNvSpPr/>
            <p:nvPr/>
          </p:nvSpPr>
          <p:spPr>
            <a:xfrm>
              <a:off x="1887175" y="2361475"/>
              <a:ext cx="46150" cy="1362075"/>
            </a:xfrm>
            <a:custGeom>
              <a:avLst/>
              <a:gdLst/>
              <a:ahLst/>
              <a:cxnLst/>
              <a:rect l="l" t="t" r="r" b="b"/>
              <a:pathLst>
                <a:path w="1846" h="54483" fill="none" extrusionOk="0">
                  <a:moveTo>
                    <a:pt x="0" y="0"/>
                  </a:moveTo>
                  <a:lnTo>
                    <a:pt x="1846" y="391"/>
                  </a:lnTo>
                  <a:lnTo>
                    <a:pt x="1846" y="53950"/>
                  </a:lnTo>
                  <a:lnTo>
                    <a:pt x="0" y="54482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" name="Google Shape;1343;p30">
              <a:extLst>
                <a:ext uri="{FF2B5EF4-FFF2-40B4-BE49-F238E27FC236}">
                  <a16:creationId xmlns:a16="http://schemas.microsoft.com/office/drawing/2014/main" id="{DD027C3B-8D51-4B72-AD36-9D5B8D4D4BC7}"/>
                </a:ext>
              </a:extLst>
            </p:cNvPr>
            <p:cNvSpPr/>
            <p:nvPr/>
          </p:nvSpPr>
          <p:spPr>
            <a:xfrm>
              <a:off x="3238550" y="1910725"/>
              <a:ext cx="94075" cy="1944125"/>
            </a:xfrm>
            <a:custGeom>
              <a:avLst/>
              <a:gdLst/>
              <a:ahLst/>
              <a:cxnLst/>
              <a:rect l="l" t="t" r="r" b="b"/>
              <a:pathLst>
                <a:path w="3763" h="77765" fill="none" extrusionOk="0">
                  <a:moveTo>
                    <a:pt x="1" y="77765"/>
                  </a:moveTo>
                  <a:lnTo>
                    <a:pt x="1" y="0"/>
                  </a:lnTo>
                  <a:lnTo>
                    <a:pt x="3763" y="1029"/>
                  </a:lnTo>
                  <a:lnTo>
                    <a:pt x="3763" y="76807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" name="Google Shape;1344;p30">
              <a:extLst>
                <a:ext uri="{FF2B5EF4-FFF2-40B4-BE49-F238E27FC236}">
                  <a16:creationId xmlns:a16="http://schemas.microsoft.com/office/drawing/2014/main" id="{B2221B4F-6B70-439A-AC07-C4137D83A9EF}"/>
                </a:ext>
              </a:extLst>
            </p:cNvPr>
            <p:cNvSpPr/>
            <p:nvPr/>
          </p:nvSpPr>
          <p:spPr>
            <a:xfrm>
              <a:off x="3148050" y="1910725"/>
              <a:ext cx="90525" cy="1944125"/>
            </a:xfrm>
            <a:custGeom>
              <a:avLst/>
              <a:gdLst/>
              <a:ahLst/>
              <a:cxnLst/>
              <a:rect l="l" t="t" r="r" b="b"/>
              <a:pathLst>
                <a:path w="3621" h="77765" fill="none" extrusionOk="0">
                  <a:moveTo>
                    <a:pt x="3621" y="0"/>
                  </a:moveTo>
                  <a:lnTo>
                    <a:pt x="0" y="1100"/>
                  </a:lnTo>
                  <a:lnTo>
                    <a:pt x="0" y="76629"/>
                  </a:lnTo>
                  <a:lnTo>
                    <a:pt x="3621" y="77765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" name="Google Shape;1345;p30">
              <a:extLst>
                <a:ext uri="{FF2B5EF4-FFF2-40B4-BE49-F238E27FC236}">
                  <a16:creationId xmlns:a16="http://schemas.microsoft.com/office/drawing/2014/main" id="{7FEF45D9-3B40-431F-9D4E-D00DE58ABC05}"/>
                </a:ext>
              </a:extLst>
            </p:cNvPr>
            <p:cNvSpPr/>
            <p:nvPr/>
          </p:nvSpPr>
          <p:spPr>
            <a:xfrm>
              <a:off x="3677775" y="2566450"/>
              <a:ext cx="68350" cy="1345200"/>
            </a:xfrm>
            <a:custGeom>
              <a:avLst/>
              <a:gdLst/>
              <a:ahLst/>
              <a:cxnLst/>
              <a:rect l="l" t="t" r="r" b="b"/>
              <a:pathLst>
                <a:path w="2734" h="53808" fill="none" extrusionOk="0">
                  <a:moveTo>
                    <a:pt x="1" y="355"/>
                  </a:moveTo>
                  <a:lnTo>
                    <a:pt x="1" y="53062"/>
                  </a:lnTo>
                  <a:lnTo>
                    <a:pt x="2734" y="53808"/>
                  </a:lnTo>
                  <a:lnTo>
                    <a:pt x="2734" y="0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" name="Google Shape;1346;p30">
              <a:extLst>
                <a:ext uri="{FF2B5EF4-FFF2-40B4-BE49-F238E27FC236}">
                  <a16:creationId xmlns:a16="http://schemas.microsoft.com/office/drawing/2014/main" id="{1DAFB8FE-5E23-4FA4-9AFD-20C832829B57}"/>
                </a:ext>
              </a:extLst>
            </p:cNvPr>
            <p:cNvSpPr/>
            <p:nvPr/>
          </p:nvSpPr>
          <p:spPr>
            <a:xfrm>
              <a:off x="3746100" y="2566450"/>
              <a:ext cx="69225" cy="1345200"/>
            </a:xfrm>
            <a:custGeom>
              <a:avLst/>
              <a:gdLst/>
              <a:ahLst/>
              <a:cxnLst/>
              <a:rect l="l" t="t" r="r" b="b"/>
              <a:pathLst>
                <a:path w="2769" h="53808" fill="none" extrusionOk="0">
                  <a:moveTo>
                    <a:pt x="1" y="0"/>
                  </a:moveTo>
                  <a:lnTo>
                    <a:pt x="2769" y="426"/>
                  </a:lnTo>
                  <a:lnTo>
                    <a:pt x="2769" y="52814"/>
                  </a:lnTo>
                  <a:lnTo>
                    <a:pt x="1" y="53808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" name="Google Shape;1347;p30">
              <a:extLst>
                <a:ext uri="{FF2B5EF4-FFF2-40B4-BE49-F238E27FC236}">
                  <a16:creationId xmlns:a16="http://schemas.microsoft.com/office/drawing/2014/main" id="{F45AA455-C022-44A8-A9C3-B510B9074AC3}"/>
                </a:ext>
              </a:extLst>
            </p:cNvPr>
            <p:cNvSpPr/>
            <p:nvPr/>
          </p:nvSpPr>
          <p:spPr>
            <a:xfrm>
              <a:off x="4590825" y="2433350"/>
              <a:ext cx="95850" cy="1734725"/>
            </a:xfrm>
            <a:custGeom>
              <a:avLst/>
              <a:gdLst/>
              <a:ahLst/>
              <a:cxnLst/>
              <a:rect l="l" t="t" r="r" b="b"/>
              <a:pathLst>
                <a:path w="3834" h="69389" fill="none" extrusionOk="0">
                  <a:moveTo>
                    <a:pt x="3834" y="69389"/>
                  </a:moveTo>
                  <a:lnTo>
                    <a:pt x="3834" y="0"/>
                  </a:lnTo>
                  <a:lnTo>
                    <a:pt x="1" y="497"/>
                  </a:lnTo>
                  <a:lnTo>
                    <a:pt x="1" y="68360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" name="Google Shape;1348;p30">
              <a:extLst>
                <a:ext uri="{FF2B5EF4-FFF2-40B4-BE49-F238E27FC236}">
                  <a16:creationId xmlns:a16="http://schemas.microsoft.com/office/drawing/2014/main" id="{C35C760A-AD98-47E4-8EBB-83F0ED134B4E}"/>
                </a:ext>
              </a:extLst>
            </p:cNvPr>
            <p:cNvSpPr/>
            <p:nvPr/>
          </p:nvSpPr>
          <p:spPr>
            <a:xfrm>
              <a:off x="4686650" y="2433350"/>
              <a:ext cx="87875" cy="1734725"/>
            </a:xfrm>
            <a:custGeom>
              <a:avLst/>
              <a:gdLst/>
              <a:ahLst/>
              <a:cxnLst/>
              <a:rect l="l" t="t" r="r" b="b"/>
              <a:pathLst>
                <a:path w="3515" h="69389" fill="none" extrusionOk="0">
                  <a:moveTo>
                    <a:pt x="1" y="0"/>
                  </a:moveTo>
                  <a:lnTo>
                    <a:pt x="3515" y="746"/>
                  </a:lnTo>
                  <a:lnTo>
                    <a:pt x="3515" y="67330"/>
                  </a:lnTo>
                  <a:lnTo>
                    <a:pt x="1" y="69389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" name="Google Shape;1349;p30">
              <a:extLst>
                <a:ext uri="{FF2B5EF4-FFF2-40B4-BE49-F238E27FC236}">
                  <a16:creationId xmlns:a16="http://schemas.microsoft.com/office/drawing/2014/main" id="{F19721F0-BE34-4425-BC56-7F17E24FC424}"/>
                </a:ext>
              </a:extLst>
            </p:cNvPr>
            <p:cNvSpPr/>
            <p:nvPr/>
          </p:nvSpPr>
          <p:spPr>
            <a:xfrm>
              <a:off x="5798475" y="1154725"/>
              <a:ext cx="52375" cy="2716100"/>
            </a:xfrm>
            <a:custGeom>
              <a:avLst/>
              <a:gdLst/>
              <a:ahLst/>
              <a:cxnLst/>
              <a:rect l="l" t="t" r="r" b="b"/>
              <a:pathLst>
                <a:path w="2095" h="108644" fill="none" extrusionOk="0">
                  <a:moveTo>
                    <a:pt x="0" y="0"/>
                  </a:moveTo>
                  <a:lnTo>
                    <a:pt x="0" y="108644"/>
                  </a:lnTo>
                  <a:lnTo>
                    <a:pt x="2094" y="106656"/>
                  </a:lnTo>
                  <a:lnTo>
                    <a:pt x="2094" y="3727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" name="Google Shape;1350;p30">
              <a:extLst>
                <a:ext uri="{FF2B5EF4-FFF2-40B4-BE49-F238E27FC236}">
                  <a16:creationId xmlns:a16="http://schemas.microsoft.com/office/drawing/2014/main" id="{E40857C8-C7F2-43AE-B2F2-DFCE6B30D99F}"/>
                </a:ext>
              </a:extLst>
            </p:cNvPr>
            <p:cNvSpPr/>
            <p:nvPr/>
          </p:nvSpPr>
          <p:spPr>
            <a:xfrm>
              <a:off x="5716850" y="1154725"/>
              <a:ext cx="81650" cy="2716100"/>
            </a:xfrm>
            <a:custGeom>
              <a:avLst/>
              <a:gdLst/>
              <a:ahLst/>
              <a:cxnLst/>
              <a:rect l="l" t="t" r="r" b="b"/>
              <a:pathLst>
                <a:path w="3266" h="108644" fill="none" extrusionOk="0">
                  <a:moveTo>
                    <a:pt x="3265" y="0"/>
                  </a:moveTo>
                  <a:lnTo>
                    <a:pt x="0" y="1171"/>
                  </a:lnTo>
                  <a:lnTo>
                    <a:pt x="0" y="108182"/>
                  </a:lnTo>
                  <a:lnTo>
                    <a:pt x="3265" y="108644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" name="Google Shape;1351;p30">
              <a:extLst>
                <a:ext uri="{FF2B5EF4-FFF2-40B4-BE49-F238E27FC236}">
                  <a16:creationId xmlns:a16="http://schemas.microsoft.com/office/drawing/2014/main" id="{3789F117-E4DE-4CA5-9009-A1BBA7B715DB}"/>
                </a:ext>
              </a:extLst>
            </p:cNvPr>
            <p:cNvSpPr/>
            <p:nvPr/>
          </p:nvSpPr>
          <p:spPr>
            <a:xfrm>
              <a:off x="6217275" y="1902725"/>
              <a:ext cx="31100" cy="1573250"/>
            </a:xfrm>
            <a:custGeom>
              <a:avLst/>
              <a:gdLst/>
              <a:ahLst/>
              <a:cxnLst/>
              <a:rect l="l" t="t" r="r" b="b"/>
              <a:pathLst>
                <a:path w="1244" h="62930" fill="none" extrusionOk="0">
                  <a:moveTo>
                    <a:pt x="1243" y="2237"/>
                  </a:moveTo>
                  <a:lnTo>
                    <a:pt x="1243" y="61758"/>
                  </a:lnTo>
                  <a:lnTo>
                    <a:pt x="1" y="62930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" name="Google Shape;1352;p30">
              <a:extLst>
                <a:ext uri="{FF2B5EF4-FFF2-40B4-BE49-F238E27FC236}">
                  <a16:creationId xmlns:a16="http://schemas.microsoft.com/office/drawing/2014/main" id="{7413FA9C-DC52-4D71-9F27-4CBBD8BB1836}"/>
                </a:ext>
              </a:extLst>
            </p:cNvPr>
            <p:cNvSpPr/>
            <p:nvPr/>
          </p:nvSpPr>
          <p:spPr>
            <a:xfrm>
              <a:off x="6168475" y="1902725"/>
              <a:ext cx="48825" cy="1573250"/>
            </a:xfrm>
            <a:custGeom>
              <a:avLst/>
              <a:gdLst/>
              <a:ahLst/>
              <a:cxnLst/>
              <a:rect l="l" t="t" r="r" b="b"/>
              <a:pathLst>
                <a:path w="1953" h="62930" fill="none" extrusionOk="0">
                  <a:moveTo>
                    <a:pt x="1953" y="1"/>
                  </a:moveTo>
                  <a:lnTo>
                    <a:pt x="1" y="675"/>
                  </a:lnTo>
                  <a:lnTo>
                    <a:pt x="1" y="62930"/>
                  </a:lnTo>
                  <a:lnTo>
                    <a:pt x="1953" y="62930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" name="Google Shape;1353;p30">
              <a:extLst>
                <a:ext uri="{FF2B5EF4-FFF2-40B4-BE49-F238E27FC236}">
                  <a16:creationId xmlns:a16="http://schemas.microsoft.com/office/drawing/2014/main" id="{C6EDAB5E-86AC-4A93-8728-F280147574BF}"/>
                </a:ext>
              </a:extLst>
            </p:cNvPr>
            <p:cNvSpPr/>
            <p:nvPr/>
          </p:nvSpPr>
          <p:spPr>
            <a:xfrm>
              <a:off x="4300675" y="1666700"/>
              <a:ext cx="71000" cy="2010700"/>
            </a:xfrm>
            <a:custGeom>
              <a:avLst/>
              <a:gdLst/>
              <a:ahLst/>
              <a:cxnLst/>
              <a:rect l="l" t="t" r="r" b="b"/>
              <a:pathLst>
                <a:path w="2840" h="80428" fill="none" extrusionOk="0">
                  <a:moveTo>
                    <a:pt x="1" y="1030"/>
                  </a:moveTo>
                  <a:lnTo>
                    <a:pt x="1" y="79895"/>
                  </a:lnTo>
                  <a:lnTo>
                    <a:pt x="2840" y="80427"/>
                  </a:lnTo>
                  <a:lnTo>
                    <a:pt x="2840" y="1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" name="Google Shape;1354;p30">
              <a:extLst>
                <a:ext uri="{FF2B5EF4-FFF2-40B4-BE49-F238E27FC236}">
                  <a16:creationId xmlns:a16="http://schemas.microsoft.com/office/drawing/2014/main" id="{A8FEFD00-46E8-4506-99CC-7BAD84249B56}"/>
                </a:ext>
              </a:extLst>
            </p:cNvPr>
            <p:cNvSpPr/>
            <p:nvPr/>
          </p:nvSpPr>
          <p:spPr>
            <a:xfrm>
              <a:off x="4371650" y="1666700"/>
              <a:ext cx="71900" cy="2010700"/>
            </a:xfrm>
            <a:custGeom>
              <a:avLst/>
              <a:gdLst/>
              <a:ahLst/>
              <a:cxnLst/>
              <a:rect l="l" t="t" r="r" b="b"/>
              <a:pathLst>
                <a:path w="2876" h="80428" fill="none" extrusionOk="0">
                  <a:moveTo>
                    <a:pt x="1" y="1"/>
                  </a:moveTo>
                  <a:lnTo>
                    <a:pt x="2876" y="1562"/>
                  </a:lnTo>
                  <a:lnTo>
                    <a:pt x="2876" y="79079"/>
                  </a:lnTo>
                  <a:lnTo>
                    <a:pt x="1" y="80427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" name="Google Shape;1355;p30">
              <a:extLst>
                <a:ext uri="{FF2B5EF4-FFF2-40B4-BE49-F238E27FC236}">
                  <a16:creationId xmlns:a16="http://schemas.microsoft.com/office/drawing/2014/main" id="{33CF8596-9B70-458A-B010-B5A6D8558C40}"/>
                </a:ext>
              </a:extLst>
            </p:cNvPr>
            <p:cNvSpPr/>
            <p:nvPr/>
          </p:nvSpPr>
          <p:spPr>
            <a:xfrm>
              <a:off x="1795775" y="3319775"/>
              <a:ext cx="4071050" cy="559925"/>
            </a:xfrm>
            <a:custGeom>
              <a:avLst/>
              <a:gdLst/>
              <a:ahLst/>
              <a:cxnLst/>
              <a:rect l="l" t="t" r="r" b="b"/>
              <a:pathLst>
                <a:path w="162842" h="22397" fill="none" extrusionOk="0">
                  <a:moveTo>
                    <a:pt x="162841" y="22397"/>
                  </a:moveTo>
                  <a:lnTo>
                    <a:pt x="0" y="1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" name="Google Shape;1356;p30">
              <a:extLst>
                <a:ext uri="{FF2B5EF4-FFF2-40B4-BE49-F238E27FC236}">
                  <a16:creationId xmlns:a16="http://schemas.microsoft.com/office/drawing/2014/main" id="{2F4082D6-1794-42E9-8FBD-728905479C90}"/>
                </a:ext>
              </a:extLst>
            </p:cNvPr>
            <p:cNvSpPr/>
            <p:nvPr/>
          </p:nvSpPr>
          <p:spPr>
            <a:xfrm>
              <a:off x="5493225" y="2599275"/>
              <a:ext cx="675275" cy="1165075"/>
            </a:xfrm>
            <a:custGeom>
              <a:avLst/>
              <a:gdLst/>
              <a:ahLst/>
              <a:cxnLst/>
              <a:rect l="l" t="t" r="r" b="b"/>
              <a:pathLst>
                <a:path w="27011" h="46603" fill="none" extrusionOk="0">
                  <a:moveTo>
                    <a:pt x="27011" y="46603"/>
                  </a:moveTo>
                  <a:lnTo>
                    <a:pt x="1" y="43799"/>
                  </a:lnTo>
                  <a:lnTo>
                    <a:pt x="1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" name="Google Shape;1357;p30">
              <a:extLst>
                <a:ext uri="{FF2B5EF4-FFF2-40B4-BE49-F238E27FC236}">
                  <a16:creationId xmlns:a16="http://schemas.microsoft.com/office/drawing/2014/main" id="{7F67B8EE-95A1-4F14-93F9-8EC59F66207C}"/>
                </a:ext>
              </a:extLst>
            </p:cNvPr>
            <p:cNvSpPr/>
            <p:nvPr/>
          </p:nvSpPr>
          <p:spPr>
            <a:xfrm>
              <a:off x="4653825" y="1457300"/>
              <a:ext cx="755150" cy="251125"/>
            </a:xfrm>
            <a:custGeom>
              <a:avLst/>
              <a:gdLst/>
              <a:ahLst/>
              <a:cxnLst/>
              <a:rect l="l" t="t" r="r" b="b"/>
              <a:pathLst>
                <a:path w="30206" h="10045" fill="none" extrusionOk="0">
                  <a:moveTo>
                    <a:pt x="30205" y="0"/>
                  </a:moveTo>
                  <a:lnTo>
                    <a:pt x="1" y="10045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" name="Google Shape;1358;p30">
              <a:extLst>
                <a:ext uri="{FF2B5EF4-FFF2-40B4-BE49-F238E27FC236}">
                  <a16:creationId xmlns:a16="http://schemas.microsoft.com/office/drawing/2014/main" id="{AE445F04-EFDA-47BF-851B-CAF00F2D3021}"/>
                </a:ext>
              </a:extLst>
            </p:cNvPr>
            <p:cNvSpPr/>
            <p:nvPr/>
          </p:nvSpPr>
          <p:spPr>
            <a:xfrm>
              <a:off x="4700850" y="1656950"/>
              <a:ext cx="25" cy="776425"/>
            </a:xfrm>
            <a:custGeom>
              <a:avLst/>
              <a:gdLst/>
              <a:ahLst/>
              <a:cxnLst/>
              <a:rect l="l" t="t" r="r" b="b"/>
              <a:pathLst>
                <a:path w="1" h="31057" fill="none" extrusionOk="0">
                  <a:moveTo>
                    <a:pt x="1" y="0"/>
                  </a:moveTo>
                  <a:lnTo>
                    <a:pt x="1" y="31056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" name="Google Shape;1359;p30">
              <a:extLst>
                <a:ext uri="{FF2B5EF4-FFF2-40B4-BE49-F238E27FC236}">
                  <a16:creationId xmlns:a16="http://schemas.microsoft.com/office/drawing/2014/main" id="{BBEC7885-F9B0-45AF-99AF-619E5FEAF0D7}"/>
                </a:ext>
              </a:extLst>
            </p:cNvPr>
            <p:cNvSpPr/>
            <p:nvPr/>
          </p:nvSpPr>
          <p:spPr>
            <a:xfrm>
              <a:off x="4700850" y="1598375"/>
              <a:ext cx="671725" cy="161525"/>
            </a:xfrm>
            <a:custGeom>
              <a:avLst/>
              <a:gdLst/>
              <a:ahLst/>
              <a:cxnLst/>
              <a:rect l="l" t="t" r="r" b="b"/>
              <a:pathLst>
                <a:path w="26869" h="6461" fill="none" extrusionOk="0">
                  <a:moveTo>
                    <a:pt x="1" y="3763"/>
                  </a:moveTo>
                  <a:lnTo>
                    <a:pt x="6177" y="6460"/>
                  </a:lnTo>
                  <a:lnTo>
                    <a:pt x="26869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" name="Google Shape;1360;p30">
              <a:extLst>
                <a:ext uri="{FF2B5EF4-FFF2-40B4-BE49-F238E27FC236}">
                  <a16:creationId xmlns:a16="http://schemas.microsoft.com/office/drawing/2014/main" id="{7139E2A5-4913-4693-A019-2BA45B25BC2D}"/>
                </a:ext>
              </a:extLst>
            </p:cNvPr>
            <p:cNvSpPr/>
            <p:nvPr/>
          </p:nvSpPr>
          <p:spPr>
            <a:xfrm>
              <a:off x="4855250" y="1759875"/>
              <a:ext cx="25" cy="699225"/>
            </a:xfrm>
            <a:custGeom>
              <a:avLst/>
              <a:gdLst/>
              <a:ahLst/>
              <a:cxnLst/>
              <a:rect l="l" t="t" r="r" b="b"/>
              <a:pathLst>
                <a:path w="1" h="27969" fill="none" extrusionOk="0">
                  <a:moveTo>
                    <a:pt x="1" y="0"/>
                  </a:moveTo>
                  <a:lnTo>
                    <a:pt x="1" y="27969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" name="Google Shape;1361;p30">
              <a:extLst>
                <a:ext uri="{FF2B5EF4-FFF2-40B4-BE49-F238E27FC236}">
                  <a16:creationId xmlns:a16="http://schemas.microsoft.com/office/drawing/2014/main" id="{5E227885-55B9-44A5-8A5F-930AFE027054}"/>
                </a:ext>
              </a:extLst>
            </p:cNvPr>
            <p:cNvSpPr/>
            <p:nvPr/>
          </p:nvSpPr>
          <p:spPr>
            <a:xfrm>
              <a:off x="4910275" y="1656950"/>
              <a:ext cx="462300" cy="822575"/>
            </a:xfrm>
            <a:custGeom>
              <a:avLst/>
              <a:gdLst/>
              <a:ahLst/>
              <a:cxnLst/>
              <a:rect l="l" t="t" r="r" b="b"/>
              <a:pathLst>
                <a:path w="18492" h="32903" fill="none" extrusionOk="0">
                  <a:moveTo>
                    <a:pt x="0" y="32902"/>
                  </a:moveTo>
                  <a:lnTo>
                    <a:pt x="0" y="5643"/>
                  </a:lnTo>
                  <a:lnTo>
                    <a:pt x="18492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" name="Google Shape;1362;p30">
              <a:extLst>
                <a:ext uri="{FF2B5EF4-FFF2-40B4-BE49-F238E27FC236}">
                  <a16:creationId xmlns:a16="http://schemas.microsoft.com/office/drawing/2014/main" id="{DEE0A0AE-0912-48B3-95F5-9EDFD596B82F}"/>
                </a:ext>
              </a:extLst>
            </p:cNvPr>
            <p:cNvSpPr/>
            <p:nvPr/>
          </p:nvSpPr>
          <p:spPr>
            <a:xfrm>
              <a:off x="4910275" y="1692425"/>
              <a:ext cx="462300" cy="128700"/>
            </a:xfrm>
            <a:custGeom>
              <a:avLst/>
              <a:gdLst/>
              <a:ahLst/>
              <a:cxnLst/>
              <a:rect l="l" t="t" r="r" b="b"/>
              <a:pathLst>
                <a:path w="18492" h="5148" fill="none" extrusionOk="0">
                  <a:moveTo>
                    <a:pt x="0" y="4224"/>
                  </a:moveTo>
                  <a:lnTo>
                    <a:pt x="1562" y="5147"/>
                  </a:lnTo>
                  <a:lnTo>
                    <a:pt x="18492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" name="Google Shape;1363;p30">
              <a:extLst>
                <a:ext uri="{FF2B5EF4-FFF2-40B4-BE49-F238E27FC236}">
                  <a16:creationId xmlns:a16="http://schemas.microsoft.com/office/drawing/2014/main" id="{0BD54432-617A-4D66-9A2D-008158F50024}"/>
                </a:ext>
              </a:extLst>
            </p:cNvPr>
            <p:cNvSpPr/>
            <p:nvPr/>
          </p:nvSpPr>
          <p:spPr>
            <a:xfrm>
              <a:off x="4949300" y="1821100"/>
              <a:ext cx="25" cy="666400"/>
            </a:xfrm>
            <a:custGeom>
              <a:avLst/>
              <a:gdLst/>
              <a:ahLst/>
              <a:cxnLst/>
              <a:rect l="l" t="t" r="r" b="b"/>
              <a:pathLst>
                <a:path w="1" h="26656" fill="none" extrusionOk="0">
                  <a:moveTo>
                    <a:pt x="1" y="0"/>
                  </a:moveTo>
                  <a:lnTo>
                    <a:pt x="1" y="26655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" name="Google Shape;1364;p30">
              <a:extLst>
                <a:ext uri="{FF2B5EF4-FFF2-40B4-BE49-F238E27FC236}">
                  <a16:creationId xmlns:a16="http://schemas.microsoft.com/office/drawing/2014/main" id="{3F31DA8D-2995-4DE6-AB16-4B2B1A83FD08}"/>
                </a:ext>
              </a:extLst>
            </p:cNvPr>
            <p:cNvSpPr/>
            <p:nvPr/>
          </p:nvSpPr>
          <p:spPr>
            <a:xfrm>
              <a:off x="5192425" y="1711950"/>
              <a:ext cx="25" cy="826125"/>
            </a:xfrm>
            <a:custGeom>
              <a:avLst/>
              <a:gdLst/>
              <a:ahLst/>
              <a:cxnLst/>
              <a:rect l="l" t="t" r="r" b="b"/>
              <a:pathLst>
                <a:path w="1" h="33045" fill="none" extrusionOk="0">
                  <a:moveTo>
                    <a:pt x="1" y="1"/>
                  </a:moveTo>
                  <a:lnTo>
                    <a:pt x="1" y="33045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" name="Google Shape;1365;p30">
              <a:extLst>
                <a:ext uri="{FF2B5EF4-FFF2-40B4-BE49-F238E27FC236}">
                  <a16:creationId xmlns:a16="http://schemas.microsoft.com/office/drawing/2014/main" id="{4032C5C8-222A-4AA4-A48E-C1A22CAD243F}"/>
                </a:ext>
              </a:extLst>
            </p:cNvPr>
            <p:cNvSpPr/>
            <p:nvPr/>
          </p:nvSpPr>
          <p:spPr>
            <a:xfrm>
              <a:off x="5227925" y="1701300"/>
              <a:ext cx="28425" cy="850075"/>
            </a:xfrm>
            <a:custGeom>
              <a:avLst/>
              <a:gdLst/>
              <a:ahLst/>
              <a:cxnLst/>
              <a:rect l="l" t="t" r="r" b="b"/>
              <a:pathLst>
                <a:path w="1137" h="34003" fill="none" extrusionOk="0">
                  <a:moveTo>
                    <a:pt x="0" y="33755"/>
                  </a:moveTo>
                  <a:lnTo>
                    <a:pt x="0" y="1"/>
                  </a:lnTo>
                  <a:lnTo>
                    <a:pt x="1136" y="1030"/>
                  </a:lnTo>
                  <a:lnTo>
                    <a:pt x="1136" y="34003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" name="Google Shape;1366;p30">
              <a:extLst>
                <a:ext uri="{FF2B5EF4-FFF2-40B4-BE49-F238E27FC236}">
                  <a16:creationId xmlns:a16="http://schemas.microsoft.com/office/drawing/2014/main" id="{A375FF31-1800-479D-9372-B7BEC31A400E}"/>
                </a:ext>
              </a:extLst>
            </p:cNvPr>
            <p:cNvSpPr/>
            <p:nvPr/>
          </p:nvSpPr>
          <p:spPr>
            <a:xfrm>
              <a:off x="5920925" y="1715500"/>
              <a:ext cx="200550" cy="819925"/>
            </a:xfrm>
            <a:custGeom>
              <a:avLst/>
              <a:gdLst/>
              <a:ahLst/>
              <a:cxnLst/>
              <a:rect l="l" t="t" r="r" b="b"/>
              <a:pathLst>
                <a:path w="8022" h="32797" fill="none" extrusionOk="0">
                  <a:moveTo>
                    <a:pt x="0" y="1"/>
                  </a:moveTo>
                  <a:lnTo>
                    <a:pt x="0" y="28714"/>
                  </a:lnTo>
                  <a:lnTo>
                    <a:pt x="8022" y="32796"/>
                  </a:lnTo>
                  <a:lnTo>
                    <a:pt x="8022" y="10542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" name="Google Shape;1367;p30">
              <a:extLst>
                <a:ext uri="{FF2B5EF4-FFF2-40B4-BE49-F238E27FC236}">
                  <a16:creationId xmlns:a16="http://schemas.microsoft.com/office/drawing/2014/main" id="{F30FF128-7F5F-483B-9D84-46C5DAC84B3A}"/>
                </a:ext>
              </a:extLst>
            </p:cNvPr>
            <p:cNvSpPr/>
            <p:nvPr/>
          </p:nvSpPr>
          <p:spPr>
            <a:xfrm>
              <a:off x="5920925" y="1829075"/>
              <a:ext cx="200550" cy="150000"/>
            </a:xfrm>
            <a:custGeom>
              <a:avLst/>
              <a:gdLst/>
              <a:ahLst/>
              <a:cxnLst/>
              <a:rect l="l" t="t" r="r" b="b"/>
              <a:pathLst>
                <a:path w="8022" h="6000" fill="none" extrusionOk="0">
                  <a:moveTo>
                    <a:pt x="8022" y="5999"/>
                  </a:moveTo>
                  <a:lnTo>
                    <a:pt x="5750" y="5999"/>
                  </a:lnTo>
                  <a:lnTo>
                    <a:pt x="0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" name="Google Shape;1368;p30">
              <a:extLst>
                <a:ext uri="{FF2B5EF4-FFF2-40B4-BE49-F238E27FC236}">
                  <a16:creationId xmlns:a16="http://schemas.microsoft.com/office/drawing/2014/main" id="{DF693CDF-C677-4A93-B177-420960CF72A3}"/>
                </a:ext>
              </a:extLst>
            </p:cNvPr>
            <p:cNvSpPr/>
            <p:nvPr/>
          </p:nvSpPr>
          <p:spPr>
            <a:xfrm>
              <a:off x="6064675" y="1979050"/>
              <a:ext cx="25" cy="525300"/>
            </a:xfrm>
            <a:custGeom>
              <a:avLst/>
              <a:gdLst/>
              <a:ahLst/>
              <a:cxnLst/>
              <a:rect l="l" t="t" r="r" b="b"/>
              <a:pathLst>
                <a:path w="1" h="21012" fill="none" extrusionOk="0">
                  <a:moveTo>
                    <a:pt x="0" y="0"/>
                  </a:moveTo>
                  <a:lnTo>
                    <a:pt x="0" y="21012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" name="Google Shape;1369;p30">
              <a:extLst>
                <a:ext uri="{FF2B5EF4-FFF2-40B4-BE49-F238E27FC236}">
                  <a16:creationId xmlns:a16="http://schemas.microsoft.com/office/drawing/2014/main" id="{3D2AA05E-8A83-4799-ABD7-F2491D35F972}"/>
                </a:ext>
              </a:extLst>
            </p:cNvPr>
            <p:cNvSpPr/>
            <p:nvPr/>
          </p:nvSpPr>
          <p:spPr>
            <a:xfrm>
              <a:off x="5920925" y="1861025"/>
              <a:ext cx="124250" cy="635350"/>
            </a:xfrm>
            <a:custGeom>
              <a:avLst/>
              <a:gdLst/>
              <a:ahLst/>
              <a:cxnLst/>
              <a:rect l="l" t="t" r="r" b="b"/>
              <a:pathLst>
                <a:path w="4970" h="25414" fill="none" extrusionOk="0">
                  <a:moveTo>
                    <a:pt x="4969" y="25413"/>
                  </a:moveTo>
                  <a:lnTo>
                    <a:pt x="4969" y="5218"/>
                  </a:lnTo>
                  <a:lnTo>
                    <a:pt x="0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" name="Google Shape;1370;p30">
              <a:extLst>
                <a:ext uri="{FF2B5EF4-FFF2-40B4-BE49-F238E27FC236}">
                  <a16:creationId xmlns:a16="http://schemas.microsoft.com/office/drawing/2014/main" id="{40CB0F72-85EB-486D-9DD0-A80D8FC60767}"/>
                </a:ext>
              </a:extLst>
            </p:cNvPr>
            <p:cNvSpPr/>
            <p:nvPr/>
          </p:nvSpPr>
          <p:spPr>
            <a:xfrm>
              <a:off x="5920925" y="1887650"/>
              <a:ext cx="124250" cy="103825"/>
            </a:xfrm>
            <a:custGeom>
              <a:avLst/>
              <a:gdLst/>
              <a:ahLst/>
              <a:cxnLst/>
              <a:rect l="l" t="t" r="r" b="b"/>
              <a:pathLst>
                <a:path w="4970" h="4153" fill="none" extrusionOk="0">
                  <a:moveTo>
                    <a:pt x="4969" y="4153"/>
                  </a:moveTo>
                  <a:lnTo>
                    <a:pt x="4366" y="4153"/>
                  </a:lnTo>
                  <a:lnTo>
                    <a:pt x="0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" name="Google Shape;1371;p30">
              <a:extLst>
                <a:ext uri="{FF2B5EF4-FFF2-40B4-BE49-F238E27FC236}">
                  <a16:creationId xmlns:a16="http://schemas.microsoft.com/office/drawing/2014/main" id="{00946095-4641-4BDD-8A68-D0CB986D34BC}"/>
                </a:ext>
              </a:extLst>
            </p:cNvPr>
            <p:cNvSpPr/>
            <p:nvPr/>
          </p:nvSpPr>
          <p:spPr>
            <a:xfrm>
              <a:off x="6030050" y="1991450"/>
              <a:ext cx="25" cy="496925"/>
            </a:xfrm>
            <a:custGeom>
              <a:avLst/>
              <a:gdLst/>
              <a:ahLst/>
              <a:cxnLst/>
              <a:rect l="l" t="t" r="r" b="b"/>
              <a:pathLst>
                <a:path w="1" h="19877" fill="none" extrusionOk="0">
                  <a:moveTo>
                    <a:pt x="1" y="1"/>
                  </a:moveTo>
                  <a:lnTo>
                    <a:pt x="1" y="19877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" name="Google Shape;1372;p30">
              <a:extLst>
                <a:ext uri="{FF2B5EF4-FFF2-40B4-BE49-F238E27FC236}">
                  <a16:creationId xmlns:a16="http://schemas.microsoft.com/office/drawing/2014/main" id="{FE9BEEC2-2B50-41AE-BBCE-150817D335F1}"/>
                </a:ext>
              </a:extLst>
            </p:cNvPr>
            <p:cNvSpPr/>
            <p:nvPr/>
          </p:nvSpPr>
          <p:spPr>
            <a:xfrm>
              <a:off x="3868550" y="2672025"/>
              <a:ext cx="631800" cy="1449025"/>
            </a:xfrm>
            <a:custGeom>
              <a:avLst/>
              <a:gdLst/>
              <a:ahLst/>
              <a:cxnLst/>
              <a:rect l="l" t="t" r="r" b="b"/>
              <a:pathLst>
                <a:path w="25272" h="57961" fill="none" extrusionOk="0">
                  <a:moveTo>
                    <a:pt x="25271" y="57961"/>
                  </a:moveTo>
                  <a:lnTo>
                    <a:pt x="25271" y="1"/>
                  </a:lnTo>
                  <a:lnTo>
                    <a:pt x="1" y="2627"/>
                  </a:lnTo>
                  <a:lnTo>
                    <a:pt x="1" y="50933"/>
                  </a:lnTo>
                  <a:lnTo>
                    <a:pt x="6496" y="48307"/>
                  </a:lnTo>
                  <a:lnTo>
                    <a:pt x="6496" y="1953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" name="Google Shape;1373;p30">
              <a:extLst>
                <a:ext uri="{FF2B5EF4-FFF2-40B4-BE49-F238E27FC236}">
                  <a16:creationId xmlns:a16="http://schemas.microsoft.com/office/drawing/2014/main" id="{24A1342B-098D-4264-9EAE-F95F373F3F93}"/>
                </a:ext>
              </a:extLst>
            </p:cNvPr>
            <p:cNvSpPr/>
            <p:nvPr/>
          </p:nvSpPr>
          <p:spPr>
            <a:xfrm>
              <a:off x="4030925" y="3879675"/>
              <a:ext cx="469425" cy="121600"/>
            </a:xfrm>
            <a:custGeom>
              <a:avLst/>
              <a:gdLst/>
              <a:ahLst/>
              <a:cxnLst/>
              <a:rect l="l" t="t" r="r" b="b"/>
              <a:pathLst>
                <a:path w="18777" h="4864" fill="none" extrusionOk="0">
                  <a:moveTo>
                    <a:pt x="1" y="1"/>
                  </a:moveTo>
                  <a:lnTo>
                    <a:pt x="18776" y="4863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" name="Google Shape;1374;p30">
              <a:extLst>
                <a:ext uri="{FF2B5EF4-FFF2-40B4-BE49-F238E27FC236}">
                  <a16:creationId xmlns:a16="http://schemas.microsoft.com/office/drawing/2014/main" id="{0CB91794-D44D-4503-8122-416338319801}"/>
                </a:ext>
              </a:extLst>
            </p:cNvPr>
            <p:cNvSpPr/>
            <p:nvPr/>
          </p:nvSpPr>
          <p:spPr>
            <a:xfrm>
              <a:off x="4083275" y="2837075"/>
              <a:ext cx="158850" cy="307050"/>
            </a:xfrm>
            <a:custGeom>
              <a:avLst/>
              <a:gdLst/>
              <a:ahLst/>
              <a:cxnLst/>
              <a:rect l="l" t="t" r="r" b="b"/>
              <a:pathLst>
                <a:path w="6354" h="12282" fill="none" extrusionOk="0">
                  <a:moveTo>
                    <a:pt x="6354" y="1"/>
                  </a:moveTo>
                  <a:lnTo>
                    <a:pt x="1" y="498"/>
                  </a:lnTo>
                  <a:lnTo>
                    <a:pt x="1" y="12281"/>
                  </a:lnTo>
                  <a:lnTo>
                    <a:pt x="6354" y="12281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" name="Google Shape;1375;p30">
              <a:extLst>
                <a:ext uri="{FF2B5EF4-FFF2-40B4-BE49-F238E27FC236}">
                  <a16:creationId xmlns:a16="http://schemas.microsoft.com/office/drawing/2014/main" id="{F03FB7B0-8B17-4F81-B41A-5627724298CE}"/>
                </a:ext>
              </a:extLst>
            </p:cNvPr>
            <p:cNvSpPr/>
            <p:nvPr/>
          </p:nvSpPr>
          <p:spPr>
            <a:xfrm>
              <a:off x="4276725" y="2822000"/>
              <a:ext cx="195225" cy="322125"/>
            </a:xfrm>
            <a:custGeom>
              <a:avLst/>
              <a:gdLst/>
              <a:ahLst/>
              <a:cxnLst/>
              <a:rect l="l" t="t" r="r" b="b"/>
              <a:pathLst>
                <a:path w="7809" h="12885" fill="none" extrusionOk="0">
                  <a:moveTo>
                    <a:pt x="0" y="604"/>
                  </a:moveTo>
                  <a:lnTo>
                    <a:pt x="0" y="12884"/>
                  </a:lnTo>
                  <a:lnTo>
                    <a:pt x="7809" y="12884"/>
                  </a:lnTo>
                  <a:lnTo>
                    <a:pt x="7809" y="0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" name="Google Shape;1376;p30">
              <a:extLst>
                <a:ext uri="{FF2B5EF4-FFF2-40B4-BE49-F238E27FC236}">
                  <a16:creationId xmlns:a16="http://schemas.microsoft.com/office/drawing/2014/main" id="{92D656CC-AB01-40D7-9919-8519493A4B6D}"/>
                </a:ext>
              </a:extLst>
            </p:cNvPr>
            <p:cNvSpPr/>
            <p:nvPr/>
          </p:nvSpPr>
          <p:spPr>
            <a:xfrm>
              <a:off x="4083275" y="3182250"/>
              <a:ext cx="158850" cy="283075"/>
            </a:xfrm>
            <a:custGeom>
              <a:avLst/>
              <a:gdLst/>
              <a:ahLst/>
              <a:cxnLst/>
              <a:rect l="l" t="t" r="r" b="b"/>
              <a:pathLst>
                <a:path w="6354" h="11323" fill="none" extrusionOk="0">
                  <a:moveTo>
                    <a:pt x="1" y="0"/>
                  </a:moveTo>
                  <a:lnTo>
                    <a:pt x="6354" y="0"/>
                  </a:lnTo>
                  <a:lnTo>
                    <a:pt x="6354" y="11323"/>
                  </a:lnTo>
                  <a:lnTo>
                    <a:pt x="1" y="10897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" name="Google Shape;1377;p30">
              <a:extLst>
                <a:ext uri="{FF2B5EF4-FFF2-40B4-BE49-F238E27FC236}">
                  <a16:creationId xmlns:a16="http://schemas.microsoft.com/office/drawing/2014/main" id="{3EE1BFF6-6B8B-42B1-9EE7-188D4D770AFD}"/>
                </a:ext>
              </a:extLst>
            </p:cNvPr>
            <p:cNvSpPr/>
            <p:nvPr/>
          </p:nvSpPr>
          <p:spPr>
            <a:xfrm>
              <a:off x="4276725" y="3182250"/>
              <a:ext cx="195225" cy="293725"/>
            </a:xfrm>
            <a:custGeom>
              <a:avLst/>
              <a:gdLst/>
              <a:ahLst/>
              <a:cxnLst/>
              <a:rect l="l" t="t" r="r" b="b"/>
              <a:pathLst>
                <a:path w="7809" h="11749" fill="none" extrusionOk="0">
                  <a:moveTo>
                    <a:pt x="0" y="0"/>
                  </a:moveTo>
                  <a:lnTo>
                    <a:pt x="0" y="11323"/>
                  </a:lnTo>
                  <a:lnTo>
                    <a:pt x="7809" y="11749"/>
                  </a:lnTo>
                  <a:lnTo>
                    <a:pt x="7809" y="142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" name="Google Shape;1378;p30">
              <a:extLst>
                <a:ext uri="{FF2B5EF4-FFF2-40B4-BE49-F238E27FC236}">
                  <a16:creationId xmlns:a16="http://schemas.microsoft.com/office/drawing/2014/main" id="{32B080F7-6907-40BF-827E-4D2602E39696}"/>
                </a:ext>
              </a:extLst>
            </p:cNvPr>
            <p:cNvSpPr/>
            <p:nvPr/>
          </p:nvSpPr>
          <p:spPr>
            <a:xfrm>
              <a:off x="4873875" y="2672025"/>
              <a:ext cx="551050" cy="284875"/>
            </a:xfrm>
            <a:custGeom>
              <a:avLst/>
              <a:gdLst/>
              <a:ahLst/>
              <a:cxnLst/>
              <a:rect l="l" t="t" r="r" b="b"/>
              <a:pathLst>
                <a:path w="22042" h="11395" fill="none" extrusionOk="0">
                  <a:moveTo>
                    <a:pt x="1" y="1"/>
                  </a:moveTo>
                  <a:lnTo>
                    <a:pt x="1" y="11004"/>
                  </a:lnTo>
                  <a:lnTo>
                    <a:pt x="22042" y="11394"/>
                  </a:lnTo>
                  <a:lnTo>
                    <a:pt x="22042" y="2769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" name="Google Shape;1379;p30">
              <a:extLst>
                <a:ext uri="{FF2B5EF4-FFF2-40B4-BE49-F238E27FC236}">
                  <a16:creationId xmlns:a16="http://schemas.microsoft.com/office/drawing/2014/main" id="{943D1E9D-D96D-40B0-B59E-65390A6B678F}"/>
                </a:ext>
              </a:extLst>
            </p:cNvPr>
            <p:cNvSpPr/>
            <p:nvPr/>
          </p:nvSpPr>
          <p:spPr>
            <a:xfrm>
              <a:off x="5362800" y="2733250"/>
              <a:ext cx="25" cy="222750"/>
            </a:xfrm>
            <a:custGeom>
              <a:avLst/>
              <a:gdLst/>
              <a:ahLst/>
              <a:cxnLst/>
              <a:rect l="l" t="t" r="r" b="b"/>
              <a:pathLst>
                <a:path w="1" h="8910" fill="none" extrusionOk="0">
                  <a:moveTo>
                    <a:pt x="0" y="8910"/>
                  </a:moveTo>
                  <a:lnTo>
                    <a:pt x="0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" name="Google Shape;1380;p30">
              <a:extLst>
                <a:ext uri="{FF2B5EF4-FFF2-40B4-BE49-F238E27FC236}">
                  <a16:creationId xmlns:a16="http://schemas.microsoft.com/office/drawing/2014/main" id="{D83DD0E6-F993-49BF-A0B7-7AFBAA1ABF5F}"/>
                </a:ext>
              </a:extLst>
            </p:cNvPr>
            <p:cNvSpPr/>
            <p:nvPr/>
          </p:nvSpPr>
          <p:spPr>
            <a:xfrm>
              <a:off x="5130325" y="2703975"/>
              <a:ext cx="25" cy="247600"/>
            </a:xfrm>
            <a:custGeom>
              <a:avLst/>
              <a:gdLst/>
              <a:ahLst/>
              <a:cxnLst/>
              <a:rect l="l" t="t" r="r" b="b"/>
              <a:pathLst>
                <a:path w="1" h="9904" fill="none" extrusionOk="0">
                  <a:moveTo>
                    <a:pt x="0" y="1"/>
                  </a:moveTo>
                  <a:lnTo>
                    <a:pt x="0" y="9903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" name="Google Shape;1381;p30">
              <a:extLst>
                <a:ext uri="{FF2B5EF4-FFF2-40B4-BE49-F238E27FC236}">
                  <a16:creationId xmlns:a16="http://schemas.microsoft.com/office/drawing/2014/main" id="{BD6FDA19-7D45-496D-B0B5-59C0D96400ED}"/>
                </a:ext>
              </a:extLst>
            </p:cNvPr>
            <p:cNvSpPr/>
            <p:nvPr/>
          </p:nvSpPr>
          <p:spPr>
            <a:xfrm>
              <a:off x="5175575" y="2710200"/>
              <a:ext cx="25" cy="241375"/>
            </a:xfrm>
            <a:custGeom>
              <a:avLst/>
              <a:gdLst/>
              <a:ahLst/>
              <a:cxnLst/>
              <a:rect l="l" t="t" r="r" b="b"/>
              <a:pathLst>
                <a:path w="1" h="9655" fill="none" extrusionOk="0">
                  <a:moveTo>
                    <a:pt x="0" y="0"/>
                  </a:moveTo>
                  <a:lnTo>
                    <a:pt x="0" y="9654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" name="Google Shape;1382;p30">
              <a:extLst>
                <a:ext uri="{FF2B5EF4-FFF2-40B4-BE49-F238E27FC236}">
                  <a16:creationId xmlns:a16="http://schemas.microsoft.com/office/drawing/2014/main" id="{8A1C8DFF-A950-4356-92A9-1005EA213128}"/>
                </a:ext>
              </a:extLst>
            </p:cNvPr>
            <p:cNvSpPr/>
            <p:nvPr/>
          </p:nvSpPr>
          <p:spPr>
            <a:xfrm>
              <a:off x="5097500" y="2703975"/>
              <a:ext cx="25" cy="246700"/>
            </a:xfrm>
            <a:custGeom>
              <a:avLst/>
              <a:gdLst/>
              <a:ahLst/>
              <a:cxnLst/>
              <a:rect l="l" t="t" r="r" b="b"/>
              <a:pathLst>
                <a:path w="1" h="9868" fill="none" extrusionOk="0">
                  <a:moveTo>
                    <a:pt x="0" y="1"/>
                  </a:moveTo>
                  <a:lnTo>
                    <a:pt x="0" y="9868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" name="Google Shape;1383;p30">
              <a:extLst>
                <a:ext uri="{FF2B5EF4-FFF2-40B4-BE49-F238E27FC236}">
                  <a16:creationId xmlns:a16="http://schemas.microsoft.com/office/drawing/2014/main" id="{EAA1328D-529F-4E4D-8F65-99FEF290B780}"/>
                </a:ext>
              </a:extLst>
            </p:cNvPr>
            <p:cNvSpPr/>
            <p:nvPr/>
          </p:nvSpPr>
          <p:spPr>
            <a:xfrm>
              <a:off x="5920925" y="2802475"/>
              <a:ext cx="200550" cy="165950"/>
            </a:xfrm>
            <a:custGeom>
              <a:avLst/>
              <a:gdLst/>
              <a:ahLst/>
              <a:cxnLst/>
              <a:rect l="l" t="t" r="r" b="b"/>
              <a:pathLst>
                <a:path w="8022" h="6638" fill="none" extrusionOk="0">
                  <a:moveTo>
                    <a:pt x="0" y="0"/>
                  </a:moveTo>
                  <a:lnTo>
                    <a:pt x="0" y="6531"/>
                  </a:lnTo>
                  <a:lnTo>
                    <a:pt x="8022" y="6638"/>
                  </a:lnTo>
                  <a:lnTo>
                    <a:pt x="8022" y="1136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" name="Google Shape;1384;p30">
              <a:extLst>
                <a:ext uri="{FF2B5EF4-FFF2-40B4-BE49-F238E27FC236}">
                  <a16:creationId xmlns:a16="http://schemas.microsoft.com/office/drawing/2014/main" id="{6FA1B093-F557-4562-AF56-006333C8B49B}"/>
                </a:ext>
              </a:extLst>
            </p:cNvPr>
            <p:cNvSpPr/>
            <p:nvPr/>
          </p:nvSpPr>
          <p:spPr>
            <a:xfrm>
              <a:off x="6091275" y="2826425"/>
              <a:ext cx="25" cy="142000"/>
            </a:xfrm>
            <a:custGeom>
              <a:avLst/>
              <a:gdLst/>
              <a:ahLst/>
              <a:cxnLst/>
              <a:rect l="l" t="t" r="r" b="b"/>
              <a:pathLst>
                <a:path w="1" h="5680" fill="none" extrusionOk="0">
                  <a:moveTo>
                    <a:pt x="1" y="1"/>
                  </a:moveTo>
                  <a:lnTo>
                    <a:pt x="1" y="568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" name="Google Shape;1385;p30">
              <a:extLst>
                <a:ext uri="{FF2B5EF4-FFF2-40B4-BE49-F238E27FC236}">
                  <a16:creationId xmlns:a16="http://schemas.microsoft.com/office/drawing/2014/main" id="{951A8D81-AFB6-471F-BED5-E66C87A6C009}"/>
                </a:ext>
              </a:extLst>
            </p:cNvPr>
            <p:cNvSpPr/>
            <p:nvPr/>
          </p:nvSpPr>
          <p:spPr>
            <a:xfrm>
              <a:off x="6021200" y="2816675"/>
              <a:ext cx="25" cy="149975"/>
            </a:xfrm>
            <a:custGeom>
              <a:avLst/>
              <a:gdLst/>
              <a:ahLst/>
              <a:cxnLst/>
              <a:rect l="l" t="t" r="r" b="b"/>
              <a:pathLst>
                <a:path w="1" h="5999" fill="none" extrusionOk="0">
                  <a:moveTo>
                    <a:pt x="0" y="0"/>
                  </a:moveTo>
                  <a:lnTo>
                    <a:pt x="0" y="5999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" name="Google Shape;1386;p30">
              <a:extLst>
                <a:ext uri="{FF2B5EF4-FFF2-40B4-BE49-F238E27FC236}">
                  <a16:creationId xmlns:a16="http://schemas.microsoft.com/office/drawing/2014/main" id="{B3C85954-EA4F-4D90-8974-47CB1D4499B5}"/>
                </a:ext>
              </a:extLst>
            </p:cNvPr>
            <p:cNvSpPr/>
            <p:nvPr/>
          </p:nvSpPr>
          <p:spPr>
            <a:xfrm>
              <a:off x="5993675" y="2814000"/>
              <a:ext cx="25" cy="152650"/>
            </a:xfrm>
            <a:custGeom>
              <a:avLst/>
              <a:gdLst/>
              <a:ahLst/>
              <a:cxnLst/>
              <a:rect l="l" t="t" r="r" b="b"/>
              <a:pathLst>
                <a:path w="1" h="6106" fill="none" extrusionOk="0">
                  <a:moveTo>
                    <a:pt x="1" y="1"/>
                  </a:moveTo>
                  <a:lnTo>
                    <a:pt x="1" y="6106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" name="Google Shape;1387;p30">
              <a:extLst>
                <a:ext uri="{FF2B5EF4-FFF2-40B4-BE49-F238E27FC236}">
                  <a16:creationId xmlns:a16="http://schemas.microsoft.com/office/drawing/2014/main" id="{DC352FA4-42A9-450C-B4DB-2D7D361D364F}"/>
                </a:ext>
              </a:extLst>
            </p:cNvPr>
            <p:cNvSpPr/>
            <p:nvPr/>
          </p:nvSpPr>
          <p:spPr>
            <a:xfrm>
              <a:off x="5976825" y="2810450"/>
              <a:ext cx="25" cy="156200"/>
            </a:xfrm>
            <a:custGeom>
              <a:avLst/>
              <a:gdLst/>
              <a:ahLst/>
              <a:cxnLst/>
              <a:rect l="l" t="t" r="r" b="b"/>
              <a:pathLst>
                <a:path w="1" h="6248" fill="none" extrusionOk="0">
                  <a:moveTo>
                    <a:pt x="0" y="1"/>
                  </a:moveTo>
                  <a:lnTo>
                    <a:pt x="0" y="6248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" name="Google Shape;1388;p30">
              <a:extLst>
                <a:ext uri="{FF2B5EF4-FFF2-40B4-BE49-F238E27FC236}">
                  <a16:creationId xmlns:a16="http://schemas.microsoft.com/office/drawing/2014/main" id="{5DF522AF-C8D6-4DC2-AB58-1F698CDB4B76}"/>
                </a:ext>
              </a:extLst>
            </p:cNvPr>
            <p:cNvSpPr/>
            <p:nvPr/>
          </p:nvSpPr>
          <p:spPr>
            <a:xfrm>
              <a:off x="1845450" y="2345500"/>
              <a:ext cx="3953050" cy="2402900"/>
            </a:xfrm>
            <a:custGeom>
              <a:avLst/>
              <a:gdLst/>
              <a:ahLst/>
              <a:cxnLst/>
              <a:rect l="l" t="t" r="r" b="b"/>
              <a:pathLst>
                <a:path w="158122" h="96116" fill="none" extrusionOk="0">
                  <a:moveTo>
                    <a:pt x="1" y="1"/>
                  </a:moveTo>
                  <a:lnTo>
                    <a:pt x="1" y="48768"/>
                  </a:lnTo>
                  <a:lnTo>
                    <a:pt x="107296" y="96115"/>
                  </a:lnTo>
                  <a:lnTo>
                    <a:pt x="158121" y="55228"/>
                  </a:lnTo>
                  <a:lnTo>
                    <a:pt x="145912" y="53950"/>
                  </a:lnTo>
                  <a:lnTo>
                    <a:pt x="113649" y="72903"/>
                  </a:lnTo>
                  <a:lnTo>
                    <a:pt x="113649" y="3514"/>
                  </a:lnTo>
                  <a:lnTo>
                    <a:pt x="61900" y="10436"/>
                  </a:lnTo>
                  <a:lnTo>
                    <a:pt x="61900" y="58777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" name="Google Shape;1389;p30">
              <a:extLst>
                <a:ext uri="{FF2B5EF4-FFF2-40B4-BE49-F238E27FC236}">
                  <a16:creationId xmlns:a16="http://schemas.microsoft.com/office/drawing/2014/main" id="{BF32A1AA-14A3-42E9-9BDC-E19E9DFC12B3}"/>
                </a:ext>
              </a:extLst>
            </p:cNvPr>
            <p:cNvSpPr/>
            <p:nvPr/>
          </p:nvSpPr>
          <p:spPr>
            <a:xfrm>
              <a:off x="5798475" y="1084625"/>
              <a:ext cx="25" cy="1578575"/>
            </a:xfrm>
            <a:custGeom>
              <a:avLst/>
              <a:gdLst/>
              <a:ahLst/>
              <a:cxnLst/>
              <a:rect l="l" t="t" r="r" b="b"/>
              <a:pathLst>
                <a:path w="1" h="63143" fill="none" extrusionOk="0">
                  <a:moveTo>
                    <a:pt x="0" y="0"/>
                  </a:moveTo>
                  <a:lnTo>
                    <a:pt x="0" y="63142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3" name="Google Shape;1390;p30">
              <a:extLst>
                <a:ext uri="{FF2B5EF4-FFF2-40B4-BE49-F238E27FC236}">
                  <a16:creationId xmlns:a16="http://schemas.microsoft.com/office/drawing/2014/main" id="{6409B6FB-AAF3-4743-971F-D507ABDB6E66}"/>
                </a:ext>
              </a:extLst>
            </p:cNvPr>
            <p:cNvSpPr/>
            <p:nvPr/>
          </p:nvSpPr>
          <p:spPr>
            <a:xfrm>
              <a:off x="3151600" y="1885875"/>
              <a:ext cx="716975" cy="2059500"/>
            </a:xfrm>
            <a:custGeom>
              <a:avLst/>
              <a:gdLst/>
              <a:ahLst/>
              <a:cxnLst/>
              <a:rect l="l" t="t" r="r" b="b"/>
              <a:pathLst>
                <a:path w="28679" h="82380" fill="none" extrusionOk="0">
                  <a:moveTo>
                    <a:pt x="0" y="0"/>
                  </a:moveTo>
                  <a:lnTo>
                    <a:pt x="0" y="41314"/>
                  </a:lnTo>
                  <a:lnTo>
                    <a:pt x="3479" y="41314"/>
                  </a:lnTo>
                  <a:lnTo>
                    <a:pt x="3479" y="78759"/>
                  </a:lnTo>
                  <a:lnTo>
                    <a:pt x="9654" y="77162"/>
                  </a:lnTo>
                  <a:lnTo>
                    <a:pt x="28679" y="82379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4" name="Google Shape;1391;p30">
              <a:extLst>
                <a:ext uri="{FF2B5EF4-FFF2-40B4-BE49-F238E27FC236}">
                  <a16:creationId xmlns:a16="http://schemas.microsoft.com/office/drawing/2014/main" id="{7E7512F7-0AE5-4C7F-9EEB-FADDBB58199E}"/>
                </a:ext>
              </a:extLst>
            </p:cNvPr>
            <p:cNvSpPr/>
            <p:nvPr/>
          </p:nvSpPr>
          <p:spPr>
            <a:xfrm>
              <a:off x="1933300" y="2936450"/>
              <a:ext cx="1305275" cy="918400"/>
            </a:xfrm>
            <a:custGeom>
              <a:avLst/>
              <a:gdLst/>
              <a:ahLst/>
              <a:cxnLst/>
              <a:rect l="l" t="t" r="r" b="b"/>
              <a:pathLst>
                <a:path w="52211" h="36736" fill="none" extrusionOk="0">
                  <a:moveTo>
                    <a:pt x="13311" y="24668"/>
                  </a:moveTo>
                  <a:lnTo>
                    <a:pt x="1" y="26550"/>
                  </a:lnTo>
                  <a:lnTo>
                    <a:pt x="1" y="391"/>
                  </a:lnTo>
                  <a:lnTo>
                    <a:pt x="13027" y="1"/>
                  </a:lnTo>
                  <a:lnTo>
                    <a:pt x="13311" y="24668"/>
                  </a:lnTo>
                  <a:lnTo>
                    <a:pt x="52211" y="36736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" name="Google Shape;1392;p30">
              <a:extLst>
                <a:ext uri="{FF2B5EF4-FFF2-40B4-BE49-F238E27FC236}">
                  <a16:creationId xmlns:a16="http://schemas.microsoft.com/office/drawing/2014/main" id="{26389913-FF68-449C-8E41-6BF266314F02}"/>
                </a:ext>
              </a:extLst>
            </p:cNvPr>
            <p:cNvSpPr/>
            <p:nvPr/>
          </p:nvSpPr>
          <p:spPr>
            <a:xfrm>
              <a:off x="1845450" y="3564675"/>
              <a:ext cx="2681525" cy="1500500"/>
            </a:xfrm>
            <a:custGeom>
              <a:avLst/>
              <a:gdLst/>
              <a:ahLst/>
              <a:cxnLst/>
              <a:rect l="l" t="t" r="r" b="b"/>
              <a:pathLst>
                <a:path w="107261" h="60020" fill="none" extrusionOk="0">
                  <a:moveTo>
                    <a:pt x="1" y="1"/>
                  </a:moveTo>
                  <a:lnTo>
                    <a:pt x="1" y="5538"/>
                  </a:lnTo>
                  <a:lnTo>
                    <a:pt x="107260" y="60019"/>
                  </a:lnTo>
                  <a:lnTo>
                    <a:pt x="107260" y="47348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" name="Google Shape;1393;p30">
              <a:extLst>
                <a:ext uri="{FF2B5EF4-FFF2-40B4-BE49-F238E27FC236}">
                  <a16:creationId xmlns:a16="http://schemas.microsoft.com/office/drawing/2014/main" id="{D688A856-AC85-4FA8-BD28-881E8D75F6AD}"/>
                </a:ext>
              </a:extLst>
            </p:cNvPr>
            <p:cNvSpPr/>
            <p:nvPr/>
          </p:nvSpPr>
          <p:spPr>
            <a:xfrm>
              <a:off x="2646700" y="4748375"/>
              <a:ext cx="572350" cy="219200"/>
            </a:xfrm>
            <a:custGeom>
              <a:avLst/>
              <a:gdLst/>
              <a:ahLst/>
              <a:cxnLst/>
              <a:rect l="l" t="t" r="r" b="b"/>
              <a:pathLst>
                <a:path w="22894" h="8768" fill="none" extrusionOk="0">
                  <a:moveTo>
                    <a:pt x="22894" y="4366"/>
                  </a:moveTo>
                  <a:cubicBezTo>
                    <a:pt x="22894" y="6815"/>
                    <a:pt x="17783" y="8767"/>
                    <a:pt x="11465" y="8767"/>
                  </a:cubicBezTo>
                  <a:cubicBezTo>
                    <a:pt x="5112" y="8767"/>
                    <a:pt x="1" y="6815"/>
                    <a:pt x="1" y="4366"/>
                  </a:cubicBezTo>
                  <a:cubicBezTo>
                    <a:pt x="1" y="1952"/>
                    <a:pt x="5112" y="0"/>
                    <a:pt x="11465" y="0"/>
                  </a:cubicBezTo>
                  <a:cubicBezTo>
                    <a:pt x="17783" y="0"/>
                    <a:pt x="22894" y="1952"/>
                    <a:pt x="22894" y="4366"/>
                  </a:cubicBez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" name="Google Shape;1394;p30">
              <a:extLst>
                <a:ext uri="{FF2B5EF4-FFF2-40B4-BE49-F238E27FC236}">
                  <a16:creationId xmlns:a16="http://schemas.microsoft.com/office/drawing/2014/main" id="{E59FB714-8786-4B14-9F78-1BD2BA4D2082}"/>
                </a:ext>
              </a:extLst>
            </p:cNvPr>
            <p:cNvSpPr/>
            <p:nvPr/>
          </p:nvSpPr>
          <p:spPr>
            <a:xfrm>
              <a:off x="2442625" y="4467100"/>
              <a:ext cx="286625" cy="110050"/>
            </a:xfrm>
            <a:custGeom>
              <a:avLst/>
              <a:gdLst/>
              <a:ahLst/>
              <a:cxnLst/>
              <a:rect l="l" t="t" r="r" b="b"/>
              <a:pathLst>
                <a:path w="11465" h="4402" fill="none" extrusionOk="0">
                  <a:moveTo>
                    <a:pt x="11465" y="2201"/>
                  </a:moveTo>
                  <a:cubicBezTo>
                    <a:pt x="11465" y="3407"/>
                    <a:pt x="8874" y="4401"/>
                    <a:pt x="5715" y="4401"/>
                  </a:cubicBezTo>
                  <a:cubicBezTo>
                    <a:pt x="2556" y="4401"/>
                    <a:pt x="1" y="3407"/>
                    <a:pt x="1" y="2201"/>
                  </a:cubicBezTo>
                  <a:cubicBezTo>
                    <a:pt x="1" y="994"/>
                    <a:pt x="2556" y="0"/>
                    <a:pt x="5715" y="0"/>
                  </a:cubicBezTo>
                  <a:cubicBezTo>
                    <a:pt x="8874" y="0"/>
                    <a:pt x="11465" y="994"/>
                    <a:pt x="11465" y="2201"/>
                  </a:cubicBez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" name="Google Shape;1395;p30">
              <a:extLst>
                <a:ext uri="{FF2B5EF4-FFF2-40B4-BE49-F238E27FC236}">
                  <a16:creationId xmlns:a16="http://schemas.microsoft.com/office/drawing/2014/main" id="{8A9F94B6-79D2-49FB-A9B9-5FCA3EC4C0FB}"/>
                </a:ext>
              </a:extLst>
            </p:cNvPr>
            <p:cNvSpPr/>
            <p:nvPr/>
          </p:nvSpPr>
          <p:spPr>
            <a:xfrm>
              <a:off x="5778075" y="4202675"/>
              <a:ext cx="286625" cy="110050"/>
            </a:xfrm>
            <a:custGeom>
              <a:avLst/>
              <a:gdLst/>
              <a:ahLst/>
              <a:cxnLst/>
              <a:rect l="l" t="t" r="r" b="b"/>
              <a:pathLst>
                <a:path w="11465" h="4402" fill="none" extrusionOk="0">
                  <a:moveTo>
                    <a:pt x="11464" y="2201"/>
                  </a:moveTo>
                  <a:cubicBezTo>
                    <a:pt x="11464" y="3408"/>
                    <a:pt x="8873" y="4401"/>
                    <a:pt x="5714" y="4401"/>
                  </a:cubicBezTo>
                  <a:cubicBezTo>
                    <a:pt x="2556" y="4401"/>
                    <a:pt x="0" y="3408"/>
                    <a:pt x="0" y="2201"/>
                  </a:cubicBezTo>
                  <a:cubicBezTo>
                    <a:pt x="0" y="994"/>
                    <a:pt x="2556" y="0"/>
                    <a:pt x="5714" y="0"/>
                  </a:cubicBezTo>
                  <a:cubicBezTo>
                    <a:pt x="8873" y="0"/>
                    <a:pt x="11464" y="994"/>
                    <a:pt x="11464" y="2201"/>
                  </a:cubicBez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" name="Google Shape;1396;p30">
              <a:extLst>
                <a:ext uri="{FF2B5EF4-FFF2-40B4-BE49-F238E27FC236}">
                  <a16:creationId xmlns:a16="http://schemas.microsoft.com/office/drawing/2014/main" id="{FE1DD7AC-FC13-44C2-9547-435BE91D8E26}"/>
                </a:ext>
              </a:extLst>
            </p:cNvPr>
            <p:cNvSpPr/>
            <p:nvPr/>
          </p:nvSpPr>
          <p:spPr>
            <a:xfrm>
              <a:off x="5519850" y="4467100"/>
              <a:ext cx="286625" cy="110050"/>
            </a:xfrm>
            <a:custGeom>
              <a:avLst/>
              <a:gdLst/>
              <a:ahLst/>
              <a:cxnLst/>
              <a:rect l="l" t="t" r="r" b="b"/>
              <a:pathLst>
                <a:path w="11465" h="4402" fill="none" extrusionOk="0">
                  <a:moveTo>
                    <a:pt x="11465" y="2201"/>
                  </a:moveTo>
                  <a:cubicBezTo>
                    <a:pt x="11465" y="3407"/>
                    <a:pt x="8909" y="4401"/>
                    <a:pt x="5715" y="4401"/>
                  </a:cubicBezTo>
                  <a:cubicBezTo>
                    <a:pt x="2556" y="4401"/>
                    <a:pt x="1" y="3407"/>
                    <a:pt x="1" y="2201"/>
                  </a:cubicBezTo>
                  <a:cubicBezTo>
                    <a:pt x="1" y="994"/>
                    <a:pt x="2556" y="0"/>
                    <a:pt x="5715" y="0"/>
                  </a:cubicBezTo>
                  <a:cubicBezTo>
                    <a:pt x="8909" y="0"/>
                    <a:pt x="11465" y="994"/>
                    <a:pt x="11465" y="2201"/>
                  </a:cubicBez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" name="Google Shape;1397;p30">
              <a:extLst>
                <a:ext uri="{FF2B5EF4-FFF2-40B4-BE49-F238E27FC236}">
                  <a16:creationId xmlns:a16="http://schemas.microsoft.com/office/drawing/2014/main" id="{F4B61DC9-530C-409D-963E-5862381F8A99}"/>
                </a:ext>
              </a:extLst>
            </p:cNvPr>
            <p:cNvSpPr/>
            <p:nvPr/>
          </p:nvSpPr>
          <p:spPr>
            <a:xfrm>
              <a:off x="5219950" y="4803375"/>
              <a:ext cx="286625" cy="109175"/>
            </a:xfrm>
            <a:custGeom>
              <a:avLst/>
              <a:gdLst/>
              <a:ahLst/>
              <a:cxnLst/>
              <a:rect l="l" t="t" r="r" b="b"/>
              <a:pathLst>
                <a:path w="11465" h="4367" fill="none" extrusionOk="0">
                  <a:moveTo>
                    <a:pt x="11464" y="2166"/>
                  </a:moveTo>
                  <a:cubicBezTo>
                    <a:pt x="11464" y="3408"/>
                    <a:pt x="8873" y="4367"/>
                    <a:pt x="5714" y="4367"/>
                  </a:cubicBezTo>
                  <a:cubicBezTo>
                    <a:pt x="2556" y="4367"/>
                    <a:pt x="0" y="3408"/>
                    <a:pt x="0" y="2166"/>
                  </a:cubicBezTo>
                  <a:cubicBezTo>
                    <a:pt x="0" y="959"/>
                    <a:pt x="2556" y="1"/>
                    <a:pt x="5714" y="1"/>
                  </a:cubicBezTo>
                  <a:cubicBezTo>
                    <a:pt x="8873" y="1"/>
                    <a:pt x="11464" y="959"/>
                    <a:pt x="11464" y="2166"/>
                  </a:cubicBez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" name="Google Shape;1398;p30">
              <a:extLst>
                <a:ext uri="{FF2B5EF4-FFF2-40B4-BE49-F238E27FC236}">
                  <a16:creationId xmlns:a16="http://schemas.microsoft.com/office/drawing/2014/main" id="{56453DF8-CD60-4828-B74D-F2EF6F15B6B6}"/>
                </a:ext>
              </a:extLst>
            </p:cNvPr>
            <p:cNvSpPr/>
            <p:nvPr/>
          </p:nvSpPr>
          <p:spPr>
            <a:xfrm>
              <a:off x="1845450" y="1154725"/>
              <a:ext cx="4402925" cy="3910450"/>
            </a:xfrm>
            <a:custGeom>
              <a:avLst/>
              <a:gdLst/>
              <a:ahLst/>
              <a:cxnLst/>
              <a:rect l="l" t="t" r="r" b="b"/>
              <a:pathLst>
                <a:path w="176117" h="156418" fill="none" extrusionOk="0">
                  <a:moveTo>
                    <a:pt x="107260" y="156417"/>
                  </a:moveTo>
                  <a:lnTo>
                    <a:pt x="176116" y="91678"/>
                  </a:lnTo>
                  <a:lnTo>
                    <a:pt x="176116" y="32157"/>
                  </a:lnTo>
                  <a:lnTo>
                    <a:pt x="158121" y="0"/>
                  </a:lnTo>
                  <a:lnTo>
                    <a:pt x="98210" y="21509"/>
                  </a:lnTo>
                  <a:lnTo>
                    <a:pt x="98210" y="42059"/>
                  </a:lnTo>
                  <a:lnTo>
                    <a:pt x="52246" y="29246"/>
                  </a:lnTo>
                  <a:lnTo>
                    <a:pt x="1" y="48909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" name="Google Shape;1399;p30">
              <a:extLst>
                <a:ext uri="{FF2B5EF4-FFF2-40B4-BE49-F238E27FC236}">
                  <a16:creationId xmlns:a16="http://schemas.microsoft.com/office/drawing/2014/main" id="{8390CF82-F327-43B6-A191-BD21B5285461}"/>
                </a:ext>
              </a:extLst>
            </p:cNvPr>
            <p:cNvSpPr/>
            <p:nvPr/>
          </p:nvSpPr>
          <p:spPr>
            <a:xfrm>
              <a:off x="4300675" y="2206200"/>
              <a:ext cx="25" cy="278625"/>
            </a:xfrm>
            <a:custGeom>
              <a:avLst/>
              <a:gdLst/>
              <a:ahLst/>
              <a:cxnLst/>
              <a:rect l="l" t="t" r="r" b="b"/>
              <a:pathLst>
                <a:path w="1" h="11145" fill="none" extrusionOk="0">
                  <a:moveTo>
                    <a:pt x="1" y="0"/>
                  </a:moveTo>
                  <a:lnTo>
                    <a:pt x="1" y="11145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" name="Google Shape;1400;p30">
              <a:extLst>
                <a:ext uri="{FF2B5EF4-FFF2-40B4-BE49-F238E27FC236}">
                  <a16:creationId xmlns:a16="http://schemas.microsoft.com/office/drawing/2014/main" id="{18164DBE-CAE5-46C8-8C0F-26F34EF22A90}"/>
                </a:ext>
              </a:extLst>
            </p:cNvPr>
            <p:cNvSpPr/>
            <p:nvPr/>
          </p:nvSpPr>
          <p:spPr>
            <a:xfrm>
              <a:off x="5798475" y="2663175"/>
              <a:ext cx="25" cy="1063025"/>
            </a:xfrm>
            <a:custGeom>
              <a:avLst/>
              <a:gdLst/>
              <a:ahLst/>
              <a:cxnLst/>
              <a:rect l="l" t="t" r="r" b="b"/>
              <a:pathLst>
                <a:path w="1" h="42521" fill="none" extrusionOk="0">
                  <a:moveTo>
                    <a:pt x="0" y="42521"/>
                  </a:moveTo>
                  <a:lnTo>
                    <a:pt x="0" y="0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" name="Google Shape;1401;p30">
              <a:extLst>
                <a:ext uri="{FF2B5EF4-FFF2-40B4-BE49-F238E27FC236}">
                  <a16:creationId xmlns:a16="http://schemas.microsoft.com/office/drawing/2014/main" id="{487C6AB7-3CDA-4752-97AA-A754AD668496}"/>
                </a:ext>
              </a:extLst>
            </p:cNvPr>
            <p:cNvSpPr/>
            <p:nvPr/>
          </p:nvSpPr>
          <p:spPr>
            <a:xfrm>
              <a:off x="4686650" y="2433350"/>
              <a:ext cx="806600" cy="1260900"/>
            </a:xfrm>
            <a:custGeom>
              <a:avLst/>
              <a:gdLst/>
              <a:ahLst/>
              <a:cxnLst/>
              <a:rect l="l" t="t" r="r" b="b"/>
              <a:pathLst>
                <a:path w="32264" h="50436" fill="none" extrusionOk="0">
                  <a:moveTo>
                    <a:pt x="1" y="0"/>
                  </a:moveTo>
                  <a:lnTo>
                    <a:pt x="32086" y="6638"/>
                  </a:lnTo>
                  <a:lnTo>
                    <a:pt x="32264" y="50436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" name="Google Shape;1402;p30">
              <a:extLst>
                <a:ext uri="{FF2B5EF4-FFF2-40B4-BE49-F238E27FC236}">
                  <a16:creationId xmlns:a16="http://schemas.microsoft.com/office/drawing/2014/main" id="{F16C6A48-0507-4CC2-A26E-D86686E55B3B}"/>
                </a:ext>
              </a:extLst>
            </p:cNvPr>
            <p:cNvSpPr/>
            <p:nvPr/>
          </p:nvSpPr>
          <p:spPr>
            <a:xfrm>
              <a:off x="3403600" y="2132550"/>
              <a:ext cx="806600" cy="458775"/>
            </a:xfrm>
            <a:custGeom>
              <a:avLst/>
              <a:gdLst/>
              <a:ahLst/>
              <a:cxnLst/>
              <a:rect l="l" t="t" r="r" b="b"/>
              <a:pathLst>
                <a:path w="32264" h="18351" fill="none" extrusionOk="0">
                  <a:moveTo>
                    <a:pt x="0" y="0"/>
                  </a:moveTo>
                  <a:lnTo>
                    <a:pt x="0" y="12032"/>
                  </a:lnTo>
                  <a:lnTo>
                    <a:pt x="32263" y="18350"/>
                  </a:lnTo>
                  <a:lnTo>
                    <a:pt x="32263" y="8306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" name="Google Shape;1403;p30">
              <a:extLst>
                <a:ext uri="{FF2B5EF4-FFF2-40B4-BE49-F238E27FC236}">
                  <a16:creationId xmlns:a16="http://schemas.microsoft.com/office/drawing/2014/main" id="{101D969F-64EA-4CDB-8CF0-079A9AAD0B3C}"/>
                </a:ext>
              </a:extLst>
            </p:cNvPr>
            <p:cNvSpPr/>
            <p:nvPr/>
          </p:nvSpPr>
          <p:spPr>
            <a:xfrm>
              <a:off x="4144500" y="2340175"/>
              <a:ext cx="65700" cy="238725"/>
            </a:xfrm>
            <a:custGeom>
              <a:avLst/>
              <a:gdLst/>
              <a:ahLst/>
              <a:cxnLst/>
              <a:rect l="l" t="t" r="r" b="b"/>
              <a:pathLst>
                <a:path w="2628" h="9549" fill="none" extrusionOk="0">
                  <a:moveTo>
                    <a:pt x="2627" y="1"/>
                  </a:moveTo>
                  <a:lnTo>
                    <a:pt x="1" y="640"/>
                  </a:lnTo>
                  <a:lnTo>
                    <a:pt x="143" y="9548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" name="Google Shape;1404;p30">
              <a:extLst>
                <a:ext uri="{FF2B5EF4-FFF2-40B4-BE49-F238E27FC236}">
                  <a16:creationId xmlns:a16="http://schemas.microsoft.com/office/drawing/2014/main" id="{50622867-73F2-42F7-9F8F-2967E2EAD342}"/>
                </a:ext>
              </a:extLst>
            </p:cNvPr>
            <p:cNvSpPr/>
            <p:nvPr/>
          </p:nvSpPr>
          <p:spPr>
            <a:xfrm>
              <a:off x="3403600" y="2171600"/>
              <a:ext cx="740925" cy="184575"/>
            </a:xfrm>
            <a:custGeom>
              <a:avLst/>
              <a:gdLst/>
              <a:ahLst/>
              <a:cxnLst/>
              <a:rect l="l" t="t" r="r" b="b"/>
              <a:pathLst>
                <a:path w="29637" h="7383" fill="none" extrusionOk="0">
                  <a:moveTo>
                    <a:pt x="29637" y="7383"/>
                  </a:moveTo>
                  <a:lnTo>
                    <a:pt x="0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" name="Google Shape;1405;p30">
              <a:extLst>
                <a:ext uri="{FF2B5EF4-FFF2-40B4-BE49-F238E27FC236}">
                  <a16:creationId xmlns:a16="http://schemas.microsoft.com/office/drawing/2014/main" id="{EF722904-BAE8-4D2E-A21B-26ED92A6090A}"/>
                </a:ext>
              </a:extLst>
            </p:cNvPr>
            <p:cNvSpPr/>
            <p:nvPr/>
          </p:nvSpPr>
          <p:spPr>
            <a:xfrm>
              <a:off x="3403600" y="2193775"/>
              <a:ext cx="718750" cy="380675"/>
            </a:xfrm>
            <a:custGeom>
              <a:avLst/>
              <a:gdLst/>
              <a:ahLst/>
              <a:cxnLst/>
              <a:rect l="l" t="t" r="r" b="b"/>
              <a:pathLst>
                <a:path w="28750" h="15227" fill="none" extrusionOk="0">
                  <a:moveTo>
                    <a:pt x="28749" y="15227"/>
                  </a:moveTo>
                  <a:lnTo>
                    <a:pt x="28749" y="7063"/>
                  </a:lnTo>
                  <a:lnTo>
                    <a:pt x="0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" name="Google Shape;1406;p30">
              <a:extLst>
                <a:ext uri="{FF2B5EF4-FFF2-40B4-BE49-F238E27FC236}">
                  <a16:creationId xmlns:a16="http://schemas.microsoft.com/office/drawing/2014/main" id="{A14C776A-D3DD-4CC5-87D4-2D4DF214F79B}"/>
                </a:ext>
              </a:extLst>
            </p:cNvPr>
            <p:cNvSpPr/>
            <p:nvPr/>
          </p:nvSpPr>
          <p:spPr>
            <a:xfrm>
              <a:off x="4104575" y="2370350"/>
              <a:ext cx="17775" cy="200550"/>
            </a:xfrm>
            <a:custGeom>
              <a:avLst/>
              <a:gdLst/>
              <a:ahLst/>
              <a:cxnLst/>
              <a:rect l="l" t="t" r="r" b="b"/>
              <a:pathLst>
                <a:path w="711" h="8022" fill="none" extrusionOk="0">
                  <a:moveTo>
                    <a:pt x="710" y="0"/>
                  </a:moveTo>
                  <a:lnTo>
                    <a:pt x="1" y="0"/>
                  </a:lnTo>
                  <a:lnTo>
                    <a:pt x="1" y="8022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" name="Google Shape;1407;p30">
              <a:extLst>
                <a:ext uri="{FF2B5EF4-FFF2-40B4-BE49-F238E27FC236}">
                  <a16:creationId xmlns:a16="http://schemas.microsoft.com/office/drawing/2014/main" id="{2253AC9B-3DF3-4BDB-9806-0150CE257D8C}"/>
                </a:ext>
              </a:extLst>
            </p:cNvPr>
            <p:cNvSpPr/>
            <p:nvPr/>
          </p:nvSpPr>
          <p:spPr>
            <a:xfrm>
              <a:off x="3955500" y="2328650"/>
              <a:ext cx="25" cy="212975"/>
            </a:xfrm>
            <a:custGeom>
              <a:avLst/>
              <a:gdLst/>
              <a:ahLst/>
              <a:cxnLst/>
              <a:rect l="l" t="t" r="r" b="b"/>
              <a:pathLst>
                <a:path w="1" h="8519" fill="none" extrusionOk="0">
                  <a:moveTo>
                    <a:pt x="1" y="0"/>
                  </a:moveTo>
                  <a:lnTo>
                    <a:pt x="1" y="8519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" name="Google Shape;1408;p30">
              <a:extLst>
                <a:ext uri="{FF2B5EF4-FFF2-40B4-BE49-F238E27FC236}">
                  <a16:creationId xmlns:a16="http://schemas.microsoft.com/office/drawing/2014/main" id="{EC3E06E4-98B9-4721-92F8-628430091BE7}"/>
                </a:ext>
              </a:extLst>
            </p:cNvPr>
            <p:cNvSpPr/>
            <p:nvPr/>
          </p:nvSpPr>
          <p:spPr>
            <a:xfrm>
              <a:off x="3929775" y="2323325"/>
              <a:ext cx="25" cy="211200"/>
            </a:xfrm>
            <a:custGeom>
              <a:avLst/>
              <a:gdLst/>
              <a:ahLst/>
              <a:cxnLst/>
              <a:rect l="l" t="t" r="r" b="b"/>
              <a:pathLst>
                <a:path w="1" h="8448" fill="none" extrusionOk="0">
                  <a:moveTo>
                    <a:pt x="1" y="0"/>
                  </a:moveTo>
                  <a:lnTo>
                    <a:pt x="1" y="8448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" name="Google Shape;1409;p30">
              <a:extLst>
                <a:ext uri="{FF2B5EF4-FFF2-40B4-BE49-F238E27FC236}">
                  <a16:creationId xmlns:a16="http://schemas.microsoft.com/office/drawing/2014/main" id="{DDD4BC9B-B500-4162-BC85-C3B674CD06BC}"/>
                </a:ext>
              </a:extLst>
            </p:cNvPr>
            <p:cNvSpPr/>
            <p:nvPr/>
          </p:nvSpPr>
          <p:spPr>
            <a:xfrm>
              <a:off x="3912925" y="2323325"/>
              <a:ext cx="25" cy="210325"/>
            </a:xfrm>
            <a:custGeom>
              <a:avLst/>
              <a:gdLst/>
              <a:ahLst/>
              <a:cxnLst/>
              <a:rect l="l" t="t" r="r" b="b"/>
              <a:pathLst>
                <a:path w="1" h="8413" fill="none" extrusionOk="0">
                  <a:moveTo>
                    <a:pt x="0" y="0"/>
                  </a:moveTo>
                  <a:lnTo>
                    <a:pt x="0" y="8412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" name="Google Shape;1410;p30">
              <a:extLst>
                <a:ext uri="{FF2B5EF4-FFF2-40B4-BE49-F238E27FC236}">
                  <a16:creationId xmlns:a16="http://schemas.microsoft.com/office/drawing/2014/main" id="{7ACE1494-5665-407C-9BB9-20E88330A836}"/>
                </a:ext>
              </a:extLst>
            </p:cNvPr>
            <p:cNvSpPr/>
            <p:nvPr/>
          </p:nvSpPr>
          <p:spPr>
            <a:xfrm>
              <a:off x="3677775" y="2263875"/>
              <a:ext cx="25" cy="223625"/>
            </a:xfrm>
            <a:custGeom>
              <a:avLst/>
              <a:gdLst/>
              <a:ahLst/>
              <a:cxnLst/>
              <a:rect l="l" t="t" r="r" b="b"/>
              <a:pathLst>
                <a:path w="1" h="8945" fill="none" extrusionOk="0">
                  <a:moveTo>
                    <a:pt x="1" y="0"/>
                  </a:moveTo>
                  <a:lnTo>
                    <a:pt x="1" y="8944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" name="Google Shape;1411;p30">
              <a:extLst>
                <a:ext uri="{FF2B5EF4-FFF2-40B4-BE49-F238E27FC236}">
                  <a16:creationId xmlns:a16="http://schemas.microsoft.com/office/drawing/2014/main" id="{FCF90BCF-809A-4762-BDED-2ABA0ED20509}"/>
                </a:ext>
              </a:extLst>
            </p:cNvPr>
            <p:cNvSpPr/>
            <p:nvPr/>
          </p:nvSpPr>
          <p:spPr>
            <a:xfrm>
              <a:off x="3644050" y="2252325"/>
              <a:ext cx="25" cy="228075"/>
            </a:xfrm>
            <a:custGeom>
              <a:avLst/>
              <a:gdLst/>
              <a:ahLst/>
              <a:cxnLst/>
              <a:rect l="l" t="t" r="r" b="b"/>
              <a:pathLst>
                <a:path w="1" h="9123" fill="none" extrusionOk="0">
                  <a:moveTo>
                    <a:pt x="1" y="9123"/>
                  </a:moveTo>
                  <a:lnTo>
                    <a:pt x="1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" name="Google Shape;1412;p30">
              <a:extLst>
                <a:ext uri="{FF2B5EF4-FFF2-40B4-BE49-F238E27FC236}">
                  <a16:creationId xmlns:a16="http://schemas.microsoft.com/office/drawing/2014/main" id="{279C4B5F-F528-4CE5-B5C5-10A678C47008}"/>
                </a:ext>
              </a:extLst>
            </p:cNvPr>
            <p:cNvSpPr/>
            <p:nvPr/>
          </p:nvSpPr>
          <p:spPr>
            <a:xfrm>
              <a:off x="3623650" y="2247900"/>
              <a:ext cx="25" cy="228075"/>
            </a:xfrm>
            <a:custGeom>
              <a:avLst/>
              <a:gdLst/>
              <a:ahLst/>
              <a:cxnLst/>
              <a:rect l="l" t="t" r="r" b="b"/>
              <a:pathLst>
                <a:path w="1" h="9123" fill="none" extrusionOk="0">
                  <a:moveTo>
                    <a:pt x="1" y="0"/>
                  </a:moveTo>
                  <a:lnTo>
                    <a:pt x="1" y="9122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" name="Google Shape;1413;p30">
              <a:extLst>
                <a:ext uri="{FF2B5EF4-FFF2-40B4-BE49-F238E27FC236}">
                  <a16:creationId xmlns:a16="http://schemas.microsoft.com/office/drawing/2014/main" id="{5EA976C2-16A0-4ED2-8058-75332E3040F4}"/>
                </a:ext>
              </a:extLst>
            </p:cNvPr>
            <p:cNvSpPr/>
            <p:nvPr/>
          </p:nvSpPr>
          <p:spPr>
            <a:xfrm>
              <a:off x="2258950" y="2918725"/>
              <a:ext cx="892675" cy="17750"/>
            </a:xfrm>
            <a:custGeom>
              <a:avLst/>
              <a:gdLst/>
              <a:ahLst/>
              <a:cxnLst/>
              <a:rect l="l" t="t" r="r" b="b"/>
              <a:pathLst>
                <a:path w="35707" h="710" fill="none" extrusionOk="0">
                  <a:moveTo>
                    <a:pt x="35706" y="0"/>
                  </a:moveTo>
                  <a:lnTo>
                    <a:pt x="1" y="710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" name="Google Shape;1414;p30">
              <a:extLst>
                <a:ext uri="{FF2B5EF4-FFF2-40B4-BE49-F238E27FC236}">
                  <a16:creationId xmlns:a16="http://schemas.microsoft.com/office/drawing/2014/main" id="{3D59B2F3-DFE0-48BB-8C3F-5B5A9E359C13}"/>
                </a:ext>
              </a:extLst>
            </p:cNvPr>
            <p:cNvSpPr/>
            <p:nvPr/>
          </p:nvSpPr>
          <p:spPr>
            <a:xfrm>
              <a:off x="2914675" y="2189325"/>
              <a:ext cx="25" cy="481850"/>
            </a:xfrm>
            <a:custGeom>
              <a:avLst/>
              <a:gdLst/>
              <a:ahLst/>
              <a:cxnLst/>
              <a:rect l="l" t="t" r="r" b="b"/>
              <a:pathLst>
                <a:path w="1" h="19274" fill="none" extrusionOk="0">
                  <a:moveTo>
                    <a:pt x="1" y="1"/>
                  </a:moveTo>
                  <a:lnTo>
                    <a:pt x="1" y="19273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" name="Google Shape;1415;p30">
              <a:extLst>
                <a:ext uri="{FF2B5EF4-FFF2-40B4-BE49-F238E27FC236}">
                  <a16:creationId xmlns:a16="http://schemas.microsoft.com/office/drawing/2014/main" id="{72529788-E8D3-48FB-994A-23CB45227CE5}"/>
                </a:ext>
              </a:extLst>
            </p:cNvPr>
            <p:cNvSpPr/>
            <p:nvPr/>
          </p:nvSpPr>
          <p:spPr>
            <a:xfrm>
              <a:off x="2557975" y="2318000"/>
              <a:ext cx="25" cy="401100"/>
            </a:xfrm>
            <a:custGeom>
              <a:avLst/>
              <a:gdLst/>
              <a:ahLst/>
              <a:cxnLst/>
              <a:rect l="l" t="t" r="r" b="b"/>
              <a:pathLst>
                <a:path w="1" h="16044" fill="none" extrusionOk="0">
                  <a:moveTo>
                    <a:pt x="1" y="0"/>
                  </a:moveTo>
                  <a:lnTo>
                    <a:pt x="1" y="16043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" name="Google Shape;1416;p30">
              <a:extLst>
                <a:ext uri="{FF2B5EF4-FFF2-40B4-BE49-F238E27FC236}">
                  <a16:creationId xmlns:a16="http://schemas.microsoft.com/office/drawing/2014/main" id="{6DF65975-185A-476C-9916-0BD2EAF8D1CD}"/>
                </a:ext>
              </a:extLst>
            </p:cNvPr>
            <p:cNvSpPr/>
            <p:nvPr/>
          </p:nvSpPr>
          <p:spPr>
            <a:xfrm>
              <a:off x="2340575" y="2395200"/>
              <a:ext cx="25" cy="353175"/>
            </a:xfrm>
            <a:custGeom>
              <a:avLst/>
              <a:gdLst/>
              <a:ahLst/>
              <a:cxnLst/>
              <a:rect l="l" t="t" r="r" b="b"/>
              <a:pathLst>
                <a:path w="1" h="14127" fill="none" extrusionOk="0">
                  <a:moveTo>
                    <a:pt x="1" y="0"/>
                  </a:moveTo>
                  <a:lnTo>
                    <a:pt x="1" y="14126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" name="Google Shape;1417;p30">
              <a:extLst>
                <a:ext uri="{FF2B5EF4-FFF2-40B4-BE49-F238E27FC236}">
                  <a16:creationId xmlns:a16="http://schemas.microsoft.com/office/drawing/2014/main" id="{E53B1FDD-2A4D-4EFA-97F1-65F000C3A1DE}"/>
                </a:ext>
              </a:extLst>
            </p:cNvPr>
            <p:cNvSpPr/>
            <p:nvPr/>
          </p:nvSpPr>
          <p:spPr>
            <a:xfrm>
              <a:off x="2053100" y="2499000"/>
              <a:ext cx="25" cy="297275"/>
            </a:xfrm>
            <a:custGeom>
              <a:avLst/>
              <a:gdLst/>
              <a:ahLst/>
              <a:cxnLst/>
              <a:rect l="l" t="t" r="r" b="b"/>
              <a:pathLst>
                <a:path w="1" h="11891" fill="none" extrusionOk="0">
                  <a:moveTo>
                    <a:pt x="0" y="1"/>
                  </a:moveTo>
                  <a:lnTo>
                    <a:pt x="0" y="1189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" name="Google Shape;1418;p30">
              <a:extLst>
                <a:ext uri="{FF2B5EF4-FFF2-40B4-BE49-F238E27FC236}">
                  <a16:creationId xmlns:a16="http://schemas.microsoft.com/office/drawing/2014/main" id="{5019CA64-88C2-44ED-869F-B450D4FCA4DA}"/>
                </a:ext>
              </a:extLst>
            </p:cNvPr>
            <p:cNvSpPr/>
            <p:nvPr/>
          </p:nvSpPr>
          <p:spPr>
            <a:xfrm>
              <a:off x="2053100" y="2499000"/>
              <a:ext cx="42600" cy="282200"/>
            </a:xfrm>
            <a:custGeom>
              <a:avLst/>
              <a:gdLst/>
              <a:ahLst/>
              <a:cxnLst/>
              <a:rect l="l" t="t" r="r" b="b"/>
              <a:pathLst>
                <a:path w="1704" h="11288" fill="none" extrusionOk="0">
                  <a:moveTo>
                    <a:pt x="0" y="1"/>
                  </a:moveTo>
                  <a:lnTo>
                    <a:pt x="1704" y="249"/>
                  </a:lnTo>
                  <a:lnTo>
                    <a:pt x="1704" y="11288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" name="Google Shape;1419;p30">
              <a:extLst>
                <a:ext uri="{FF2B5EF4-FFF2-40B4-BE49-F238E27FC236}">
                  <a16:creationId xmlns:a16="http://schemas.microsoft.com/office/drawing/2014/main" id="{19C82935-AF15-42F3-8C00-BB217AB7BC3B}"/>
                </a:ext>
              </a:extLst>
            </p:cNvPr>
            <p:cNvSpPr/>
            <p:nvPr/>
          </p:nvSpPr>
          <p:spPr>
            <a:xfrm>
              <a:off x="2095675" y="2426250"/>
              <a:ext cx="244925" cy="79000"/>
            </a:xfrm>
            <a:custGeom>
              <a:avLst/>
              <a:gdLst/>
              <a:ahLst/>
              <a:cxnLst/>
              <a:rect l="l" t="t" r="r" b="b"/>
              <a:pathLst>
                <a:path w="9797" h="3160" fill="none" extrusionOk="0">
                  <a:moveTo>
                    <a:pt x="1" y="3159"/>
                  </a:moveTo>
                  <a:lnTo>
                    <a:pt x="9797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" name="Google Shape;1420;p30">
              <a:extLst>
                <a:ext uri="{FF2B5EF4-FFF2-40B4-BE49-F238E27FC236}">
                  <a16:creationId xmlns:a16="http://schemas.microsoft.com/office/drawing/2014/main" id="{636AC376-BDB4-4029-A03F-753177012A74}"/>
                </a:ext>
              </a:extLst>
            </p:cNvPr>
            <p:cNvSpPr/>
            <p:nvPr/>
          </p:nvSpPr>
          <p:spPr>
            <a:xfrm>
              <a:off x="2557975" y="2318000"/>
              <a:ext cx="57700" cy="392225"/>
            </a:xfrm>
            <a:custGeom>
              <a:avLst/>
              <a:gdLst/>
              <a:ahLst/>
              <a:cxnLst/>
              <a:rect l="l" t="t" r="r" b="b"/>
              <a:pathLst>
                <a:path w="2308" h="15689" fill="none" extrusionOk="0">
                  <a:moveTo>
                    <a:pt x="1" y="0"/>
                  </a:moveTo>
                  <a:lnTo>
                    <a:pt x="2308" y="284"/>
                  </a:lnTo>
                  <a:lnTo>
                    <a:pt x="2308" y="15688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" name="Google Shape;1421;p30">
              <a:extLst>
                <a:ext uri="{FF2B5EF4-FFF2-40B4-BE49-F238E27FC236}">
                  <a16:creationId xmlns:a16="http://schemas.microsoft.com/office/drawing/2014/main" id="{F1DFCAE7-0F4C-4DA7-8A3D-B8E13175D116}"/>
                </a:ext>
              </a:extLst>
            </p:cNvPr>
            <p:cNvSpPr/>
            <p:nvPr/>
          </p:nvSpPr>
          <p:spPr>
            <a:xfrm>
              <a:off x="2615650" y="2222175"/>
              <a:ext cx="299050" cy="102950"/>
            </a:xfrm>
            <a:custGeom>
              <a:avLst/>
              <a:gdLst/>
              <a:ahLst/>
              <a:cxnLst/>
              <a:rect l="l" t="t" r="r" b="b"/>
              <a:pathLst>
                <a:path w="11962" h="4118" fill="none" extrusionOk="0">
                  <a:moveTo>
                    <a:pt x="1" y="4117"/>
                  </a:moveTo>
                  <a:lnTo>
                    <a:pt x="11962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" name="Google Shape;1422;p30">
              <a:extLst>
                <a:ext uri="{FF2B5EF4-FFF2-40B4-BE49-F238E27FC236}">
                  <a16:creationId xmlns:a16="http://schemas.microsoft.com/office/drawing/2014/main" id="{0AFFBB18-583C-4B03-87AF-078E5B61CBB3}"/>
                </a:ext>
              </a:extLst>
            </p:cNvPr>
            <p:cNvSpPr/>
            <p:nvPr/>
          </p:nvSpPr>
          <p:spPr>
            <a:xfrm>
              <a:off x="2633400" y="2241675"/>
              <a:ext cx="281300" cy="467650"/>
            </a:xfrm>
            <a:custGeom>
              <a:avLst/>
              <a:gdLst/>
              <a:ahLst/>
              <a:cxnLst/>
              <a:rect l="l" t="t" r="r" b="b"/>
              <a:pathLst>
                <a:path w="11252" h="18706" fill="none" extrusionOk="0">
                  <a:moveTo>
                    <a:pt x="1" y="18706"/>
                  </a:moveTo>
                  <a:lnTo>
                    <a:pt x="1" y="3763"/>
                  </a:lnTo>
                  <a:lnTo>
                    <a:pt x="11252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" name="Google Shape;1423;p30">
              <a:extLst>
                <a:ext uri="{FF2B5EF4-FFF2-40B4-BE49-F238E27FC236}">
                  <a16:creationId xmlns:a16="http://schemas.microsoft.com/office/drawing/2014/main" id="{0A8BA080-7BA3-4C56-A5D7-EAF50C793F64}"/>
                </a:ext>
              </a:extLst>
            </p:cNvPr>
            <p:cNvSpPr/>
            <p:nvPr/>
          </p:nvSpPr>
          <p:spPr>
            <a:xfrm>
              <a:off x="2794000" y="2282500"/>
              <a:ext cx="25" cy="404650"/>
            </a:xfrm>
            <a:custGeom>
              <a:avLst/>
              <a:gdLst/>
              <a:ahLst/>
              <a:cxnLst/>
              <a:rect l="l" t="t" r="r" b="b"/>
              <a:pathLst>
                <a:path w="1" h="16186" fill="none" extrusionOk="0">
                  <a:moveTo>
                    <a:pt x="1" y="1"/>
                  </a:moveTo>
                  <a:lnTo>
                    <a:pt x="1" y="16185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" name="Google Shape;1424;p30">
              <a:extLst>
                <a:ext uri="{FF2B5EF4-FFF2-40B4-BE49-F238E27FC236}">
                  <a16:creationId xmlns:a16="http://schemas.microsoft.com/office/drawing/2014/main" id="{549E50C0-D5B1-4CF4-AB46-DD7B55CE90C4}"/>
                </a:ext>
              </a:extLst>
            </p:cNvPr>
            <p:cNvSpPr/>
            <p:nvPr/>
          </p:nvSpPr>
          <p:spPr>
            <a:xfrm>
              <a:off x="2817075" y="2274525"/>
              <a:ext cx="16000" cy="409950"/>
            </a:xfrm>
            <a:custGeom>
              <a:avLst/>
              <a:gdLst/>
              <a:ahLst/>
              <a:cxnLst/>
              <a:rect l="l" t="t" r="r" b="b"/>
              <a:pathLst>
                <a:path w="640" h="16398" fill="none" extrusionOk="0">
                  <a:moveTo>
                    <a:pt x="1" y="16398"/>
                  </a:moveTo>
                  <a:lnTo>
                    <a:pt x="1" y="0"/>
                  </a:lnTo>
                  <a:lnTo>
                    <a:pt x="639" y="320"/>
                  </a:lnTo>
                  <a:lnTo>
                    <a:pt x="639" y="1629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" name="Google Shape;1425;p30">
              <a:extLst>
                <a:ext uri="{FF2B5EF4-FFF2-40B4-BE49-F238E27FC236}">
                  <a16:creationId xmlns:a16="http://schemas.microsoft.com/office/drawing/2014/main" id="{1C14D4F8-8546-45BB-9F5F-DB398EBC6738}"/>
                </a:ext>
              </a:extLst>
            </p:cNvPr>
            <p:cNvSpPr/>
            <p:nvPr/>
          </p:nvSpPr>
          <p:spPr>
            <a:xfrm>
              <a:off x="2633400" y="2335750"/>
              <a:ext cx="13325" cy="371800"/>
            </a:xfrm>
            <a:custGeom>
              <a:avLst/>
              <a:gdLst/>
              <a:ahLst/>
              <a:cxnLst/>
              <a:rect l="l" t="t" r="r" b="b"/>
              <a:pathLst>
                <a:path w="533" h="14872" fill="none" extrusionOk="0">
                  <a:moveTo>
                    <a:pt x="1" y="0"/>
                  </a:moveTo>
                  <a:lnTo>
                    <a:pt x="533" y="213"/>
                  </a:lnTo>
                  <a:lnTo>
                    <a:pt x="533" y="14872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" name="Google Shape;1426;p30">
              <a:extLst>
                <a:ext uri="{FF2B5EF4-FFF2-40B4-BE49-F238E27FC236}">
                  <a16:creationId xmlns:a16="http://schemas.microsoft.com/office/drawing/2014/main" id="{C0EF41E5-E799-478B-A328-5C1DDB791501}"/>
                </a:ext>
              </a:extLst>
            </p:cNvPr>
            <p:cNvSpPr/>
            <p:nvPr/>
          </p:nvSpPr>
          <p:spPr>
            <a:xfrm>
              <a:off x="2646700" y="2294050"/>
              <a:ext cx="147325" cy="47050"/>
            </a:xfrm>
            <a:custGeom>
              <a:avLst/>
              <a:gdLst/>
              <a:ahLst/>
              <a:cxnLst/>
              <a:rect l="l" t="t" r="r" b="b"/>
              <a:pathLst>
                <a:path w="5893" h="1882" fill="none" extrusionOk="0">
                  <a:moveTo>
                    <a:pt x="1" y="1881"/>
                  </a:moveTo>
                  <a:lnTo>
                    <a:pt x="5893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" name="Google Shape;1427;p30">
              <a:extLst>
                <a:ext uri="{FF2B5EF4-FFF2-40B4-BE49-F238E27FC236}">
                  <a16:creationId xmlns:a16="http://schemas.microsoft.com/office/drawing/2014/main" id="{7BCFF59C-FF66-4E50-B5C0-16BF3E16E47F}"/>
                </a:ext>
              </a:extLst>
            </p:cNvPr>
            <p:cNvSpPr/>
            <p:nvPr/>
          </p:nvSpPr>
          <p:spPr>
            <a:xfrm>
              <a:off x="2833050" y="2254100"/>
              <a:ext cx="81650" cy="28425"/>
            </a:xfrm>
            <a:custGeom>
              <a:avLst/>
              <a:gdLst/>
              <a:ahLst/>
              <a:cxnLst/>
              <a:rect l="l" t="t" r="r" b="b"/>
              <a:pathLst>
                <a:path w="3266" h="1137" fill="none" extrusionOk="0">
                  <a:moveTo>
                    <a:pt x="0" y="1137"/>
                  </a:moveTo>
                  <a:lnTo>
                    <a:pt x="3266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" name="Google Shape;1428;p30">
              <a:extLst>
                <a:ext uri="{FF2B5EF4-FFF2-40B4-BE49-F238E27FC236}">
                  <a16:creationId xmlns:a16="http://schemas.microsoft.com/office/drawing/2014/main" id="{EE356122-C770-495C-94FD-2404427D2822}"/>
                </a:ext>
              </a:extLst>
            </p:cNvPr>
            <p:cNvSpPr/>
            <p:nvPr/>
          </p:nvSpPr>
          <p:spPr>
            <a:xfrm>
              <a:off x="2110775" y="2445775"/>
              <a:ext cx="229825" cy="333650"/>
            </a:xfrm>
            <a:custGeom>
              <a:avLst/>
              <a:gdLst/>
              <a:ahLst/>
              <a:cxnLst/>
              <a:rect l="l" t="t" r="r" b="b"/>
              <a:pathLst>
                <a:path w="9193" h="13346" fill="none" extrusionOk="0">
                  <a:moveTo>
                    <a:pt x="0" y="13346"/>
                  </a:moveTo>
                  <a:lnTo>
                    <a:pt x="0" y="2733"/>
                  </a:lnTo>
                  <a:lnTo>
                    <a:pt x="9193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" name="Google Shape;1429;p30">
              <a:extLst>
                <a:ext uri="{FF2B5EF4-FFF2-40B4-BE49-F238E27FC236}">
                  <a16:creationId xmlns:a16="http://schemas.microsoft.com/office/drawing/2014/main" id="{D5609C57-6701-45F4-8535-F7A02057409C}"/>
                </a:ext>
              </a:extLst>
            </p:cNvPr>
            <p:cNvSpPr/>
            <p:nvPr/>
          </p:nvSpPr>
          <p:spPr>
            <a:xfrm>
              <a:off x="2226125" y="2479500"/>
              <a:ext cx="25" cy="283950"/>
            </a:xfrm>
            <a:custGeom>
              <a:avLst/>
              <a:gdLst/>
              <a:ahLst/>
              <a:cxnLst/>
              <a:rect l="l" t="t" r="r" b="b"/>
              <a:pathLst>
                <a:path w="1" h="11358" fill="none" extrusionOk="0">
                  <a:moveTo>
                    <a:pt x="0" y="0"/>
                  </a:moveTo>
                  <a:lnTo>
                    <a:pt x="0" y="11358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" name="Google Shape;1430;p30">
              <a:extLst>
                <a:ext uri="{FF2B5EF4-FFF2-40B4-BE49-F238E27FC236}">
                  <a16:creationId xmlns:a16="http://schemas.microsoft.com/office/drawing/2014/main" id="{DDCD1ACD-737C-4FBA-894C-0C91D4A620AF}"/>
                </a:ext>
              </a:extLst>
            </p:cNvPr>
            <p:cNvSpPr/>
            <p:nvPr/>
          </p:nvSpPr>
          <p:spPr>
            <a:xfrm>
              <a:off x="2241200" y="2475050"/>
              <a:ext cx="10675" cy="286625"/>
            </a:xfrm>
            <a:custGeom>
              <a:avLst/>
              <a:gdLst/>
              <a:ahLst/>
              <a:cxnLst/>
              <a:rect l="l" t="t" r="r" b="b"/>
              <a:pathLst>
                <a:path w="427" h="11465" fill="none" extrusionOk="0">
                  <a:moveTo>
                    <a:pt x="1" y="11465"/>
                  </a:moveTo>
                  <a:lnTo>
                    <a:pt x="1" y="1"/>
                  </a:lnTo>
                  <a:lnTo>
                    <a:pt x="427" y="178"/>
                  </a:lnTo>
                  <a:lnTo>
                    <a:pt x="427" y="11394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" name="Google Shape;1431;p30">
              <a:extLst>
                <a:ext uri="{FF2B5EF4-FFF2-40B4-BE49-F238E27FC236}">
                  <a16:creationId xmlns:a16="http://schemas.microsoft.com/office/drawing/2014/main" id="{93CDA3B2-A1F8-4F5C-AFF1-C717D5802D47}"/>
                </a:ext>
              </a:extLst>
            </p:cNvPr>
            <p:cNvSpPr/>
            <p:nvPr/>
          </p:nvSpPr>
          <p:spPr>
            <a:xfrm>
              <a:off x="2110775" y="2514100"/>
              <a:ext cx="10675" cy="263550"/>
            </a:xfrm>
            <a:custGeom>
              <a:avLst/>
              <a:gdLst/>
              <a:ahLst/>
              <a:cxnLst/>
              <a:rect l="l" t="t" r="r" b="b"/>
              <a:pathLst>
                <a:path w="427" h="10542" fill="none" extrusionOk="0">
                  <a:moveTo>
                    <a:pt x="0" y="0"/>
                  </a:moveTo>
                  <a:lnTo>
                    <a:pt x="426" y="142"/>
                  </a:lnTo>
                  <a:lnTo>
                    <a:pt x="426" y="10542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" name="Google Shape;1432;p30">
              <a:extLst>
                <a:ext uri="{FF2B5EF4-FFF2-40B4-BE49-F238E27FC236}">
                  <a16:creationId xmlns:a16="http://schemas.microsoft.com/office/drawing/2014/main" id="{755C8471-0F9C-40F9-8586-8FFBEFCDFC16}"/>
                </a:ext>
              </a:extLst>
            </p:cNvPr>
            <p:cNvSpPr/>
            <p:nvPr/>
          </p:nvSpPr>
          <p:spPr>
            <a:xfrm>
              <a:off x="2121425" y="2487475"/>
              <a:ext cx="104725" cy="30200"/>
            </a:xfrm>
            <a:custGeom>
              <a:avLst/>
              <a:gdLst/>
              <a:ahLst/>
              <a:cxnLst/>
              <a:rect l="l" t="t" r="r" b="b"/>
              <a:pathLst>
                <a:path w="4189" h="1208" fill="none" extrusionOk="0">
                  <a:moveTo>
                    <a:pt x="0" y="1207"/>
                  </a:moveTo>
                  <a:lnTo>
                    <a:pt x="4188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" name="Google Shape;1433;p30">
              <a:extLst>
                <a:ext uri="{FF2B5EF4-FFF2-40B4-BE49-F238E27FC236}">
                  <a16:creationId xmlns:a16="http://schemas.microsoft.com/office/drawing/2014/main" id="{FCDA7BB7-8548-4B71-BBBB-ACAEF1C145CC}"/>
                </a:ext>
              </a:extLst>
            </p:cNvPr>
            <p:cNvSpPr/>
            <p:nvPr/>
          </p:nvSpPr>
          <p:spPr>
            <a:xfrm>
              <a:off x="2251850" y="2453750"/>
              <a:ext cx="88750" cy="25775"/>
            </a:xfrm>
            <a:custGeom>
              <a:avLst/>
              <a:gdLst/>
              <a:ahLst/>
              <a:cxnLst/>
              <a:rect l="l" t="t" r="r" b="b"/>
              <a:pathLst>
                <a:path w="3550" h="1031" fill="none" extrusionOk="0">
                  <a:moveTo>
                    <a:pt x="1" y="1030"/>
                  </a:moveTo>
                  <a:lnTo>
                    <a:pt x="3550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" name="Google Shape;1434;p30">
              <a:extLst>
                <a:ext uri="{FF2B5EF4-FFF2-40B4-BE49-F238E27FC236}">
                  <a16:creationId xmlns:a16="http://schemas.microsoft.com/office/drawing/2014/main" id="{F11B6C8D-8C66-4DBC-9FD5-ACBD4C63BF75}"/>
                </a:ext>
              </a:extLst>
            </p:cNvPr>
            <p:cNvSpPr/>
            <p:nvPr/>
          </p:nvSpPr>
          <p:spPr>
            <a:xfrm>
              <a:off x="1887175" y="1991450"/>
              <a:ext cx="25" cy="2152675"/>
            </a:xfrm>
            <a:custGeom>
              <a:avLst/>
              <a:gdLst/>
              <a:ahLst/>
              <a:cxnLst/>
              <a:rect l="l" t="t" r="r" b="b"/>
              <a:pathLst>
                <a:path w="1" h="86107" fill="none" extrusionOk="0">
                  <a:moveTo>
                    <a:pt x="0" y="1"/>
                  </a:moveTo>
                  <a:lnTo>
                    <a:pt x="0" y="86107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" name="Google Shape;1435;p30">
              <a:extLst>
                <a:ext uri="{FF2B5EF4-FFF2-40B4-BE49-F238E27FC236}">
                  <a16:creationId xmlns:a16="http://schemas.microsoft.com/office/drawing/2014/main" id="{F88620D1-2791-40D8-8422-DEE625FFDE01}"/>
                </a:ext>
              </a:extLst>
            </p:cNvPr>
            <p:cNvSpPr/>
            <p:nvPr/>
          </p:nvSpPr>
          <p:spPr>
            <a:xfrm>
              <a:off x="3148050" y="1589500"/>
              <a:ext cx="25" cy="3210350"/>
            </a:xfrm>
            <a:custGeom>
              <a:avLst/>
              <a:gdLst/>
              <a:ahLst/>
              <a:cxnLst/>
              <a:rect l="l" t="t" r="r" b="b"/>
              <a:pathLst>
                <a:path w="1" h="128414" fill="none" extrusionOk="0">
                  <a:moveTo>
                    <a:pt x="0" y="1"/>
                  </a:moveTo>
                  <a:lnTo>
                    <a:pt x="0" y="128414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" name="Google Shape;1436;p30">
              <a:extLst>
                <a:ext uri="{FF2B5EF4-FFF2-40B4-BE49-F238E27FC236}">
                  <a16:creationId xmlns:a16="http://schemas.microsoft.com/office/drawing/2014/main" id="{2E1D6ACE-97F0-43E9-9AB7-B540868ECB0C}"/>
                </a:ext>
              </a:extLst>
            </p:cNvPr>
            <p:cNvSpPr/>
            <p:nvPr/>
          </p:nvSpPr>
          <p:spPr>
            <a:xfrm>
              <a:off x="3238550" y="1625000"/>
              <a:ext cx="25" cy="3268025"/>
            </a:xfrm>
            <a:custGeom>
              <a:avLst/>
              <a:gdLst/>
              <a:ahLst/>
              <a:cxnLst/>
              <a:rect l="l" t="t" r="r" b="b"/>
              <a:pathLst>
                <a:path w="1" h="130721" fill="none" extrusionOk="0">
                  <a:moveTo>
                    <a:pt x="1" y="0"/>
                  </a:moveTo>
                  <a:lnTo>
                    <a:pt x="1" y="130721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" name="Google Shape;1437;p30">
              <a:extLst>
                <a:ext uri="{FF2B5EF4-FFF2-40B4-BE49-F238E27FC236}">
                  <a16:creationId xmlns:a16="http://schemas.microsoft.com/office/drawing/2014/main" id="{7DD46556-02E3-4E48-AF7B-1C7BE9E76A02}"/>
                </a:ext>
              </a:extLst>
            </p:cNvPr>
            <p:cNvSpPr/>
            <p:nvPr/>
          </p:nvSpPr>
          <p:spPr>
            <a:xfrm>
              <a:off x="4297125" y="1556675"/>
              <a:ext cx="25" cy="3645150"/>
            </a:xfrm>
            <a:custGeom>
              <a:avLst/>
              <a:gdLst/>
              <a:ahLst/>
              <a:cxnLst/>
              <a:rect l="l" t="t" r="r" b="b"/>
              <a:pathLst>
                <a:path w="1" h="145806" fill="none" extrusionOk="0">
                  <a:moveTo>
                    <a:pt x="1" y="0"/>
                  </a:moveTo>
                  <a:lnTo>
                    <a:pt x="1" y="145805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" name="Google Shape;1438;p30">
              <a:extLst>
                <a:ext uri="{FF2B5EF4-FFF2-40B4-BE49-F238E27FC236}">
                  <a16:creationId xmlns:a16="http://schemas.microsoft.com/office/drawing/2014/main" id="{DF72E08A-6456-489A-8E43-C0AC3521BA87}"/>
                </a:ext>
              </a:extLst>
            </p:cNvPr>
            <p:cNvSpPr/>
            <p:nvPr/>
          </p:nvSpPr>
          <p:spPr>
            <a:xfrm>
              <a:off x="5798475" y="915150"/>
              <a:ext cx="25" cy="3290200"/>
            </a:xfrm>
            <a:custGeom>
              <a:avLst/>
              <a:gdLst/>
              <a:ahLst/>
              <a:cxnLst/>
              <a:rect l="l" t="t" r="r" b="b"/>
              <a:pathLst>
                <a:path w="1" h="131608" fill="none" extrusionOk="0">
                  <a:moveTo>
                    <a:pt x="0" y="0"/>
                  </a:moveTo>
                  <a:lnTo>
                    <a:pt x="0" y="131608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" name="Google Shape;1439;p30">
              <a:extLst>
                <a:ext uri="{FF2B5EF4-FFF2-40B4-BE49-F238E27FC236}">
                  <a16:creationId xmlns:a16="http://schemas.microsoft.com/office/drawing/2014/main" id="{4F24B59E-610F-46AF-B3DA-05421BE41516}"/>
                </a:ext>
              </a:extLst>
            </p:cNvPr>
            <p:cNvSpPr/>
            <p:nvPr/>
          </p:nvSpPr>
          <p:spPr>
            <a:xfrm>
              <a:off x="3746100" y="1334850"/>
              <a:ext cx="25" cy="2736525"/>
            </a:xfrm>
            <a:custGeom>
              <a:avLst/>
              <a:gdLst/>
              <a:ahLst/>
              <a:cxnLst/>
              <a:rect l="l" t="t" r="r" b="b"/>
              <a:pathLst>
                <a:path w="1" h="109461" fill="none" extrusionOk="0">
                  <a:moveTo>
                    <a:pt x="1" y="0"/>
                  </a:moveTo>
                  <a:lnTo>
                    <a:pt x="1" y="10946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" name="Google Shape;1440;p30">
              <a:extLst>
                <a:ext uri="{FF2B5EF4-FFF2-40B4-BE49-F238E27FC236}">
                  <a16:creationId xmlns:a16="http://schemas.microsoft.com/office/drawing/2014/main" id="{B32E5F66-A865-4AAB-9A68-168EECFAF179}"/>
                </a:ext>
              </a:extLst>
            </p:cNvPr>
            <p:cNvSpPr/>
            <p:nvPr/>
          </p:nvSpPr>
          <p:spPr>
            <a:xfrm>
              <a:off x="6248350" y="1650725"/>
              <a:ext cx="25" cy="2122500"/>
            </a:xfrm>
            <a:custGeom>
              <a:avLst/>
              <a:gdLst/>
              <a:ahLst/>
              <a:cxnLst/>
              <a:rect l="l" t="t" r="r" b="b"/>
              <a:pathLst>
                <a:path w="1" h="84900" fill="none" extrusionOk="0">
                  <a:moveTo>
                    <a:pt x="0" y="1"/>
                  </a:moveTo>
                  <a:lnTo>
                    <a:pt x="0" y="8490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" name="Google Shape;1441;p30">
              <a:extLst>
                <a:ext uri="{FF2B5EF4-FFF2-40B4-BE49-F238E27FC236}">
                  <a16:creationId xmlns:a16="http://schemas.microsoft.com/office/drawing/2014/main" id="{67BBBBAF-D767-45DE-BB6D-F63959E395E6}"/>
                </a:ext>
              </a:extLst>
            </p:cNvPr>
            <p:cNvSpPr/>
            <p:nvPr/>
          </p:nvSpPr>
          <p:spPr>
            <a:xfrm>
              <a:off x="4690200" y="2177800"/>
              <a:ext cx="25" cy="2122500"/>
            </a:xfrm>
            <a:custGeom>
              <a:avLst/>
              <a:gdLst/>
              <a:ahLst/>
              <a:cxnLst/>
              <a:rect l="l" t="t" r="r" b="b"/>
              <a:pathLst>
                <a:path w="1" h="84900" fill="none" extrusionOk="0">
                  <a:moveTo>
                    <a:pt x="1" y="0"/>
                  </a:moveTo>
                  <a:lnTo>
                    <a:pt x="1" y="84899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" name="Google Shape;1442;p30">
              <a:extLst>
                <a:ext uri="{FF2B5EF4-FFF2-40B4-BE49-F238E27FC236}">
                  <a16:creationId xmlns:a16="http://schemas.microsoft.com/office/drawing/2014/main" id="{97302554-4B04-4941-9118-D0AAFA880BCB}"/>
                </a:ext>
              </a:extLst>
            </p:cNvPr>
            <p:cNvSpPr/>
            <p:nvPr/>
          </p:nvSpPr>
          <p:spPr>
            <a:xfrm>
              <a:off x="1795775" y="580625"/>
              <a:ext cx="4181075" cy="1661075"/>
            </a:xfrm>
            <a:custGeom>
              <a:avLst/>
              <a:gdLst/>
              <a:ahLst/>
              <a:cxnLst/>
              <a:rect l="l" t="t" r="r" b="b"/>
              <a:pathLst>
                <a:path w="167243" h="66443" fill="none" extrusionOk="0">
                  <a:moveTo>
                    <a:pt x="0" y="66443"/>
                  </a:moveTo>
                  <a:lnTo>
                    <a:pt x="167242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" name="Google Shape;1443;p30">
              <a:extLst>
                <a:ext uri="{FF2B5EF4-FFF2-40B4-BE49-F238E27FC236}">
                  <a16:creationId xmlns:a16="http://schemas.microsoft.com/office/drawing/2014/main" id="{CF8FAA1F-AE66-484B-A2DF-EA6FF987824B}"/>
                </a:ext>
              </a:extLst>
            </p:cNvPr>
            <p:cNvSpPr/>
            <p:nvPr/>
          </p:nvSpPr>
          <p:spPr>
            <a:xfrm>
              <a:off x="5568650" y="580625"/>
              <a:ext cx="759575" cy="1322125"/>
            </a:xfrm>
            <a:custGeom>
              <a:avLst/>
              <a:gdLst/>
              <a:ahLst/>
              <a:cxnLst/>
              <a:rect l="l" t="t" r="r" b="b"/>
              <a:pathLst>
                <a:path w="30383" h="52885" fill="none" extrusionOk="0">
                  <a:moveTo>
                    <a:pt x="30383" y="52885"/>
                  </a:moveTo>
                  <a:lnTo>
                    <a:pt x="1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" name="Google Shape;1444;p30">
              <a:extLst>
                <a:ext uri="{FF2B5EF4-FFF2-40B4-BE49-F238E27FC236}">
                  <a16:creationId xmlns:a16="http://schemas.microsoft.com/office/drawing/2014/main" id="{394BD1F9-05BA-4188-857C-7545C0414657}"/>
                </a:ext>
              </a:extLst>
            </p:cNvPr>
            <p:cNvSpPr/>
            <p:nvPr/>
          </p:nvSpPr>
          <p:spPr>
            <a:xfrm>
              <a:off x="5372550" y="1436000"/>
              <a:ext cx="25" cy="1136675"/>
            </a:xfrm>
            <a:custGeom>
              <a:avLst/>
              <a:gdLst/>
              <a:ahLst/>
              <a:cxnLst/>
              <a:rect l="l" t="t" r="r" b="b"/>
              <a:pathLst>
                <a:path w="1" h="45467" fill="none" extrusionOk="0">
                  <a:moveTo>
                    <a:pt x="1" y="0"/>
                  </a:moveTo>
                  <a:lnTo>
                    <a:pt x="1" y="45467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" name="Google Shape;1445;p30">
              <a:extLst>
                <a:ext uri="{FF2B5EF4-FFF2-40B4-BE49-F238E27FC236}">
                  <a16:creationId xmlns:a16="http://schemas.microsoft.com/office/drawing/2014/main" id="{2AD5AF1B-0D4C-4F55-9CAE-33351B0CCC0E}"/>
                </a:ext>
              </a:extLst>
            </p:cNvPr>
            <p:cNvSpPr/>
            <p:nvPr/>
          </p:nvSpPr>
          <p:spPr>
            <a:xfrm>
              <a:off x="2348575" y="2999450"/>
              <a:ext cx="799500" cy="507575"/>
            </a:xfrm>
            <a:custGeom>
              <a:avLst/>
              <a:gdLst/>
              <a:ahLst/>
              <a:cxnLst/>
              <a:rect l="l" t="t" r="r" b="b"/>
              <a:pathLst>
                <a:path w="31980" h="20303" fill="none" extrusionOk="0">
                  <a:moveTo>
                    <a:pt x="0" y="1"/>
                  </a:moveTo>
                  <a:lnTo>
                    <a:pt x="31979" y="1"/>
                  </a:lnTo>
                  <a:lnTo>
                    <a:pt x="31979" y="20303"/>
                  </a:lnTo>
                  <a:lnTo>
                    <a:pt x="0" y="15866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" name="Google Shape;1446;p30">
              <a:extLst>
                <a:ext uri="{FF2B5EF4-FFF2-40B4-BE49-F238E27FC236}">
                  <a16:creationId xmlns:a16="http://schemas.microsoft.com/office/drawing/2014/main" id="{D0B0603E-3276-4884-923D-52E39D646421}"/>
                </a:ext>
              </a:extLst>
            </p:cNvPr>
            <p:cNvSpPr/>
            <p:nvPr/>
          </p:nvSpPr>
          <p:spPr>
            <a:xfrm>
              <a:off x="2348575" y="2999450"/>
              <a:ext cx="50600" cy="396675"/>
            </a:xfrm>
            <a:custGeom>
              <a:avLst/>
              <a:gdLst/>
              <a:ahLst/>
              <a:cxnLst/>
              <a:rect l="l" t="t" r="r" b="b"/>
              <a:pathLst>
                <a:path w="2024" h="15867" fill="none" extrusionOk="0">
                  <a:moveTo>
                    <a:pt x="2023" y="1"/>
                  </a:moveTo>
                  <a:lnTo>
                    <a:pt x="2023" y="15547"/>
                  </a:lnTo>
                  <a:lnTo>
                    <a:pt x="0" y="15866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" name="Google Shape;1447;p30">
              <a:extLst>
                <a:ext uri="{FF2B5EF4-FFF2-40B4-BE49-F238E27FC236}">
                  <a16:creationId xmlns:a16="http://schemas.microsoft.com/office/drawing/2014/main" id="{CAB07AD3-F512-42AB-BFFB-EEA0F20F137E}"/>
                </a:ext>
              </a:extLst>
            </p:cNvPr>
            <p:cNvSpPr/>
            <p:nvPr/>
          </p:nvSpPr>
          <p:spPr>
            <a:xfrm>
              <a:off x="2399150" y="3388100"/>
              <a:ext cx="748925" cy="98525"/>
            </a:xfrm>
            <a:custGeom>
              <a:avLst/>
              <a:gdLst/>
              <a:ahLst/>
              <a:cxnLst/>
              <a:rect l="l" t="t" r="r" b="b"/>
              <a:pathLst>
                <a:path w="29957" h="3941" fill="none" extrusionOk="0">
                  <a:moveTo>
                    <a:pt x="0" y="1"/>
                  </a:moveTo>
                  <a:lnTo>
                    <a:pt x="29956" y="394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" name="Google Shape;1448;p30">
              <a:extLst>
                <a:ext uri="{FF2B5EF4-FFF2-40B4-BE49-F238E27FC236}">
                  <a16:creationId xmlns:a16="http://schemas.microsoft.com/office/drawing/2014/main" id="{FF9808C5-914C-4EFD-81EC-7B7FA55F5301}"/>
                </a:ext>
              </a:extLst>
            </p:cNvPr>
            <p:cNvSpPr/>
            <p:nvPr/>
          </p:nvSpPr>
          <p:spPr>
            <a:xfrm>
              <a:off x="2424000" y="2999450"/>
              <a:ext cx="724075" cy="457900"/>
            </a:xfrm>
            <a:custGeom>
              <a:avLst/>
              <a:gdLst/>
              <a:ahLst/>
              <a:cxnLst/>
              <a:rect l="l" t="t" r="r" b="b"/>
              <a:pathLst>
                <a:path w="28963" h="18316" fill="none" extrusionOk="0">
                  <a:moveTo>
                    <a:pt x="0" y="1"/>
                  </a:moveTo>
                  <a:lnTo>
                    <a:pt x="0" y="14908"/>
                  </a:lnTo>
                  <a:lnTo>
                    <a:pt x="28962" y="18315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" name="Google Shape;1449;p30">
              <a:extLst>
                <a:ext uri="{FF2B5EF4-FFF2-40B4-BE49-F238E27FC236}">
                  <a16:creationId xmlns:a16="http://schemas.microsoft.com/office/drawing/2014/main" id="{16A295AE-C9DB-40E5-930F-95E65ABA1BCA}"/>
                </a:ext>
              </a:extLst>
            </p:cNvPr>
            <p:cNvSpPr/>
            <p:nvPr/>
          </p:nvSpPr>
          <p:spPr>
            <a:xfrm>
              <a:off x="2748750" y="2999450"/>
              <a:ext cx="25" cy="410875"/>
            </a:xfrm>
            <a:custGeom>
              <a:avLst/>
              <a:gdLst/>
              <a:ahLst/>
              <a:cxnLst/>
              <a:rect l="l" t="t" r="r" b="b"/>
              <a:pathLst>
                <a:path w="1" h="16435" fill="none" extrusionOk="0">
                  <a:moveTo>
                    <a:pt x="1" y="1"/>
                  </a:moveTo>
                  <a:lnTo>
                    <a:pt x="1" y="16434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" name="Google Shape;1450;p30">
              <a:extLst>
                <a:ext uri="{FF2B5EF4-FFF2-40B4-BE49-F238E27FC236}">
                  <a16:creationId xmlns:a16="http://schemas.microsoft.com/office/drawing/2014/main" id="{E043BCE6-4097-45EE-8FA7-5B84AF353F76}"/>
                </a:ext>
              </a:extLst>
            </p:cNvPr>
            <p:cNvSpPr/>
            <p:nvPr/>
          </p:nvSpPr>
          <p:spPr>
            <a:xfrm>
              <a:off x="2808200" y="2999450"/>
              <a:ext cx="25" cy="415300"/>
            </a:xfrm>
            <a:custGeom>
              <a:avLst/>
              <a:gdLst/>
              <a:ahLst/>
              <a:cxnLst/>
              <a:rect l="l" t="t" r="r" b="b"/>
              <a:pathLst>
                <a:path w="1" h="16612" fill="none" extrusionOk="0">
                  <a:moveTo>
                    <a:pt x="1" y="16612"/>
                  </a:moveTo>
                  <a:lnTo>
                    <a:pt x="1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" name="Google Shape;1451;p30">
              <a:extLst>
                <a:ext uri="{FF2B5EF4-FFF2-40B4-BE49-F238E27FC236}">
                  <a16:creationId xmlns:a16="http://schemas.microsoft.com/office/drawing/2014/main" id="{1EB5F7D4-C28A-42ED-B518-C907D9E81850}"/>
                </a:ext>
              </a:extLst>
            </p:cNvPr>
            <p:cNvSpPr/>
            <p:nvPr/>
          </p:nvSpPr>
          <p:spPr>
            <a:xfrm>
              <a:off x="2786025" y="2999450"/>
              <a:ext cx="25" cy="415300"/>
            </a:xfrm>
            <a:custGeom>
              <a:avLst/>
              <a:gdLst/>
              <a:ahLst/>
              <a:cxnLst/>
              <a:rect l="l" t="t" r="r" b="b"/>
              <a:pathLst>
                <a:path w="1" h="16612" fill="none" extrusionOk="0">
                  <a:moveTo>
                    <a:pt x="0" y="1"/>
                  </a:moveTo>
                  <a:lnTo>
                    <a:pt x="0" y="16612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" name="Google Shape;1452;p30">
              <a:extLst>
                <a:ext uri="{FF2B5EF4-FFF2-40B4-BE49-F238E27FC236}">
                  <a16:creationId xmlns:a16="http://schemas.microsoft.com/office/drawing/2014/main" id="{D4B86362-9DD7-49BB-AD0F-8ABC78791481}"/>
                </a:ext>
              </a:extLst>
            </p:cNvPr>
            <p:cNvSpPr/>
            <p:nvPr/>
          </p:nvSpPr>
          <p:spPr>
            <a:xfrm>
              <a:off x="2424000" y="2999450"/>
              <a:ext cx="17775" cy="372700"/>
            </a:xfrm>
            <a:custGeom>
              <a:avLst/>
              <a:gdLst/>
              <a:ahLst/>
              <a:cxnLst/>
              <a:rect l="l" t="t" r="r" b="b"/>
              <a:pathLst>
                <a:path w="711" h="14908" fill="none" extrusionOk="0">
                  <a:moveTo>
                    <a:pt x="0" y="14908"/>
                  </a:moveTo>
                  <a:lnTo>
                    <a:pt x="710" y="14908"/>
                  </a:lnTo>
                  <a:lnTo>
                    <a:pt x="710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66" name="ZoneTexte 165">
            <a:extLst>
              <a:ext uri="{FF2B5EF4-FFF2-40B4-BE49-F238E27FC236}">
                <a16:creationId xmlns:a16="http://schemas.microsoft.com/office/drawing/2014/main" id="{0926B658-37B1-DE42-9626-94BFA80BFBF8}"/>
              </a:ext>
            </a:extLst>
          </p:cNvPr>
          <p:cNvSpPr txBox="1"/>
          <p:nvPr/>
        </p:nvSpPr>
        <p:spPr>
          <a:xfrm>
            <a:off x="8774147" y="4670735"/>
            <a:ext cx="27443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25820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47951779-9C74-7491-E721-D829EC783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5600" y="1"/>
            <a:ext cx="4978400" cy="514350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001EF62-62FC-E4CC-B1C1-585E8E05FD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"/>
            <a:ext cx="4978399" cy="5143499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49B1A95B-B92E-A14D-F012-13E26ABF2989}"/>
              </a:ext>
            </a:extLst>
          </p:cNvPr>
          <p:cNvSpPr txBox="1"/>
          <p:nvPr/>
        </p:nvSpPr>
        <p:spPr>
          <a:xfrm>
            <a:off x="8774147" y="4670735"/>
            <a:ext cx="27443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89421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8D1C39-0780-4A7C-841F-39B01B4C8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2875" y="2459613"/>
            <a:ext cx="3567900" cy="1898213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dirty="0"/>
              <a:t>Vérification de coffrage et calculs de ferraillage </a:t>
            </a:r>
            <a:br>
              <a:rPr lang="fr-FR" sz="2000" dirty="0"/>
            </a:br>
            <a:r>
              <a:rPr lang="fr-FR" sz="2000" dirty="0"/>
              <a:t>(une poutre , un poteau , une semelle )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EE0F3A92-4A3F-4ED6-A10C-0EDABD20EFCB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fr-FR" dirty="0"/>
              <a:t>4</a:t>
            </a:r>
          </a:p>
        </p:txBody>
      </p:sp>
      <p:grpSp>
        <p:nvGrpSpPr>
          <p:cNvPr id="166" name="Google Shape;1728;p45">
            <a:extLst>
              <a:ext uri="{FF2B5EF4-FFF2-40B4-BE49-F238E27FC236}">
                <a16:creationId xmlns:a16="http://schemas.microsoft.com/office/drawing/2014/main" id="{7AC4A0C6-B275-316A-8FC1-4CE9B9713E58}"/>
              </a:ext>
            </a:extLst>
          </p:cNvPr>
          <p:cNvGrpSpPr/>
          <p:nvPr/>
        </p:nvGrpSpPr>
        <p:grpSpPr>
          <a:xfrm>
            <a:off x="359496" y="892163"/>
            <a:ext cx="4358055" cy="3359174"/>
            <a:chOff x="343593" y="892163"/>
            <a:chExt cx="4358055" cy="3359174"/>
          </a:xfrm>
        </p:grpSpPr>
        <p:sp>
          <p:nvSpPr>
            <p:cNvPr id="167" name="Google Shape;1729;p45">
              <a:extLst>
                <a:ext uri="{FF2B5EF4-FFF2-40B4-BE49-F238E27FC236}">
                  <a16:creationId xmlns:a16="http://schemas.microsoft.com/office/drawing/2014/main" id="{2330E065-BFAF-32BB-F25B-F96AAE2E7278}"/>
                </a:ext>
              </a:extLst>
            </p:cNvPr>
            <p:cNvSpPr/>
            <p:nvPr/>
          </p:nvSpPr>
          <p:spPr>
            <a:xfrm>
              <a:off x="2809674" y="3466548"/>
              <a:ext cx="1494276" cy="602274"/>
            </a:xfrm>
            <a:custGeom>
              <a:avLst/>
              <a:gdLst/>
              <a:ahLst/>
              <a:cxnLst/>
              <a:rect l="l" t="t" r="r" b="b"/>
              <a:pathLst>
                <a:path w="67053" h="27026" extrusionOk="0">
                  <a:moveTo>
                    <a:pt x="66881" y="171"/>
                  </a:moveTo>
                  <a:lnTo>
                    <a:pt x="66881" y="6654"/>
                  </a:lnTo>
                  <a:lnTo>
                    <a:pt x="171" y="26821"/>
                  </a:lnTo>
                  <a:lnTo>
                    <a:pt x="171" y="23648"/>
                  </a:lnTo>
                  <a:lnTo>
                    <a:pt x="5426" y="22112"/>
                  </a:lnTo>
                  <a:cubicBezTo>
                    <a:pt x="5460" y="22112"/>
                    <a:pt x="5494" y="22078"/>
                    <a:pt x="5494" y="22044"/>
                  </a:cubicBezTo>
                  <a:lnTo>
                    <a:pt x="5494" y="18870"/>
                  </a:lnTo>
                  <a:lnTo>
                    <a:pt x="10647" y="17437"/>
                  </a:lnTo>
                  <a:cubicBezTo>
                    <a:pt x="10681" y="17437"/>
                    <a:pt x="10715" y="17403"/>
                    <a:pt x="10715" y="17369"/>
                  </a:cubicBezTo>
                  <a:lnTo>
                    <a:pt x="10715" y="14127"/>
                  </a:lnTo>
                  <a:lnTo>
                    <a:pt x="66881" y="171"/>
                  </a:lnTo>
                  <a:close/>
                  <a:moveTo>
                    <a:pt x="66950" y="0"/>
                  </a:moveTo>
                  <a:lnTo>
                    <a:pt x="10578" y="13957"/>
                  </a:lnTo>
                  <a:cubicBezTo>
                    <a:pt x="10544" y="13991"/>
                    <a:pt x="10510" y="14025"/>
                    <a:pt x="10510" y="14059"/>
                  </a:cubicBezTo>
                  <a:lnTo>
                    <a:pt x="10510" y="17301"/>
                  </a:lnTo>
                  <a:lnTo>
                    <a:pt x="5392" y="18734"/>
                  </a:lnTo>
                  <a:cubicBezTo>
                    <a:pt x="5358" y="18734"/>
                    <a:pt x="5324" y="18768"/>
                    <a:pt x="5324" y="18802"/>
                  </a:cubicBezTo>
                  <a:lnTo>
                    <a:pt x="5324" y="21976"/>
                  </a:lnTo>
                  <a:lnTo>
                    <a:pt x="34" y="23511"/>
                  </a:lnTo>
                  <a:cubicBezTo>
                    <a:pt x="0" y="23511"/>
                    <a:pt x="0" y="23545"/>
                    <a:pt x="0" y="23579"/>
                  </a:cubicBezTo>
                  <a:lnTo>
                    <a:pt x="0" y="26923"/>
                  </a:lnTo>
                  <a:cubicBezTo>
                    <a:pt x="0" y="26958"/>
                    <a:pt x="0" y="26992"/>
                    <a:pt x="34" y="26992"/>
                  </a:cubicBezTo>
                  <a:cubicBezTo>
                    <a:pt x="34" y="26992"/>
                    <a:pt x="34" y="27026"/>
                    <a:pt x="69" y="27026"/>
                  </a:cubicBezTo>
                  <a:lnTo>
                    <a:pt x="103" y="27026"/>
                  </a:lnTo>
                  <a:lnTo>
                    <a:pt x="66984" y="6791"/>
                  </a:lnTo>
                  <a:cubicBezTo>
                    <a:pt x="67052" y="6791"/>
                    <a:pt x="67052" y="6757"/>
                    <a:pt x="67052" y="6688"/>
                  </a:cubicBezTo>
                  <a:lnTo>
                    <a:pt x="67052" y="69"/>
                  </a:lnTo>
                  <a:cubicBezTo>
                    <a:pt x="67052" y="34"/>
                    <a:pt x="67052" y="34"/>
                    <a:pt x="6701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" name="Google Shape;1730;p45">
              <a:extLst>
                <a:ext uri="{FF2B5EF4-FFF2-40B4-BE49-F238E27FC236}">
                  <a16:creationId xmlns:a16="http://schemas.microsoft.com/office/drawing/2014/main" id="{AF8D5EE3-E3DA-048F-6F6E-F4A5A877EB8A}"/>
                </a:ext>
              </a:extLst>
            </p:cNvPr>
            <p:cNvSpPr/>
            <p:nvPr/>
          </p:nvSpPr>
          <p:spPr>
            <a:xfrm>
              <a:off x="786151" y="3505324"/>
              <a:ext cx="2262306" cy="350588"/>
            </a:xfrm>
            <a:custGeom>
              <a:avLst/>
              <a:gdLst/>
              <a:ahLst/>
              <a:cxnLst/>
              <a:rect l="l" t="t" r="r" b="b"/>
              <a:pathLst>
                <a:path w="101517" h="15732" extrusionOk="0">
                  <a:moveTo>
                    <a:pt x="103" y="1"/>
                  </a:moveTo>
                  <a:cubicBezTo>
                    <a:pt x="69" y="1"/>
                    <a:pt x="69" y="1"/>
                    <a:pt x="35" y="35"/>
                  </a:cubicBezTo>
                  <a:cubicBezTo>
                    <a:pt x="35" y="35"/>
                    <a:pt x="1" y="69"/>
                    <a:pt x="1" y="103"/>
                  </a:cubicBezTo>
                  <a:lnTo>
                    <a:pt x="1" y="2321"/>
                  </a:lnTo>
                  <a:cubicBezTo>
                    <a:pt x="1" y="2355"/>
                    <a:pt x="35" y="2389"/>
                    <a:pt x="103" y="2389"/>
                  </a:cubicBezTo>
                  <a:lnTo>
                    <a:pt x="101415" y="15697"/>
                  </a:lnTo>
                  <a:cubicBezTo>
                    <a:pt x="101415" y="15731"/>
                    <a:pt x="101415" y="15731"/>
                    <a:pt x="101415" y="15731"/>
                  </a:cubicBezTo>
                  <a:cubicBezTo>
                    <a:pt x="101449" y="15731"/>
                    <a:pt x="101483" y="15697"/>
                    <a:pt x="101517" y="15629"/>
                  </a:cubicBezTo>
                  <a:cubicBezTo>
                    <a:pt x="101517" y="15595"/>
                    <a:pt x="101483" y="15561"/>
                    <a:pt x="101415" y="15561"/>
                  </a:cubicBezTo>
                  <a:lnTo>
                    <a:pt x="172" y="2219"/>
                  </a:lnTo>
                  <a:lnTo>
                    <a:pt x="172" y="205"/>
                  </a:lnTo>
                  <a:lnTo>
                    <a:pt x="101415" y="12387"/>
                  </a:lnTo>
                  <a:cubicBezTo>
                    <a:pt x="101424" y="12396"/>
                    <a:pt x="101433" y="12401"/>
                    <a:pt x="101442" y="12401"/>
                  </a:cubicBezTo>
                  <a:cubicBezTo>
                    <a:pt x="101467" y="12401"/>
                    <a:pt x="101492" y="12369"/>
                    <a:pt x="101517" y="12319"/>
                  </a:cubicBezTo>
                  <a:cubicBezTo>
                    <a:pt x="101517" y="12285"/>
                    <a:pt x="101483" y="12217"/>
                    <a:pt x="101415" y="12217"/>
                  </a:cubicBezTo>
                  <a:lnTo>
                    <a:pt x="103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" name="Google Shape;1731;p45">
              <a:extLst>
                <a:ext uri="{FF2B5EF4-FFF2-40B4-BE49-F238E27FC236}">
                  <a16:creationId xmlns:a16="http://schemas.microsoft.com/office/drawing/2014/main" id="{41722B5B-84F9-0B08-E827-F2DDFAB0DA96}"/>
                </a:ext>
              </a:extLst>
            </p:cNvPr>
            <p:cNvSpPr/>
            <p:nvPr/>
          </p:nvSpPr>
          <p:spPr>
            <a:xfrm>
              <a:off x="656118" y="3554752"/>
              <a:ext cx="2276012" cy="333094"/>
            </a:xfrm>
            <a:custGeom>
              <a:avLst/>
              <a:gdLst/>
              <a:ahLst/>
              <a:cxnLst/>
              <a:rect l="l" t="t" r="r" b="b"/>
              <a:pathLst>
                <a:path w="102132" h="14947" extrusionOk="0">
                  <a:moveTo>
                    <a:pt x="5938" y="1"/>
                  </a:moveTo>
                  <a:lnTo>
                    <a:pt x="69" y="785"/>
                  </a:lnTo>
                  <a:cubicBezTo>
                    <a:pt x="35" y="785"/>
                    <a:pt x="1" y="820"/>
                    <a:pt x="1" y="854"/>
                  </a:cubicBezTo>
                  <a:cubicBezTo>
                    <a:pt x="1" y="922"/>
                    <a:pt x="35" y="956"/>
                    <a:pt x="69" y="956"/>
                  </a:cubicBezTo>
                  <a:lnTo>
                    <a:pt x="102029" y="14912"/>
                  </a:lnTo>
                  <a:cubicBezTo>
                    <a:pt x="102029" y="14947"/>
                    <a:pt x="102063" y="14947"/>
                    <a:pt x="102063" y="14947"/>
                  </a:cubicBezTo>
                  <a:cubicBezTo>
                    <a:pt x="102097" y="14947"/>
                    <a:pt x="102131" y="14912"/>
                    <a:pt x="102131" y="14844"/>
                  </a:cubicBezTo>
                  <a:cubicBezTo>
                    <a:pt x="102131" y="14810"/>
                    <a:pt x="102097" y="14776"/>
                    <a:pt x="102063" y="14776"/>
                  </a:cubicBezTo>
                  <a:lnTo>
                    <a:pt x="718" y="854"/>
                  </a:lnTo>
                  <a:lnTo>
                    <a:pt x="5938" y="171"/>
                  </a:lnTo>
                  <a:cubicBezTo>
                    <a:pt x="6007" y="171"/>
                    <a:pt x="6041" y="137"/>
                    <a:pt x="6007" y="69"/>
                  </a:cubicBezTo>
                  <a:cubicBezTo>
                    <a:pt x="6007" y="35"/>
                    <a:pt x="5972" y="1"/>
                    <a:pt x="593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" name="Google Shape;1732;p45">
              <a:extLst>
                <a:ext uri="{FF2B5EF4-FFF2-40B4-BE49-F238E27FC236}">
                  <a16:creationId xmlns:a16="http://schemas.microsoft.com/office/drawing/2014/main" id="{8123A889-CB0A-6A2C-5B5A-70638DDA0A2D}"/>
                </a:ext>
              </a:extLst>
            </p:cNvPr>
            <p:cNvSpPr/>
            <p:nvPr/>
          </p:nvSpPr>
          <p:spPr>
            <a:xfrm>
              <a:off x="656118" y="3572246"/>
              <a:ext cx="2276012" cy="387090"/>
            </a:xfrm>
            <a:custGeom>
              <a:avLst/>
              <a:gdLst/>
              <a:ahLst/>
              <a:cxnLst/>
              <a:rect l="l" t="t" r="r" b="b"/>
              <a:pathLst>
                <a:path w="102132" h="17370" extrusionOk="0">
                  <a:moveTo>
                    <a:pt x="69" y="0"/>
                  </a:moveTo>
                  <a:cubicBezTo>
                    <a:pt x="35" y="0"/>
                    <a:pt x="1" y="35"/>
                    <a:pt x="1" y="69"/>
                  </a:cubicBezTo>
                  <a:lnTo>
                    <a:pt x="1" y="2423"/>
                  </a:lnTo>
                  <a:cubicBezTo>
                    <a:pt x="1" y="2457"/>
                    <a:pt x="35" y="2491"/>
                    <a:pt x="69" y="2491"/>
                  </a:cubicBezTo>
                  <a:lnTo>
                    <a:pt x="102029" y="17369"/>
                  </a:lnTo>
                  <a:lnTo>
                    <a:pt x="102063" y="17369"/>
                  </a:lnTo>
                  <a:cubicBezTo>
                    <a:pt x="102097" y="17369"/>
                    <a:pt x="102131" y="17335"/>
                    <a:pt x="102131" y="17301"/>
                  </a:cubicBezTo>
                  <a:cubicBezTo>
                    <a:pt x="102131" y="17267"/>
                    <a:pt x="102097" y="17199"/>
                    <a:pt x="102063" y="17199"/>
                  </a:cubicBezTo>
                  <a:lnTo>
                    <a:pt x="172" y="2321"/>
                  </a:lnTo>
                  <a:lnTo>
                    <a:pt x="172" y="69"/>
                  </a:lnTo>
                  <a:cubicBezTo>
                    <a:pt x="172" y="35"/>
                    <a:pt x="137" y="0"/>
                    <a:pt x="6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" name="Google Shape;1733;p45">
              <a:extLst>
                <a:ext uri="{FF2B5EF4-FFF2-40B4-BE49-F238E27FC236}">
                  <a16:creationId xmlns:a16="http://schemas.microsoft.com/office/drawing/2014/main" id="{1DB40553-EEEC-8471-874F-E0CACEC0824F}"/>
                </a:ext>
              </a:extLst>
            </p:cNvPr>
            <p:cNvSpPr/>
            <p:nvPr/>
          </p:nvSpPr>
          <p:spPr>
            <a:xfrm>
              <a:off x="525327" y="3640683"/>
              <a:ext cx="2288157" cy="428139"/>
            </a:xfrm>
            <a:custGeom>
              <a:avLst/>
              <a:gdLst/>
              <a:ahLst/>
              <a:cxnLst/>
              <a:rect l="l" t="t" r="r" b="b"/>
              <a:pathLst>
                <a:path w="102677" h="19212" extrusionOk="0">
                  <a:moveTo>
                    <a:pt x="103" y="1"/>
                  </a:moveTo>
                  <a:cubicBezTo>
                    <a:pt x="69" y="1"/>
                    <a:pt x="35" y="35"/>
                    <a:pt x="35" y="35"/>
                  </a:cubicBezTo>
                  <a:cubicBezTo>
                    <a:pt x="1" y="69"/>
                    <a:pt x="1" y="69"/>
                    <a:pt x="1" y="103"/>
                  </a:cubicBezTo>
                  <a:lnTo>
                    <a:pt x="1" y="2594"/>
                  </a:lnTo>
                  <a:cubicBezTo>
                    <a:pt x="1" y="2662"/>
                    <a:pt x="35" y="2696"/>
                    <a:pt x="69" y="2696"/>
                  </a:cubicBezTo>
                  <a:lnTo>
                    <a:pt x="102575" y="19212"/>
                  </a:lnTo>
                  <a:cubicBezTo>
                    <a:pt x="102609" y="19212"/>
                    <a:pt x="102643" y="19178"/>
                    <a:pt x="102643" y="19109"/>
                  </a:cubicBezTo>
                  <a:cubicBezTo>
                    <a:pt x="102677" y="19075"/>
                    <a:pt x="102643" y="19041"/>
                    <a:pt x="102575" y="19041"/>
                  </a:cubicBezTo>
                  <a:lnTo>
                    <a:pt x="171" y="2526"/>
                  </a:lnTo>
                  <a:lnTo>
                    <a:pt x="171" y="205"/>
                  </a:lnTo>
                  <a:lnTo>
                    <a:pt x="102575" y="15868"/>
                  </a:lnTo>
                  <a:cubicBezTo>
                    <a:pt x="102609" y="15868"/>
                    <a:pt x="102643" y="15834"/>
                    <a:pt x="102677" y="15765"/>
                  </a:cubicBezTo>
                  <a:cubicBezTo>
                    <a:pt x="102677" y="15731"/>
                    <a:pt x="102643" y="15697"/>
                    <a:pt x="102575" y="15697"/>
                  </a:cubicBezTo>
                  <a:lnTo>
                    <a:pt x="103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" name="Google Shape;1734;p45">
              <a:extLst>
                <a:ext uri="{FF2B5EF4-FFF2-40B4-BE49-F238E27FC236}">
                  <a16:creationId xmlns:a16="http://schemas.microsoft.com/office/drawing/2014/main" id="{3E1613A0-92DF-DD05-E07A-B299C8302DF6}"/>
                </a:ext>
              </a:extLst>
            </p:cNvPr>
            <p:cNvSpPr/>
            <p:nvPr/>
          </p:nvSpPr>
          <p:spPr>
            <a:xfrm>
              <a:off x="525327" y="3623947"/>
              <a:ext cx="134624" cy="20569"/>
            </a:xfrm>
            <a:custGeom>
              <a:avLst/>
              <a:gdLst/>
              <a:ahLst/>
              <a:cxnLst/>
              <a:rect l="l" t="t" r="r" b="b"/>
              <a:pathLst>
                <a:path w="6041" h="923" extrusionOk="0">
                  <a:moveTo>
                    <a:pt x="5938" y="1"/>
                  </a:moveTo>
                  <a:lnTo>
                    <a:pt x="69" y="752"/>
                  </a:lnTo>
                  <a:cubicBezTo>
                    <a:pt x="35" y="786"/>
                    <a:pt x="1" y="820"/>
                    <a:pt x="1" y="854"/>
                  </a:cubicBezTo>
                  <a:cubicBezTo>
                    <a:pt x="1" y="922"/>
                    <a:pt x="35" y="922"/>
                    <a:pt x="69" y="922"/>
                  </a:cubicBezTo>
                  <a:lnTo>
                    <a:pt x="103" y="922"/>
                  </a:lnTo>
                  <a:lnTo>
                    <a:pt x="5972" y="171"/>
                  </a:lnTo>
                  <a:cubicBezTo>
                    <a:pt x="6006" y="171"/>
                    <a:pt x="6041" y="137"/>
                    <a:pt x="6041" y="69"/>
                  </a:cubicBezTo>
                  <a:cubicBezTo>
                    <a:pt x="6041" y="35"/>
                    <a:pt x="5972" y="1"/>
                    <a:pt x="593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" name="Google Shape;1735;p45">
              <a:extLst>
                <a:ext uri="{FF2B5EF4-FFF2-40B4-BE49-F238E27FC236}">
                  <a16:creationId xmlns:a16="http://schemas.microsoft.com/office/drawing/2014/main" id="{C75A4EB8-C436-A953-30A2-209AF8B595D2}"/>
                </a:ext>
              </a:extLst>
            </p:cNvPr>
            <p:cNvSpPr/>
            <p:nvPr/>
          </p:nvSpPr>
          <p:spPr>
            <a:xfrm>
              <a:off x="964097" y="1387514"/>
              <a:ext cx="1908710" cy="339178"/>
            </a:xfrm>
            <a:custGeom>
              <a:avLst/>
              <a:gdLst/>
              <a:ahLst/>
              <a:cxnLst/>
              <a:rect l="l" t="t" r="r" b="b"/>
              <a:pathLst>
                <a:path w="85650" h="15220" extrusionOk="0">
                  <a:moveTo>
                    <a:pt x="85513" y="1"/>
                  </a:moveTo>
                  <a:lnTo>
                    <a:pt x="103" y="15049"/>
                  </a:lnTo>
                  <a:cubicBezTo>
                    <a:pt x="35" y="15049"/>
                    <a:pt x="1" y="15117"/>
                    <a:pt x="35" y="15151"/>
                  </a:cubicBezTo>
                  <a:cubicBezTo>
                    <a:pt x="35" y="15186"/>
                    <a:pt x="69" y="15220"/>
                    <a:pt x="103" y="15220"/>
                  </a:cubicBezTo>
                  <a:lnTo>
                    <a:pt x="137" y="15220"/>
                  </a:lnTo>
                  <a:lnTo>
                    <a:pt x="85547" y="171"/>
                  </a:lnTo>
                  <a:cubicBezTo>
                    <a:pt x="85615" y="171"/>
                    <a:pt x="85650" y="103"/>
                    <a:pt x="85615" y="69"/>
                  </a:cubicBezTo>
                  <a:cubicBezTo>
                    <a:pt x="85615" y="35"/>
                    <a:pt x="85581" y="1"/>
                    <a:pt x="8551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" name="Google Shape;1736;p45">
              <a:extLst>
                <a:ext uri="{FF2B5EF4-FFF2-40B4-BE49-F238E27FC236}">
                  <a16:creationId xmlns:a16="http://schemas.microsoft.com/office/drawing/2014/main" id="{53080270-451E-8A4E-3656-63CAC8F13812}"/>
                </a:ext>
              </a:extLst>
            </p:cNvPr>
            <p:cNvSpPr/>
            <p:nvPr/>
          </p:nvSpPr>
          <p:spPr>
            <a:xfrm>
              <a:off x="1056111" y="1705387"/>
              <a:ext cx="139950" cy="1808316"/>
            </a:xfrm>
            <a:custGeom>
              <a:avLst/>
              <a:gdLst/>
              <a:ahLst/>
              <a:cxnLst/>
              <a:rect l="l" t="t" r="r" b="b"/>
              <a:pathLst>
                <a:path w="6280" h="81145" extrusionOk="0">
                  <a:moveTo>
                    <a:pt x="376" y="0"/>
                  </a:moveTo>
                  <a:cubicBezTo>
                    <a:pt x="308" y="0"/>
                    <a:pt x="274" y="34"/>
                    <a:pt x="274" y="68"/>
                  </a:cubicBezTo>
                  <a:cubicBezTo>
                    <a:pt x="274" y="137"/>
                    <a:pt x="274" y="171"/>
                    <a:pt x="342" y="171"/>
                  </a:cubicBezTo>
                  <a:lnTo>
                    <a:pt x="6075" y="1195"/>
                  </a:lnTo>
                  <a:lnTo>
                    <a:pt x="5836" y="80258"/>
                  </a:lnTo>
                  <a:lnTo>
                    <a:pt x="69" y="80974"/>
                  </a:lnTo>
                  <a:cubicBezTo>
                    <a:pt x="35" y="80974"/>
                    <a:pt x="1" y="81008"/>
                    <a:pt x="1" y="81043"/>
                  </a:cubicBezTo>
                  <a:cubicBezTo>
                    <a:pt x="1" y="81111"/>
                    <a:pt x="35" y="81145"/>
                    <a:pt x="69" y="81145"/>
                  </a:cubicBezTo>
                  <a:lnTo>
                    <a:pt x="103" y="81145"/>
                  </a:lnTo>
                  <a:lnTo>
                    <a:pt x="5938" y="80428"/>
                  </a:lnTo>
                  <a:cubicBezTo>
                    <a:pt x="6006" y="80394"/>
                    <a:pt x="6006" y="80360"/>
                    <a:pt x="6040" y="80326"/>
                  </a:cubicBezTo>
                  <a:lnTo>
                    <a:pt x="6279" y="1126"/>
                  </a:lnTo>
                  <a:cubicBezTo>
                    <a:pt x="6279" y="1058"/>
                    <a:pt x="6245" y="1024"/>
                    <a:pt x="6177" y="1024"/>
                  </a:cubicBezTo>
                  <a:lnTo>
                    <a:pt x="376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" name="Google Shape;1737;p45">
              <a:extLst>
                <a:ext uri="{FF2B5EF4-FFF2-40B4-BE49-F238E27FC236}">
                  <a16:creationId xmlns:a16="http://schemas.microsoft.com/office/drawing/2014/main" id="{DD9ECD47-4A98-BC58-BCB4-D4988CE5C1B1}"/>
                </a:ext>
              </a:extLst>
            </p:cNvPr>
            <p:cNvSpPr/>
            <p:nvPr/>
          </p:nvSpPr>
          <p:spPr>
            <a:xfrm>
              <a:off x="959551" y="1224031"/>
              <a:ext cx="3253142" cy="2522372"/>
            </a:xfrm>
            <a:custGeom>
              <a:avLst/>
              <a:gdLst/>
              <a:ahLst/>
              <a:cxnLst/>
              <a:rect l="l" t="t" r="r" b="b"/>
              <a:pathLst>
                <a:path w="145979" h="113187" extrusionOk="0">
                  <a:moveTo>
                    <a:pt x="93053" y="205"/>
                  </a:moveTo>
                  <a:lnTo>
                    <a:pt x="145808" y="20611"/>
                  </a:lnTo>
                  <a:lnTo>
                    <a:pt x="145808" y="24637"/>
                  </a:lnTo>
                  <a:lnTo>
                    <a:pt x="93053" y="6279"/>
                  </a:lnTo>
                  <a:lnTo>
                    <a:pt x="93053" y="205"/>
                  </a:lnTo>
                  <a:close/>
                  <a:moveTo>
                    <a:pt x="92883" y="6450"/>
                  </a:moveTo>
                  <a:lnTo>
                    <a:pt x="92917" y="113016"/>
                  </a:lnTo>
                  <a:lnTo>
                    <a:pt x="85717" y="112197"/>
                  </a:lnTo>
                  <a:lnTo>
                    <a:pt x="85819" y="7507"/>
                  </a:lnTo>
                  <a:lnTo>
                    <a:pt x="92883" y="6450"/>
                  </a:lnTo>
                  <a:close/>
                  <a:moveTo>
                    <a:pt x="92951" y="0"/>
                  </a:moveTo>
                  <a:lnTo>
                    <a:pt x="307" y="17608"/>
                  </a:lnTo>
                  <a:cubicBezTo>
                    <a:pt x="273" y="17608"/>
                    <a:pt x="239" y="17642"/>
                    <a:pt x="239" y="17710"/>
                  </a:cubicBezTo>
                  <a:lnTo>
                    <a:pt x="0" y="102165"/>
                  </a:lnTo>
                  <a:cubicBezTo>
                    <a:pt x="0" y="102199"/>
                    <a:pt x="34" y="102233"/>
                    <a:pt x="68" y="102267"/>
                  </a:cubicBezTo>
                  <a:lnTo>
                    <a:pt x="4402" y="102745"/>
                  </a:lnTo>
                  <a:cubicBezTo>
                    <a:pt x="4436" y="102745"/>
                    <a:pt x="4470" y="102711"/>
                    <a:pt x="4470" y="102711"/>
                  </a:cubicBezTo>
                  <a:cubicBezTo>
                    <a:pt x="4504" y="102677"/>
                    <a:pt x="4504" y="102677"/>
                    <a:pt x="4504" y="102643"/>
                  </a:cubicBezTo>
                  <a:lnTo>
                    <a:pt x="4777" y="21703"/>
                  </a:lnTo>
                  <a:cubicBezTo>
                    <a:pt x="4777" y="21668"/>
                    <a:pt x="4743" y="21600"/>
                    <a:pt x="4675" y="21600"/>
                  </a:cubicBezTo>
                  <a:cubicBezTo>
                    <a:pt x="4641" y="21600"/>
                    <a:pt x="4607" y="21668"/>
                    <a:pt x="4607" y="21703"/>
                  </a:cubicBezTo>
                  <a:lnTo>
                    <a:pt x="4334" y="102540"/>
                  </a:lnTo>
                  <a:lnTo>
                    <a:pt x="171" y="102097"/>
                  </a:lnTo>
                  <a:lnTo>
                    <a:pt x="409" y="17778"/>
                  </a:lnTo>
                  <a:lnTo>
                    <a:pt x="92883" y="171"/>
                  </a:lnTo>
                  <a:lnTo>
                    <a:pt x="92883" y="6279"/>
                  </a:lnTo>
                  <a:lnTo>
                    <a:pt x="85751" y="7337"/>
                  </a:lnTo>
                  <a:cubicBezTo>
                    <a:pt x="85683" y="7337"/>
                    <a:pt x="85649" y="7371"/>
                    <a:pt x="85649" y="7439"/>
                  </a:cubicBezTo>
                  <a:lnTo>
                    <a:pt x="85512" y="112265"/>
                  </a:lnTo>
                  <a:cubicBezTo>
                    <a:pt x="85512" y="112299"/>
                    <a:pt x="85546" y="112334"/>
                    <a:pt x="85615" y="112334"/>
                  </a:cubicBezTo>
                  <a:lnTo>
                    <a:pt x="92985" y="113187"/>
                  </a:lnTo>
                  <a:lnTo>
                    <a:pt x="93053" y="113187"/>
                  </a:lnTo>
                  <a:cubicBezTo>
                    <a:pt x="93088" y="113153"/>
                    <a:pt x="93088" y="113153"/>
                    <a:pt x="93088" y="113118"/>
                  </a:cubicBezTo>
                  <a:lnTo>
                    <a:pt x="93053" y="6450"/>
                  </a:lnTo>
                  <a:lnTo>
                    <a:pt x="93053" y="6450"/>
                  </a:lnTo>
                  <a:lnTo>
                    <a:pt x="145876" y="24842"/>
                  </a:lnTo>
                  <a:cubicBezTo>
                    <a:pt x="145910" y="24842"/>
                    <a:pt x="145944" y="24842"/>
                    <a:pt x="145944" y="24808"/>
                  </a:cubicBezTo>
                  <a:cubicBezTo>
                    <a:pt x="145978" y="24808"/>
                    <a:pt x="145978" y="24774"/>
                    <a:pt x="145978" y="24740"/>
                  </a:cubicBezTo>
                  <a:lnTo>
                    <a:pt x="145978" y="20577"/>
                  </a:lnTo>
                  <a:cubicBezTo>
                    <a:pt x="145978" y="20542"/>
                    <a:pt x="145978" y="20508"/>
                    <a:pt x="145944" y="20474"/>
                  </a:cubicBezTo>
                  <a:lnTo>
                    <a:pt x="93019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" name="Google Shape;1738;p45">
              <a:extLst>
                <a:ext uri="{FF2B5EF4-FFF2-40B4-BE49-F238E27FC236}">
                  <a16:creationId xmlns:a16="http://schemas.microsoft.com/office/drawing/2014/main" id="{44E83CEC-321D-6167-5CC0-5A7E9E1E5039}"/>
                </a:ext>
              </a:extLst>
            </p:cNvPr>
            <p:cNvSpPr/>
            <p:nvPr/>
          </p:nvSpPr>
          <p:spPr>
            <a:xfrm>
              <a:off x="3030206" y="1405008"/>
              <a:ext cx="121676" cy="2341396"/>
            </a:xfrm>
            <a:custGeom>
              <a:avLst/>
              <a:gdLst/>
              <a:ahLst/>
              <a:cxnLst/>
              <a:rect l="l" t="t" r="r" b="b"/>
              <a:pathLst>
                <a:path w="5460" h="105066" extrusionOk="0">
                  <a:moveTo>
                    <a:pt x="5391" y="1"/>
                  </a:moveTo>
                  <a:cubicBezTo>
                    <a:pt x="5357" y="1"/>
                    <a:pt x="5289" y="35"/>
                    <a:pt x="5289" y="69"/>
                  </a:cubicBezTo>
                  <a:lnTo>
                    <a:pt x="5118" y="103871"/>
                  </a:lnTo>
                  <a:lnTo>
                    <a:pt x="68" y="104895"/>
                  </a:lnTo>
                  <a:cubicBezTo>
                    <a:pt x="34" y="104929"/>
                    <a:pt x="0" y="104963"/>
                    <a:pt x="0" y="104997"/>
                  </a:cubicBezTo>
                  <a:cubicBezTo>
                    <a:pt x="0" y="105066"/>
                    <a:pt x="34" y="105066"/>
                    <a:pt x="102" y="105066"/>
                  </a:cubicBezTo>
                  <a:lnTo>
                    <a:pt x="5221" y="104008"/>
                  </a:lnTo>
                  <a:cubicBezTo>
                    <a:pt x="5255" y="104008"/>
                    <a:pt x="5289" y="103974"/>
                    <a:pt x="5289" y="103940"/>
                  </a:cubicBezTo>
                  <a:lnTo>
                    <a:pt x="5460" y="69"/>
                  </a:lnTo>
                  <a:cubicBezTo>
                    <a:pt x="5460" y="35"/>
                    <a:pt x="5426" y="1"/>
                    <a:pt x="539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" name="Google Shape;1739;p45">
              <a:extLst>
                <a:ext uri="{FF2B5EF4-FFF2-40B4-BE49-F238E27FC236}">
                  <a16:creationId xmlns:a16="http://schemas.microsoft.com/office/drawing/2014/main" id="{264F8ED0-6888-9839-8E18-74789F15E0EE}"/>
                </a:ext>
              </a:extLst>
            </p:cNvPr>
            <p:cNvSpPr/>
            <p:nvPr/>
          </p:nvSpPr>
          <p:spPr>
            <a:xfrm>
              <a:off x="4014200" y="1753278"/>
              <a:ext cx="139928" cy="1726976"/>
            </a:xfrm>
            <a:custGeom>
              <a:avLst/>
              <a:gdLst/>
              <a:ahLst/>
              <a:cxnLst/>
              <a:rect l="l" t="t" r="r" b="b"/>
              <a:pathLst>
                <a:path w="6279" h="77495" extrusionOk="0">
                  <a:moveTo>
                    <a:pt x="6074" y="172"/>
                  </a:moveTo>
                  <a:lnTo>
                    <a:pt x="6108" y="77324"/>
                  </a:lnTo>
                  <a:lnTo>
                    <a:pt x="171" y="76880"/>
                  </a:lnTo>
                  <a:lnTo>
                    <a:pt x="171" y="820"/>
                  </a:lnTo>
                  <a:lnTo>
                    <a:pt x="6074" y="172"/>
                  </a:lnTo>
                  <a:close/>
                  <a:moveTo>
                    <a:pt x="6176" y="1"/>
                  </a:moveTo>
                  <a:lnTo>
                    <a:pt x="68" y="649"/>
                  </a:lnTo>
                  <a:cubicBezTo>
                    <a:pt x="34" y="649"/>
                    <a:pt x="0" y="683"/>
                    <a:pt x="0" y="718"/>
                  </a:cubicBezTo>
                  <a:lnTo>
                    <a:pt x="0" y="76949"/>
                  </a:lnTo>
                  <a:cubicBezTo>
                    <a:pt x="0" y="76983"/>
                    <a:pt x="34" y="77051"/>
                    <a:pt x="68" y="77051"/>
                  </a:cubicBezTo>
                  <a:lnTo>
                    <a:pt x="6211" y="77495"/>
                  </a:lnTo>
                  <a:cubicBezTo>
                    <a:pt x="6211" y="77495"/>
                    <a:pt x="6245" y="77495"/>
                    <a:pt x="6279" y="77460"/>
                  </a:cubicBezTo>
                  <a:cubicBezTo>
                    <a:pt x="6279" y="77460"/>
                    <a:pt x="6279" y="77426"/>
                    <a:pt x="6279" y="77392"/>
                  </a:cubicBezTo>
                  <a:lnTo>
                    <a:pt x="6279" y="69"/>
                  </a:lnTo>
                  <a:cubicBezTo>
                    <a:pt x="6279" y="35"/>
                    <a:pt x="6245" y="35"/>
                    <a:pt x="62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" name="Google Shape;1740;p45">
              <a:extLst>
                <a:ext uri="{FF2B5EF4-FFF2-40B4-BE49-F238E27FC236}">
                  <a16:creationId xmlns:a16="http://schemas.microsoft.com/office/drawing/2014/main" id="{74757E1D-6ACE-82F2-2C88-4600464E779F}"/>
                </a:ext>
              </a:extLst>
            </p:cNvPr>
            <p:cNvSpPr/>
            <p:nvPr/>
          </p:nvSpPr>
          <p:spPr>
            <a:xfrm>
              <a:off x="4150317" y="1773824"/>
              <a:ext cx="62376" cy="1706429"/>
            </a:xfrm>
            <a:custGeom>
              <a:avLst/>
              <a:gdLst/>
              <a:ahLst/>
              <a:cxnLst/>
              <a:rect l="l" t="t" r="r" b="b"/>
              <a:pathLst>
                <a:path w="2799" h="76573" extrusionOk="0">
                  <a:moveTo>
                    <a:pt x="2730" y="0"/>
                  </a:moveTo>
                  <a:cubicBezTo>
                    <a:pt x="2662" y="0"/>
                    <a:pt x="2628" y="34"/>
                    <a:pt x="2628" y="69"/>
                  </a:cubicBezTo>
                  <a:lnTo>
                    <a:pt x="2628" y="75685"/>
                  </a:lnTo>
                  <a:lnTo>
                    <a:pt x="68" y="76402"/>
                  </a:lnTo>
                  <a:cubicBezTo>
                    <a:pt x="34" y="76402"/>
                    <a:pt x="0" y="76470"/>
                    <a:pt x="0" y="76504"/>
                  </a:cubicBezTo>
                  <a:cubicBezTo>
                    <a:pt x="34" y="76538"/>
                    <a:pt x="68" y="76573"/>
                    <a:pt x="103" y="76573"/>
                  </a:cubicBezTo>
                  <a:lnTo>
                    <a:pt x="2730" y="75856"/>
                  </a:lnTo>
                  <a:cubicBezTo>
                    <a:pt x="2798" y="75822"/>
                    <a:pt x="2798" y="75788"/>
                    <a:pt x="2798" y="75754"/>
                  </a:cubicBezTo>
                  <a:lnTo>
                    <a:pt x="2798" y="69"/>
                  </a:lnTo>
                  <a:cubicBezTo>
                    <a:pt x="2798" y="34"/>
                    <a:pt x="2764" y="0"/>
                    <a:pt x="273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" name="Google Shape;1741;p45">
              <a:extLst>
                <a:ext uri="{FF2B5EF4-FFF2-40B4-BE49-F238E27FC236}">
                  <a16:creationId xmlns:a16="http://schemas.microsoft.com/office/drawing/2014/main" id="{855BD9A6-7391-A35B-7E3D-3B3E81AE1121}"/>
                </a:ext>
              </a:extLst>
            </p:cNvPr>
            <p:cNvSpPr/>
            <p:nvPr/>
          </p:nvSpPr>
          <p:spPr>
            <a:xfrm>
              <a:off x="4208860" y="3460465"/>
              <a:ext cx="95090" cy="9895"/>
            </a:xfrm>
            <a:custGeom>
              <a:avLst/>
              <a:gdLst/>
              <a:ahLst/>
              <a:cxnLst/>
              <a:rect l="l" t="t" r="r" b="b"/>
              <a:pathLst>
                <a:path w="4267" h="444" extrusionOk="0">
                  <a:moveTo>
                    <a:pt x="103" y="0"/>
                  </a:moveTo>
                  <a:cubicBezTo>
                    <a:pt x="69" y="0"/>
                    <a:pt x="1" y="34"/>
                    <a:pt x="1" y="69"/>
                  </a:cubicBezTo>
                  <a:cubicBezTo>
                    <a:pt x="1" y="137"/>
                    <a:pt x="35" y="171"/>
                    <a:pt x="103" y="171"/>
                  </a:cubicBezTo>
                  <a:lnTo>
                    <a:pt x="4198" y="444"/>
                  </a:lnTo>
                  <a:cubicBezTo>
                    <a:pt x="4232" y="444"/>
                    <a:pt x="4266" y="410"/>
                    <a:pt x="4266" y="342"/>
                  </a:cubicBezTo>
                  <a:cubicBezTo>
                    <a:pt x="4266" y="307"/>
                    <a:pt x="4232" y="273"/>
                    <a:pt x="4198" y="273"/>
                  </a:cubicBezTo>
                  <a:lnTo>
                    <a:pt x="1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" name="Google Shape;1742;p45">
              <a:extLst>
                <a:ext uri="{FF2B5EF4-FFF2-40B4-BE49-F238E27FC236}">
                  <a16:creationId xmlns:a16="http://schemas.microsoft.com/office/drawing/2014/main" id="{F12B14F6-70DC-8322-0460-F20DBAE730FF}"/>
                </a:ext>
              </a:extLst>
            </p:cNvPr>
            <p:cNvSpPr/>
            <p:nvPr/>
          </p:nvSpPr>
          <p:spPr>
            <a:xfrm>
              <a:off x="1504018" y="1502349"/>
              <a:ext cx="2215151" cy="2148252"/>
            </a:xfrm>
            <a:custGeom>
              <a:avLst/>
              <a:gdLst/>
              <a:ahLst/>
              <a:cxnLst/>
              <a:rect l="l" t="t" r="r" b="b"/>
              <a:pathLst>
                <a:path w="99401" h="96399" extrusionOk="0">
                  <a:moveTo>
                    <a:pt x="59920" y="171"/>
                  </a:moveTo>
                  <a:lnTo>
                    <a:pt x="99230" y="11978"/>
                  </a:lnTo>
                  <a:lnTo>
                    <a:pt x="99230" y="88140"/>
                  </a:lnTo>
                  <a:lnTo>
                    <a:pt x="59818" y="96228"/>
                  </a:lnTo>
                  <a:lnTo>
                    <a:pt x="33031" y="93293"/>
                  </a:lnTo>
                  <a:lnTo>
                    <a:pt x="33031" y="49649"/>
                  </a:lnTo>
                  <a:cubicBezTo>
                    <a:pt x="33031" y="49615"/>
                    <a:pt x="33031" y="49615"/>
                    <a:pt x="32997" y="49581"/>
                  </a:cubicBezTo>
                  <a:lnTo>
                    <a:pt x="32929" y="49581"/>
                  </a:lnTo>
                  <a:lnTo>
                    <a:pt x="17027" y="49820"/>
                  </a:lnTo>
                  <a:cubicBezTo>
                    <a:pt x="16993" y="49820"/>
                    <a:pt x="16959" y="49854"/>
                    <a:pt x="16959" y="49922"/>
                  </a:cubicBezTo>
                  <a:lnTo>
                    <a:pt x="16959" y="91553"/>
                  </a:lnTo>
                  <a:lnTo>
                    <a:pt x="171" y="89915"/>
                  </a:lnTo>
                  <a:lnTo>
                    <a:pt x="171" y="9691"/>
                  </a:lnTo>
                  <a:lnTo>
                    <a:pt x="59920" y="171"/>
                  </a:lnTo>
                  <a:close/>
                  <a:moveTo>
                    <a:pt x="59920" y="0"/>
                  </a:moveTo>
                  <a:lnTo>
                    <a:pt x="68" y="9555"/>
                  </a:lnTo>
                  <a:cubicBezTo>
                    <a:pt x="34" y="9555"/>
                    <a:pt x="0" y="9589"/>
                    <a:pt x="0" y="9623"/>
                  </a:cubicBezTo>
                  <a:lnTo>
                    <a:pt x="0" y="89983"/>
                  </a:lnTo>
                  <a:cubicBezTo>
                    <a:pt x="0" y="90017"/>
                    <a:pt x="34" y="90051"/>
                    <a:pt x="68" y="90051"/>
                  </a:cubicBezTo>
                  <a:lnTo>
                    <a:pt x="17027" y="91723"/>
                  </a:lnTo>
                  <a:lnTo>
                    <a:pt x="17096" y="91723"/>
                  </a:lnTo>
                  <a:cubicBezTo>
                    <a:pt x="17096" y="91689"/>
                    <a:pt x="17130" y="91689"/>
                    <a:pt x="17130" y="91655"/>
                  </a:cubicBezTo>
                  <a:lnTo>
                    <a:pt x="17130" y="49991"/>
                  </a:lnTo>
                  <a:lnTo>
                    <a:pt x="32861" y="49752"/>
                  </a:lnTo>
                  <a:lnTo>
                    <a:pt x="32861" y="93395"/>
                  </a:lnTo>
                  <a:cubicBezTo>
                    <a:pt x="32861" y="93429"/>
                    <a:pt x="32895" y="93464"/>
                    <a:pt x="32929" y="93464"/>
                  </a:cubicBezTo>
                  <a:lnTo>
                    <a:pt x="59818" y="96398"/>
                  </a:lnTo>
                  <a:lnTo>
                    <a:pt x="59852" y="96398"/>
                  </a:lnTo>
                  <a:lnTo>
                    <a:pt x="99332" y="88311"/>
                  </a:lnTo>
                  <a:cubicBezTo>
                    <a:pt x="99366" y="88277"/>
                    <a:pt x="99400" y="88243"/>
                    <a:pt x="99400" y="88209"/>
                  </a:cubicBezTo>
                  <a:lnTo>
                    <a:pt x="99400" y="11909"/>
                  </a:lnTo>
                  <a:cubicBezTo>
                    <a:pt x="99400" y="11875"/>
                    <a:pt x="99366" y="11841"/>
                    <a:pt x="99332" y="11807"/>
                  </a:cubicBezTo>
                  <a:lnTo>
                    <a:pt x="5995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" name="Google Shape;1743;p45">
              <a:extLst>
                <a:ext uri="{FF2B5EF4-FFF2-40B4-BE49-F238E27FC236}">
                  <a16:creationId xmlns:a16="http://schemas.microsoft.com/office/drawing/2014/main" id="{09C69F4C-394D-8AFB-B0F0-67AF80A6E5E8}"/>
                </a:ext>
              </a:extLst>
            </p:cNvPr>
            <p:cNvSpPr/>
            <p:nvPr/>
          </p:nvSpPr>
          <p:spPr>
            <a:xfrm>
              <a:off x="1881191" y="2611807"/>
              <a:ext cx="64649" cy="934611"/>
            </a:xfrm>
            <a:custGeom>
              <a:avLst/>
              <a:gdLst/>
              <a:ahLst/>
              <a:cxnLst/>
              <a:rect l="l" t="t" r="r" b="b"/>
              <a:pathLst>
                <a:path w="2901" h="41939" extrusionOk="0">
                  <a:moveTo>
                    <a:pt x="2798" y="1"/>
                  </a:moveTo>
                  <a:cubicBezTo>
                    <a:pt x="2764" y="1"/>
                    <a:pt x="2730" y="35"/>
                    <a:pt x="2730" y="69"/>
                  </a:cubicBezTo>
                  <a:lnTo>
                    <a:pt x="2730" y="41358"/>
                  </a:lnTo>
                  <a:lnTo>
                    <a:pt x="102" y="41768"/>
                  </a:lnTo>
                  <a:cubicBezTo>
                    <a:pt x="34" y="41802"/>
                    <a:pt x="0" y="41836"/>
                    <a:pt x="34" y="41870"/>
                  </a:cubicBezTo>
                  <a:cubicBezTo>
                    <a:pt x="34" y="41904"/>
                    <a:pt x="68" y="41938"/>
                    <a:pt x="102" y="41938"/>
                  </a:cubicBezTo>
                  <a:lnTo>
                    <a:pt x="2832" y="41529"/>
                  </a:lnTo>
                  <a:cubicBezTo>
                    <a:pt x="2866" y="41529"/>
                    <a:pt x="2901" y="41495"/>
                    <a:pt x="2901" y="41461"/>
                  </a:cubicBezTo>
                  <a:lnTo>
                    <a:pt x="2901" y="69"/>
                  </a:lnTo>
                  <a:cubicBezTo>
                    <a:pt x="2901" y="35"/>
                    <a:pt x="2866" y="1"/>
                    <a:pt x="27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" name="Google Shape;1744;p45">
              <a:extLst>
                <a:ext uri="{FF2B5EF4-FFF2-40B4-BE49-F238E27FC236}">
                  <a16:creationId xmlns:a16="http://schemas.microsoft.com/office/drawing/2014/main" id="{C3FA516A-A5E4-C4F4-8D3A-AC3437E4A240}"/>
                </a:ext>
              </a:extLst>
            </p:cNvPr>
            <p:cNvSpPr/>
            <p:nvPr/>
          </p:nvSpPr>
          <p:spPr>
            <a:xfrm>
              <a:off x="2348084" y="2607261"/>
              <a:ext cx="308759" cy="791630"/>
            </a:xfrm>
            <a:custGeom>
              <a:avLst/>
              <a:gdLst/>
              <a:ahLst/>
              <a:cxnLst/>
              <a:rect l="l" t="t" r="r" b="b"/>
              <a:pathLst>
                <a:path w="13855" h="35523" extrusionOk="0">
                  <a:moveTo>
                    <a:pt x="13684" y="171"/>
                  </a:moveTo>
                  <a:lnTo>
                    <a:pt x="13684" y="35352"/>
                  </a:lnTo>
                  <a:lnTo>
                    <a:pt x="171" y="34396"/>
                  </a:lnTo>
                  <a:lnTo>
                    <a:pt x="171" y="376"/>
                  </a:lnTo>
                  <a:lnTo>
                    <a:pt x="13684" y="171"/>
                  </a:lnTo>
                  <a:close/>
                  <a:moveTo>
                    <a:pt x="13752" y="0"/>
                  </a:moveTo>
                  <a:lnTo>
                    <a:pt x="69" y="205"/>
                  </a:lnTo>
                  <a:cubicBezTo>
                    <a:pt x="35" y="205"/>
                    <a:pt x="1" y="239"/>
                    <a:pt x="1" y="273"/>
                  </a:cubicBezTo>
                  <a:lnTo>
                    <a:pt x="1" y="34499"/>
                  </a:lnTo>
                  <a:cubicBezTo>
                    <a:pt x="1" y="34533"/>
                    <a:pt x="35" y="34567"/>
                    <a:pt x="69" y="34567"/>
                  </a:cubicBezTo>
                  <a:lnTo>
                    <a:pt x="13752" y="35522"/>
                  </a:lnTo>
                  <a:cubicBezTo>
                    <a:pt x="13786" y="35522"/>
                    <a:pt x="13820" y="35522"/>
                    <a:pt x="13820" y="35488"/>
                  </a:cubicBezTo>
                  <a:cubicBezTo>
                    <a:pt x="13855" y="35488"/>
                    <a:pt x="13855" y="35454"/>
                    <a:pt x="13855" y="35454"/>
                  </a:cubicBezTo>
                  <a:lnTo>
                    <a:pt x="13855" y="68"/>
                  </a:lnTo>
                  <a:cubicBezTo>
                    <a:pt x="13855" y="34"/>
                    <a:pt x="13855" y="34"/>
                    <a:pt x="1382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3" name="Google Shape;1745;p45">
              <a:extLst>
                <a:ext uri="{FF2B5EF4-FFF2-40B4-BE49-F238E27FC236}">
                  <a16:creationId xmlns:a16="http://schemas.microsoft.com/office/drawing/2014/main" id="{B7B36A09-C438-352D-8022-0391F3DC9C90}"/>
                </a:ext>
              </a:extLst>
            </p:cNvPr>
            <p:cNvSpPr/>
            <p:nvPr/>
          </p:nvSpPr>
          <p:spPr>
            <a:xfrm>
              <a:off x="1593737" y="2619429"/>
              <a:ext cx="211418" cy="708730"/>
            </a:xfrm>
            <a:custGeom>
              <a:avLst/>
              <a:gdLst/>
              <a:ahLst/>
              <a:cxnLst/>
              <a:rect l="l" t="t" r="r" b="b"/>
              <a:pathLst>
                <a:path w="9487" h="31803" extrusionOk="0">
                  <a:moveTo>
                    <a:pt x="9316" y="171"/>
                  </a:moveTo>
                  <a:lnTo>
                    <a:pt x="9316" y="31632"/>
                  </a:lnTo>
                  <a:lnTo>
                    <a:pt x="171" y="30950"/>
                  </a:lnTo>
                  <a:lnTo>
                    <a:pt x="171" y="341"/>
                  </a:lnTo>
                  <a:lnTo>
                    <a:pt x="9316" y="171"/>
                  </a:lnTo>
                  <a:close/>
                  <a:moveTo>
                    <a:pt x="9419" y="0"/>
                  </a:moveTo>
                  <a:lnTo>
                    <a:pt x="103" y="171"/>
                  </a:lnTo>
                  <a:cubicBezTo>
                    <a:pt x="35" y="205"/>
                    <a:pt x="1" y="239"/>
                    <a:pt x="1" y="273"/>
                  </a:cubicBezTo>
                  <a:lnTo>
                    <a:pt x="1" y="31052"/>
                  </a:lnTo>
                  <a:cubicBezTo>
                    <a:pt x="1" y="31086"/>
                    <a:pt x="35" y="31120"/>
                    <a:pt x="69" y="31120"/>
                  </a:cubicBezTo>
                  <a:lnTo>
                    <a:pt x="9419" y="31803"/>
                  </a:lnTo>
                  <a:lnTo>
                    <a:pt x="9453" y="31803"/>
                  </a:lnTo>
                  <a:cubicBezTo>
                    <a:pt x="9487" y="31769"/>
                    <a:pt x="9487" y="31735"/>
                    <a:pt x="9487" y="31735"/>
                  </a:cubicBezTo>
                  <a:lnTo>
                    <a:pt x="9487" y="103"/>
                  </a:lnTo>
                  <a:cubicBezTo>
                    <a:pt x="9487" y="68"/>
                    <a:pt x="9487" y="34"/>
                    <a:pt x="9487" y="34"/>
                  </a:cubicBezTo>
                  <a:cubicBezTo>
                    <a:pt x="9453" y="0"/>
                    <a:pt x="9419" y="0"/>
                    <a:pt x="941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4" name="Google Shape;1746;p45">
              <a:extLst>
                <a:ext uri="{FF2B5EF4-FFF2-40B4-BE49-F238E27FC236}">
                  <a16:creationId xmlns:a16="http://schemas.microsoft.com/office/drawing/2014/main" id="{40E9F6D0-76B5-431C-9AC9-BAC67CF3A138}"/>
                </a:ext>
              </a:extLst>
            </p:cNvPr>
            <p:cNvSpPr/>
            <p:nvPr/>
          </p:nvSpPr>
          <p:spPr>
            <a:xfrm>
              <a:off x="1593737" y="2622460"/>
              <a:ext cx="66944" cy="690501"/>
            </a:xfrm>
            <a:custGeom>
              <a:avLst/>
              <a:gdLst/>
              <a:ahLst/>
              <a:cxnLst/>
              <a:rect l="l" t="t" r="r" b="b"/>
              <a:pathLst>
                <a:path w="3004" h="30985" extrusionOk="0">
                  <a:moveTo>
                    <a:pt x="2935" y="1"/>
                  </a:moveTo>
                  <a:cubicBezTo>
                    <a:pt x="2867" y="1"/>
                    <a:pt x="2833" y="35"/>
                    <a:pt x="2833" y="69"/>
                  </a:cubicBezTo>
                  <a:lnTo>
                    <a:pt x="2833" y="30541"/>
                  </a:lnTo>
                  <a:lnTo>
                    <a:pt x="69" y="30814"/>
                  </a:lnTo>
                  <a:cubicBezTo>
                    <a:pt x="35" y="30814"/>
                    <a:pt x="1" y="30848"/>
                    <a:pt x="1" y="30916"/>
                  </a:cubicBezTo>
                  <a:cubicBezTo>
                    <a:pt x="1" y="30950"/>
                    <a:pt x="35" y="30984"/>
                    <a:pt x="103" y="30984"/>
                  </a:cubicBezTo>
                  <a:lnTo>
                    <a:pt x="2935" y="30677"/>
                  </a:lnTo>
                  <a:cubicBezTo>
                    <a:pt x="2969" y="30677"/>
                    <a:pt x="3003" y="30643"/>
                    <a:pt x="3003" y="30609"/>
                  </a:cubicBezTo>
                  <a:lnTo>
                    <a:pt x="3003" y="69"/>
                  </a:lnTo>
                  <a:cubicBezTo>
                    <a:pt x="3003" y="35"/>
                    <a:pt x="2969" y="1"/>
                    <a:pt x="293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5" name="Google Shape;1747;p45">
              <a:extLst>
                <a:ext uri="{FF2B5EF4-FFF2-40B4-BE49-F238E27FC236}">
                  <a16:creationId xmlns:a16="http://schemas.microsoft.com/office/drawing/2014/main" id="{830650DD-8D71-A42E-B4A8-24C27C6080B7}"/>
                </a:ext>
              </a:extLst>
            </p:cNvPr>
            <p:cNvSpPr/>
            <p:nvPr/>
          </p:nvSpPr>
          <p:spPr>
            <a:xfrm>
              <a:off x="1656848" y="3302286"/>
              <a:ext cx="148307" cy="13705"/>
            </a:xfrm>
            <a:custGeom>
              <a:avLst/>
              <a:gdLst/>
              <a:ahLst/>
              <a:cxnLst/>
              <a:rect l="l" t="t" r="r" b="b"/>
              <a:pathLst>
                <a:path w="6655" h="615" extrusionOk="0">
                  <a:moveTo>
                    <a:pt x="103" y="1"/>
                  </a:moveTo>
                  <a:cubicBezTo>
                    <a:pt x="35" y="1"/>
                    <a:pt x="1" y="35"/>
                    <a:pt x="1" y="103"/>
                  </a:cubicBezTo>
                  <a:cubicBezTo>
                    <a:pt x="1" y="137"/>
                    <a:pt x="35" y="171"/>
                    <a:pt x="69" y="171"/>
                  </a:cubicBezTo>
                  <a:lnTo>
                    <a:pt x="6587" y="615"/>
                  </a:lnTo>
                  <a:cubicBezTo>
                    <a:pt x="6621" y="615"/>
                    <a:pt x="6655" y="581"/>
                    <a:pt x="6655" y="547"/>
                  </a:cubicBezTo>
                  <a:cubicBezTo>
                    <a:pt x="6655" y="513"/>
                    <a:pt x="6621" y="478"/>
                    <a:pt x="6587" y="444"/>
                  </a:cubicBezTo>
                  <a:lnTo>
                    <a:pt x="103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" name="Google Shape;1748;p45">
              <a:extLst>
                <a:ext uri="{FF2B5EF4-FFF2-40B4-BE49-F238E27FC236}">
                  <a16:creationId xmlns:a16="http://schemas.microsoft.com/office/drawing/2014/main" id="{05717297-41A8-DEDD-76D0-FDAB04ACB3A1}"/>
                </a:ext>
              </a:extLst>
            </p:cNvPr>
            <p:cNvSpPr/>
            <p:nvPr/>
          </p:nvSpPr>
          <p:spPr>
            <a:xfrm>
              <a:off x="2348084" y="3363124"/>
              <a:ext cx="308759" cy="22842"/>
            </a:xfrm>
            <a:custGeom>
              <a:avLst/>
              <a:gdLst/>
              <a:ahLst/>
              <a:cxnLst/>
              <a:rect l="l" t="t" r="r" b="b"/>
              <a:pathLst>
                <a:path w="13855" h="1025" extrusionOk="0">
                  <a:moveTo>
                    <a:pt x="2765" y="1"/>
                  </a:moveTo>
                  <a:lnTo>
                    <a:pt x="69" y="478"/>
                  </a:lnTo>
                  <a:cubicBezTo>
                    <a:pt x="35" y="478"/>
                    <a:pt x="1" y="547"/>
                    <a:pt x="1" y="581"/>
                  </a:cubicBezTo>
                  <a:cubicBezTo>
                    <a:pt x="1" y="615"/>
                    <a:pt x="35" y="649"/>
                    <a:pt x="103" y="649"/>
                  </a:cubicBezTo>
                  <a:lnTo>
                    <a:pt x="2765" y="171"/>
                  </a:lnTo>
                  <a:lnTo>
                    <a:pt x="13752" y="1024"/>
                  </a:lnTo>
                  <a:cubicBezTo>
                    <a:pt x="13820" y="1024"/>
                    <a:pt x="13855" y="990"/>
                    <a:pt x="13855" y="922"/>
                  </a:cubicBezTo>
                  <a:cubicBezTo>
                    <a:pt x="13855" y="888"/>
                    <a:pt x="13820" y="854"/>
                    <a:pt x="13786" y="820"/>
                  </a:cubicBezTo>
                  <a:lnTo>
                    <a:pt x="276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" name="Google Shape;1749;p45">
              <a:extLst>
                <a:ext uri="{FF2B5EF4-FFF2-40B4-BE49-F238E27FC236}">
                  <a16:creationId xmlns:a16="http://schemas.microsoft.com/office/drawing/2014/main" id="{9330F6A8-6216-6858-2EB6-6A4C42D2CADD}"/>
                </a:ext>
              </a:extLst>
            </p:cNvPr>
            <p:cNvSpPr/>
            <p:nvPr/>
          </p:nvSpPr>
          <p:spPr>
            <a:xfrm>
              <a:off x="2407407" y="2611050"/>
              <a:ext cx="4568" cy="755907"/>
            </a:xfrm>
            <a:custGeom>
              <a:avLst/>
              <a:gdLst/>
              <a:ahLst/>
              <a:cxnLst/>
              <a:rect l="l" t="t" r="r" b="b"/>
              <a:pathLst>
                <a:path w="205" h="33920" extrusionOk="0">
                  <a:moveTo>
                    <a:pt x="103" y="1"/>
                  </a:moveTo>
                  <a:cubicBezTo>
                    <a:pt x="68" y="1"/>
                    <a:pt x="0" y="35"/>
                    <a:pt x="0" y="69"/>
                  </a:cubicBezTo>
                  <a:lnTo>
                    <a:pt x="34" y="33851"/>
                  </a:lnTo>
                  <a:cubicBezTo>
                    <a:pt x="34" y="33885"/>
                    <a:pt x="68" y="33919"/>
                    <a:pt x="103" y="33919"/>
                  </a:cubicBezTo>
                  <a:cubicBezTo>
                    <a:pt x="171" y="33919"/>
                    <a:pt x="205" y="33885"/>
                    <a:pt x="205" y="33851"/>
                  </a:cubicBezTo>
                  <a:lnTo>
                    <a:pt x="205" y="69"/>
                  </a:lnTo>
                  <a:cubicBezTo>
                    <a:pt x="205" y="35"/>
                    <a:pt x="137" y="1"/>
                    <a:pt x="1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" name="Google Shape;1750;p45">
              <a:extLst>
                <a:ext uri="{FF2B5EF4-FFF2-40B4-BE49-F238E27FC236}">
                  <a16:creationId xmlns:a16="http://schemas.microsoft.com/office/drawing/2014/main" id="{9E184028-12F5-7CF8-A900-B2D7B637F43D}"/>
                </a:ext>
              </a:extLst>
            </p:cNvPr>
            <p:cNvSpPr/>
            <p:nvPr/>
          </p:nvSpPr>
          <p:spPr>
            <a:xfrm>
              <a:off x="3052246" y="2659720"/>
              <a:ext cx="179483" cy="629663"/>
            </a:xfrm>
            <a:custGeom>
              <a:avLst/>
              <a:gdLst/>
              <a:ahLst/>
              <a:cxnLst/>
              <a:rect l="l" t="t" r="r" b="b"/>
              <a:pathLst>
                <a:path w="8054" h="28255" extrusionOk="0">
                  <a:moveTo>
                    <a:pt x="171" y="171"/>
                  </a:moveTo>
                  <a:lnTo>
                    <a:pt x="7883" y="342"/>
                  </a:lnTo>
                  <a:lnTo>
                    <a:pt x="7883" y="27197"/>
                  </a:lnTo>
                  <a:lnTo>
                    <a:pt x="171" y="28084"/>
                  </a:lnTo>
                  <a:lnTo>
                    <a:pt x="171" y="171"/>
                  </a:lnTo>
                  <a:close/>
                  <a:moveTo>
                    <a:pt x="35" y="1"/>
                  </a:moveTo>
                  <a:cubicBezTo>
                    <a:pt x="1" y="35"/>
                    <a:pt x="1" y="69"/>
                    <a:pt x="1" y="69"/>
                  </a:cubicBezTo>
                  <a:lnTo>
                    <a:pt x="1" y="28186"/>
                  </a:lnTo>
                  <a:cubicBezTo>
                    <a:pt x="1" y="28186"/>
                    <a:pt x="1" y="28221"/>
                    <a:pt x="35" y="28221"/>
                  </a:cubicBezTo>
                  <a:cubicBezTo>
                    <a:pt x="35" y="28255"/>
                    <a:pt x="69" y="28255"/>
                    <a:pt x="103" y="28255"/>
                  </a:cubicBezTo>
                  <a:lnTo>
                    <a:pt x="7985" y="27367"/>
                  </a:lnTo>
                  <a:cubicBezTo>
                    <a:pt x="8019" y="27367"/>
                    <a:pt x="8054" y="27333"/>
                    <a:pt x="8054" y="27265"/>
                  </a:cubicBezTo>
                  <a:lnTo>
                    <a:pt x="8054" y="274"/>
                  </a:lnTo>
                  <a:cubicBezTo>
                    <a:pt x="8054" y="205"/>
                    <a:pt x="8019" y="171"/>
                    <a:pt x="7985" y="171"/>
                  </a:cubicBezTo>
                  <a:lnTo>
                    <a:pt x="103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" name="Google Shape;1751;p45">
              <a:extLst>
                <a:ext uri="{FF2B5EF4-FFF2-40B4-BE49-F238E27FC236}">
                  <a16:creationId xmlns:a16="http://schemas.microsoft.com/office/drawing/2014/main" id="{1675D3B6-FA8A-152C-9B79-E2877C7AF7C9}"/>
                </a:ext>
              </a:extLst>
            </p:cNvPr>
            <p:cNvSpPr/>
            <p:nvPr/>
          </p:nvSpPr>
          <p:spPr>
            <a:xfrm>
              <a:off x="3396727" y="2659720"/>
              <a:ext cx="159717" cy="598486"/>
            </a:xfrm>
            <a:custGeom>
              <a:avLst/>
              <a:gdLst/>
              <a:ahLst/>
              <a:cxnLst/>
              <a:rect l="l" t="t" r="r" b="b"/>
              <a:pathLst>
                <a:path w="7167" h="26856" extrusionOk="0">
                  <a:moveTo>
                    <a:pt x="6996" y="171"/>
                  </a:moveTo>
                  <a:lnTo>
                    <a:pt x="6996" y="25866"/>
                  </a:lnTo>
                  <a:lnTo>
                    <a:pt x="171" y="26685"/>
                  </a:lnTo>
                  <a:lnTo>
                    <a:pt x="171" y="171"/>
                  </a:lnTo>
                  <a:close/>
                  <a:moveTo>
                    <a:pt x="69" y="1"/>
                  </a:moveTo>
                  <a:cubicBezTo>
                    <a:pt x="34" y="1"/>
                    <a:pt x="0" y="35"/>
                    <a:pt x="0" y="69"/>
                  </a:cubicBezTo>
                  <a:lnTo>
                    <a:pt x="0" y="26787"/>
                  </a:lnTo>
                  <a:cubicBezTo>
                    <a:pt x="0" y="26821"/>
                    <a:pt x="0" y="26821"/>
                    <a:pt x="34" y="26856"/>
                  </a:cubicBezTo>
                  <a:lnTo>
                    <a:pt x="103" y="26856"/>
                  </a:lnTo>
                  <a:lnTo>
                    <a:pt x="7098" y="26003"/>
                  </a:lnTo>
                  <a:cubicBezTo>
                    <a:pt x="7132" y="26003"/>
                    <a:pt x="7166" y="25968"/>
                    <a:pt x="7166" y="25934"/>
                  </a:cubicBezTo>
                  <a:lnTo>
                    <a:pt x="7166" y="69"/>
                  </a:lnTo>
                  <a:cubicBezTo>
                    <a:pt x="7166" y="35"/>
                    <a:pt x="7132" y="1"/>
                    <a:pt x="706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" name="Google Shape;1752;p45">
              <a:extLst>
                <a:ext uri="{FF2B5EF4-FFF2-40B4-BE49-F238E27FC236}">
                  <a16:creationId xmlns:a16="http://schemas.microsoft.com/office/drawing/2014/main" id="{7B55D7CE-D841-D0C5-9961-F8FFDAC1E052}"/>
                </a:ext>
              </a:extLst>
            </p:cNvPr>
            <p:cNvSpPr/>
            <p:nvPr/>
          </p:nvSpPr>
          <p:spPr>
            <a:xfrm>
              <a:off x="3314607" y="2659720"/>
              <a:ext cx="85931" cy="598486"/>
            </a:xfrm>
            <a:custGeom>
              <a:avLst/>
              <a:gdLst/>
              <a:ahLst/>
              <a:cxnLst/>
              <a:rect l="l" t="t" r="r" b="b"/>
              <a:pathLst>
                <a:path w="3856" h="26856" extrusionOk="0">
                  <a:moveTo>
                    <a:pt x="102" y="1"/>
                  </a:moveTo>
                  <a:cubicBezTo>
                    <a:pt x="34" y="1"/>
                    <a:pt x="0" y="35"/>
                    <a:pt x="0" y="69"/>
                  </a:cubicBezTo>
                  <a:lnTo>
                    <a:pt x="0" y="26412"/>
                  </a:lnTo>
                  <a:cubicBezTo>
                    <a:pt x="0" y="26480"/>
                    <a:pt x="34" y="26514"/>
                    <a:pt x="102" y="26514"/>
                  </a:cubicBezTo>
                  <a:lnTo>
                    <a:pt x="3754" y="26856"/>
                  </a:lnTo>
                  <a:cubicBezTo>
                    <a:pt x="3822" y="26856"/>
                    <a:pt x="3856" y="26821"/>
                    <a:pt x="3856" y="26787"/>
                  </a:cubicBezTo>
                  <a:cubicBezTo>
                    <a:pt x="3856" y="26753"/>
                    <a:pt x="3822" y="26685"/>
                    <a:pt x="3788" y="26685"/>
                  </a:cubicBezTo>
                  <a:lnTo>
                    <a:pt x="171" y="26344"/>
                  </a:lnTo>
                  <a:lnTo>
                    <a:pt x="171" y="171"/>
                  </a:lnTo>
                  <a:lnTo>
                    <a:pt x="3754" y="171"/>
                  </a:lnTo>
                  <a:cubicBezTo>
                    <a:pt x="3822" y="171"/>
                    <a:pt x="3856" y="137"/>
                    <a:pt x="3856" y="69"/>
                  </a:cubicBezTo>
                  <a:cubicBezTo>
                    <a:pt x="3856" y="35"/>
                    <a:pt x="3822" y="1"/>
                    <a:pt x="375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" name="Google Shape;1753;p45">
              <a:extLst>
                <a:ext uri="{FF2B5EF4-FFF2-40B4-BE49-F238E27FC236}">
                  <a16:creationId xmlns:a16="http://schemas.microsoft.com/office/drawing/2014/main" id="{097CE395-02FE-92FC-5972-8279DE1DBA1A}"/>
                </a:ext>
              </a:extLst>
            </p:cNvPr>
            <p:cNvSpPr/>
            <p:nvPr/>
          </p:nvSpPr>
          <p:spPr>
            <a:xfrm>
              <a:off x="3474279" y="2659720"/>
              <a:ext cx="82165" cy="579477"/>
            </a:xfrm>
            <a:custGeom>
              <a:avLst/>
              <a:gdLst/>
              <a:ahLst/>
              <a:cxnLst/>
              <a:rect l="l" t="t" r="r" b="b"/>
              <a:pathLst>
                <a:path w="3687" h="26003" extrusionOk="0">
                  <a:moveTo>
                    <a:pt x="103" y="1"/>
                  </a:moveTo>
                  <a:cubicBezTo>
                    <a:pt x="69" y="1"/>
                    <a:pt x="1" y="35"/>
                    <a:pt x="1" y="69"/>
                  </a:cubicBezTo>
                  <a:lnTo>
                    <a:pt x="1" y="25661"/>
                  </a:lnTo>
                  <a:cubicBezTo>
                    <a:pt x="1" y="25695"/>
                    <a:pt x="35" y="25730"/>
                    <a:pt x="103" y="25730"/>
                  </a:cubicBezTo>
                  <a:lnTo>
                    <a:pt x="3584" y="26003"/>
                  </a:lnTo>
                  <a:cubicBezTo>
                    <a:pt x="3652" y="26003"/>
                    <a:pt x="3686" y="25968"/>
                    <a:pt x="3686" y="25934"/>
                  </a:cubicBezTo>
                  <a:cubicBezTo>
                    <a:pt x="3686" y="25900"/>
                    <a:pt x="3652" y="25832"/>
                    <a:pt x="3618" y="25832"/>
                  </a:cubicBezTo>
                  <a:lnTo>
                    <a:pt x="171" y="25559"/>
                  </a:lnTo>
                  <a:lnTo>
                    <a:pt x="171" y="69"/>
                  </a:lnTo>
                  <a:cubicBezTo>
                    <a:pt x="171" y="35"/>
                    <a:pt x="137" y="1"/>
                    <a:pt x="1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" name="Google Shape;1754;p45">
              <a:extLst>
                <a:ext uri="{FF2B5EF4-FFF2-40B4-BE49-F238E27FC236}">
                  <a16:creationId xmlns:a16="http://schemas.microsoft.com/office/drawing/2014/main" id="{531D6171-262C-6B1F-4694-76769FE3A309}"/>
                </a:ext>
              </a:extLst>
            </p:cNvPr>
            <p:cNvSpPr/>
            <p:nvPr/>
          </p:nvSpPr>
          <p:spPr>
            <a:xfrm>
              <a:off x="3314607" y="3229280"/>
              <a:ext cx="164263" cy="21327"/>
            </a:xfrm>
            <a:custGeom>
              <a:avLst/>
              <a:gdLst/>
              <a:ahLst/>
              <a:cxnLst/>
              <a:rect l="l" t="t" r="r" b="b"/>
              <a:pathLst>
                <a:path w="7371" h="957" extrusionOk="0">
                  <a:moveTo>
                    <a:pt x="7268" y="1"/>
                  </a:moveTo>
                  <a:lnTo>
                    <a:pt x="102" y="786"/>
                  </a:lnTo>
                  <a:cubicBezTo>
                    <a:pt x="34" y="786"/>
                    <a:pt x="0" y="820"/>
                    <a:pt x="0" y="888"/>
                  </a:cubicBezTo>
                  <a:cubicBezTo>
                    <a:pt x="0" y="922"/>
                    <a:pt x="68" y="956"/>
                    <a:pt x="102" y="956"/>
                  </a:cubicBezTo>
                  <a:lnTo>
                    <a:pt x="7268" y="172"/>
                  </a:lnTo>
                  <a:cubicBezTo>
                    <a:pt x="7336" y="172"/>
                    <a:pt x="7371" y="137"/>
                    <a:pt x="7336" y="69"/>
                  </a:cubicBezTo>
                  <a:cubicBezTo>
                    <a:pt x="7336" y="35"/>
                    <a:pt x="7302" y="1"/>
                    <a:pt x="726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" name="Google Shape;1755;p45">
              <a:extLst>
                <a:ext uri="{FF2B5EF4-FFF2-40B4-BE49-F238E27FC236}">
                  <a16:creationId xmlns:a16="http://schemas.microsoft.com/office/drawing/2014/main" id="{3C936283-10F9-488D-A276-E4138AE4BEA6}"/>
                </a:ext>
              </a:extLst>
            </p:cNvPr>
            <p:cNvSpPr/>
            <p:nvPr/>
          </p:nvSpPr>
          <p:spPr>
            <a:xfrm>
              <a:off x="3154155" y="2662015"/>
              <a:ext cx="77574" cy="607601"/>
            </a:xfrm>
            <a:custGeom>
              <a:avLst/>
              <a:gdLst/>
              <a:ahLst/>
              <a:cxnLst/>
              <a:rect l="l" t="t" r="r" b="b"/>
              <a:pathLst>
                <a:path w="3481" h="27265" extrusionOk="0">
                  <a:moveTo>
                    <a:pt x="68" y="0"/>
                  </a:moveTo>
                  <a:cubicBezTo>
                    <a:pt x="34" y="0"/>
                    <a:pt x="0" y="34"/>
                    <a:pt x="0" y="68"/>
                  </a:cubicBezTo>
                  <a:lnTo>
                    <a:pt x="0" y="26684"/>
                  </a:lnTo>
                  <a:cubicBezTo>
                    <a:pt x="0" y="26718"/>
                    <a:pt x="34" y="26753"/>
                    <a:pt x="68" y="26753"/>
                  </a:cubicBezTo>
                  <a:lnTo>
                    <a:pt x="3378" y="27264"/>
                  </a:lnTo>
                  <a:lnTo>
                    <a:pt x="3412" y="27264"/>
                  </a:lnTo>
                  <a:cubicBezTo>
                    <a:pt x="3446" y="27264"/>
                    <a:pt x="3481" y="27230"/>
                    <a:pt x="3481" y="27196"/>
                  </a:cubicBezTo>
                  <a:cubicBezTo>
                    <a:pt x="3481" y="27128"/>
                    <a:pt x="3446" y="27094"/>
                    <a:pt x="3412" y="27094"/>
                  </a:cubicBezTo>
                  <a:lnTo>
                    <a:pt x="171" y="26616"/>
                  </a:lnTo>
                  <a:lnTo>
                    <a:pt x="171" y="68"/>
                  </a:lnTo>
                  <a:cubicBezTo>
                    <a:pt x="171" y="34"/>
                    <a:pt x="137" y="0"/>
                    <a:pt x="6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" name="Google Shape;1756;p45">
              <a:extLst>
                <a:ext uri="{FF2B5EF4-FFF2-40B4-BE49-F238E27FC236}">
                  <a16:creationId xmlns:a16="http://schemas.microsoft.com/office/drawing/2014/main" id="{9BE465E2-5ABB-E7BD-9FC4-FD6F07A799D6}"/>
                </a:ext>
              </a:extLst>
            </p:cNvPr>
            <p:cNvSpPr/>
            <p:nvPr/>
          </p:nvSpPr>
          <p:spPr>
            <a:xfrm>
              <a:off x="2968610" y="3254373"/>
              <a:ext cx="189356" cy="35010"/>
            </a:xfrm>
            <a:custGeom>
              <a:avLst/>
              <a:gdLst/>
              <a:ahLst/>
              <a:cxnLst/>
              <a:rect l="l" t="t" r="r" b="b"/>
              <a:pathLst>
                <a:path w="8497" h="1571" extrusionOk="0">
                  <a:moveTo>
                    <a:pt x="8394" y="1"/>
                  </a:moveTo>
                  <a:lnTo>
                    <a:pt x="68" y="1093"/>
                  </a:lnTo>
                  <a:cubicBezTo>
                    <a:pt x="34" y="1093"/>
                    <a:pt x="0" y="1127"/>
                    <a:pt x="0" y="1161"/>
                  </a:cubicBezTo>
                  <a:cubicBezTo>
                    <a:pt x="0" y="1229"/>
                    <a:pt x="34" y="1264"/>
                    <a:pt x="68" y="1264"/>
                  </a:cubicBezTo>
                  <a:lnTo>
                    <a:pt x="3822" y="1571"/>
                  </a:lnTo>
                  <a:lnTo>
                    <a:pt x="3856" y="1571"/>
                  </a:lnTo>
                  <a:cubicBezTo>
                    <a:pt x="3890" y="1571"/>
                    <a:pt x="3924" y="1537"/>
                    <a:pt x="3924" y="1502"/>
                  </a:cubicBezTo>
                  <a:cubicBezTo>
                    <a:pt x="3924" y="1434"/>
                    <a:pt x="3890" y="1400"/>
                    <a:pt x="3856" y="1400"/>
                  </a:cubicBezTo>
                  <a:lnTo>
                    <a:pt x="887" y="1161"/>
                  </a:lnTo>
                  <a:lnTo>
                    <a:pt x="8428" y="172"/>
                  </a:lnTo>
                  <a:cubicBezTo>
                    <a:pt x="8463" y="172"/>
                    <a:pt x="8497" y="137"/>
                    <a:pt x="8497" y="69"/>
                  </a:cubicBezTo>
                  <a:cubicBezTo>
                    <a:pt x="8497" y="35"/>
                    <a:pt x="8463" y="1"/>
                    <a:pt x="839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" name="Google Shape;1757;p45">
              <a:extLst>
                <a:ext uri="{FF2B5EF4-FFF2-40B4-BE49-F238E27FC236}">
                  <a16:creationId xmlns:a16="http://schemas.microsoft.com/office/drawing/2014/main" id="{70D908BD-9100-8379-EC0E-401589BF2B2F}"/>
                </a:ext>
              </a:extLst>
            </p:cNvPr>
            <p:cNvSpPr/>
            <p:nvPr/>
          </p:nvSpPr>
          <p:spPr>
            <a:xfrm>
              <a:off x="2968610" y="2659720"/>
              <a:ext cx="87469" cy="622821"/>
            </a:xfrm>
            <a:custGeom>
              <a:avLst/>
              <a:gdLst/>
              <a:ahLst/>
              <a:cxnLst/>
              <a:rect l="l" t="t" r="r" b="b"/>
              <a:pathLst>
                <a:path w="3925" h="27948" extrusionOk="0">
                  <a:moveTo>
                    <a:pt x="68" y="1"/>
                  </a:moveTo>
                  <a:cubicBezTo>
                    <a:pt x="34" y="1"/>
                    <a:pt x="0" y="35"/>
                    <a:pt x="0" y="69"/>
                  </a:cubicBezTo>
                  <a:lnTo>
                    <a:pt x="0" y="27845"/>
                  </a:lnTo>
                  <a:cubicBezTo>
                    <a:pt x="0" y="27913"/>
                    <a:pt x="34" y="27948"/>
                    <a:pt x="68" y="27948"/>
                  </a:cubicBezTo>
                  <a:cubicBezTo>
                    <a:pt x="137" y="27948"/>
                    <a:pt x="171" y="27913"/>
                    <a:pt x="171" y="27845"/>
                  </a:cubicBezTo>
                  <a:lnTo>
                    <a:pt x="171" y="171"/>
                  </a:lnTo>
                  <a:lnTo>
                    <a:pt x="3856" y="171"/>
                  </a:lnTo>
                  <a:cubicBezTo>
                    <a:pt x="3890" y="171"/>
                    <a:pt x="3924" y="137"/>
                    <a:pt x="3924" y="69"/>
                  </a:cubicBezTo>
                  <a:cubicBezTo>
                    <a:pt x="3924" y="35"/>
                    <a:pt x="3890" y="1"/>
                    <a:pt x="385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" name="Google Shape;1758;p45">
              <a:extLst>
                <a:ext uri="{FF2B5EF4-FFF2-40B4-BE49-F238E27FC236}">
                  <a16:creationId xmlns:a16="http://schemas.microsoft.com/office/drawing/2014/main" id="{2D73E789-8067-1578-4A41-C5BFC39CD7E6}"/>
                </a:ext>
              </a:extLst>
            </p:cNvPr>
            <p:cNvSpPr/>
            <p:nvPr/>
          </p:nvSpPr>
          <p:spPr>
            <a:xfrm>
              <a:off x="1786881" y="2695465"/>
              <a:ext cx="215229" cy="526238"/>
            </a:xfrm>
            <a:custGeom>
              <a:avLst/>
              <a:gdLst/>
              <a:ahLst/>
              <a:cxnLst/>
              <a:rect l="l" t="t" r="r" b="b"/>
              <a:pathLst>
                <a:path w="9658" h="23614" extrusionOk="0">
                  <a:moveTo>
                    <a:pt x="9453" y="171"/>
                  </a:moveTo>
                  <a:lnTo>
                    <a:pt x="9453" y="22727"/>
                  </a:lnTo>
                  <a:lnTo>
                    <a:pt x="171" y="23443"/>
                  </a:lnTo>
                  <a:lnTo>
                    <a:pt x="171" y="171"/>
                  </a:lnTo>
                  <a:close/>
                  <a:moveTo>
                    <a:pt x="103" y="1"/>
                  </a:moveTo>
                  <a:cubicBezTo>
                    <a:pt x="69" y="1"/>
                    <a:pt x="1" y="35"/>
                    <a:pt x="1" y="103"/>
                  </a:cubicBezTo>
                  <a:lnTo>
                    <a:pt x="1" y="23511"/>
                  </a:lnTo>
                  <a:cubicBezTo>
                    <a:pt x="1" y="23545"/>
                    <a:pt x="35" y="23580"/>
                    <a:pt x="35" y="23580"/>
                  </a:cubicBezTo>
                  <a:cubicBezTo>
                    <a:pt x="69" y="23614"/>
                    <a:pt x="69" y="23614"/>
                    <a:pt x="103" y="23614"/>
                  </a:cubicBezTo>
                  <a:lnTo>
                    <a:pt x="9555" y="22897"/>
                  </a:lnTo>
                  <a:cubicBezTo>
                    <a:pt x="9624" y="22897"/>
                    <a:pt x="9658" y="22863"/>
                    <a:pt x="9658" y="22795"/>
                  </a:cubicBezTo>
                  <a:lnTo>
                    <a:pt x="9658" y="103"/>
                  </a:lnTo>
                  <a:cubicBezTo>
                    <a:pt x="9658" y="35"/>
                    <a:pt x="9589" y="1"/>
                    <a:pt x="955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" name="Google Shape;1759;p45">
              <a:extLst>
                <a:ext uri="{FF2B5EF4-FFF2-40B4-BE49-F238E27FC236}">
                  <a16:creationId xmlns:a16="http://schemas.microsoft.com/office/drawing/2014/main" id="{48BEE0AA-9869-12BD-F1D1-FAF75183715B}"/>
                </a:ext>
              </a:extLst>
            </p:cNvPr>
            <p:cNvSpPr/>
            <p:nvPr/>
          </p:nvSpPr>
          <p:spPr>
            <a:xfrm>
              <a:off x="1786123" y="2695465"/>
              <a:ext cx="4591" cy="3833"/>
            </a:xfrm>
            <a:custGeom>
              <a:avLst/>
              <a:gdLst/>
              <a:ahLst/>
              <a:cxnLst/>
              <a:rect l="l" t="t" r="r" b="b"/>
              <a:pathLst>
                <a:path w="206" h="172" extrusionOk="0">
                  <a:moveTo>
                    <a:pt x="69" y="1"/>
                  </a:moveTo>
                  <a:cubicBezTo>
                    <a:pt x="35" y="1"/>
                    <a:pt x="1" y="35"/>
                    <a:pt x="1" y="103"/>
                  </a:cubicBezTo>
                  <a:cubicBezTo>
                    <a:pt x="1" y="137"/>
                    <a:pt x="35" y="171"/>
                    <a:pt x="69" y="171"/>
                  </a:cubicBezTo>
                  <a:lnTo>
                    <a:pt x="137" y="171"/>
                  </a:lnTo>
                  <a:cubicBezTo>
                    <a:pt x="171" y="171"/>
                    <a:pt x="205" y="137"/>
                    <a:pt x="205" y="103"/>
                  </a:cubicBezTo>
                  <a:cubicBezTo>
                    <a:pt x="205" y="35"/>
                    <a:pt x="171" y="1"/>
                    <a:pt x="13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8" name="Google Shape;1760;p45">
              <a:extLst>
                <a:ext uri="{FF2B5EF4-FFF2-40B4-BE49-F238E27FC236}">
                  <a16:creationId xmlns:a16="http://schemas.microsoft.com/office/drawing/2014/main" id="{08AF6F53-053B-1321-0245-C4E3A4DE1BA1}"/>
                </a:ext>
              </a:extLst>
            </p:cNvPr>
            <p:cNvSpPr/>
            <p:nvPr/>
          </p:nvSpPr>
          <p:spPr>
            <a:xfrm>
              <a:off x="1735938" y="2695465"/>
              <a:ext cx="44124" cy="3833"/>
            </a:xfrm>
            <a:custGeom>
              <a:avLst/>
              <a:gdLst/>
              <a:ahLst/>
              <a:cxnLst/>
              <a:rect l="l" t="t" r="r" b="b"/>
              <a:pathLst>
                <a:path w="1980" h="172" extrusionOk="0">
                  <a:moveTo>
                    <a:pt x="69" y="1"/>
                  </a:moveTo>
                  <a:cubicBezTo>
                    <a:pt x="35" y="1"/>
                    <a:pt x="1" y="35"/>
                    <a:pt x="1" y="103"/>
                  </a:cubicBezTo>
                  <a:cubicBezTo>
                    <a:pt x="1" y="137"/>
                    <a:pt x="35" y="171"/>
                    <a:pt x="69" y="171"/>
                  </a:cubicBezTo>
                  <a:lnTo>
                    <a:pt x="171" y="171"/>
                  </a:lnTo>
                  <a:cubicBezTo>
                    <a:pt x="239" y="171"/>
                    <a:pt x="274" y="137"/>
                    <a:pt x="274" y="103"/>
                  </a:cubicBezTo>
                  <a:cubicBezTo>
                    <a:pt x="274" y="35"/>
                    <a:pt x="239" y="1"/>
                    <a:pt x="171" y="1"/>
                  </a:cubicBezTo>
                  <a:close/>
                  <a:moveTo>
                    <a:pt x="649" y="1"/>
                  </a:moveTo>
                  <a:cubicBezTo>
                    <a:pt x="581" y="1"/>
                    <a:pt x="547" y="35"/>
                    <a:pt x="547" y="103"/>
                  </a:cubicBezTo>
                  <a:cubicBezTo>
                    <a:pt x="547" y="137"/>
                    <a:pt x="581" y="171"/>
                    <a:pt x="649" y="171"/>
                  </a:cubicBezTo>
                  <a:lnTo>
                    <a:pt x="751" y="171"/>
                  </a:lnTo>
                  <a:cubicBezTo>
                    <a:pt x="785" y="171"/>
                    <a:pt x="820" y="137"/>
                    <a:pt x="820" y="103"/>
                  </a:cubicBezTo>
                  <a:cubicBezTo>
                    <a:pt x="820" y="35"/>
                    <a:pt x="785" y="1"/>
                    <a:pt x="751" y="1"/>
                  </a:cubicBezTo>
                  <a:close/>
                  <a:moveTo>
                    <a:pt x="1195" y="1"/>
                  </a:moveTo>
                  <a:cubicBezTo>
                    <a:pt x="1161" y="1"/>
                    <a:pt x="1127" y="35"/>
                    <a:pt x="1127" y="103"/>
                  </a:cubicBezTo>
                  <a:cubicBezTo>
                    <a:pt x="1127" y="137"/>
                    <a:pt x="1161" y="171"/>
                    <a:pt x="1195" y="171"/>
                  </a:cubicBezTo>
                  <a:lnTo>
                    <a:pt x="1331" y="171"/>
                  </a:lnTo>
                  <a:cubicBezTo>
                    <a:pt x="1366" y="171"/>
                    <a:pt x="1400" y="137"/>
                    <a:pt x="1400" y="103"/>
                  </a:cubicBezTo>
                  <a:cubicBezTo>
                    <a:pt x="1400" y="35"/>
                    <a:pt x="1366" y="1"/>
                    <a:pt x="1331" y="1"/>
                  </a:cubicBezTo>
                  <a:close/>
                  <a:moveTo>
                    <a:pt x="1775" y="1"/>
                  </a:moveTo>
                  <a:cubicBezTo>
                    <a:pt x="1707" y="1"/>
                    <a:pt x="1673" y="35"/>
                    <a:pt x="1673" y="103"/>
                  </a:cubicBezTo>
                  <a:cubicBezTo>
                    <a:pt x="1673" y="137"/>
                    <a:pt x="1707" y="171"/>
                    <a:pt x="1775" y="171"/>
                  </a:cubicBezTo>
                  <a:lnTo>
                    <a:pt x="1877" y="171"/>
                  </a:lnTo>
                  <a:cubicBezTo>
                    <a:pt x="1912" y="171"/>
                    <a:pt x="1980" y="137"/>
                    <a:pt x="1980" y="103"/>
                  </a:cubicBezTo>
                  <a:cubicBezTo>
                    <a:pt x="1980" y="35"/>
                    <a:pt x="1912" y="1"/>
                    <a:pt x="187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9" name="Google Shape;1761;p45">
              <a:extLst>
                <a:ext uri="{FF2B5EF4-FFF2-40B4-BE49-F238E27FC236}">
                  <a16:creationId xmlns:a16="http://schemas.microsoft.com/office/drawing/2014/main" id="{7182028E-AB91-A84D-F656-A5E5F7EA0021}"/>
                </a:ext>
              </a:extLst>
            </p:cNvPr>
            <p:cNvSpPr/>
            <p:nvPr/>
          </p:nvSpPr>
          <p:spPr>
            <a:xfrm>
              <a:off x="1724528" y="2695465"/>
              <a:ext cx="4591" cy="5348"/>
            </a:xfrm>
            <a:custGeom>
              <a:avLst/>
              <a:gdLst/>
              <a:ahLst/>
              <a:cxnLst/>
              <a:rect l="l" t="t" r="r" b="b"/>
              <a:pathLst>
                <a:path w="206" h="240" extrusionOk="0">
                  <a:moveTo>
                    <a:pt x="69" y="1"/>
                  </a:moveTo>
                  <a:cubicBezTo>
                    <a:pt x="35" y="1"/>
                    <a:pt x="1" y="35"/>
                    <a:pt x="1" y="103"/>
                  </a:cubicBezTo>
                  <a:lnTo>
                    <a:pt x="1" y="137"/>
                  </a:lnTo>
                  <a:cubicBezTo>
                    <a:pt x="1" y="205"/>
                    <a:pt x="35" y="239"/>
                    <a:pt x="69" y="239"/>
                  </a:cubicBezTo>
                  <a:cubicBezTo>
                    <a:pt x="103" y="239"/>
                    <a:pt x="137" y="205"/>
                    <a:pt x="171" y="171"/>
                  </a:cubicBezTo>
                  <a:cubicBezTo>
                    <a:pt x="206" y="171"/>
                    <a:pt x="206" y="137"/>
                    <a:pt x="206" y="103"/>
                  </a:cubicBezTo>
                  <a:cubicBezTo>
                    <a:pt x="206" y="35"/>
                    <a:pt x="171" y="1"/>
                    <a:pt x="13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0" name="Google Shape;1762;p45">
              <a:extLst>
                <a:ext uri="{FF2B5EF4-FFF2-40B4-BE49-F238E27FC236}">
                  <a16:creationId xmlns:a16="http://schemas.microsoft.com/office/drawing/2014/main" id="{7FB38586-BEE1-C736-92DB-46B9F87FDB3A}"/>
                </a:ext>
              </a:extLst>
            </p:cNvPr>
            <p:cNvSpPr/>
            <p:nvPr/>
          </p:nvSpPr>
          <p:spPr>
            <a:xfrm>
              <a:off x="1724528" y="2706875"/>
              <a:ext cx="3833" cy="503418"/>
            </a:xfrm>
            <a:custGeom>
              <a:avLst/>
              <a:gdLst/>
              <a:ahLst/>
              <a:cxnLst/>
              <a:rect l="l" t="t" r="r" b="b"/>
              <a:pathLst>
                <a:path w="172" h="22590" extrusionOk="0">
                  <a:moveTo>
                    <a:pt x="69" y="0"/>
                  </a:moveTo>
                  <a:cubicBezTo>
                    <a:pt x="35" y="0"/>
                    <a:pt x="1" y="34"/>
                    <a:pt x="1" y="103"/>
                  </a:cubicBezTo>
                  <a:lnTo>
                    <a:pt x="1" y="205"/>
                  </a:lnTo>
                  <a:cubicBezTo>
                    <a:pt x="1" y="239"/>
                    <a:pt x="35" y="273"/>
                    <a:pt x="69" y="273"/>
                  </a:cubicBezTo>
                  <a:cubicBezTo>
                    <a:pt x="137" y="273"/>
                    <a:pt x="171" y="239"/>
                    <a:pt x="171" y="205"/>
                  </a:cubicBezTo>
                  <a:lnTo>
                    <a:pt x="171" y="103"/>
                  </a:lnTo>
                  <a:cubicBezTo>
                    <a:pt x="171" y="34"/>
                    <a:pt x="137" y="0"/>
                    <a:pt x="69" y="0"/>
                  </a:cubicBezTo>
                  <a:close/>
                  <a:moveTo>
                    <a:pt x="69" y="580"/>
                  </a:moveTo>
                  <a:cubicBezTo>
                    <a:pt x="35" y="580"/>
                    <a:pt x="1" y="615"/>
                    <a:pt x="1" y="649"/>
                  </a:cubicBezTo>
                  <a:lnTo>
                    <a:pt x="1" y="785"/>
                  </a:lnTo>
                  <a:cubicBezTo>
                    <a:pt x="1" y="819"/>
                    <a:pt x="35" y="853"/>
                    <a:pt x="69" y="853"/>
                  </a:cubicBezTo>
                  <a:cubicBezTo>
                    <a:pt x="137" y="853"/>
                    <a:pt x="171" y="819"/>
                    <a:pt x="171" y="785"/>
                  </a:cubicBezTo>
                  <a:lnTo>
                    <a:pt x="171" y="649"/>
                  </a:lnTo>
                  <a:cubicBezTo>
                    <a:pt x="171" y="615"/>
                    <a:pt x="137" y="580"/>
                    <a:pt x="69" y="580"/>
                  </a:cubicBezTo>
                  <a:close/>
                  <a:moveTo>
                    <a:pt x="69" y="1161"/>
                  </a:moveTo>
                  <a:cubicBezTo>
                    <a:pt x="35" y="1161"/>
                    <a:pt x="1" y="1195"/>
                    <a:pt x="1" y="1229"/>
                  </a:cubicBezTo>
                  <a:lnTo>
                    <a:pt x="1" y="1331"/>
                  </a:lnTo>
                  <a:cubicBezTo>
                    <a:pt x="1" y="1399"/>
                    <a:pt x="35" y="1434"/>
                    <a:pt x="69" y="1434"/>
                  </a:cubicBezTo>
                  <a:cubicBezTo>
                    <a:pt x="137" y="1434"/>
                    <a:pt x="171" y="1399"/>
                    <a:pt x="171" y="1331"/>
                  </a:cubicBezTo>
                  <a:lnTo>
                    <a:pt x="171" y="1229"/>
                  </a:lnTo>
                  <a:cubicBezTo>
                    <a:pt x="171" y="1195"/>
                    <a:pt x="137" y="1161"/>
                    <a:pt x="69" y="1161"/>
                  </a:cubicBezTo>
                  <a:close/>
                  <a:moveTo>
                    <a:pt x="69" y="1707"/>
                  </a:moveTo>
                  <a:cubicBezTo>
                    <a:pt x="35" y="1707"/>
                    <a:pt x="1" y="1741"/>
                    <a:pt x="1" y="1809"/>
                  </a:cubicBezTo>
                  <a:lnTo>
                    <a:pt x="1" y="1911"/>
                  </a:lnTo>
                  <a:cubicBezTo>
                    <a:pt x="1" y="1979"/>
                    <a:pt x="35" y="2014"/>
                    <a:pt x="69" y="2014"/>
                  </a:cubicBezTo>
                  <a:cubicBezTo>
                    <a:pt x="137" y="2014"/>
                    <a:pt x="171" y="1979"/>
                    <a:pt x="171" y="1911"/>
                  </a:cubicBezTo>
                  <a:lnTo>
                    <a:pt x="171" y="1809"/>
                  </a:lnTo>
                  <a:cubicBezTo>
                    <a:pt x="171" y="1741"/>
                    <a:pt x="137" y="1707"/>
                    <a:pt x="69" y="1707"/>
                  </a:cubicBezTo>
                  <a:close/>
                  <a:moveTo>
                    <a:pt x="69" y="2287"/>
                  </a:moveTo>
                  <a:cubicBezTo>
                    <a:pt x="35" y="2287"/>
                    <a:pt x="1" y="2321"/>
                    <a:pt x="1" y="2389"/>
                  </a:cubicBezTo>
                  <a:lnTo>
                    <a:pt x="1" y="2491"/>
                  </a:lnTo>
                  <a:cubicBezTo>
                    <a:pt x="1" y="2525"/>
                    <a:pt x="35" y="2560"/>
                    <a:pt x="69" y="2560"/>
                  </a:cubicBezTo>
                  <a:cubicBezTo>
                    <a:pt x="137" y="2560"/>
                    <a:pt x="171" y="2525"/>
                    <a:pt x="171" y="2491"/>
                  </a:cubicBezTo>
                  <a:lnTo>
                    <a:pt x="171" y="2389"/>
                  </a:lnTo>
                  <a:cubicBezTo>
                    <a:pt x="171" y="2321"/>
                    <a:pt x="137" y="2287"/>
                    <a:pt x="69" y="2287"/>
                  </a:cubicBezTo>
                  <a:close/>
                  <a:moveTo>
                    <a:pt x="69" y="2867"/>
                  </a:moveTo>
                  <a:cubicBezTo>
                    <a:pt x="35" y="2867"/>
                    <a:pt x="1" y="2901"/>
                    <a:pt x="1" y="2935"/>
                  </a:cubicBezTo>
                  <a:lnTo>
                    <a:pt x="1" y="3071"/>
                  </a:lnTo>
                  <a:cubicBezTo>
                    <a:pt x="1" y="3106"/>
                    <a:pt x="35" y="3140"/>
                    <a:pt x="69" y="3140"/>
                  </a:cubicBezTo>
                  <a:cubicBezTo>
                    <a:pt x="137" y="3140"/>
                    <a:pt x="171" y="3106"/>
                    <a:pt x="171" y="3071"/>
                  </a:cubicBezTo>
                  <a:lnTo>
                    <a:pt x="171" y="2935"/>
                  </a:lnTo>
                  <a:cubicBezTo>
                    <a:pt x="171" y="2901"/>
                    <a:pt x="137" y="2867"/>
                    <a:pt x="69" y="2867"/>
                  </a:cubicBezTo>
                  <a:close/>
                  <a:moveTo>
                    <a:pt x="69" y="3447"/>
                  </a:moveTo>
                  <a:cubicBezTo>
                    <a:pt x="35" y="3447"/>
                    <a:pt x="1" y="3481"/>
                    <a:pt x="1" y="3515"/>
                  </a:cubicBezTo>
                  <a:lnTo>
                    <a:pt x="1" y="3617"/>
                  </a:lnTo>
                  <a:cubicBezTo>
                    <a:pt x="1" y="3686"/>
                    <a:pt x="35" y="3720"/>
                    <a:pt x="69" y="3720"/>
                  </a:cubicBezTo>
                  <a:cubicBezTo>
                    <a:pt x="137" y="3720"/>
                    <a:pt x="171" y="3686"/>
                    <a:pt x="171" y="3617"/>
                  </a:cubicBezTo>
                  <a:lnTo>
                    <a:pt x="171" y="3515"/>
                  </a:lnTo>
                  <a:cubicBezTo>
                    <a:pt x="171" y="3481"/>
                    <a:pt x="137" y="3447"/>
                    <a:pt x="69" y="3447"/>
                  </a:cubicBezTo>
                  <a:close/>
                  <a:moveTo>
                    <a:pt x="69" y="3993"/>
                  </a:moveTo>
                  <a:cubicBezTo>
                    <a:pt x="35" y="3993"/>
                    <a:pt x="1" y="4027"/>
                    <a:pt x="1" y="4095"/>
                  </a:cubicBezTo>
                  <a:lnTo>
                    <a:pt x="1" y="4198"/>
                  </a:lnTo>
                  <a:cubicBezTo>
                    <a:pt x="1" y="4266"/>
                    <a:pt x="35" y="4300"/>
                    <a:pt x="69" y="4300"/>
                  </a:cubicBezTo>
                  <a:cubicBezTo>
                    <a:pt x="137" y="4300"/>
                    <a:pt x="171" y="4266"/>
                    <a:pt x="171" y="4198"/>
                  </a:cubicBezTo>
                  <a:lnTo>
                    <a:pt x="171" y="4095"/>
                  </a:lnTo>
                  <a:cubicBezTo>
                    <a:pt x="171" y="4027"/>
                    <a:pt x="137" y="3993"/>
                    <a:pt x="69" y="3993"/>
                  </a:cubicBezTo>
                  <a:close/>
                  <a:moveTo>
                    <a:pt x="69" y="4573"/>
                  </a:moveTo>
                  <a:cubicBezTo>
                    <a:pt x="35" y="4573"/>
                    <a:pt x="1" y="4607"/>
                    <a:pt x="1" y="4675"/>
                  </a:cubicBezTo>
                  <a:lnTo>
                    <a:pt x="1" y="4778"/>
                  </a:lnTo>
                  <a:cubicBezTo>
                    <a:pt x="1" y="4812"/>
                    <a:pt x="35" y="4846"/>
                    <a:pt x="69" y="4846"/>
                  </a:cubicBezTo>
                  <a:cubicBezTo>
                    <a:pt x="137" y="4846"/>
                    <a:pt x="171" y="4812"/>
                    <a:pt x="171" y="4778"/>
                  </a:cubicBezTo>
                  <a:lnTo>
                    <a:pt x="171" y="4675"/>
                  </a:lnTo>
                  <a:cubicBezTo>
                    <a:pt x="171" y="4607"/>
                    <a:pt x="137" y="4573"/>
                    <a:pt x="69" y="4573"/>
                  </a:cubicBezTo>
                  <a:close/>
                  <a:moveTo>
                    <a:pt x="69" y="5153"/>
                  </a:moveTo>
                  <a:cubicBezTo>
                    <a:pt x="35" y="5153"/>
                    <a:pt x="1" y="5187"/>
                    <a:pt x="1" y="5221"/>
                  </a:cubicBezTo>
                  <a:lnTo>
                    <a:pt x="1" y="5358"/>
                  </a:lnTo>
                  <a:cubicBezTo>
                    <a:pt x="1" y="5392"/>
                    <a:pt x="35" y="5426"/>
                    <a:pt x="69" y="5426"/>
                  </a:cubicBezTo>
                  <a:cubicBezTo>
                    <a:pt x="137" y="5426"/>
                    <a:pt x="171" y="5392"/>
                    <a:pt x="171" y="5358"/>
                  </a:cubicBezTo>
                  <a:lnTo>
                    <a:pt x="171" y="5221"/>
                  </a:lnTo>
                  <a:cubicBezTo>
                    <a:pt x="171" y="5187"/>
                    <a:pt x="137" y="5153"/>
                    <a:pt x="69" y="5153"/>
                  </a:cubicBezTo>
                  <a:close/>
                  <a:moveTo>
                    <a:pt x="69" y="5733"/>
                  </a:moveTo>
                  <a:cubicBezTo>
                    <a:pt x="35" y="5733"/>
                    <a:pt x="1" y="5767"/>
                    <a:pt x="1" y="5801"/>
                  </a:cubicBezTo>
                  <a:lnTo>
                    <a:pt x="1" y="5904"/>
                  </a:lnTo>
                  <a:cubicBezTo>
                    <a:pt x="1" y="5972"/>
                    <a:pt x="35" y="6006"/>
                    <a:pt x="69" y="6006"/>
                  </a:cubicBezTo>
                  <a:cubicBezTo>
                    <a:pt x="137" y="6006"/>
                    <a:pt x="171" y="5972"/>
                    <a:pt x="171" y="5904"/>
                  </a:cubicBezTo>
                  <a:lnTo>
                    <a:pt x="171" y="5801"/>
                  </a:lnTo>
                  <a:cubicBezTo>
                    <a:pt x="171" y="5767"/>
                    <a:pt x="137" y="5733"/>
                    <a:pt x="69" y="5733"/>
                  </a:cubicBezTo>
                  <a:close/>
                  <a:moveTo>
                    <a:pt x="69" y="6279"/>
                  </a:moveTo>
                  <a:cubicBezTo>
                    <a:pt x="35" y="6279"/>
                    <a:pt x="1" y="6313"/>
                    <a:pt x="1" y="6381"/>
                  </a:cubicBezTo>
                  <a:lnTo>
                    <a:pt x="1" y="6484"/>
                  </a:lnTo>
                  <a:cubicBezTo>
                    <a:pt x="1" y="6552"/>
                    <a:pt x="35" y="6586"/>
                    <a:pt x="69" y="6586"/>
                  </a:cubicBezTo>
                  <a:cubicBezTo>
                    <a:pt x="137" y="6586"/>
                    <a:pt x="171" y="6552"/>
                    <a:pt x="171" y="6484"/>
                  </a:cubicBezTo>
                  <a:lnTo>
                    <a:pt x="171" y="6381"/>
                  </a:lnTo>
                  <a:cubicBezTo>
                    <a:pt x="171" y="6313"/>
                    <a:pt x="137" y="6279"/>
                    <a:pt x="69" y="6279"/>
                  </a:cubicBezTo>
                  <a:close/>
                  <a:moveTo>
                    <a:pt x="69" y="6859"/>
                  </a:moveTo>
                  <a:cubicBezTo>
                    <a:pt x="35" y="6859"/>
                    <a:pt x="1" y="6893"/>
                    <a:pt x="1" y="6961"/>
                  </a:cubicBezTo>
                  <a:lnTo>
                    <a:pt x="1" y="7064"/>
                  </a:lnTo>
                  <a:cubicBezTo>
                    <a:pt x="1" y="7098"/>
                    <a:pt x="35" y="7132"/>
                    <a:pt x="69" y="7132"/>
                  </a:cubicBezTo>
                  <a:cubicBezTo>
                    <a:pt x="137" y="7132"/>
                    <a:pt x="171" y="7098"/>
                    <a:pt x="171" y="7064"/>
                  </a:cubicBezTo>
                  <a:lnTo>
                    <a:pt x="171" y="6961"/>
                  </a:lnTo>
                  <a:cubicBezTo>
                    <a:pt x="171" y="6893"/>
                    <a:pt x="137" y="6859"/>
                    <a:pt x="69" y="6859"/>
                  </a:cubicBezTo>
                  <a:close/>
                  <a:moveTo>
                    <a:pt x="69" y="7439"/>
                  </a:moveTo>
                  <a:cubicBezTo>
                    <a:pt x="35" y="7439"/>
                    <a:pt x="1" y="7473"/>
                    <a:pt x="1" y="7507"/>
                  </a:cubicBezTo>
                  <a:lnTo>
                    <a:pt x="1" y="7644"/>
                  </a:lnTo>
                  <a:cubicBezTo>
                    <a:pt x="1" y="7678"/>
                    <a:pt x="35" y="7712"/>
                    <a:pt x="69" y="7712"/>
                  </a:cubicBezTo>
                  <a:cubicBezTo>
                    <a:pt x="137" y="7712"/>
                    <a:pt x="171" y="7678"/>
                    <a:pt x="171" y="7644"/>
                  </a:cubicBezTo>
                  <a:lnTo>
                    <a:pt x="171" y="7507"/>
                  </a:lnTo>
                  <a:cubicBezTo>
                    <a:pt x="171" y="7473"/>
                    <a:pt x="137" y="7439"/>
                    <a:pt x="69" y="7439"/>
                  </a:cubicBezTo>
                  <a:close/>
                  <a:moveTo>
                    <a:pt x="69" y="8019"/>
                  </a:moveTo>
                  <a:cubicBezTo>
                    <a:pt x="35" y="8019"/>
                    <a:pt x="1" y="8053"/>
                    <a:pt x="1" y="8088"/>
                  </a:cubicBezTo>
                  <a:lnTo>
                    <a:pt x="1" y="8190"/>
                  </a:lnTo>
                  <a:cubicBezTo>
                    <a:pt x="1" y="8258"/>
                    <a:pt x="35" y="8292"/>
                    <a:pt x="69" y="8292"/>
                  </a:cubicBezTo>
                  <a:cubicBezTo>
                    <a:pt x="137" y="8292"/>
                    <a:pt x="171" y="8258"/>
                    <a:pt x="171" y="8190"/>
                  </a:cubicBezTo>
                  <a:lnTo>
                    <a:pt x="171" y="8088"/>
                  </a:lnTo>
                  <a:cubicBezTo>
                    <a:pt x="171" y="8053"/>
                    <a:pt x="137" y="8019"/>
                    <a:pt x="69" y="8019"/>
                  </a:cubicBezTo>
                  <a:close/>
                  <a:moveTo>
                    <a:pt x="69" y="8565"/>
                  </a:moveTo>
                  <a:cubicBezTo>
                    <a:pt x="35" y="8565"/>
                    <a:pt x="1" y="8599"/>
                    <a:pt x="1" y="8668"/>
                  </a:cubicBezTo>
                  <a:lnTo>
                    <a:pt x="1" y="8770"/>
                  </a:lnTo>
                  <a:cubicBezTo>
                    <a:pt x="1" y="8838"/>
                    <a:pt x="35" y="8872"/>
                    <a:pt x="69" y="8872"/>
                  </a:cubicBezTo>
                  <a:cubicBezTo>
                    <a:pt x="137" y="8872"/>
                    <a:pt x="171" y="8838"/>
                    <a:pt x="171" y="8770"/>
                  </a:cubicBezTo>
                  <a:lnTo>
                    <a:pt x="171" y="8668"/>
                  </a:lnTo>
                  <a:cubicBezTo>
                    <a:pt x="171" y="8599"/>
                    <a:pt x="137" y="8565"/>
                    <a:pt x="69" y="8565"/>
                  </a:cubicBezTo>
                  <a:close/>
                  <a:moveTo>
                    <a:pt x="69" y="9145"/>
                  </a:moveTo>
                  <a:cubicBezTo>
                    <a:pt x="35" y="9145"/>
                    <a:pt x="1" y="9179"/>
                    <a:pt x="1" y="9248"/>
                  </a:cubicBezTo>
                  <a:lnTo>
                    <a:pt x="1" y="9350"/>
                  </a:lnTo>
                  <a:cubicBezTo>
                    <a:pt x="1" y="9384"/>
                    <a:pt x="35" y="9418"/>
                    <a:pt x="69" y="9418"/>
                  </a:cubicBezTo>
                  <a:cubicBezTo>
                    <a:pt x="137" y="9418"/>
                    <a:pt x="171" y="9384"/>
                    <a:pt x="171" y="9350"/>
                  </a:cubicBezTo>
                  <a:lnTo>
                    <a:pt x="171" y="9248"/>
                  </a:lnTo>
                  <a:cubicBezTo>
                    <a:pt x="171" y="9179"/>
                    <a:pt x="137" y="9145"/>
                    <a:pt x="69" y="9145"/>
                  </a:cubicBezTo>
                  <a:close/>
                  <a:moveTo>
                    <a:pt x="69" y="9725"/>
                  </a:moveTo>
                  <a:cubicBezTo>
                    <a:pt x="35" y="9725"/>
                    <a:pt x="1" y="9760"/>
                    <a:pt x="1" y="9794"/>
                  </a:cubicBezTo>
                  <a:lnTo>
                    <a:pt x="1" y="9930"/>
                  </a:lnTo>
                  <a:cubicBezTo>
                    <a:pt x="1" y="9964"/>
                    <a:pt x="35" y="9998"/>
                    <a:pt x="69" y="9998"/>
                  </a:cubicBezTo>
                  <a:cubicBezTo>
                    <a:pt x="137" y="9998"/>
                    <a:pt x="171" y="9964"/>
                    <a:pt x="171" y="9930"/>
                  </a:cubicBezTo>
                  <a:lnTo>
                    <a:pt x="171" y="9794"/>
                  </a:lnTo>
                  <a:cubicBezTo>
                    <a:pt x="171" y="9760"/>
                    <a:pt x="137" y="9725"/>
                    <a:pt x="69" y="9725"/>
                  </a:cubicBezTo>
                  <a:close/>
                  <a:moveTo>
                    <a:pt x="69" y="10306"/>
                  </a:moveTo>
                  <a:cubicBezTo>
                    <a:pt x="35" y="10306"/>
                    <a:pt x="1" y="10340"/>
                    <a:pt x="1" y="10374"/>
                  </a:cubicBezTo>
                  <a:lnTo>
                    <a:pt x="1" y="10476"/>
                  </a:lnTo>
                  <a:cubicBezTo>
                    <a:pt x="1" y="10544"/>
                    <a:pt x="35" y="10579"/>
                    <a:pt x="69" y="10579"/>
                  </a:cubicBezTo>
                  <a:cubicBezTo>
                    <a:pt x="137" y="10579"/>
                    <a:pt x="171" y="10544"/>
                    <a:pt x="171" y="10476"/>
                  </a:cubicBezTo>
                  <a:lnTo>
                    <a:pt x="171" y="10374"/>
                  </a:lnTo>
                  <a:cubicBezTo>
                    <a:pt x="171" y="10340"/>
                    <a:pt x="137" y="10306"/>
                    <a:pt x="69" y="10306"/>
                  </a:cubicBezTo>
                  <a:close/>
                  <a:moveTo>
                    <a:pt x="69" y="10852"/>
                  </a:moveTo>
                  <a:cubicBezTo>
                    <a:pt x="35" y="10852"/>
                    <a:pt x="1" y="10886"/>
                    <a:pt x="1" y="10954"/>
                  </a:cubicBezTo>
                  <a:lnTo>
                    <a:pt x="1" y="11056"/>
                  </a:lnTo>
                  <a:cubicBezTo>
                    <a:pt x="1" y="11124"/>
                    <a:pt x="35" y="11159"/>
                    <a:pt x="69" y="11159"/>
                  </a:cubicBezTo>
                  <a:cubicBezTo>
                    <a:pt x="137" y="11159"/>
                    <a:pt x="171" y="11124"/>
                    <a:pt x="171" y="11056"/>
                  </a:cubicBezTo>
                  <a:lnTo>
                    <a:pt x="171" y="10954"/>
                  </a:lnTo>
                  <a:cubicBezTo>
                    <a:pt x="171" y="10886"/>
                    <a:pt x="137" y="10852"/>
                    <a:pt x="69" y="10852"/>
                  </a:cubicBezTo>
                  <a:close/>
                  <a:moveTo>
                    <a:pt x="69" y="11432"/>
                  </a:moveTo>
                  <a:cubicBezTo>
                    <a:pt x="35" y="11432"/>
                    <a:pt x="1" y="11466"/>
                    <a:pt x="1" y="11534"/>
                  </a:cubicBezTo>
                  <a:lnTo>
                    <a:pt x="1" y="11636"/>
                  </a:lnTo>
                  <a:cubicBezTo>
                    <a:pt x="1" y="11670"/>
                    <a:pt x="35" y="11705"/>
                    <a:pt x="69" y="11705"/>
                  </a:cubicBezTo>
                  <a:cubicBezTo>
                    <a:pt x="137" y="11705"/>
                    <a:pt x="171" y="11670"/>
                    <a:pt x="171" y="11636"/>
                  </a:cubicBezTo>
                  <a:lnTo>
                    <a:pt x="171" y="11534"/>
                  </a:lnTo>
                  <a:cubicBezTo>
                    <a:pt x="171" y="11466"/>
                    <a:pt x="137" y="11432"/>
                    <a:pt x="69" y="11432"/>
                  </a:cubicBezTo>
                  <a:close/>
                  <a:moveTo>
                    <a:pt x="69" y="12012"/>
                  </a:moveTo>
                  <a:cubicBezTo>
                    <a:pt x="35" y="12012"/>
                    <a:pt x="1" y="12046"/>
                    <a:pt x="1" y="12080"/>
                  </a:cubicBezTo>
                  <a:lnTo>
                    <a:pt x="1" y="12216"/>
                  </a:lnTo>
                  <a:cubicBezTo>
                    <a:pt x="1" y="12251"/>
                    <a:pt x="35" y="12285"/>
                    <a:pt x="69" y="12285"/>
                  </a:cubicBezTo>
                  <a:cubicBezTo>
                    <a:pt x="137" y="12285"/>
                    <a:pt x="171" y="12251"/>
                    <a:pt x="171" y="12216"/>
                  </a:cubicBezTo>
                  <a:lnTo>
                    <a:pt x="171" y="12080"/>
                  </a:lnTo>
                  <a:cubicBezTo>
                    <a:pt x="171" y="12046"/>
                    <a:pt x="137" y="12012"/>
                    <a:pt x="69" y="12012"/>
                  </a:cubicBezTo>
                  <a:close/>
                  <a:moveTo>
                    <a:pt x="69" y="12592"/>
                  </a:moveTo>
                  <a:cubicBezTo>
                    <a:pt x="35" y="12592"/>
                    <a:pt x="1" y="12626"/>
                    <a:pt x="1" y="12660"/>
                  </a:cubicBezTo>
                  <a:lnTo>
                    <a:pt x="1" y="12762"/>
                  </a:lnTo>
                  <a:cubicBezTo>
                    <a:pt x="1" y="12831"/>
                    <a:pt x="35" y="12865"/>
                    <a:pt x="69" y="12865"/>
                  </a:cubicBezTo>
                  <a:cubicBezTo>
                    <a:pt x="137" y="12865"/>
                    <a:pt x="171" y="12831"/>
                    <a:pt x="171" y="12762"/>
                  </a:cubicBezTo>
                  <a:lnTo>
                    <a:pt x="171" y="12660"/>
                  </a:lnTo>
                  <a:cubicBezTo>
                    <a:pt x="171" y="12626"/>
                    <a:pt x="137" y="12592"/>
                    <a:pt x="69" y="12592"/>
                  </a:cubicBezTo>
                  <a:close/>
                  <a:moveTo>
                    <a:pt x="69" y="13138"/>
                  </a:moveTo>
                  <a:cubicBezTo>
                    <a:pt x="35" y="13138"/>
                    <a:pt x="1" y="13172"/>
                    <a:pt x="1" y="13240"/>
                  </a:cubicBezTo>
                  <a:lnTo>
                    <a:pt x="1" y="13342"/>
                  </a:lnTo>
                  <a:cubicBezTo>
                    <a:pt x="1" y="13411"/>
                    <a:pt x="35" y="13445"/>
                    <a:pt x="69" y="13445"/>
                  </a:cubicBezTo>
                  <a:cubicBezTo>
                    <a:pt x="137" y="13445"/>
                    <a:pt x="171" y="13411"/>
                    <a:pt x="171" y="13342"/>
                  </a:cubicBezTo>
                  <a:lnTo>
                    <a:pt x="171" y="13240"/>
                  </a:lnTo>
                  <a:cubicBezTo>
                    <a:pt x="171" y="13172"/>
                    <a:pt x="137" y="13138"/>
                    <a:pt x="69" y="13138"/>
                  </a:cubicBezTo>
                  <a:close/>
                  <a:moveTo>
                    <a:pt x="69" y="13718"/>
                  </a:moveTo>
                  <a:cubicBezTo>
                    <a:pt x="35" y="13718"/>
                    <a:pt x="1" y="13752"/>
                    <a:pt x="1" y="13820"/>
                  </a:cubicBezTo>
                  <a:lnTo>
                    <a:pt x="1" y="13923"/>
                  </a:lnTo>
                  <a:cubicBezTo>
                    <a:pt x="1" y="13957"/>
                    <a:pt x="35" y="13991"/>
                    <a:pt x="69" y="13991"/>
                  </a:cubicBezTo>
                  <a:cubicBezTo>
                    <a:pt x="137" y="13991"/>
                    <a:pt x="171" y="13957"/>
                    <a:pt x="171" y="13923"/>
                  </a:cubicBezTo>
                  <a:lnTo>
                    <a:pt x="171" y="13820"/>
                  </a:lnTo>
                  <a:cubicBezTo>
                    <a:pt x="171" y="13752"/>
                    <a:pt x="137" y="13718"/>
                    <a:pt x="69" y="13718"/>
                  </a:cubicBezTo>
                  <a:close/>
                  <a:moveTo>
                    <a:pt x="69" y="14298"/>
                  </a:moveTo>
                  <a:cubicBezTo>
                    <a:pt x="35" y="14298"/>
                    <a:pt x="1" y="14332"/>
                    <a:pt x="1" y="14366"/>
                  </a:cubicBezTo>
                  <a:lnTo>
                    <a:pt x="1" y="14503"/>
                  </a:lnTo>
                  <a:cubicBezTo>
                    <a:pt x="1" y="14537"/>
                    <a:pt x="35" y="14571"/>
                    <a:pt x="69" y="14571"/>
                  </a:cubicBezTo>
                  <a:cubicBezTo>
                    <a:pt x="137" y="14571"/>
                    <a:pt x="171" y="14537"/>
                    <a:pt x="171" y="14503"/>
                  </a:cubicBezTo>
                  <a:lnTo>
                    <a:pt x="171" y="14366"/>
                  </a:lnTo>
                  <a:cubicBezTo>
                    <a:pt x="171" y="14332"/>
                    <a:pt x="137" y="14298"/>
                    <a:pt x="69" y="14298"/>
                  </a:cubicBezTo>
                  <a:close/>
                  <a:moveTo>
                    <a:pt x="69" y="14878"/>
                  </a:moveTo>
                  <a:cubicBezTo>
                    <a:pt x="35" y="14878"/>
                    <a:pt x="1" y="14912"/>
                    <a:pt x="1" y="14946"/>
                  </a:cubicBezTo>
                  <a:lnTo>
                    <a:pt x="1" y="15049"/>
                  </a:lnTo>
                  <a:cubicBezTo>
                    <a:pt x="1" y="15117"/>
                    <a:pt x="35" y="15151"/>
                    <a:pt x="69" y="15151"/>
                  </a:cubicBezTo>
                  <a:cubicBezTo>
                    <a:pt x="137" y="15151"/>
                    <a:pt x="171" y="15117"/>
                    <a:pt x="171" y="15049"/>
                  </a:cubicBezTo>
                  <a:lnTo>
                    <a:pt x="171" y="14946"/>
                  </a:lnTo>
                  <a:cubicBezTo>
                    <a:pt x="171" y="14912"/>
                    <a:pt x="137" y="14878"/>
                    <a:pt x="69" y="14878"/>
                  </a:cubicBezTo>
                  <a:close/>
                  <a:moveTo>
                    <a:pt x="69" y="15424"/>
                  </a:moveTo>
                  <a:cubicBezTo>
                    <a:pt x="35" y="15424"/>
                    <a:pt x="1" y="15458"/>
                    <a:pt x="1" y="15526"/>
                  </a:cubicBezTo>
                  <a:lnTo>
                    <a:pt x="1" y="15629"/>
                  </a:lnTo>
                  <a:cubicBezTo>
                    <a:pt x="1" y="15697"/>
                    <a:pt x="35" y="15731"/>
                    <a:pt x="69" y="15731"/>
                  </a:cubicBezTo>
                  <a:cubicBezTo>
                    <a:pt x="137" y="15731"/>
                    <a:pt x="171" y="15697"/>
                    <a:pt x="171" y="15629"/>
                  </a:cubicBezTo>
                  <a:lnTo>
                    <a:pt x="171" y="15526"/>
                  </a:lnTo>
                  <a:cubicBezTo>
                    <a:pt x="171" y="15458"/>
                    <a:pt x="137" y="15424"/>
                    <a:pt x="69" y="15424"/>
                  </a:cubicBezTo>
                  <a:close/>
                  <a:moveTo>
                    <a:pt x="69" y="16004"/>
                  </a:moveTo>
                  <a:cubicBezTo>
                    <a:pt x="35" y="16004"/>
                    <a:pt x="1" y="16038"/>
                    <a:pt x="1" y="16106"/>
                  </a:cubicBezTo>
                  <a:lnTo>
                    <a:pt x="1" y="16209"/>
                  </a:lnTo>
                  <a:cubicBezTo>
                    <a:pt x="1" y="16243"/>
                    <a:pt x="35" y="16277"/>
                    <a:pt x="69" y="16277"/>
                  </a:cubicBezTo>
                  <a:cubicBezTo>
                    <a:pt x="137" y="16277"/>
                    <a:pt x="171" y="16243"/>
                    <a:pt x="171" y="16209"/>
                  </a:cubicBezTo>
                  <a:lnTo>
                    <a:pt x="171" y="16106"/>
                  </a:lnTo>
                  <a:cubicBezTo>
                    <a:pt x="171" y="16038"/>
                    <a:pt x="137" y="16004"/>
                    <a:pt x="69" y="16004"/>
                  </a:cubicBezTo>
                  <a:close/>
                  <a:moveTo>
                    <a:pt x="69" y="16584"/>
                  </a:moveTo>
                  <a:cubicBezTo>
                    <a:pt x="35" y="16584"/>
                    <a:pt x="1" y="16618"/>
                    <a:pt x="1" y="16652"/>
                  </a:cubicBezTo>
                  <a:lnTo>
                    <a:pt x="1" y="16789"/>
                  </a:lnTo>
                  <a:cubicBezTo>
                    <a:pt x="1" y="16823"/>
                    <a:pt x="35" y="16857"/>
                    <a:pt x="69" y="16857"/>
                  </a:cubicBezTo>
                  <a:cubicBezTo>
                    <a:pt x="137" y="16857"/>
                    <a:pt x="171" y="16823"/>
                    <a:pt x="171" y="16789"/>
                  </a:cubicBezTo>
                  <a:lnTo>
                    <a:pt x="171" y="16652"/>
                  </a:lnTo>
                  <a:cubicBezTo>
                    <a:pt x="171" y="16618"/>
                    <a:pt x="137" y="16584"/>
                    <a:pt x="69" y="16584"/>
                  </a:cubicBezTo>
                  <a:close/>
                  <a:moveTo>
                    <a:pt x="69" y="17164"/>
                  </a:moveTo>
                  <a:cubicBezTo>
                    <a:pt x="35" y="17164"/>
                    <a:pt x="1" y="17198"/>
                    <a:pt x="1" y="17233"/>
                  </a:cubicBezTo>
                  <a:lnTo>
                    <a:pt x="1" y="17335"/>
                  </a:lnTo>
                  <a:cubicBezTo>
                    <a:pt x="1" y="17403"/>
                    <a:pt x="35" y="17437"/>
                    <a:pt x="69" y="17437"/>
                  </a:cubicBezTo>
                  <a:cubicBezTo>
                    <a:pt x="137" y="17437"/>
                    <a:pt x="171" y="17403"/>
                    <a:pt x="171" y="17335"/>
                  </a:cubicBezTo>
                  <a:lnTo>
                    <a:pt x="171" y="17233"/>
                  </a:lnTo>
                  <a:cubicBezTo>
                    <a:pt x="171" y="17198"/>
                    <a:pt x="137" y="17164"/>
                    <a:pt x="69" y="17164"/>
                  </a:cubicBezTo>
                  <a:close/>
                  <a:moveTo>
                    <a:pt x="69" y="17710"/>
                  </a:moveTo>
                  <a:cubicBezTo>
                    <a:pt x="35" y="17710"/>
                    <a:pt x="1" y="17744"/>
                    <a:pt x="1" y="17813"/>
                  </a:cubicBezTo>
                  <a:lnTo>
                    <a:pt x="1" y="17915"/>
                  </a:lnTo>
                  <a:cubicBezTo>
                    <a:pt x="1" y="17983"/>
                    <a:pt x="35" y="18017"/>
                    <a:pt x="69" y="18017"/>
                  </a:cubicBezTo>
                  <a:cubicBezTo>
                    <a:pt x="137" y="18017"/>
                    <a:pt x="171" y="17983"/>
                    <a:pt x="171" y="17915"/>
                  </a:cubicBezTo>
                  <a:lnTo>
                    <a:pt x="171" y="17813"/>
                  </a:lnTo>
                  <a:cubicBezTo>
                    <a:pt x="171" y="17744"/>
                    <a:pt x="137" y="17710"/>
                    <a:pt x="69" y="17710"/>
                  </a:cubicBezTo>
                  <a:close/>
                  <a:moveTo>
                    <a:pt x="69" y="18290"/>
                  </a:moveTo>
                  <a:cubicBezTo>
                    <a:pt x="35" y="18290"/>
                    <a:pt x="1" y="18324"/>
                    <a:pt x="1" y="18393"/>
                  </a:cubicBezTo>
                  <a:lnTo>
                    <a:pt x="1" y="18495"/>
                  </a:lnTo>
                  <a:cubicBezTo>
                    <a:pt x="1" y="18529"/>
                    <a:pt x="35" y="18563"/>
                    <a:pt x="69" y="18563"/>
                  </a:cubicBezTo>
                  <a:cubicBezTo>
                    <a:pt x="137" y="18563"/>
                    <a:pt x="171" y="18529"/>
                    <a:pt x="171" y="18495"/>
                  </a:cubicBezTo>
                  <a:lnTo>
                    <a:pt x="171" y="18393"/>
                  </a:lnTo>
                  <a:cubicBezTo>
                    <a:pt x="171" y="18324"/>
                    <a:pt x="137" y="18290"/>
                    <a:pt x="69" y="18290"/>
                  </a:cubicBezTo>
                  <a:close/>
                  <a:moveTo>
                    <a:pt x="69" y="18870"/>
                  </a:moveTo>
                  <a:cubicBezTo>
                    <a:pt x="35" y="18870"/>
                    <a:pt x="1" y="18905"/>
                    <a:pt x="1" y="18939"/>
                  </a:cubicBezTo>
                  <a:lnTo>
                    <a:pt x="1" y="19075"/>
                  </a:lnTo>
                  <a:cubicBezTo>
                    <a:pt x="1" y="19109"/>
                    <a:pt x="35" y="19143"/>
                    <a:pt x="69" y="19143"/>
                  </a:cubicBezTo>
                  <a:cubicBezTo>
                    <a:pt x="137" y="19143"/>
                    <a:pt x="171" y="19109"/>
                    <a:pt x="171" y="19075"/>
                  </a:cubicBezTo>
                  <a:lnTo>
                    <a:pt x="171" y="18939"/>
                  </a:lnTo>
                  <a:cubicBezTo>
                    <a:pt x="171" y="18905"/>
                    <a:pt x="137" y="18870"/>
                    <a:pt x="69" y="18870"/>
                  </a:cubicBezTo>
                  <a:close/>
                  <a:moveTo>
                    <a:pt x="69" y="19451"/>
                  </a:moveTo>
                  <a:cubicBezTo>
                    <a:pt x="35" y="19451"/>
                    <a:pt x="1" y="19485"/>
                    <a:pt x="1" y="19519"/>
                  </a:cubicBezTo>
                  <a:lnTo>
                    <a:pt x="1" y="19621"/>
                  </a:lnTo>
                  <a:cubicBezTo>
                    <a:pt x="1" y="19689"/>
                    <a:pt x="35" y="19724"/>
                    <a:pt x="69" y="19724"/>
                  </a:cubicBezTo>
                  <a:cubicBezTo>
                    <a:pt x="137" y="19724"/>
                    <a:pt x="171" y="19689"/>
                    <a:pt x="171" y="19621"/>
                  </a:cubicBezTo>
                  <a:lnTo>
                    <a:pt x="171" y="19519"/>
                  </a:lnTo>
                  <a:cubicBezTo>
                    <a:pt x="171" y="19485"/>
                    <a:pt x="137" y="19451"/>
                    <a:pt x="69" y="19451"/>
                  </a:cubicBezTo>
                  <a:close/>
                  <a:moveTo>
                    <a:pt x="69" y="19997"/>
                  </a:moveTo>
                  <a:cubicBezTo>
                    <a:pt x="35" y="19997"/>
                    <a:pt x="1" y="20031"/>
                    <a:pt x="1" y="20099"/>
                  </a:cubicBezTo>
                  <a:lnTo>
                    <a:pt x="1" y="20201"/>
                  </a:lnTo>
                  <a:cubicBezTo>
                    <a:pt x="1" y="20269"/>
                    <a:pt x="35" y="20304"/>
                    <a:pt x="69" y="20304"/>
                  </a:cubicBezTo>
                  <a:cubicBezTo>
                    <a:pt x="137" y="20304"/>
                    <a:pt x="171" y="20269"/>
                    <a:pt x="171" y="20201"/>
                  </a:cubicBezTo>
                  <a:lnTo>
                    <a:pt x="171" y="20099"/>
                  </a:lnTo>
                  <a:cubicBezTo>
                    <a:pt x="171" y="20031"/>
                    <a:pt x="137" y="19997"/>
                    <a:pt x="69" y="19997"/>
                  </a:cubicBezTo>
                  <a:close/>
                  <a:moveTo>
                    <a:pt x="69" y="20577"/>
                  </a:moveTo>
                  <a:cubicBezTo>
                    <a:pt x="35" y="20577"/>
                    <a:pt x="1" y="20611"/>
                    <a:pt x="1" y="20679"/>
                  </a:cubicBezTo>
                  <a:lnTo>
                    <a:pt x="1" y="20781"/>
                  </a:lnTo>
                  <a:cubicBezTo>
                    <a:pt x="1" y="20815"/>
                    <a:pt x="35" y="20850"/>
                    <a:pt x="69" y="20850"/>
                  </a:cubicBezTo>
                  <a:cubicBezTo>
                    <a:pt x="137" y="20850"/>
                    <a:pt x="171" y="20815"/>
                    <a:pt x="171" y="20781"/>
                  </a:cubicBezTo>
                  <a:lnTo>
                    <a:pt x="171" y="20679"/>
                  </a:lnTo>
                  <a:cubicBezTo>
                    <a:pt x="171" y="20611"/>
                    <a:pt x="137" y="20577"/>
                    <a:pt x="69" y="20577"/>
                  </a:cubicBezTo>
                  <a:close/>
                  <a:moveTo>
                    <a:pt x="69" y="21157"/>
                  </a:moveTo>
                  <a:cubicBezTo>
                    <a:pt x="35" y="21157"/>
                    <a:pt x="1" y="21191"/>
                    <a:pt x="1" y="21225"/>
                  </a:cubicBezTo>
                  <a:lnTo>
                    <a:pt x="1" y="21361"/>
                  </a:lnTo>
                  <a:cubicBezTo>
                    <a:pt x="1" y="21396"/>
                    <a:pt x="35" y="21430"/>
                    <a:pt x="69" y="21430"/>
                  </a:cubicBezTo>
                  <a:cubicBezTo>
                    <a:pt x="137" y="21430"/>
                    <a:pt x="171" y="21396"/>
                    <a:pt x="171" y="21361"/>
                  </a:cubicBezTo>
                  <a:lnTo>
                    <a:pt x="171" y="21225"/>
                  </a:lnTo>
                  <a:cubicBezTo>
                    <a:pt x="171" y="21191"/>
                    <a:pt x="137" y="21157"/>
                    <a:pt x="69" y="21157"/>
                  </a:cubicBezTo>
                  <a:close/>
                  <a:moveTo>
                    <a:pt x="69" y="21737"/>
                  </a:moveTo>
                  <a:cubicBezTo>
                    <a:pt x="35" y="21737"/>
                    <a:pt x="1" y="21771"/>
                    <a:pt x="1" y="21805"/>
                  </a:cubicBezTo>
                  <a:lnTo>
                    <a:pt x="1" y="21907"/>
                  </a:lnTo>
                  <a:cubicBezTo>
                    <a:pt x="1" y="21976"/>
                    <a:pt x="35" y="22010"/>
                    <a:pt x="69" y="22010"/>
                  </a:cubicBezTo>
                  <a:cubicBezTo>
                    <a:pt x="137" y="22010"/>
                    <a:pt x="171" y="21976"/>
                    <a:pt x="171" y="21907"/>
                  </a:cubicBezTo>
                  <a:lnTo>
                    <a:pt x="171" y="21805"/>
                  </a:lnTo>
                  <a:cubicBezTo>
                    <a:pt x="171" y="21771"/>
                    <a:pt x="137" y="21737"/>
                    <a:pt x="69" y="21737"/>
                  </a:cubicBezTo>
                  <a:close/>
                  <a:moveTo>
                    <a:pt x="69" y="22283"/>
                  </a:moveTo>
                  <a:cubicBezTo>
                    <a:pt x="35" y="22283"/>
                    <a:pt x="1" y="22317"/>
                    <a:pt x="1" y="22385"/>
                  </a:cubicBezTo>
                  <a:lnTo>
                    <a:pt x="1" y="22487"/>
                  </a:lnTo>
                  <a:cubicBezTo>
                    <a:pt x="1" y="22556"/>
                    <a:pt x="35" y="22590"/>
                    <a:pt x="69" y="22590"/>
                  </a:cubicBezTo>
                  <a:cubicBezTo>
                    <a:pt x="137" y="22590"/>
                    <a:pt x="171" y="22556"/>
                    <a:pt x="171" y="22487"/>
                  </a:cubicBezTo>
                  <a:lnTo>
                    <a:pt x="171" y="22385"/>
                  </a:lnTo>
                  <a:cubicBezTo>
                    <a:pt x="171" y="22317"/>
                    <a:pt x="137" y="22283"/>
                    <a:pt x="69" y="2228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1" name="Google Shape;1763;p45">
              <a:extLst>
                <a:ext uri="{FF2B5EF4-FFF2-40B4-BE49-F238E27FC236}">
                  <a16:creationId xmlns:a16="http://schemas.microsoft.com/office/drawing/2014/main" id="{F250711D-FD50-6D2D-B8DD-DC27AD122A34}"/>
                </a:ext>
              </a:extLst>
            </p:cNvPr>
            <p:cNvSpPr/>
            <p:nvPr/>
          </p:nvSpPr>
          <p:spPr>
            <a:xfrm>
              <a:off x="1724528" y="3216355"/>
              <a:ext cx="4591" cy="5348"/>
            </a:xfrm>
            <a:custGeom>
              <a:avLst/>
              <a:gdLst/>
              <a:ahLst/>
              <a:cxnLst/>
              <a:rect l="l" t="t" r="r" b="b"/>
              <a:pathLst>
                <a:path w="206" h="240" extrusionOk="0">
                  <a:moveTo>
                    <a:pt x="69" y="1"/>
                  </a:moveTo>
                  <a:cubicBezTo>
                    <a:pt x="35" y="1"/>
                    <a:pt x="1" y="35"/>
                    <a:pt x="1" y="103"/>
                  </a:cubicBezTo>
                  <a:lnTo>
                    <a:pt x="1" y="137"/>
                  </a:lnTo>
                  <a:cubicBezTo>
                    <a:pt x="1" y="206"/>
                    <a:pt x="35" y="240"/>
                    <a:pt x="69" y="240"/>
                  </a:cubicBezTo>
                  <a:lnTo>
                    <a:pt x="137" y="240"/>
                  </a:lnTo>
                  <a:cubicBezTo>
                    <a:pt x="171" y="240"/>
                    <a:pt x="206" y="206"/>
                    <a:pt x="206" y="137"/>
                  </a:cubicBezTo>
                  <a:cubicBezTo>
                    <a:pt x="206" y="103"/>
                    <a:pt x="206" y="69"/>
                    <a:pt x="171" y="69"/>
                  </a:cubicBezTo>
                  <a:cubicBezTo>
                    <a:pt x="137" y="35"/>
                    <a:pt x="103" y="1"/>
                    <a:pt x="6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2" name="Google Shape;1764;p45">
              <a:extLst>
                <a:ext uri="{FF2B5EF4-FFF2-40B4-BE49-F238E27FC236}">
                  <a16:creationId xmlns:a16="http://schemas.microsoft.com/office/drawing/2014/main" id="{8DD476F9-F5CA-D553-B326-44BFC3062CDC}"/>
                </a:ext>
              </a:extLst>
            </p:cNvPr>
            <p:cNvSpPr/>
            <p:nvPr/>
          </p:nvSpPr>
          <p:spPr>
            <a:xfrm>
              <a:off x="1735938" y="3217892"/>
              <a:ext cx="44124" cy="3811"/>
            </a:xfrm>
            <a:custGeom>
              <a:avLst/>
              <a:gdLst/>
              <a:ahLst/>
              <a:cxnLst/>
              <a:rect l="l" t="t" r="r" b="b"/>
              <a:pathLst>
                <a:path w="1980" h="171" extrusionOk="0">
                  <a:moveTo>
                    <a:pt x="69" y="0"/>
                  </a:moveTo>
                  <a:cubicBezTo>
                    <a:pt x="35" y="0"/>
                    <a:pt x="1" y="34"/>
                    <a:pt x="1" y="68"/>
                  </a:cubicBezTo>
                  <a:cubicBezTo>
                    <a:pt x="1" y="137"/>
                    <a:pt x="35" y="171"/>
                    <a:pt x="69" y="171"/>
                  </a:cubicBezTo>
                  <a:lnTo>
                    <a:pt x="171" y="171"/>
                  </a:lnTo>
                  <a:cubicBezTo>
                    <a:pt x="239" y="171"/>
                    <a:pt x="274" y="137"/>
                    <a:pt x="274" y="68"/>
                  </a:cubicBezTo>
                  <a:cubicBezTo>
                    <a:pt x="274" y="34"/>
                    <a:pt x="239" y="0"/>
                    <a:pt x="171" y="0"/>
                  </a:cubicBezTo>
                  <a:close/>
                  <a:moveTo>
                    <a:pt x="649" y="0"/>
                  </a:moveTo>
                  <a:cubicBezTo>
                    <a:pt x="581" y="0"/>
                    <a:pt x="547" y="34"/>
                    <a:pt x="547" y="68"/>
                  </a:cubicBezTo>
                  <a:cubicBezTo>
                    <a:pt x="547" y="137"/>
                    <a:pt x="581" y="171"/>
                    <a:pt x="649" y="171"/>
                  </a:cubicBezTo>
                  <a:lnTo>
                    <a:pt x="751" y="171"/>
                  </a:lnTo>
                  <a:cubicBezTo>
                    <a:pt x="785" y="171"/>
                    <a:pt x="820" y="137"/>
                    <a:pt x="820" y="68"/>
                  </a:cubicBezTo>
                  <a:cubicBezTo>
                    <a:pt x="820" y="34"/>
                    <a:pt x="785" y="0"/>
                    <a:pt x="751" y="0"/>
                  </a:cubicBezTo>
                  <a:close/>
                  <a:moveTo>
                    <a:pt x="1195" y="0"/>
                  </a:moveTo>
                  <a:cubicBezTo>
                    <a:pt x="1161" y="0"/>
                    <a:pt x="1127" y="34"/>
                    <a:pt x="1127" y="68"/>
                  </a:cubicBezTo>
                  <a:cubicBezTo>
                    <a:pt x="1127" y="137"/>
                    <a:pt x="1161" y="171"/>
                    <a:pt x="1195" y="171"/>
                  </a:cubicBezTo>
                  <a:lnTo>
                    <a:pt x="1331" y="171"/>
                  </a:lnTo>
                  <a:cubicBezTo>
                    <a:pt x="1366" y="171"/>
                    <a:pt x="1400" y="137"/>
                    <a:pt x="1400" y="68"/>
                  </a:cubicBezTo>
                  <a:cubicBezTo>
                    <a:pt x="1400" y="34"/>
                    <a:pt x="1366" y="0"/>
                    <a:pt x="1331" y="0"/>
                  </a:cubicBezTo>
                  <a:close/>
                  <a:moveTo>
                    <a:pt x="1775" y="0"/>
                  </a:moveTo>
                  <a:cubicBezTo>
                    <a:pt x="1707" y="0"/>
                    <a:pt x="1673" y="34"/>
                    <a:pt x="1673" y="68"/>
                  </a:cubicBezTo>
                  <a:cubicBezTo>
                    <a:pt x="1673" y="137"/>
                    <a:pt x="1707" y="171"/>
                    <a:pt x="1775" y="171"/>
                  </a:cubicBezTo>
                  <a:lnTo>
                    <a:pt x="1877" y="171"/>
                  </a:lnTo>
                  <a:cubicBezTo>
                    <a:pt x="1912" y="171"/>
                    <a:pt x="1980" y="137"/>
                    <a:pt x="1980" y="68"/>
                  </a:cubicBezTo>
                  <a:cubicBezTo>
                    <a:pt x="1980" y="34"/>
                    <a:pt x="1912" y="0"/>
                    <a:pt x="187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3" name="Google Shape;1765;p45">
              <a:extLst>
                <a:ext uri="{FF2B5EF4-FFF2-40B4-BE49-F238E27FC236}">
                  <a16:creationId xmlns:a16="http://schemas.microsoft.com/office/drawing/2014/main" id="{54592B79-BF10-8932-FFC6-8A3D96B2BF3F}"/>
                </a:ext>
              </a:extLst>
            </p:cNvPr>
            <p:cNvSpPr/>
            <p:nvPr/>
          </p:nvSpPr>
          <p:spPr>
            <a:xfrm>
              <a:off x="1786123" y="3217892"/>
              <a:ext cx="4591" cy="3811"/>
            </a:xfrm>
            <a:custGeom>
              <a:avLst/>
              <a:gdLst/>
              <a:ahLst/>
              <a:cxnLst/>
              <a:rect l="l" t="t" r="r" b="b"/>
              <a:pathLst>
                <a:path w="206" h="171" extrusionOk="0">
                  <a:moveTo>
                    <a:pt x="69" y="0"/>
                  </a:moveTo>
                  <a:cubicBezTo>
                    <a:pt x="35" y="0"/>
                    <a:pt x="1" y="34"/>
                    <a:pt x="1" y="68"/>
                  </a:cubicBezTo>
                  <a:cubicBezTo>
                    <a:pt x="1" y="137"/>
                    <a:pt x="35" y="171"/>
                    <a:pt x="69" y="171"/>
                  </a:cubicBezTo>
                  <a:lnTo>
                    <a:pt x="137" y="171"/>
                  </a:lnTo>
                  <a:cubicBezTo>
                    <a:pt x="171" y="171"/>
                    <a:pt x="205" y="137"/>
                    <a:pt x="205" y="68"/>
                  </a:cubicBezTo>
                  <a:cubicBezTo>
                    <a:pt x="205" y="34"/>
                    <a:pt x="171" y="0"/>
                    <a:pt x="13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4" name="Google Shape;1766;p45">
              <a:extLst>
                <a:ext uri="{FF2B5EF4-FFF2-40B4-BE49-F238E27FC236}">
                  <a16:creationId xmlns:a16="http://schemas.microsoft.com/office/drawing/2014/main" id="{DE462FBD-454E-AACA-AF74-14023069E9CB}"/>
                </a:ext>
              </a:extLst>
            </p:cNvPr>
            <p:cNvSpPr/>
            <p:nvPr/>
          </p:nvSpPr>
          <p:spPr>
            <a:xfrm>
              <a:off x="1801344" y="2619429"/>
              <a:ext cx="68460" cy="708730"/>
            </a:xfrm>
            <a:custGeom>
              <a:avLst/>
              <a:gdLst/>
              <a:ahLst/>
              <a:cxnLst/>
              <a:rect l="l" t="t" r="r" b="b"/>
              <a:pathLst>
                <a:path w="3072" h="31803" extrusionOk="0">
                  <a:moveTo>
                    <a:pt x="103" y="0"/>
                  </a:moveTo>
                  <a:cubicBezTo>
                    <a:pt x="34" y="0"/>
                    <a:pt x="0" y="34"/>
                    <a:pt x="0" y="103"/>
                  </a:cubicBezTo>
                  <a:cubicBezTo>
                    <a:pt x="0" y="137"/>
                    <a:pt x="34" y="171"/>
                    <a:pt x="103" y="171"/>
                  </a:cubicBezTo>
                  <a:lnTo>
                    <a:pt x="205" y="171"/>
                  </a:lnTo>
                  <a:cubicBezTo>
                    <a:pt x="239" y="171"/>
                    <a:pt x="307" y="137"/>
                    <a:pt x="307" y="103"/>
                  </a:cubicBezTo>
                  <a:cubicBezTo>
                    <a:pt x="307" y="68"/>
                    <a:pt x="273" y="0"/>
                    <a:pt x="205" y="0"/>
                  </a:cubicBezTo>
                  <a:close/>
                  <a:moveTo>
                    <a:pt x="683" y="34"/>
                  </a:moveTo>
                  <a:cubicBezTo>
                    <a:pt x="614" y="34"/>
                    <a:pt x="580" y="68"/>
                    <a:pt x="580" y="103"/>
                  </a:cubicBezTo>
                  <a:cubicBezTo>
                    <a:pt x="580" y="171"/>
                    <a:pt x="614" y="205"/>
                    <a:pt x="649" y="205"/>
                  </a:cubicBezTo>
                  <a:lnTo>
                    <a:pt x="785" y="205"/>
                  </a:lnTo>
                  <a:cubicBezTo>
                    <a:pt x="819" y="205"/>
                    <a:pt x="853" y="171"/>
                    <a:pt x="853" y="137"/>
                  </a:cubicBezTo>
                  <a:cubicBezTo>
                    <a:pt x="853" y="68"/>
                    <a:pt x="819" y="34"/>
                    <a:pt x="785" y="34"/>
                  </a:cubicBezTo>
                  <a:close/>
                  <a:moveTo>
                    <a:pt x="1229" y="68"/>
                  </a:moveTo>
                  <a:cubicBezTo>
                    <a:pt x="1195" y="68"/>
                    <a:pt x="1160" y="103"/>
                    <a:pt x="1160" y="137"/>
                  </a:cubicBezTo>
                  <a:cubicBezTo>
                    <a:pt x="1160" y="171"/>
                    <a:pt x="1195" y="239"/>
                    <a:pt x="1229" y="239"/>
                  </a:cubicBezTo>
                  <a:lnTo>
                    <a:pt x="1365" y="239"/>
                  </a:lnTo>
                  <a:cubicBezTo>
                    <a:pt x="1399" y="239"/>
                    <a:pt x="1433" y="205"/>
                    <a:pt x="1433" y="137"/>
                  </a:cubicBezTo>
                  <a:cubicBezTo>
                    <a:pt x="1433" y="103"/>
                    <a:pt x="1399" y="68"/>
                    <a:pt x="1365" y="68"/>
                  </a:cubicBezTo>
                  <a:close/>
                  <a:moveTo>
                    <a:pt x="1809" y="68"/>
                  </a:moveTo>
                  <a:cubicBezTo>
                    <a:pt x="1740" y="68"/>
                    <a:pt x="1740" y="103"/>
                    <a:pt x="1740" y="171"/>
                  </a:cubicBezTo>
                  <a:cubicBezTo>
                    <a:pt x="1706" y="205"/>
                    <a:pt x="1775" y="239"/>
                    <a:pt x="1809" y="239"/>
                  </a:cubicBezTo>
                  <a:lnTo>
                    <a:pt x="1911" y="273"/>
                  </a:lnTo>
                  <a:cubicBezTo>
                    <a:pt x="1979" y="273"/>
                    <a:pt x="2013" y="239"/>
                    <a:pt x="2013" y="171"/>
                  </a:cubicBezTo>
                  <a:cubicBezTo>
                    <a:pt x="2013" y="137"/>
                    <a:pt x="1979" y="103"/>
                    <a:pt x="1945" y="103"/>
                  </a:cubicBezTo>
                  <a:lnTo>
                    <a:pt x="1809" y="68"/>
                  </a:lnTo>
                  <a:close/>
                  <a:moveTo>
                    <a:pt x="2389" y="103"/>
                  </a:moveTo>
                  <a:cubicBezTo>
                    <a:pt x="2321" y="103"/>
                    <a:pt x="2286" y="137"/>
                    <a:pt x="2286" y="205"/>
                  </a:cubicBezTo>
                  <a:cubicBezTo>
                    <a:pt x="2286" y="239"/>
                    <a:pt x="2321" y="273"/>
                    <a:pt x="2389" y="273"/>
                  </a:cubicBezTo>
                  <a:lnTo>
                    <a:pt x="2491" y="273"/>
                  </a:lnTo>
                  <a:cubicBezTo>
                    <a:pt x="2559" y="273"/>
                    <a:pt x="2594" y="239"/>
                    <a:pt x="2594" y="205"/>
                  </a:cubicBezTo>
                  <a:cubicBezTo>
                    <a:pt x="2594" y="171"/>
                    <a:pt x="2559" y="103"/>
                    <a:pt x="2491" y="103"/>
                  </a:cubicBezTo>
                  <a:close/>
                  <a:moveTo>
                    <a:pt x="2969" y="137"/>
                  </a:moveTo>
                  <a:cubicBezTo>
                    <a:pt x="2901" y="137"/>
                    <a:pt x="2867" y="171"/>
                    <a:pt x="2867" y="205"/>
                  </a:cubicBezTo>
                  <a:cubicBezTo>
                    <a:pt x="2867" y="239"/>
                    <a:pt x="2867" y="273"/>
                    <a:pt x="2901" y="273"/>
                  </a:cubicBezTo>
                  <a:lnTo>
                    <a:pt x="2901" y="307"/>
                  </a:lnTo>
                  <a:cubicBezTo>
                    <a:pt x="2901" y="341"/>
                    <a:pt x="2935" y="376"/>
                    <a:pt x="3003" y="376"/>
                  </a:cubicBezTo>
                  <a:cubicBezTo>
                    <a:pt x="3037" y="376"/>
                    <a:pt x="3071" y="341"/>
                    <a:pt x="3071" y="307"/>
                  </a:cubicBezTo>
                  <a:lnTo>
                    <a:pt x="3071" y="205"/>
                  </a:lnTo>
                  <a:cubicBezTo>
                    <a:pt x="3071" y="171"/>
                    <a:pt x="3037" y="137"/>
                    <a:pt x="3003" y="137"/>
                  </a:cubicBezTo>
                  <a:close/>
                  <a:moveTo>
                    <a:pt x="3003" y="683"/>
                  </a:moveTo>
                  <a:cubicBezTo>
                    <a:pt x="2935" y="683"/>
                    <a:pt x="2901" y="717"/>
                    <a:pt x="2901" y="751"/>
                  </a:cubicBezTo>
                  <a:lnTo>
                    <a:pt x="2901" y="853"/>
                  </a:lnTo>
                  <a:cubicBezTo>
                    <a:pt x="2901" y="922"/>
                    <a:pt x="2935" y="956"/>
                    <a:pt x="3003" y="956"/>
                  </a:cubicBezTo>
                  <a:cubicBezTo>
                    <a:pt x="3037" y="956"/>
                    <a:pt x="3071" y="922"/>
                    <a:pt x="3071" y="853"/>
                  </a:cubicBezTo>
                  <a:lnTo>
                    <a:pt x="3071" y="751"/>
                  </a:lnTo>
                  <a:cubicBezTo>
                    <a:pt x="3071" y="717"/>
                    <a:pt x="3037" y="683"/>
                    <a:pt x="3003" y="683"/>
                  </a:cubicBezTo>
                  <a:close/>
                  <a:moveTo>
                    <a:pt x="3003" y="1229"/>
                  </a:moveTo>
                  <a:cubicBezTo>
                    <a:pt x="2935" y="1229"/>
                    <a:pt x="2901" y="1263"/>
                    <a:pt x="2901" y="1331"/>
                  </a:cubicBezTo>
                  <a:lnTo>
                    <a:pt x="2901" y="1433"/>
                  </a:lnTo>
                  <a:cubicBezTo>
                    <a:pt x="2901" y="1502"/>
                    <a:pt x="2935" y="1536"/>
                    <a:pt x="3003" y="1536"/>
                  </a:cubicBezTo>
                  <a:cubicBezTo>
                    <a:pt x="3037" y="1536"/>
                    <a:pt x="3071" y="1502"/>
                    <a:pt x="3071" y="1433"/>
                  </a:cubicBezTo>
                  <a:lnTo>
                    <a:pt x="3071" y="1331"/>
                  </a:lnTo>
                  <a:cubicBezTo>
                    <a:pt x="3071" y="1263"/>
                    <a:pt x="3037" y="1229"/>
                    <a:pt x="3003" y="1229"/>
                  </a:cubicBezTo>
                  <a:close/>
                  <a:moveTo>
                    <a:pt x="2969" y="1809"/>
                  </a:moveTo>
                  <a:cubicBezTo>
                    <a:pt x="2935" y="1809"/>
                    <a:pt x="2901" y="1843"/>
                    <a:pt x="2901" y="1911"/>
                  </a:cubicBezTo>
                  <a:lnTo>
                    <a:pt x="2901" y="2013"/>
                  </a:lnTo>
                  <a:cubicBezTo>
                    <a:pt x="2901" y="2048"/>
                    <a:pt x="2935" y="2082"/>
                    <a:pt x="2969" y="2116"/>
                  </a:cubicBezTo>
                  <a:cubicBezTo>
                    <a:pt x="3037" y="2116"/>
                    <a:pt x="3071" y="2048"/>
                    <a:pt x="3071" y="2013"/>
                  </a:cubicBezTo>
                  <a:lnTo>
                    <a:pt x="3071" y="1911"/>
                  </a:lnTo>
                  <a:cubicBezTo>
                    <a:pt x="3071" y="1843"/>
                    <a:pt x="3037" y="1809"/>
                    <a:pt x="2969" y="1809"/>
                  </a:cubicBezTo>
                  <a:close/>
                  <a:moveTo>
                    <a:pt x="2969" y="2389"/>
                  </a:moveTo>
                  <a:cubicBezTo>
                    <a:pt x="2935" y="2389"/>
                    <a:pt x="2901" y="2423"/>
                    <a:pt x="2901" y="2457"/>
                  </a:cubicBezTo>
                  <a:lnTo>
                    <a:pt x="2901" y="2594"/>
                  </a:lnTo>
                  <a:cubicBezTo>
                    <a:pt x="2901" y="2628"/>
                    <a:pt x="2935" y="2662"/>
                    <a:pt x="2969" y="2662"/>
                  </a:cubicBezTo>
                  <a:cubicBezTo>
                    <a:pt x="3037" y="2662"/>
                    <a:pt x="3071" y="2628"/>
                    <a:pt x="3071" y="2594"/>
                  </a:cubicBezTo>
                  <a:lnTo>
                    <a:pt x="3071" y="2457"/>
                  </a:lnTo>
                  <a:cubicBezTo>
                    <a:pt x="3071" y="2423"/>
                    <a:pt x="3037" y="2389"/>
                    <a:pt x="2969" y="2389"/>
                  </a:cubicBezTo>
                  <a:close/>
                  <a:moveTo>
                    <a:pt x="2969" y="2969"/>
                  </a:moveTo>
                  <a:cubicBezTo>
                    <a:pt x="2935" y="2969"/>
                    <a:pt x="2901" y="3003"/>
                    <a:pt x="2901" y="3037"/>
                  </a:cubicBezTo>
                  <a:lnTo>
                    <a:pt x="2901" y="3174"/>
                  </a:lnTo>
                  <a:cubicBezTo>
                    <a:pt x="2901" y="3208"/>
                    <a:pt x="2935" y="3242"/>
                    <a:pt x="2969" y="3242"/>
                  </a:cubicBezTo>
                  <a:cubicBezTo>
                    <a:pt x="3037" y="3242"/>
                    <a:pt x="3071" y="3208"/>
                    <a:pt x="3071" y="3174"/>
                  </a:cubicBezTo>
                  <a:lnTo>
                    <a:pt x="3071" y="3037"/>
                  </a:lnTo>
                  <a:cubicBezTo>
                    <a:pt x="3071" y="3003"/>
                    <a:pt x="3037" y="2969"/>
                    <a:pt x="2969" y="2969"/>
                  </a:cubicBezTo>
                  <a:close/>
                  <a:moveTo>
                    <a:pt x="2969" y="3515"/>
                  </a:moveTo>
                  <a:cubicBezTo>
                    <a:pt x="2935" y="3515"/>
                    <a:pt x="2901" y="3583"/>
                    <a:pt x="2901" y="3617"/>
                  </a:cubicBezTo>
                  <a:lnTo>
                    <a:pt x="2901" y="3720"/>
                  </a:lnTo>
                  <a:cubicBezTo>
                    <a:pt x="2901" y="3788"/>
                    <a:pt x="2935" y="3822"/>
                    <a:pt x="2969" y="3822"/>
                  </a:cubicBezTo>
                  <a:cubicBezTo>
                    <a:pt x="3037" y="3822"/>
                    <a:pt x="3071" y="3788"/>
                    <a:pt x="3071" y="3720"/>
                  </a:cubicBezTo>
                  <a:lnTo>
                    <a:pt x="3071" y="3617"/>
                  </a:lnTo>
                  <a:cubicBezTo>
                    <a:pt x="3071" y="3583"/>
                    <a:pt x="3037" y="3515"/>
                    <a:pt x="2969" y="3515"/>
                  </a:cubicBezTo>
                  <a:close/>
                  <a:moveTo>
                    <a:pt x="2969" y="4095"/>
                  </a:moveTo>
                  <a:cubicBezTo>
                    <a:pt x="2935" y="4095"/>
                    <a:pt x="2901" y="4129"/>
                    <a:pt x="2901" y="4197"/>
                  </a:cubicBezTo>
                  <a:lnTo>
                    <a:pt x="2901" y="4300"/>
                  </a:lnTo>
                  <a:cubicBezTo>
                    <a:pt x="2901" y="4334"/>
                    <a:pt x="2935" y="4402"/>
                    <a:pt x="2969" y="4402"/>
                  </a:cubicBezTo>
                  <a:cubicBezTo>
                    <a:pt x="3003" y="4402"/>
                    <a:pt x="3071" y="4334"/>
                    <a:pt x="3071" y="4300"/>
                  </a:cubicBezTo>
                  <a:lnTo>
                    <a:pt x="3071" y="4197"/>
                  </a:lnTo>
                  <a:cubicBezTo>
                    <a:pt x="3071" y="4129"/>
                    <a:pt x="3037" y="4095"/>
                    <a:pt x="2969" y="4095"/>
                  </a:cubicBezTo>
                  <a:close/>
                  <a:moveTo>
                    <a:pt x="2969" y="4675"/>
                  </a:moveTo>
                  <a:cubicBezTo>
                    <a:pt x="2935" y="4675"/>
                    <a:pt x="2901" y="4709"/>
                    <a:pt x="2901" y="4777"/>
                  </a:cubicBezTo>
                  <a:lnTo>
                    <a:pt x="2901" y="4880"/>
                  </a:lnTo>
                  <a:cubicBezTo>
                    <a:pt x="2901" y="4914"/>
                    <a:pt x="2935" y="4948"/>
                    <a:pt x="2969" y="4948"/>
                  </a:cubicBezTo>
                  <a:cubicBezTo>
                    <a:pt x="3003" y="4948"/>
                    <a:pt x="3071" y="4914"/>
                    <a:pt x="3071" y="4880"/>
                  </a:cubicBezTo>
                  <a:lnTo>
                    <a:pt x="3071" y="4777"/>
                  </a:lnTo>
                  <a:cubicBezTo>
                    <a:pt x="3071" y="4709"/>
                    <a:pt x="3003" y="4675"/>
                    <a:pt x="2969" y="4675"/>
                  </a:cubicBezTo>
                  <a:close/>
                  <a:moveTo>
                    <a:pt x="2969" y="5255"/>
                  </a:moveTo>
                  <a:cubicBezTo>
                    <a:pt x="2935" y="5255"/>
                    <a:pt x="2867" y="5289"/>
                    <a:pt x="2867" y="5323"/>
                  </a:cubicBezTo>
                  <a:lnTo>
                    <a:pt x="2867" y="5460"/>
                  </a:lnTo>
                  <a:cubicBezTo>
                    <a:pt x="2867" y="5494"/>
                    <a:pt x="2935" y="5528"/>
                    <a:pt x="2969" y="5528"/>
                  </a:cubicBezTo>
                  <a:cubicBezTo>
                    <a:pt x="3003" y="5528"/>
                    <a:pt x="3037" y="5494"/>
                    <a:pt x="3037" y="5460"/>
                  </a:cubicBezTo>
                  <a:lnTo>
                    <a:pt x="3037" y="5323"/>
                  </a:lnTo>
                  <a:cubicBezTo>
                    <a:pt x="3071" y="5289"/>
                    <a:pt x="3003" y="5255"/>
                    <a:pt x="2969" y="5255"/>
                  </a:cubicBezTo>
                  <a:close/>
                  <a:moveTo>
                    <a:pt x="2969" y="5835"/>
                  </a:moveTo>
                  <a:cubicBezTo>
                    <a:pt x="2935" y="5835"/>
                    <a:pt x="2867" y="5869"/>
                    <a:pt x="2867" y="5903"/>
                  </a:cubicBezTo>
                  <a:lnTo>
                    <a:pt x="2867" y="6006"/>
                  </a:lnTo>
                  <a:cubicBezTo>
                    <a:pt x="2867" y="6074"/>
                    <a:pt x="2901" y="6108"/>
                    <a:pt x="2969" y="6108"/>
                  </a:cubicBezTo>
                  <a:cubicBezTo>
                    <a:pt x="3003" y="6108"/>
                    <a:pt x="3037" y="6074"/>
                    <a:pt x="3037" y="6006"/>
                  </a:cubicBezTo>
                  <a:lnTo>
                    <a:pt x="3037" y="5903"/>
                  </a:lnTo>
                  <a:cubicBezTo>
                    <a:pt x="3037" y="5869"/>
                    <a:pt x="3003" y="5835"/>
                    <a:pt x="2969" y="5835"/>
                  </a:cubicBezTo>
                  <a:close/>
                  <a:moveTo>
                    <a:pt x="2969" y="6381"/>
                  </a:moveTo>
                  <a:cubicBezTo>
                    <a:pt x="2901" y="6381"/>
                    <a:pt x="2867" y="6415"/>
                    <a:pt x="2867" y="6484"/>
                  </a:cubicBezTo>
                  <a:lnTo>
                    <a:pt x="2867" y="6586"/>
                  </a:lnTo>
                  <a:cubicBezTo>
                    <a:pt x="2867" y="6654"/>
                    <a:pt x="2901" y="6688"/>
                    <a:pt x="2969" y="6688"/>
                  </a:cubicBezTo>
                  <a:cubicBezTo>
                    <a:pt x="3003" y="6688"/>
                    <a:pt x="3037" y="6654"/>
                    <a:pt x="3037" y="6586"/>
                  </a:cubicBezTo>
                  <a:lnTo>
                    <a:pt x="3037" y="6484"/>
                  </a:lnTo>
                  <a:cubicBezTo>
                    <a:pt x="3037" y="6415"/>
                    <a:pt x="3003" y="6381"/>
                    <a:pt x="2969" y="6381"/>
                  </a:cubicBezTo>
                  <a:close/>
                  <a:moveTo>
                    <a:pt x="2969" y="6961"/>
                  </a:moveTo>
                  <a:cubicBezTo>
                    <a:pt x="2901" y="6961"/>
                    <a:pt x="2867" y="6995"/>
                    <a:pt x="2867" y="7064"/>
                  </a:cubicBezTo>
                  <a:lnTo>
                    <a:pt x="2867" y="7166"/>
                  </a:lnTo>
                  <a:cubicBezTo>
                    <a:pt x="2867" y="7200"/>
                    <a:pt x="2901" y="7268"/>
                    <a:pt x="2969" y="7268"/>
                  </a:cubicBezTo>
                  <a:cubicBezTo>
                    <a:pt x="3003" y="7268"/>
                    <a:pt x="3037" y="7200"/>
                    <a:pt x="3037" y="7166"/>
                  </a:cubicBezTo>
                  <a:lnTo>
                    <a:pt x="3037" y="7064"/>
                  </a:lnTo>
                  <a:cubicBezTo>
                    <a:pt x="3037" y="6995"/>
                    <a:pt x="3003" y="6961"/>
                    <a:pt x="2969" y="6961"/>
                  </a:cubicBezTo>
                  <a:close/>
                  <a:moveTo>
                    <a:pt x="2969" y="7541"/>
                  </a:moveTo>
                  <a:cubicBezTo>
                    <a:pt x="2901" y="7541"/>
                    <a:pt x="2867" y="7576"/>
                    <a:pt x="2867" y="7610"/>
                  </a:cubicBezTo>
                  <a:lnTo>
                    <a:pt x="2867" y="7746"/>
                  </a:lnTo>
                  <a:cubicBezTo>
                    <a:pt x="2867" y="7780"/>
                    <a:pt x="2901" y="7814"/>
                    <a:pt x="2969" y="7814"/>
                  </a:cubicBezTo>
                  <a:cubicBezTo>
                    <a:pt x="3003" y="7814"/>
                    <a:pt x="3037" y="7780"/>
                    <a:pt x="3037" y="7746"/>
                  </a:cubicBezTo>
                  <a:lnTo>
                    <a:pt x="3037" y="7610"/>
                  </a:lnTo>
                  <a:cubicBezTo>
                    <a:pt x="3037" y="7576"/>
                    <a:pt x="3003" y="7541"/>
                    <a:pt x="2969" y="7541"/>
                  </a:cubicBezTo>
                  <a:close/>
                  <a:moveTo>
                    <a:pt x="2969" y="8122"/>
                  </a:moveTo>
                  <a:cubicBezTo>
                    <a:pt x="2901" y="8122"/>
                    <a:pt x="2867" y="8156"/>
                    <a:pt x="2867" y="8190"/>
                  </a:cubicBezTo>
                  <a:lnTo>
                    <a:pt x="2867" y="8326"/>
                  </a:lnTo>
                  <a:cubicBezTo>
                    <a:pt x="2867" y="8360"/>
                    <a:pt x="2901" y="8394"/>
                    <a:pt x="2969" y="8394"/>
                  </a:cubicBezTo>
                  <a:cubicBezTo>
                    <a:pt x="3003" y="8394"/>
                    <a:pt x="3037" y="8360"/>
                    <a:pt x="3037" y="8326"/>
                  </a:cubicBezTo>
                  <a:lnTo>
                    <a:pt x="3037" y="8190"/>
                  </a:lnTo>
                  <a:cubicBezTo>
                    <a:pt x="3037" y="8156"/>
                    <a:pt x="3003" y="8122"/>
                    <a:pt x="2969" y="8122"/>
                  </a:cubicBezTo>
                  <a:close/>
                  <a:moveTo>
                    <a:pt x="2935" y="8667"/>
                  </a:moveTo>
                  <a:cubicBezTo>
                    <a:pt x="2901" y="8667"/>
                    <a:pt x="2867" y="8736"/>
                    <a:pt x="2867" y="8770"/>
                  </a:cubicBezTo>
                  <a:lnTo>
                    <a:pt x="2867" y="8872"/>
                  </a:lnTo>
                  <a:cubicBezTo>
                    <a:pt x="2867" y="8940"/>
                    <a:pt x="2901" y="8975"/>
                    <a:pt x="2935" y="8975"/>
                  </a:cubicBezTo>
                  <a:cubicBezTo>
                    <a:pt x="3003" y="8975"/>
                    <a:pt x="3037" y="8940"/>
                    <a:pt x="3037" y="8872"/>
                  </a:cubicBezTo>
                  <a:lnTo>
                    <a:pt x="3037" y="8770"/>
                  </a:lnTo>
                  <a:cubicBezTo>
                    <a:pt x="3037" y="8736"/>
                    <a:pt x="3003" y="8667"/>
                    <a:pt x="2935" y="8667"/>
                  </a:cubicBezTo>
                  <a:close/>
                  <a:moveTo>
                    <a:pt x="2935" y="9248"/>
                  </a:moveTo>
                  <a:cubicBezTo>
                    <a:pt x="2901" y="9248"/>
                    <a:pt x="2867" y="9282"/>
                    <a:pt x="2867" y="9350"/>
                  </a:cubicBezTo>
                  <a:lnTo>
                    <a:pt x="2867" y="9452"/>
                  </a:lnTo>
                  <a:cubicBezTo>
                    <a:pt x="2867" y="9486"/>
                    <a:pt x="2901" y="9555"/>
                    <a:pt x="2935" y="9555"/>
                  </a:cubicBezTo>
                  <a:cubicBezTo>
                    <a:pt x="3003" y="9555"/>
                    <a:pt x="3037" y="9486"/>
                    <a:pt x="3037" y="9452"/>
                  </a:cubicBezTo>
                  <a:lnTo>
                    <a:pt x="3037" y="9350"/>
                  </a:lnTo>
                  <a:cubicBezTo>
                    <a:pt x="3037" y="9282"/>
                    <a:pt x="3003" y="9248"/>
                    <a:pt x="2935" y="9248"/>
                  </a:cubicBezTo>
                  <a:close/>
                  <a:moveTo>
                    <a:pt x="2935" y="9828"/>
                  </a:moveTo>
                  <a:cubicBezTo>
                    <a:pt x="2901" y="9828"/>
                    <a:pt x="2867" y="9862"/>
                    <a:pt x="2867" y="9930"/>
                  </a:cubicBezTo>
                  <a:lnTo>
                    <a:pt x="2867" y="10032"/>
                  </a:lnTo>
                  <a:cubicBezTo>
                    <a:pt x="2867" y="10067"/>
                    <a:pt x="2901" y="10101"/>
                    <a:pt x="2935" y="10101"/>
                  </a:cubicBezTo>
                  <a:cubicBezTo>
                    <a:pt x="3003" y="10101"/>
                    <a:pt x="3037" y="10067"/>
                    <a:pt x="3037" y="10032"/>
                  </a:cubicBezTo>
                  <a:lnTo>
                    <a:pt x="3037" y="9930"/>
                  </a:lnTo>
                  <a:cubicBezTo>
                    <a:pt x="3037" y="9862"/>
                    <a:pt x="3003" y="9828"/>
                    <a:pt x="2935" y="9828"/>
                  </a:cubicBezTo>
                  <a:close/>
                  <a:moveTo>
                    <a:pt x="2935" y="10408"/>
                  </a:moveTo>
                  <a:cubicBezTo>
                    <a:pt x="2901" y="10408"/>
                    <a:pt x="2867" y="10442"/>
                    <a:pt x="2867" y="10476"/>
                  </a:cubicBezTo>
                  <a:lnTo>
                    <a:pt x="2867" y="10612"/>
                  </a:lnTo>
                  <a:cubicBezTo>
                    <a:pt x="2867" y="10647"/>
                    <a:pt x="2901" y="10681"/>
                    <a:pt x="2935" y="10681"/>
                  </a:cubicBezTo>
                  <a:cubicBezTo>
                    <a:pt x="3003" y="10681"/>
                    <a:pt x="3037" y="10647"/>
                    <a:pt x="3037" y="10612"/>
                  </a:cubicBezTo>
                  <a:lnTo>
                    <a:pt x="3037" y="10476"/>
                  </a:lnTo>
                  <a:cubicBezTo>
                    <a:pt x="3037" y="10442"/>
                    <a:pt x="3003" y="10408"/>
                    <a:pt x="2935" y="10408"/>
                  </a:cubicBezTo>
                  <a:close/>
                  <a:moveTo>
                    <a:pt x="2935" y="10988"/>
                  </a:moveTo>
                  <a:cubicBezTo>
                    <a:pt x="2901" y="10988"/>
                    <a:pt x="2867" y="11022"/>
                    <a:pt x="2867" y="11056"/>
                  </a:cubicBezTo>
                  <a:lnTo>
                    <a:pt x="2867" y="11158"/>
                  </a:lnTo>
                  <a:cubicBezTo>
                    <a:pt x="2867" y="11227"/>
                    <a:pt x="2901" y="11261"/>
                    <a:pt x="2935" y="11261"/>
                  </a:cubicBezTo>
                  <a:cubicBezTo>
                    <a:pt x="3003" y="11261"/>
                    <a:pt x="3037" y="11227"/>
                    <a:pt x="3037" y="11158"/>
                  </a:cubicBezTo>
                  <a:lnTo>
                    <a:pt x="3037" y="11056"/>
                  </a:lnTo>
                  <a:cubicBezTo>
                    <a:pt x="3037" y="11022"/>
                    <a:pt x="3003" y="10988"/>
                    <a:pt x="2935" y="10988"/>
                  </a:cubicBezTo>
                  <a:close/>
                  <a:moveTo>
                    <a:pt x="2935" y="11534"/>
                  </a:moveTo>
                  <a:cubicBezTo>
                    <a:pt x="2901" y="11534"/>
                    <a:pt x="2867" y="11568"/>
                    <a:pt x="2867" y="11636"/>
                  </a:cubicBezTo>
                  <a:lnTo>
                    <a:pt x="2867" y="11739"/>
                  </a:lnTo>
                  <a:cubicBezTo>
                    <a:pt x="2867" y="11807"/>
                    <a:pt x="2901" y="11841"/>
                    <a:pt x="2935" y="11841"/>
                  </a:cubicBezTo>
                  <a:cubicBezTo>
                    <a:pt x="2969" y="11841"/>
                    <a:pt x="3037" y="11807"/>
                    <a:pt x="3037" y="11739"/>
                  </a:cubicBezTo>
                  <a:lnTo>
                    <a:pt x="3037" y="11636"/>
                  </a:lnTo>
                  <a:cubicBezTo>
                    <a:pt x="3037" y="11568"/>
                    <a:pt x="2969" y="11534"/>
                    <a:pt x="2935" y="11534"/>
                  </a:cubicBezTo>
                  <a:close/>
                  <a:moveTo>
                    <a:pt x="2935" y="12114"/>
                  </a:moveTo>
                  <a:cubicBezTo>
                    <a:pt x="2901" y="12114"/>
                    <a:pt x="2867" y="12148"/>
                    <a:pt x="2832" y="12216"/>
                  </a:cubicBezTo>
                  <a:lnTo>
                    <a:pt x="2832" y="12319"/>
                  </a:lnTo>
                  <a:cubicBezTo>
                    <a:pt x="2832" y="12353"/>
                    <a:pt x="2901" y="12387"/>
                    <a:pt x="2935" y="12387"/>
                  </a:cubicBezTo>
                  <a:cubicBezTo>
                    <a:pt x="2969" y="12387"/>
                    <a:pt x="3037" y="12353"/>
                    <a:pt x="3037" y="12319"/>
                  </a:cubicBezTo>
                  <a:lnTo>
                    <a:pt x="3037" y="12216"/>
                  </a:lnTo>
                  <a:cubicBezTo>
                    <a:pt x="3037" y="12148"/>
                    <a:pt x="2969" y="12114"/>
                    <a:pt x="2935" y="12114"/>
                  </a:cubicBezTo>
                  <a:close/>
                  <a:moveTo>
                    <a:pt x="2935" y="12694"/>
                  </a:moveTo>
                  <a:cubicBezTo>
                    <a:pt x="2901" y="12694"/>
                    <a:pt x="2832" y="12728"/>
                    <a:pt x="2832" y="12762"/>
                  </a:cubicBezTo>
                  <a:lnTo>
                    <a:pt x="2832" y="12899"/>
                  </a:lnTo>
                  <a:cubicBezTo>
                    <a:pt x="2832" y="12933"/>
                    <a:pt x="2901" y="12967"/>
                    <a:pt x="2935" y="12967"/>
                  </a:cubicBezTo>
                  <a:cubicBezTo>
                    <a:pt x="2969" y="12967"/>
                    <a:pt x="3003" y="12933"/>
                    <a:pt x="3003" y="12899"/>
                  </a:cubicBezTo>
                  <a:lnTo>
                    <a:pt x="3003" y="12762"/>
                  </a:lnTo>
                  <a:cubicBezTo>
                    <a:pt x="3003" y="12728"/>
                    <a:pt x="2969" y="12694"/>
                    <a:pt x="2935" y="12694"/>
                  </a:cubicBezTo>
                  <a:close/>
                  <a:moveTo>
                    <a:pt x="2935" y="13274"/>
                  </a:moveTo>
                  <a:cubicBezTo>
                    <a:pt x="2867" y="13274"/>
                    <a:pt x="2832" y="13308"/>
                    <a:pt x="2832" y="13342"/>
                  </a:cubicBezTo>
                  <a:lnTo>
                    <a:pt x="2832" y="13479"/>
                  </a:lnTo>
                  <a:cubicBezTo>
                    <a:pt x="2832" y="13513"/>
                    <a:pt x="2867" y="13547"/>
                    <a:pt x="2935" y="13547"/>
                  </a:cubicBezTo>
                  <a:cubicBezTo>
                    <a:pt x="2969" y="13547"/>
                    <a:pt x="3003" y="13513"/>
                    <a:pt x="3003" y="13479"/>
                  </a:cubicBezTo>
                  <a:lnTo>
                    <a:pt x="3003" y="13342"/>
                  </a:lnTo>
                  <a:cubicBezTo>
                    <a:pt x="3003" y="13308"/>
                    <a:pt x="2969" y="13274"/>
                    <a:pt x="2935" y="13274"/>
                  </a:cubicBezTo>
                  <a:close/>
                  <a:moveTo>
                    <a:pt x="2935" y="13820"/>
                  </a:moveTo>
                  <a:cubicBezTo>
                    <a:pt x="2867" y="13820"/>
                    <a:pt x="2832" y="13888"/>
                    <a:pt x="2832" y="13922"/>
                  </a:cubicBezTo>
                  <a:lnTo>
                    <a:pt x="2832" y="14025"/>
                  </a:lnTo>
                  <a:cubicBezTo>
                    <a:pt x="2832" y="14093"/>
                    <a:pt x="2867" y="14127"/>
                    <a:pt x="2935" y="14127"/>
                  </a:cubicBezTo>
                  <a:cubicBezTo>
                    <a:pt x="2969" y="14127"/>
                    <a:pt x="3003" y="14093"/>
                    <a:pt x="3003" y="14025"/>
                  </a:cubicBezTo>
                  <a:lnTo>
                    <a:pt x="3003" y="13922"/>
                  </a:lnTo>
                  <a:cubicBezTo>
                    <a:pt x="3003" y="13888"/>
                    <a:pt x="2969" y="13820"/>
                    <a:pt x="2935" y="13820"/>
                  </a:cubicBezTo>
                  <a:close/>
                  <a:moveTo>
                    <a:pt x="2935" y="14400"/>
                  </a:moveTo>
                  <a:cubicBezTo>
                    <a:pt x="2867" y="14400"/>
                    <a:pt x="2832" y="14434"/>
                    <a:pt x="2832" y="14503"/>
                  </a:cubicBezTo>
                  <a:lnTo>
                    <a:pt x="2832" y="14605"/>
                  </a:lnTo>
                  <a:cubicBezTo>
                    <a:pt x="2832" y="14639"/>
                    <a:pt x="2867" y="14707"/>
                    <a:pt x="2935" y="14707"/>
                  </a:cubicBezTo>
                  <a:cubicBezTo>
                    <a:pt x="2969" y="14707"/>
                    <a:pt x="3003" y="14639"/>
                    <a:pt x="3003" y="14605"/>
                  </a:cubicBezTo>
                  <a:lnTo>
                    <a:pt x="3003" y="14503"/>
                  </a:lnTo>
                  <a:cubicBezTo>
                    <a:pt x="3003" y="14434"/>
                    <a:pt x="2969" y="14400"/>
                    <a:pt x="2935" y="14400"/>
                  </a:cubicBezTo>
                  <a:close/>
                  <a:moveTo>
                    <a:pt x="2935" y="14980"/>
                  </a:moveTo>
                  <a:cubicBezTo>
                    <a:pt x="2867" y="14980"/>
                    <a:pt x="2832" y="15014"/>
                    <a:pt x="2832" y="15083"/>
                  </a:cubicBezTo>
                  <a:lnTo>
                    <a:pt x="2832" y="15185"/>
                  </a:lnTo>
                  <a:cubicBezTo>
                    <a:pt x="2832" y="15219"/>
                    <a:pt x="2867" y="15253"/>
                    <a:pt x="2935" y="15253"/>
                  </a:cubicBezTo>
                  <a:cubicBezTo>
                    <a:pt x="2969" y="15253"/>
                    <a:pt x="3003" y="15219"/>
                    <a:pt x="3003" y="15185"/>
                  </a:cubicBezTo>
                  <a:lnTo>
                    <a:pt x="3003" y="15083"/>
                  </a:lnTo>
                  <a:cubicBezTo>
                    <a:pt x="3003" y="15014"/>
                    <a:pt x="2969" y="14980"/>
                    <a:pt x="2935" y="14980"/>
                  </a:cubicBezTo>
                  <a:close/>
                  <a:moveTo>
                    <a:pt x="2935" y="15560"/>
                  </a:moveTo>
                  <a:cubicBezTo>
                    <a:pt x="2867" y="15560"/>
                    <a:pt x="2832" y="15594"/>
                    <a:pt x="2832" y="15629"/>
                  </a:cubicBezTo>
                  <a:lnTo>
                    <a:pt x="2832" y="15765"/>
                  </a:lnTo>
                  <a:cubicBezTo>
                    <a:pt x="2832" y="15799"/>
                    <a:pt x="2867" y="15833"/>
                    <a:pt x="2935" y="15833"/>
                  </a:cubicBezTo>
                  <a:cubicBezTo>
                    <a:pt x="2969" y="15833"/>
                    <a:pt x="3003" y="15799"/>
                    <a:pt x="3003" y="15765"/>
                  </a:cubicBezTo>
                  <a:lnTo>
                    <a:pt x="3003" y="15629"/>
                  </a:lnTo>
                  <a:cubicBezTo>
                    <a:pt x="3003" y="15594"/>
                    <a:pt x="2969" y="15560"/>
                    <a:pt x="2935" y="15560"/>
                  </a:cubicBezTo>
                  <a:close/>
                  <a:moveTo>
                    <a:pt x="2936" y="16131"/>
                  </a:moveTo>
                  <a:cubicBezTo>
                    <a:pt x="2925" y="16131"/>
                    <a:pt x="2914" y="16134"/>
                    <a:pt x="2901" y="16140"/>
                  </a:cubicBezTo>
                  <a:cubicBezTo>
                    <a:pt x="2867" y="16140"/>
                    <a:pt x="2832" y="16175"/>
                    <a:pt x="2832" y="16209"/>
                  </a:cubicBezTo>
                  <a:lnTo>
                    <a:pt x="2832" y="16311"/>
                  </a:lnTo>
                  <a:cubicBezTo>
                    <a:pt x="2832" y="16379"/>
                    <a:pt x="2867" y="16413"/>
                    <a:pt x="2901" y="16413"/>
                  </a:cubicBezTo>
                  <a:cubicBezTo>
                    <a:pt x="2969" y="16413"/>
                    <a:pt x="3003" y="16379"/>
                    <a:pt x="3003" y="16311"/>
                  </a:cubicBezTo>
                  <a:lnTo>
                    <a:pt x="3003" y="16209"/>
                  </a:lnTo>
                  <a:cubicBezTo>
                    <a:pt x="3003" y="16181"/>
                    <a:pt x="2981" y="16131"/>
                    <a:pt x="2936" y="16131"/>
                  </a:cubicBezTo>
                  <a:close/>
                  <a:moveTo>
                    <a:pt x="2901" y="16686"/>
                  </a:moveTo>
                  <a:cubicBezTo>
                    <a:pt x="2867" y="16686"/>
                    <a:pt x="2832" y="16721"/>
                    <a:pt x="2832" y="16789"/>
                  </a:cubicBezTo>
                  <a:lnTo>
                    <a:pt x="2832" y="16891"/>
                  </a:lnTo>
                  <a:cubicBezTo>
                    <a:pt x="2832" y="16959"/>
                    <a:pt x="2867" y="16994"/>
                    <a:pt x="2901" y="16994"/>
                  </a:cubicBezTo>
                  <a:cubicBezTo>
                    <a:pt x="2969" y="16994"/>
                    <a:pt x="3003" y="16959"/>
                    <a:pt x="3003" y="16891"/>
                  </a:cubicBezTo>
                  <a:lnTo>
                    <a:pt x="3003" y="16789"/>
                  </a:lnTo>
                  <a:cubicBezTo>
                    <a:pt x="3003" y="16721"/>
                    <a:pt x="2969" y="16686"/>
                    <a:pt x="2901" y="16686"/>
                  </a:cubicBezTo>
                  <a:close/>
                  <a:moveTo>
                    <a:pt x="2901" y="17266"/>
                  </a:moveTo>
                  <a:cubicBezTo>
                    <a:pt x="2867" y="17266"/>
                    <a:pt x="2832" y="17301"/>
                    <a:pt x="2832" y="17369"/>
                  </a:cubicBezTo>
                  <a:lnTo>
                    <a:pt x="2832" y="17471"/>
                  </a:lnTo>
                  <a:cubicBezTo>
                    <a:pt x="2832" y="17505"/>
                    <a:pt x="2867" y="17539"/>
                    <a:pt x="2901" y="17539"/>
                  </a:cubicBezTo>
                  <a:cubicBezTo>
                    <a:pt x="2969" y="17539"/>
                    <a:pt x="3003" y="17505"/>
                    <a:pt x="3003" y="17471"/>
                  </a:cubicBezTo>
                  <a:lnTo>
                    <a:pt x="3003" y="17369"/>
                  </a:lnTo>
                  <a:cubicBezTo>
                    <a:pt x="3003" y="17301"/>
                    <a:pt x="2969" y="17266"/>
                    <a:pt x="2901" y="17266"/>
                  </a:cubicBezTo>
                  <a:close/>
                  <a:moveTo>
                    <a:pt x="2901" y="17847"/>
                  </a:moveTo>
                  <a:cubicBezTo>
                    <a:pt x="2867" y="17847"/>
                    <a:pt x="2832" y="17881"/>
                    <a:pt x="2832" y="17915"/>
                  </a:cubicBezTo>
                  <a:lnTo>
                    <a:pt x="2832" y="18051"/>
                  </a:lnTo>
                  <a:cubicBezTo>
                    <a:pt x="2832" y="18085"/>
                    <a:pt x="2867" y="18120"/>
                    <a:pt x="2901" y="18120"/>
                  </a:cubicBezTo>
                  <a:cubicBezTo>
                    <a:pt x="2969" y="18120"/>
                    <a:pt x="3003" y="18085"/>
                    <a:pt x="3003" y="18051"/>
                  </a:cubicBezTo>
                  <a:lnTo>
                    <a:pt x="3003" y="17915"/>
                  </a:lnTo>
                  <a:cubicBezTo>
                    <a:pt x="3003" y="17881"/>
                    <a:pt x="2969" y="17847"/>
                    <a:pt x="2901" y="17847"/>
                  </a:cubicBezTo>
                  <a:close/>
                  <a:moveTo>
                    <a:pt x="2901" y="18427"/>
                  </a:moveTo>
                  <a:cubicBezTo>
                    <a:pt x="2867" y="18427"/>
                    <a:pt x="2832" y="18461"/>
                    <a:pt x="2832" y="18495"/>
                  </a:cubicBezTo>
                  <a:lnTo>
                    <a:pt x="2832" y="18631"/>
                  </a:lnTo>
                  <a:cubicBezTo>
                    <a:pt x="2832" y="18666"/>
                    <a:pt x="2867" y="18700"/>
                    <a:pt x="2901" y="18700"/>
                  </a:cubicBezTo>
                  <a:cubicBezTo>
                    <a:pt x="2935" y="18700"/>
                    <a:pt x="3003" y="18666"/>
                    <a:pt x="3003" y="18631"/>
                  </a:cubicBezTo>
                  <a:lnTo>
                    <a:pt x="3003" y="18495"/>
                  </a:lnTo>
                  <a:cubicBezTo>
                    <a:pt x="3003" y="18461"/>
                    <a:pt x="2969" y="18427"/>
                    <a:pt x="2901" y="18427"/>
                  </a:cubicBezTo>
                  <a:close/>
                  <a:moveTo>
                    <a:pt x="2901" y="18973"/>
                  </a:moveTo>
                  <a:cubicBezTo>
                    <a:pt x="2867" y="19007"/>
                    <a:pt x="2832" y="19041"/>
                    <a:pt x="2832" y="19075"/>
                  </a:cubicBezTo>
                  <a:lnTo>
                    <a:pt x="2832" y="19177"/>
                  </a:lnTo>
                  <a:cubicBezTo>
                    <a:pt x="2832" y="19246"/>
                    <a:pt x="2867" y="19280"/>
                    <a:pt x="2901" y="19280"/>
                  </a:cubicBezTo>
                  <a:cubicBezTo>
                    <a:pt x="2935" y="19280"/>
                    <a:pt x="3003" y="19246"/>
                    <a:pt x="3003" y="19177"/>
                  </a:cubicBezTo>
                  <a:lnTo>
                    <a:pt x="3003" y="19075"/>
                  </a:lnTo>
                  <a:cubicBezTo>
                    <a:pt x="3003" y="19041"/>
                    <a:pt x="2935" y="18973"/>
                    <a:pt x="2901" y="18973"/>
                  </a:cubicBezTo>
                  <a:close/>
                  <a:moveTo>
                    <a:pt x="2901" y="19553"/>
                  </a:moveTo>
                  <a:cubicBezTo>
                    <a:pt x="2867" y="19553"/>
                    <a:pt x="2798" y="19587"/>
                    <a:pt x="2798" y="19655"/>
                  </a:cubicBezTo>
                  <a:lnTo>
                    <a:pt x="2798" y="19757"/>
                  </a:lnTo>
                  <a:cubicBezTo>
                    <a:pt x="2798" y="19792"/>
                    <a:pt x="2867" y="19860"/>
                    <a:pt x="2901" y="19860"/>
                  </a:cubicBezTo>
                  <a:cubicBezTo>
                    <a:pt x="2935" y="19860"/>
                    <a:pt x="2969" y="19792"/>
                    <a:pt x="2969" y="19757"/>
                  </a:cubicBezTo>
                  <a:lnTo>
                    <a:pt x="2969" y="19655"/>
                  </a:lnTo>
                  <a:cubicBezTo>
                    <a:pt x="2969" y="19587"/>
                    <a:pt x="2935" y="19553"/>
                    <a:pt x="2901" y="19553"/>
                  </a:cubicBezTo>
                  <a:close/>
                  <a:moveTo>
                    <a:pt x="2901" y="20133"/>
                  </a:moveTo>
                  <a:cubicBezTo>
                    <a:pt x="2867" y="20133"/>
                    <a:pt x="2798" y="20167"/>
                    <a:pt x="2798" y="20201"/>
                  </a:cubicBezTo>
                  <a:lnTo>
                    <a:pt x="2798" y="20338"/>
                  </a:lnTo>
                  <a:cubicBezTo>
                    <a:pt x="2798" y="20372"/>
                    <a:pt x="2832" y="20406"/>
                    <a:pt x="2901" y="20406"/>
                  </a:cubicBezTo>
                  <a:cubicBezTo>
                    <a:pt x="2935" y="20406"/>
                    <a:pt x="2969" y="20372"/>
                    <a:pt x="2969" y="20338"/>
                  </a:cubicBezTo>
                  <a:lnTo>
                    <a:pt x="2969" y="20235"/>
                  </a:lnTo>
                  <a:cubicBezTo>
                    <a:pt x="2969" y="20167"/>
                    <a:pt x="2935" y="20133"/>
                    <a:pt x="2901" y="20133"/>
                  </a:cubicBezTo>
                  <a:close/>
                  <a:moveTo>
                    <a:pt x="2901" y="20713"/>
                  </a:moveTo>
                  <a:cubicBezTo>
                    <a:pt x="2832" y="20713"/>
                    <a:pt x="2798" y="20747"/>
                    <a:pt x="2798" y="20781"/>
                  </a:cubicBezTo>
                  <a:lnTo>
                    <a:pt x="2798" y="20918"/>
                  </a:lnTo>
                  <a:cubicBezTo>
                    <a:pt x="2798" y="20952"/>
                    <a:pt x="2832" y="20986"/>
                    <a:pt x="2901" y="20986"/>
                  </a:cubicBezTo>
                  <a:cubicBezTo>
                    <a:pt x="2935" y="20986"/>
                    <a:pt x="2969" y="20952"/>
                    <a:pt x="2969" y="20918"/>
                  </a:cubicBezTo>
                  <a:lnTo>
                    <a:pt x="2969" y="20781"/>
                  </a:lnTo>
                  <a:cubicBezTo>
                    <a:pt x="2969" y="20747"/>
                    <a:pt x="2935" y="20713"/>
                    <a:pt x="2901" y="20713"/>
                  </a:cubicBezTo>
                  <a:close/>
                  <a:moveTo>
                    <a:pt x="2901" y="21293"/>
                  </a:moveTo>
                  <a:cubicBezTo>
                    <a:pt x="2832" y="21293"/>
                    <a:pt x="2798" y="21327"/>
                    <a:pt x="2798" y="21361"/>
                  </a:cubicBezTo>
                  <a:lnTo>
                    <a:pt x="2798" y="21464"/>
                  </a:lnTo>
                  <a:cubicBezTo>
                    <a:pt x="2798" y="21532"/>
                    <a:pt x="2832" y="21566"/>
                    <a:pt x="2901" y="21566"/>
                  </a:cubicBezTo>
                  <a:cubicBezTo>
                    <a:pt x="2935" y="21566"/>
                    <a:pt x="2969" y="21532"/>
                    <a:pt x="2969" y="21464"/>
                  </a:cubicBezTo>
                  <a:lnTo>
                    <a:pt x="2969" y="21361"/>
                  </a:lnTo>
                  <a:cubicBezTo>
                    <a:pt x="2969" y="21327"/>
                    <a:pt x="2935" y="21293"/>
                    <a:pt x="2901" y="21293"/>
                  </a:cubicBezTo>
                  <a:close/>
                  <a:moveTo>
                    <a:pt x="2901" y="21839"/>
                  </a:moveTo>
                  <a:cubicBezTo>
                    <a:pt x="2832" y="21839"/>
                    <a:pt x="2798" y="21873"/>
                    <a:pt x="2798" y="21941"/>
                  </a:cubicBezTo>
                  <a:lnTo>
                    <a:pt x="2798" y="22044"/>
                  </a:lnTo>
                  <a:cubicBezTo>
                    <a:pt x="2798" y="22112"/>
                    <a:pt x="2832" y="22146"/>
                    <a:pt x="2901" y="22146"/>
                  </a:cubicBezTo>
                  <a:cubicBezTo>
                    <a:pt x="2935" y="22146"/>
                    <a:pt x="2969" y="22112"/>
                    <a:pt x="2969" y="22044"/>
                  </a:cubicBezTo>
                  <a:lnTo>
                    <a:pt x="2969" y="21941"/>
                  </a:lnTo>
                  <a:cubicBezTo>
                    <a:pt x="2969" y="21873"/>
                    <a:pt x="2935" y="21839"/>
                    <a:pt x="2901" y="21839"/>
                  </a:cubicBezTo>
                  <a:close/>
                  <a:moveTo>
                    <a:pt x="2901" y="22419"/>
                  </a:moveTo>
                  <a:cubicBezTo>
                    <a:pt x="2832" y="22419"/>
                    <a:pt x="2798" y="22453"/>
                    <a:pt x="2798" y="22521"/>
                  </a:cubicBezTo>
                  <a:lnTo>
                    <a:pt x="2798" y="22624"/>
                  </a:lnTo>
                  <a:cubicBezTo>
                    <a:pt x="2798" y="22658"/>
                    <a:pt x="2832" y="22692"/>
                    <a:pt x="2901" y="22692"/>
                  </a:cubicBezTo>
                  <a:cubicBezTo>
                    <a:pt x="2935" y="22692"/>
                    <a:pt x="2969" y="22658"/>
                    <a:pt x="2969" y="22624"/>
                  </a:cubicBezTo>
                  <a:lnTo>
                    <a:pt x="2969" y="22521"/>
                  </a:lnTo>
                  <a:cubicBezTo>
                    <a:pt x="2969" y="22453"/>
                    <a:pt x="2935" y="22419"/>
                    <a:pt x="2901" y="22419"/>
                  </a:cubicBezTo>
                  <a:close/>
                  <a:moveTo>
                    <a:pt x="2867" y="22999"/>
                  </a:moveTo>
                  <a:cubicBezTo>
                    <a:pt x="2832" y="22999"/>
                    <a:pt x="2798" y="23033"/>
                    <a:pt x="2798" y="23067"/>
                  </a:cubicBezTo>
                  <a:lnTo>
                    <a:pt x="2798" y="23204"/>
                  </a:lnTo>
                  <a:cubicBezTo>
                    <a:pt x="2798" y="23238"/>
                    <a:pt x="2832" y="23272"/>
                    <a:pt x="2867" y="23272"/>
                  </a:cubicBezTo>
                  <a:cubicBezTo>
                    <a:pt x="2935" y="23272"/>
                    <a:pt x="2969" y="23238"/>
                    <a:pt x="2969" y="23204"/>
                  </a:cubicBezTo>
                  <a:lnTo>
                    <a:pt x="2969" y="23067"/>
                  </a:lnTo>
                  <a:cubicBezTo>
                    <a:pt x="2969" y="23033"/>
                    <a:pt x="2935" y="22999"/>
                    <a:pt x="2867" y="22999"/>
                  </a:cubicBezTo>
                  <a:close/>
                  <a:moveTo>
                    <a:pt x="2867" y="23579"/>
                  </a:moveTo>
                  <a:cubicBezTo>
                    <a:pt x="2832" y="23579"/>
                    <a:pt x="2798" y="23613"/>
                    <a:pt x="2798" y="23648"/>
                  </a:cubicBezTo>
                  <a:lnTo>
                    <a:pt x="2798" y="23784"/>
                  </a:lnTo>
                  <a:cubicBezTo>
                    <a:pt x="2798" y="23818"/>
                    <a:pt x="2832" y="23852"/>
                    <a:pt x="2867" y="23852"/>
                  </a:cubicBezTo>
                  <a:cubicBezTo>
                    <a:pt x="2935" y="23852"/>
                    <a:pt x="2969" y="23818"/>
                    <a:pt x="2969" y="23784"/>
                  </a:cubicBezTo>
                  <a:lnTo>
                    <a:pt x="2969" y="23648"/>
                  </a:lnTo>
                  <a:cubicBezTo>
                    <a:pt x="2969" y="23613"/>
                    <a:pt x="2935" y="23579"/>
                    <a:pt x="2867" y="23579"/>
                  </a:cubicBezTo>
                  <a:close/>
                  <a:moveTo>
                    <a:pt x="2867" y="24125"/>
                  </a:moveTo>
                  <a:cubicBezTo>
                    <a:pt x="2832" y="24125"/>
                    <a:pt x="2798" y="24193"/>
                    <a:pt x="2798" y="24228"/>
                  </a:cubicBezTo>
                  <a:lnTo>
                    <a:pt x="2798" y="24330"/>
                  </a:lnTo>
                  <a:cubicBezTo>
                    <a:pt x="2798" y="24398"/>
                    <a:pt x="2832" y="24432"/>
                    <a:pt x="2867" y="24432"/>
                  </a:cubicBezTo>
                  <a:cubicBezTo>
                    <a:pt x="2935" y="24432"/>
                    <a:pt x="2969" y="24398"/>
                    <a:pt x="2969" y="24330"/>
                  </a:cubicBezTo>
                  <a:lnTo>
                    <a:pt x="2969" y="24228"/>
                  </a:lnTo>
                  <a:cubicBezTo>
                    <a:pt x="2969" y="24193"/>
                    <a:pt x="2935" y="24125"/>
                    <a:pt x="2867" y="24125"/>
                  </a:cubicBezTo>
                  <a:close/>
                  <a:moveTo>
                    <a:pt x="2867" y="24705"/>
                  </a:moveTo>
                  <a:cubicBezTo>
                    <a:pt x="2832" y="24705"/>
                    <a:pt x="2798" y="24739"/>
                    <a:pt x="2798" y="24808"/>
                  </a:cubicBezTo>
                  <a:lnTo>
                    <a:pt x="2798" y="24910"/>
                  </a:lnTo>
                  <a:cubicBezTo>
                    <a:pt x="2798" y="24944"/>
                    <a:pt x="2832" y="25012"/>
                    <a:pt x="2867" y="25012"/>
                  </a:cubicBezTo>
                  <a:cubicBezTo>
                    <a:pt x="2935" y="25012"/>
                    <a:pt x="2969" y="24944"/>
                    <a:pt x="2969" y="24910"/>
                  </a:cubicBezTo>
                  <a:lnTo>
                    <a:pt x="2969" y="24808"/>
                  </a:lnTo>
                  <a:cubicBezTo>
                    <a:pt x="2969" y="24739"/>
                    <a:pt x="2935" y="24705"/>
                    <a:pt x="2867" y="24705"/>
                  </a:cubicBezTo>
                  <a:close/>
                  <a:moveTo>
                    <a:pt x="2867" y="25285"/>
                  </a:moveTo>
                  <a:cubicBezTo>
                    <a:pt x="2832" y="25285"/>
                    <a:pt x="2798" y="25320"/>
                    <a:pt x="2798" y="25354"/>
                  </a:cubicBezTo>
                  <a:lnTo>
                    <a:pt x="2798" y="25490"/>
                  </a:lnTo>
                  <a:cubicBezTo>
                    <a:pt x="2798" y="25524"/>
                    <a:pt x="2832" y="25558"/>
                    <a:pt x="2867" y="25558"/>
                  </a:cubicBezTo>
                  <a:cubicBezTo>
                    <a:pt x="2935" y="25558"/>
                    <a:pt x="2969" y="25524"/>
                    <a:pt x="2969" y="25490"/>
                  </a:cubicBezTo>
                  <a:lnTo>
                    <a:pt x="2969" y="25388"/>
                  </a:lnTo>
                  <a:cubicBezTo>
                    <a:pt x="2969" y="25320"/>
                    <a:pt x="2935" y="25285"/>
                    <a:pt x="2867" y="25285"/>
                  </a:cubicBezTo>
                  <a:close/>
                  <a:moveTo>
                    <a:pt x="2867" y="25866"/>
                  </a:moveTo>
                  <a:cubicBezTo>
                    <a:pt x="2832" y="25866"/>
                    <a:pt x="2798" y="25900"/>
                    <a:pt x="2798" y="25934"/>
                  </a:cubicBezTo>
                  <a:lnTo>
                    <a:pt x="2798" y="26070"/>
                  </a:lnTo>
                  <a:cubicBezTo>
                    <a:pt x="2798" y="26104"/>
                    <a:pt x="2832" y="26139"/>
                    <a:pt x="2867" y="26139"/>
                  </a:cubicBezTo>
                  <a:cubicBezTo>
                    <a:pt x="2901" y="26139"/>
                    <a:pt x="2969" y="26104"/>
                    <a:pt x="2969" y="26070"/>
                  </a:cubicBezTo>
                  <a:lnTo>
                    <a:pt x="2969" y="25934"/>
                  </a:lnTo>
                  <a:cubicBezTo>
                    <a:pt x="2969" y="25900"/>
                    <a:pt x="2901" y="25866"/>
                    <a:pt x="2867" y="25866"/>
                  </a:cubicBezTo>
                  <a:close/>
                  <a:moveTo>
                    <a:pt x="2867" y="26446"/>
                  </a:moveTo>
                  <a:cubicBezTo>
                    <a:pt x="2798" y="26446"/>
                    <a:pt x="2798" y="26480"/>
                    <a:pt x="2764" y="26514"/>
                  </a:cubicBezTo>
                  <a:lnTo>
                    <a:pt x="2764" y="26616"/>
                  </a:lnTo>
                  <a:cubicBezTo>
                    <a:pt x="2764" y="26684"/>
                    <a:pt x="2832" y="26719"/>
                    <a:pt x="2867" y="26719"/>
                  </a:cubicBezTo>
                  <a:cubicBezTo>
                    <a:pt x="2901" y="26719"/>
                    <a:pt x="2935" y="26684"/>
                    <a:pt x="2935" y="26616"/>
                  </a:cubicBezTo>
                  <a:lnTo>
                    <a:pt x="2969" y="26514"/>
                  </a:lnTo>
                  <a:cubicBezTo>
                    <a:pt x="2969" y="26480"/>
                    <a:pt x="2901" y="26446"/>
                    <a:pt x="2867" y="26446"/>
                  </a:cubicBezTo>
                  <a:close/>
                  <a:moveTo>
                    <a:pt x="2867" y="26992"/>
                  </a:moveTo>
                  <a:cubicBezTo>
                    <a:pt x="2798" y="26992"/>
                    <a:pt x="2764" y="27026"/>
                    <a:pt x="2764" y="27094"/>
                  </a:cubicBezTo>
                  <a:lnTo>
                    <a:pt x="2764" y="27196"/>
                  </a:lnTo>
                  <a:cubicBezTo>
                    <a:pt x="2764" y="27265"/>
                    <a:pt x="2832" y="27299"/>
                    <a:pt x="2867" y="27299"/>
                  </a:cubicBezTo>
                  <a:cubicBezTo>
                    <a:pt x="2901" y="27299"/>
                    <a:pt x="2935" y="27265"/>
                    <a:pt x="2935" y="27196"/>
                  </a:cubicBezTo>
                  <a:lnTo>
                    <a:pt x="2935" y="27094"/>
                  </a:lnTo>
                  <a:cubicBezTo>
                    <a:pt x="2935" y="27026"/>
                    <a:pt x="2901" y="26992"/>
                    <a:pt x="2867" y="26992"/>
                  </a:cubicBezTo>
                  <a:close/>
                  <a:moveTo>
                    <a:pt x="2867" y="27572"/>
                  </a:moveTo>
                  <a:cubicBezTo>
                    <a:pt x="2798" y="27572"/>
                    <a:pt x="2764" y="27606"/>
                    <a:pt x="2764" y="27674"/>
                  </a:cubicBezTo>
                  <a:lnTo>
                    <a:pt x="2764" y="27776"/>
                  </a:lnTo>
                  <a:cubicBezTo>
                    <a:pt x="2764" y="27811"/>
                    <a:pt x="2798" y="27845"/>
                    <a:pt x="2867" y="27845"/>
                  </a:cubicBezTo>
                  <a:cubicBezTo>
                    <a:pt x="2901" y="27845"/>
                    <a:pt x="2935" y="27811"/>
                    <a:pt x="2935" y="27776"/>
                  </a:cubicBezTo>
                  <a:lnTo>
                    <a:pt x="2935" y="27674"/>
                  </a:lnTo>
                  <a:cubicBezTo>
                    <a:pt x="2935" y="27606"/>
                    <a:pt x="2901" y="27572"/>
                    <a:pt x="2867" y="27572"/>
                  </a:cubicBezTo>
                  <a:close/>
                  <a:moveTo>
                    <a:pt x="2867" y="28152"/>
                  </a:moveTo>
                  <a:cubicBezTo>
                    <a:pt x="2798" y="28152"/>
                    <a:pt x="2764" y="28186"/>
                    <a:pt x="2764" y="28220"/>
                  </a:cubicBezTo>
                  <a:lnTo>
                    <a:pt x="2764" y="28357"/>
                  </a:lnTo>
                  <a:cubicBezTo>
                    <a:pt x="2764" y="28391"/>
                    <a:pt x="2798" y="28425"/>
                    <a:pt x="2867" y="28425"/>
                  </a:cubicBezTo>
                  <a:cubicBezTo>
                    <a:pt x="2901" y="28425"/>
                    <a:pt x="2935" y="28391"/>
                    <a:pt x="2935" y="28357"/>
                  </a:cubicBezTo>
                  <a:lnTo>
                    <a:pt x="2935" y="28220"/>
                  </a:lnTo>
                  <a:cubicBezTo>
                    <a:pt x="2935" y="28186"/>
                    <a:pt x="2901" y="28152"/>
                    <a:pt x="2867" y="28152"/>
                  </a:cubicBezTo>
                  <a:close/>
                  <a:moveTo>
                    <a:pt x="2831" y="28723"/>
                  </a:moveTo>
                  <a:cubicBezTo>
                    <a:pt x="2787" y="28723"/>
                    <a:pt x="2764" y="28772"/>
                    <a:pt x="2764" y="28800"/>
                  </a:cubicBezTo>
                  <a:lnTo>
                    <a:pt x="2764" y="28937"/>
                  </a:lnTo>
                  <a:cubicBezTo>
                    <a:pt x="2764" y="28971"/>
                    <a:pt x="2798" y="29005"/>
                    <a:pt x="2867" y="29005"/>
                  </a:cubicBezTo>
                  <a:cubicBezTo>
                    <a:pt x="2901" y="29005"/>
                    <a:pt x="2935" y="28971"/>
                    <a:pt x="2935" y="28937"/>
                  </a:cubicBezTo>
                  <a:lnTo>
                    <a:pt x="2935" y="28800"/>
                  </a:lnTo>
                  <a:cubicBezTo>
                    <a:pt x="2935" y="28766"/>
                    <a:pt x="2901" y="28732"/>
                    <a:pt x="2867" y="28732"/>
                  </a:cubicBezTo>
                  <a:cubicBezTo>
                    <a:pt x="2854" y="28725"/>
                    <a:pt x="2842" y="28723"/>
                    <a:pt x="2831" y="28723"/>
                  </a:cubicBezTo>
                  <a:close/>
                  <a:moveTo>
                    <a:pt x="2867" y="29278"/>
                  </a:moveTo>
                  <a:cubicBezTo>
                    <a:pt x="2798" y="29278"/>
                    <a:pt x="2764" y="29346"/>
                    <a:pt x="2764" y="29380"/>
                  </a:cubicBezTo>
                  <a:lnTo>
                    <a:pt x="2764" y="29483"/>
                  </a:lnTo>
                  <a:cubicBezTo>
                    <a:pt x="2764" y="29551"/>
                    <a:pt x="2798" y="29585"/>
                    <a:pt x="2867" y="29585"/>
                  </a:cubicBezTo>
                  <a:cubicBezTo>
                    <a:pt x="2901" y="29585"/>
                    <a:pt x="2935" y="29551"/>
                    <a:pt x="2935" y="29483"/>
                  </a:cubicBezTo>
                  <a:lnTo>
                    <a:pt x="2935" y="29380"/>
                  </a:lnTo>
                  <a:cubicBezTo>
                    <a:pt x="2935" y="29346"/>
                    <a:pt x="2901" y="29278"/>
                    <a:pt x="2867" y="29278"/>
                  </a:cubicBezTo>
                  <a:close/>
                  <a:moveTo>
                    <a:pt x="2867" y="29858"/>
                  </a:moveTo>
                  <a:cubicBezTo>
                    <a:pt x="2798" y="29858"/>
                    <a:pt x="2764" y="29892"/>
                    <a:pt x="2764" y="29960"/>
                  </a:cubicBezTo>
                  <a:lnTo>
                    <a:pt x="2764" y="30063"/>
                  </a:lnTo>
                  <a:cubicBezTo>
                    <a:pt x="2764" y="30097"/>
                    <a:pt x="2798" y="30165"/>
                    <a:pt x="2832" y="30165"/>
                  </a:cubicBezTo>
                  <a:lnTo>
                    <a:pt x="2867" y="30165"/>
                  </a:lnTo>
                  <a:cubicBezTo>
                    <a:pt x="2901" y="30165"/>
                    <a:pt x="2935" y="30097"/>
                    <a:pt x="2935" y="30063"/>
                  </a:cubicBezTo>
                  <a:lnTo>
                    <a:pt x="2935" y="29960"/>
                  </a:lnTo>
                  <a:cubicBezTo>
                    <a:pt x="2935" y="29892"/>
                    <a:pt x="2901" y="29858"/>
                    <a:pt x="2867" y="29858"/>
                  </a:cubicBezTo>
                  <a:close/>
                  <a:moveTo>
                    <a:pt x="2832" y="30438"/>
                  </a:moveTo>
                  <a:cubicBezTo>
                    <a:pt x="2798" y="30438"/>
                    <a:pt x="2764" y="30472"/>
                    <a:pt x="2764" y="30506"/>
                  </a:cubicBezTo>
                  <a:lnTo>
                    <a:pt x="2764" y="30643"/>
                  </a:lnTo>
                  <a:cubicBezTo>
                    <a:pt x="2764" y="30677"/>
                    <a:pt x="2798" y="30711"/>
                    <a:pt x="2832" y="30711"/>
                  </a:cubicBezTo>
                  <a:cubicBezTo>
                    <a:pt x="2901" y="30711"/>
                    <a:pt x="2935" y="30677"/>
                    <a:pt x="2935" y="30643"/>
                  </a:cubicBezTo>
                  <a:lnTo>
                    <a:pt x="2935" y="30506"/>
                  </a:lnTo>
                  <a:cubicBezTo>
                    <a:pt x="2935" y="30472"/>
                    <a:pt x="2901" y="30438"/>
                    <a:pt x="2832" y="30438"/>
                  </a:cubicBezTo>
                  <a:close/>
                  <a:moveTo>
                    <a:pt x="2832" y="31018"/>
                  </a:moveTo>
                  <a:cubicBezTo>
                    <a:pt x="2798" y="31018"/>
                    <a:pt x="2764" y="31052"/>
                    <a:pt x="2764" y="31086"/>
                  </a:cubicBezTo>
                  <a:lnTo>
                    <a:pt x="2764" y="31223"/>
                  </a:lnTo>
                  <a:cubicBezTo>
                    <a:pt x="2764" y="31257"/>
                    <a:pt x="2798" y="31291"/>
                    <a:pt x="2832" y="31291"/>
                  </a:cubicBezTo>
                  <a:cubicBezTo>
                    <a:pt x="2901" y="31291"/>
                    <a:pt x="2935" y="31257"/>
                    <a:pt x="2935" y="31223"/>
                  </a:cubicBezTo>
                  <a:lnTo>
                    <a:pt x="2935" y="31086"/>
                  </a:lnTo>
                  <a:cubicBezTo>
                    <a:pt x="2935" y="31052"/>
                    <a:pt x="2901" y="31018"/>
                    <a:pt x="2832" y="31018"/>
                  </a:cubicBezTo>
                  <a:close/>
                  <a:moveTo>
                    <a:pt x="2696" y="31428"/>
                  </a:moveTo>
                  <a:lnTo>
                    <a:pt x="2559" y="31462"/>
                  </a:lnTo>
                  <a:cubicBezTo>
                    <a:pt x="2525" y="31462"/>
                    <a:pt x="2491" y="31496"/>
                    <a:pt x="2491" y="31530"/>
                  </a:cubicBezTo>
                  <a:cubicBezTo>
                    <a:pt x="2491" y="31598"/>
                    <a:pt x="2525" y="31632"/>
                    <a:pt x="2594" y="31632"/>
                  </a:cubicBezTo>
                  <a:lnTo>
                    <a:pt x="2696" y="31598"/>
                  </a:lnTo>
                  <a:cubicBezTo>
                    <a:pt x="2730" y="31598"/>
                    <a:pt x="2764" y="31564"/>
                    <a:pt x="2764" y="31530"/>
                  </a:cubicBezTo>
                  <a:cubicBezTo>
                    <a:pt x="2764" y="31462"/>
                    <a:pt x="2730" y="31428"/>
                    <a:pt x="2696" y="31428"/>
                  </a:cubicBezTo>
                  <a:close/>
                  <a:moveTo>
                    <a:pt x="2013" y="31496"/>
                  </a:moveTo>
                  <a:cubicBezTo>
                    <a:pt x="1945" y="31496"/>
                    <a:pt x="1911" y="31530"/>
                    <a:pt x="1911" y="31598"/>
                  </a:cubicBezTo>
                  <a:cubicBezTo>
                    <a:pt x="1911" y="31632"/>
                    <a:pt x="1945" y="31666"/>
                    <a:pt x="2013" y="31666"/>
                  </a:cubicBezTo>
                  <a:lnTo>
                    <a:pt x="2116" y="31666"/>
                  </a:lnTo>
                  <a:cubicBezTo>
                    <a:pt x="2184" y="31666"/>
                    <a:pt x="2218" y="31598"/>
                    <a:pt x="2218" y="31564"/>
                  </a:cubicBezTo>
                  <a:cubicBezTo>
                    <a:pt x="2218" y="31530"/>
                    <a:pt x="2150" y="31496"/>
                    <a:pt x="2116" y="31496"/>
                  </a:cubicBezTo>
                  <a:close/>
                  <a:moveTo>
                    <a:pt x="1433" y="31530"/>
                  </a:moveTo>
                  <a:cubicBezTo>
                    <a:pt x="1365" y="31530"/>
                    <a:pt x="1331" y="31598"/>
                    <a:pt x="1365" y="31632"/>
                  </a:cubicBezTo>
                  <a:cubicBezTo>
                    <a:pt x="1365" y="31666"/>
                    <a:pt x="1399" y="31701"/>
                    <a:pt x="1433" y="31701"/>
                  </a:cubicBezTo>
                  <a:lnTo>
                    <a:pt x="1570" y="31701"/>
                  </a:lnTo>
                  <a:cubicBezTo>
                    <a:pt x="1604" y="31701"/>
                    <a:pt x="1638" y="31666"/>
                    <a:pt x="1638" y="31598"/>
                  </a:cubicBezTo>
                  <a:cubicBezTo>
                    <a:pt x="1638" y="31564"/>
                    <a:pt x="1604" y="31530"/>
                    <a:pt x="1536" y="31530"/>
                  </a:cubicBezTo>
                  <a:close/>
                  <a:moveTo>
                    <a:pt x="990" y="31564"/>
                  </a:moveTo>
                  <a:lnTo>
                    <a:pt x="853" y="31598"/>
                  </a:lnTo>
                  <a:cubicBezTo>
                    <a:pt x="819" y="31598"/>
                    <a:pt x="785" y="31632"/>
                    <a:pt x="785" y="31666"/>
                  </a:cubicBezTo>
                  <a:cubicBezTo>
                    <a:pt x="785" y="31735"/>
                    <a:pt x="819" y="31769"/>
                    <a:pt x="853" y="31769"/>
                  </a:cubicBezTo>
                  <a:lnTo>
                    <a:pt x="887" y="31769"/>
                  </a:lnTo>
                  <a:lnTo>
                    <a:pt x="990" y="31735"/>
                  </a:lnTo>
                  <a:cubicBezTo>
                    <a:pt x="1024" y="31735"/>
                    <a:pt x="1058" y="31701"/>
                    <a:pt x="1058" y="31666"/>
                  </a:cubicBezTo>
                  <a:cubicBezTo>
                    <a:pt x="1058" y="31598"/>
                    <a:pt x="1024" y="31564"/>
                    <a:pt x="990" y="31564"/>
                  </a:cubicBezTo>
                  <a:close/>
                  <a:moveTo>
                    <a:pt x="436" y="31619"/>
                  </a:moveTo>
                  <a:cubicBezTo>
                    <a:pt x="428" y="31619"/>
                    <a:pt x="419" y="31623"/>
                    <a:pt x="410" y="31632"/>
                  </a:cubicBezTo>
                  <a:lnTo>
                    <a:pt x="273" y="31632"/>
                  </a:lnTo>
                  <a:cubicBezTo>
                    <a:pt x="239" y="31632"/>
                    <a:pt x="205" y="31666"/>
                    <a:pt x="205" y="31701"/>
                  </a:cubicBezTo>
                  <a:cubicBezTo>
                    <a:pt x="205" y="31769"/>
                    <a:pt x="239" y="31803"/>
                    <a:pt x="307" y="31803"/>
                  </a:cubicBezTo>
                  <a:lnTo>
                    <a:pt x="410" y="31803"/>
                  </a:lnTo>
                  <a:cubicBezTo>
                    <a:pt x="478" y="31769"/>
                    <a:pt x="512" y="31735"/>
                    <a:pt x="478" y="31701"/>
                  </a:cubicBezTo>
                  <a:cubicBezTo>
                    <a:pt x="478" y="31651"/>
                    <a:pt x="460" y="31619"/>
                    <a:pt x="436" y="3161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5" name="Google Shape;1767;p45">
              <a:extLst>
                <a:ext uri="{FF2B5EF4-FFF2-40B4-BE49-F238E27FC236}">
                  <a16:creationId xmlns:a16="http://schemas.microsoft.com/office/drawing/2014/main" id="{D0721166-104D-EED4-2785-67F66C4306A2}"/>
                </a:ext>
              </a:extLst>
            </p:cNvPr>
            <p:cNvSpPr/>
            <p:nvPr/>
          </p:nvSpPr>
          <p:spPr>
            <a:xfrm>
              <a:off x="1724528" y="3198883"/>
              <a:ext cx="221312" cy="22820"/>
            </a:xfrm>
            <a:custGeom>
              <a:avLst/>
              <a:gdLst/>
              <a:ahLst/>
              <a:cxnLst/>
              <a:rect l="l" t="t" r="r" b="b"/>
              <a:pathLst>
                <a:path w="9931" h="1024" extrusionOk="0">
                  <a:moveTo>
                    <a:pt x="9760" y="0"/>
                  </a:moveTo>
                  <a:cubicBezTo>
                    <a:pt x="9726" y="0"/>
                    <a:pt x="9692" y="34"/>
                    <a:pt x="9692" y="102"/>
                  </a:cubicBezTo>
                  <a:cubicBezTo>
                    <a:pt x="9692" y="137"/>
                    <a:pt x="9726" y="171"/>
                    <a:pt x="9760" y="171"/>
                  </a:cubicBezTo>
                  <a:lnTo>
                    <a:pt x="9862" y="171"/>
                  </a:lnTo>
                  <a:cubicBezTo>
                    <a:pt x="9896" y="171"/>
                    <a:pt x="9931" y="102"/>
                    <a:pt x="9931" y="68"/>
                  </a:cubicBezTo>
                  <a:cubicBezTo>
                    <a:pt x="9931" y="34"/>
                    <a:pt x="9896" y="0"/>
                    <a:pt x="9828" y="0"/>
                  </a:cubicBezTo>
                  <a:close/>
                  <a:moveTo>
                    <a:pt x="9180" y="34"/>
                  </a:moveTo>
                  <a:cubicBezTo>
                    <a:pt x="9146" y="68"/>
                    <a:pt x="9112" y="102"/>
                    <a:pt x="9112" y="137"/>
                  </a:cubicBezTo>
                  <a:cubicBezTo>
                    <a:pt x="9112" y="171"/>
                    <a:pt x="9146" y="205"/>
                    <a:pt x="9214" y="205"/>
                  </a:cubicBezTo>
                  <a:lnTo>
                    <a:pt x="9316" y="205"/>
                  </a:lnTo>
                  <a:cubicBezTo>
                    <a:pt x="9385" y="205"/>
                    <a:pt x="9419" y="171"/>
                    <a:pt x="9385" y="102"/>
                  </a:cubicBezTo>
                  <a:cubicBezTo>
                    <a:pt x="9385" y="68"/>
                    <a:pt x="9350" y="34"/>
                    <a:pt x="9316" y="34"/>
                  </a:cubicBezTo>
                  <a:close/>
                  <a:moveTo>
                    <a:pt x="8784" y="89"/>
                  </a:moveTo>
                  <a:cubicBezTo>
                    <a:pt x="8770" y="89"/>
                    <a:pt x="8755" y="93"/>
                    <a:pt x="8736" y="102"/>
                  </a:cubicBezTo>
                  <a:lnTo>
                    <a:pt x="8634" y="102"/>
                  </a:lnTo>
                  <a:cubicBezTo>
                    <a:pt x="8566" y="102"/>
                    <a:pt x="8532" y="137"/>
                    <a:pt x="8532" y="205"/>
                  </a:cubicBezTo>
                  <a:cubicBezTo>
                    <a:pt x="8566" y="239"/>
                    <a:pt x="8600" y="273"/>
                    <a:pt x="8634" y="273"/>
                  </a:cubicBezTo>
                  <a:lnTo>
                    <a:pt x="8770" y="273"/>
                  </a:lnTo>
                  <a:cubicBezTo>
                    <a:pt x="8805" y="239"/>
                    <a:pt x="8839" y="205"/>
                    <a:pt x="8839" y="171"/>
                  </a:cubicBezTo>
                  <a:cubicBezTo>
                    <a:pt x="8839" y="121"/>
                    <a:pt x="8820" y="89"/>
                    <a:pt x="8784" y="89"/>
                  </a:cubicBezTo>
                  <a:close/>
                  <a:moveTo>
                    <a:pt x="8054" y="137"/>
                  </a:moveTo>
                  <a:cubicBezTo>
                    <a:pt x="8020" y="137"/>
                    <a:pt x="7986" y="205"/>
                    <a:pt x="7986" y="239"/>
                  </a:cubicBezTo>
                  <a:cubicBezTo>
                    <a:pt x="7986" y="273"/>
                    <a:pt x="8020" y="307"/>
                    <a:pt x="8054" y="307"/>
                  </a:cubicBezTo>
                  <a:lnTo>
                    <a:pt x="8190" y="307"/>
                  </a:lnTo>
                  <a:cubicBezTo>
                    <a:pt x="8224" y="307"/>
                    <a:pt x="8259" y="273"/>
                    <a:pt x="8259" y="205"/>
                  </a:cubicBezTo>
                  <a:cubicBezTo>
                    <a:pt x="8259" y="171"/>
                    <a:pt x="8224" y="137"/>
                    <a:pt x="8156" y="137"/>
                  </a:cubicBezTo>
                  <a:close/>
                  <a:moveTo>
                    <a:pt x="7610" y="171"/>
                  </a:moveTo>
                  <a:lnTo>
                    <a:pt x="7474" y="205"/>
                  </a:lnTo>
                  <a:cubicBezTo>
                    <a:pt x="7440" y="205"/>
                    <a:pt x="7405" y="239"/>
                    <a:pt x="7405" y="307"/>
                  </a:cubicBezTo>
                  <a:cubicBezTo>
                    <a:pt x="7405" y="341"/>
                    <a:pt x="7440" y="375"/>
                    <a:pt x="7508" y="375"/>
                  </a:cubicBezTo>
                  <a:lnTo>
                    <a:pt x="7610" y="375"/>
                  </a:lnTo>
                  <a:cubicBezTo>
                    <a:pt x="7644" y="341"/>
                    <a:pt x="7678" y="307"/>
                    <a:pt x="7678" y="273"/>
                  </a:cubicBezTo>
                  <a:cubicBezTo>
                    <a:pt x="7678" y="205"/>
                    <a:pt x="7644" y="171"/>
                    <a:pt x="7610" y="171"/>
                  </a:cubicBezTo>
                  <a:close/>
                  <a:moveTo>
                    <a:pt x="6928" y="239"/>
                  </a:moveTo>
                  <a:cubicBezTo>
                    <a:pt x="6860" y="239"/>
                    <a:pt x="6825" y="307"/>
                    <a:pt x="6825" y="341"/>
                  </a:cubicBezTo>
                  <a:cubicBezTo>
                    <a:pt x="6825" y="375"/>
                    <a:pt x="6894" y="409"/>
                    <a:pt x="6928" y="409"/>
                  </a:cubicBezTo>
                  <a:lnTo>
                    <a:pt x="7030" y="409"/>
                  </a:lnTo>
                  <a:cubicBezTo>
                    <a:pt x="7098" y="409"/>
                    <a:pt x="7132" y="375"/>
                    <a:pt x="7132" y="307"/>
                  </a:cubicBezTo>
                  <a:cubicBezTo>
                    <a:pt x="7132" y="273"/>
                    <a:pt x="7064" y="239"/>
                    <a:pt x="7030" y="239"/>
                  </a:cubicBezTo>
                  <a:close/>
                  <a:moveTo>
                    <a:pt x="6450" y="273"/>
                  </a:moveTo>
                  <a:lnTo>
                    <a:pt x="6348" y="307"/>
                  </a:lnTo>
                  <a:cubicBezTo>
                    <a:pt x="6279" y="307"/>
                    <a:pt x="6245" y="341"/>
                    <a:pt x="6279" y="375"/>
                  </a:cubicBezTo>
                  <a:cubicBezTo>
                    <a:pt x="6279" y="444"/>
                    <a:pt x="6314" y="478"/>
                    <a:pt x="6348" y="478"/>
                  </a:cubicBezTo>
                  <a:lnTo>
                    <a:pt x="6484" y="444"/>
                  </a:lnTo>
                  <a:cubicBezTo>
                    <a:pt x="6518" y="444"/>
                    <a:pt x="6552" y="409"/>
                    <a:pt x="6552" y="375"/>
                  </a:cubicBezTo>
                  <a:cubicBezTo>
                    <a:pt x="6552" y="307"/>
                    <a:pt x="6518" y="273"/>
                    <a:pt x="6450" y="273"/>
                  </a:cubicBezTo>
                  <a:close/>
                  <a:moveTo>
                    <a:pt x="5768" y="341"/>
                  </a:moveTo>
                  <a:cubicBezTo>
                    <a:pt x="5733" y="341"/>
                    <a:pt x="5699" y="375"/>
                    <a:pt x="5699" y="444"/>
                  </a:cubicBezTo>
                  <a:cubicBezTo>
                    <a:pt x="5699" y="478"/>
                    <a:pt x="5733" y="512"/>
                    <a:pt x="5768" y="512"/>
                  </a:cubicBezTo>
                  <a:lnTo>
                    <a:pt x="5904" y="512"/>
                  </a:lnTo>
                  <a:cubicBezTo>
                    <a:pt x="5938" y="512"/>
                    <a:pt x="5972" y="478"/>
                    <a:pt x="5972" y="409"/>
                  </a:cubicBezTo>
                  <a:cubicBezTo>
                    <a:pt x="5972" y="375"/>
                    <a:pt x="5938" y="341"/>
                    <a:pt x="5870" y="341"/>
                  </a:cubicBezTo>
                  <a:close/>
                  <a:moveTo>
                    <a:pt x="5324" y="375"/>
                  </a:moveTo>
                  <a:lnTo>
                    <a:pt x="5187" y="409"/>
                  </a:lnTo>
                  <a:cubicBezTo>
                    <a:pt x="5153" y="409"/>
                    <a:pt x="5119" y="444"/>
                    <a:pt x="5119" y="478"/>
                  </a:cubicBezTo>
                  <a:cubicBezTo>
                    <a:pt x="5119" y="546"/>
                    <a:pt x="5153" y="580"/>
                    <a:pt x="5222" y="580"/>
                  </a:cubicBezTo>
                  <a:lnTo>
                    <a:pt x="5324" y="546"/>
                  </a:lnTo>
                  <a:cubicBezTo>
                    <a:pt x="5392" y="546"/>
                    <a:pt x="5426" y="512"/>
                    <a:pt x="5426" y="478"/>
                  </a:cubicBezTo>
                  <a:cubicBezTo>
                    <a:pt x="5392" y="409"/>
                    <a:pt x="5358" y="375"/>
                    <a:pt x="5324" y="375"/>
                  </a:cubicBezTo>
                  <a:close/>
                  <a:moveTo>
                    <a:pt x="4642" y="444"/>
                  </a:moveTo>
                  <a:cubicBezTo>
                    <a:pt x="4573" y="444"/>
                    <a:pt x="4539" y="478"/>
                    <a:pt x="4539" y="546"/>
                  </a:cubicBezTo>
                  <a:cubicBezTo>
                    <a:pt x="4573" y="580"/>
                    <a:pt x="4607" y="614"/>
                    <a:pt x="4642" y="614"/>
                  </a:cubicBezTo>
                  <a:lnTo>
                    <a:pt x="4778" y="614"/>
                  </a:lnTo>
                  <a:cubicBezTo>
                    <a:pt x="4812" y="614"/>
                    <a:pt x="4846" y="546"/>
                    <a:pt x="4846" y="512"/>
                  </a:cubicBezTo>
                  <a:cubicBezTo>
                    <a:pt x="4846" y="478"/>
                    <a:pt x="4812" y="444"/>
                    <a:pt x="4744" y="444"/>
                  </a:cubicBezTo>
                  <a:close/>
                  <a:moveTo>
                    <a:pt x="4164" y="478"/>
                  </a:moveTo>
                  <a:lnTo>
                    <a:pt x="4061" y="512"/>
                  </a:lnTo>
                  <a:cubicBezTo>
                    <a:pt x="4027" y="512"/>
                    <a:pt x="3993" y="546"/>
                    <a:pt x="3993" y="580"/>
                  </a:cubicBezTo>
                  <a:cubicBezTo>
                    <a:pt x="3993" y="648"/>
                    <a:pt x="4027" y="682"/>
                    <a:pt x="4061" y="682"/>
                  </a:cubicBezTo>
                  <a:lnTo>
                    <a:pt x="4198" y="648"/>
                  </a:lnTo>
                  <a:cubicBezTo>
                    <a:pt x="4232" y="648"/>
                    <a:pt x="4266" y="614"/>
                    <a:pt x="4266" y="580"/>
                  </a:cubicBezTo>
                  <a:cubicBezTo>
                    <a:pt x="4266" y="512"/>
                    <a:pt x="4232" y="478"/>
                    <a:pt x="4164" y="478"/>
                  </a:cubicBezTo>
                  <a:close/>
                  <a:moveTo>
                    <a:pt x="3481" y="546"/>
                  </a:moveTo>
                  <a:cubicBezTo>
                    <a:pt x="3447" y="546"/>
                    <a:pt x="3413" y="580"/>
                    <a:pt x="3413" y="648"/>
                  </a:cubicBezTo>
                  <a:cubicBezTo>
                    <a:pt x="3413" y="682"/>
                    <a:pt x="3447" y="717"/>
                    <a:pt x="3515" y="717"/>
                  </a:cubicBezTo>
                  <a:lnTo>
                    <a:pt x="3618" y="717"/>
                  </a:lnTo>
                  <a:cubicBezTo>
                    <a:pt x="3652" y="717"/>
                    <a:pt x="3686" y="648"/>
                    <a:pt x="3686" y="614"/>
                  </a:cubicBezTo>
                  <a:cubicBezTo>
                    <a:pt x="3686" y="580"/>
                    <a:pt x="3652" y="546"/>
                    <a:pt x="3618" y="546"/>
                  </a:cubicBezTo>
                  <a:close/>
                  <a:moveTo>
                    <a:pt x="2935" y="580"/>
                  </a:moveTo>
                  <a:cubicBezTo>
                    <a:pt x="2867" y="614"/>
                    <a:pt x="2833" y="648"/>
                    <a:pt x="2833" y="682"/>
                  </a:cubicBezTo>
                  <a:cubicBezTo>
                    <a:pt x="2833" y="717"/>
                    <a:pt x="2901" y="751"/>
                    <a:pt x="2935" y="751"/>
                  </a:cubicBezTo>
                  <a:lnTo>
                    <a:pt x="3038" y="751"/>
                  </a:lnTo>
                  <a:cubicBezTo>
                    <a:pt x="3106" y="751"/>
                    <a:pt x="3140" y="717"/>
                    <a:pt x="3140" y="648"/>
                  </a:cubicBezTo>
                  <a:cubicBezTo>
                    <a:pt x="3140" y="614"/>
                    <a:pt x="3072" y="580"/>
                    <a:pt x="3038" y="580"/>
                  </a:cubicBezTo>
                  <a:close/>
                  <a:moveTo>
                    <a:pt x="2505" y="635"/>
                  </a:moveTo>
                  <a:cubicBezTo>
                    <a:pt x="2492" y="635"/>
                    <a:pt x="2476" y="639"/>
                    <a:pt x="2458" y="648"/>
                  </a:cubicBezTo>
                  <a:lnTo>
                    <a:pt x="2355" y="648"/>
                  </a:lnTo>
                  <a:cubicBezTo>
                    <a:pt x="2287" y="648"/>
                    <a:pt x="2253" y="682"/>
                    <a:pt x="2287" y="751"/>
                  </a:cubicBezTo>
                  <a:cubicBezTo>
                    <a:pt x="2287" y="785"/>
                    <a:pt x="2321" y="819"/>
                    <a:pt x="2355" y="819"/>
                  </a:cubicBezTo>
                  <a:lnTo>
                    <a:pt x="2492" y="819"/>
                  </a:lnTo>
                  <a:cubicBezTo>
                    <a:pt x="2526" y="785"/>
                    <a:pt x="2560" y="751"/>
                    <a:pt x="2560" y="717"/>
                  </a:cubicBezTo>
                  <a:cubicBezTo>
                    <a:pt x="2560" y="667"/>
                    <a:pt x="2542" y="635"/>
                    <a:pt x="2505" y="635"/>
                  </a:cubicBezTo>
                  <a:close/>
                  <a:moveTo>
                    <a:pt x="1775" y="682"/>
                  </a:moveTo>
                  <a:cubicBezTo>
                    <a:pt x="1741" y="682"/>
                    <a:pt x="1707" y="751"/>
                    <a:pt x="1707" y="785"/>
                  </a:cubicBezTo>
                  <a:cubicBezTo>
                    <a:pt x="1707" y="819"/>
                    <a:pt x="1741" y="853"/>
                    <a:pt x="1775" y="853"/>
                  </a:cubicBezTo>
                  <a:lnTo>
                    <a:pt x="1912" y="853"/>
                  </a:lnTo>
                  <a:cubicBezTo>
                    <a:pt x="1946" y="853"/>
                    <a:pt x="1980" y="819"/>
                    <a:pt x="1980" y="751"/>
                  </a:cubicBezTo>
                  <a:cubicBezTo>
                    <a:pt x="1980" y="717"/>
                    <a:pt x="1946" y="682"/>
                    <a:pt x="1878" y="682"/>
                  </a:cubicBezTo>
                  <a:close/>
                  <a:moveTo>
                    <a:pt x="1359" y="737"/>
                  </a:moveTo>
                  <a:cubicBezTo>
                    <a:pt x="1350" y="737"/>
                    <a:pt x="1341" y="742"/>
                    <a:pt x="1332" y="751"/>
                  </a:cubicBezTo>
                  <a:lnTo>
                    <a:pt x="1195" y="751"/>
                  </a:lnTo>
                  <a:cubicBezTo>
                    <a:pt x="1161" y="751"/>
                    <a:pt x="1127" y="785"/>
                    <a:pt x="1127" y="853"/>
                  </a:cubicBezTo>
                  <a:cubicBezTo>
                    <a:pt x="1127" y="887"/>
                    <a:pt x="1161" y="921"/>
                    <a:pt x="1229" y="921"/>
                  </a:cubicBezTo>
                  <a:lnTo>
                    <a:pt x="1332" y="921"/>
                  </a:lnTo>
                  <a:cubicBezTo>
                    <a:pt x="1400" y="887"/>
                    <a:pt x="1434" y="853"/>
                    <a:pt x="1434" y="819"/>
                  </a:cubicBezTo>
                  <a:cubicBezTo>
                    <a:pt x="1409" y="769"/>
                    <a:pt x="1384" y="737"/>
                    <a:pt x="1359" y="737"/>
                  </a:cubicBezTo>
                  <a:close/>
                  <a:moveTo>
                    <a:pt x="649" y="785"/>
                  </a:moveTo>
                  <a:cubicBezTo>
                    <a:pt x="581" y="785"/>
                    <a:pt x="547" y="853"/>
                    <a:pt x="547" y="887"/>
                  </a:cubicBezTo>
                  <a:cubicBezTo>
                    <a:pt x="581" y="921"/>
                    <a:pt x="615" y="955"/>
                    <a:pt x="649" y="955"/>
                  </a:cubicBezTo>
                  <a:lnTo>
                    <a:pt x="786" y="955"/>
                  </a:lnTo>
                  <a:cubicBezTo>
                    <a:pt x="820" y="955"/>
                    <a:pt x="854" y="921"/>
                    <a:pt x="854" y="853"/>
                  </a:cubicBezTo>
                  <a:cubicBezTo>
                    <a:pt x="854" y="819"/>
                    <a:pt x="820" y="785"/>
                    <a:pt x="751" y="785"/>
                  </a:cubicBezTo>
                  <a:close/>
                  <a:moveTo>
                    <a:pt x="171" y="819"/>
                  </a:moveTo>
                  <a:lnTo>
                    <a:pt x="69" y="853"/>
                  </a:lnTo>
                  <a:cubicBezTo>
                    <a:pt x="35" y="853"/>
                    <a:pt x="1" y="887"/>
                    <a:pt x="1" y="921"/>
                  </a:cubicBezTo>
                  <a:cubicBezTo>
                    <a:pt x="1" y="990"/>
                    <a:pt x="35" y="1024"/>
                    <a:pt x="69" y="1024"/>
                  </a:cubicBezTo>
                  <a:lnTo>
                    <a:pt x="206" y="990"/>
                  </a:lnTo>
                  <a:cubicBezTo>
                    <a:pt x="240" y="990"/>
                    <a:pt x="274" y="955"/>
                    <a:pt x="274" y="921"/>
                  </a:cubicBezTo>
                  <a:cubicBezTo>
                    <a:pt x="274" y="853"/>
                    <a:pt x="240" y="819"/>
                    <a:pt x="171" y="81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6" name="Google Shape;1768;p45">
              <a:extLst>
                <a:ext uri="{FF2B5EF4-FFF2-40B4-BE49-F238E27FC236}">
                  <a16:creationId xmlns:a16="http://schemas.microsoft.com/office/drawing/2014/main" id="{CE279A46-59C9-F2E5-E7D2-09CF085A84EE}"/>
                </a:ext>
              </a:extLst>
            </p:cNvPr>
            <p:cNvSpPr/>
            <p:nvPr/>
          </p:nvSpPr>
          <p:spPr>
            <a:xfrm>
              <a:off x="2262153" y="2709148"/>
              <a:ext cx="184810" cy="475294"/>
            </a:xfrm>
            <a:custGeom>
              <a:avLst/>
              <a:gdLst/>
              <a:ahLst/>
              <a:cxnLst/>
              <a:rect l="l" t="t" r="r" b="b"/>
              <a:pathLst>
                <a:path w="8293" h="21328" extrusionOk="0">
                  <a:moveTo>
                    <a:pt x="8122" y="171"/>
                  </a:moveTo>
                  <a:lnTo>
                    <a:pt x="8122" y="20645"/>
                  </a:lnTo>
                  <a:lnTo>
                    <a:pt x="171" y="21157"/>
                  </a:lnTo>
                  <a:lnTo>
                    <a:pt x="171" y="171"/>
                  </a:lnTo>
                  <a:close/>
                  <a:moveTo>
                    <a:pt x="103" y="1"/>
                  </a:moveTo>
                  <a:cubicBezTo>
                    <a:pt x="69" y="1"/>
                    <a:pt x="1" y="69"/>
                    <a:pt x="1" y="103"/>
                  </a:cubicBezTo>
                  <a:lnTo>
                    <a:pt x="1" y="21259"/>
                  </a:lnTo>
                  <a:cubicBezTo>
                    <a:pt x="1" y="21259"/>
                    <a:pt x="35" y="21294"/>
                    <a:pt x="35" y="21294"/>
                  </a:cubicBezTo>
                  <a:cubicBezTo>
                    <a:pt x="69" y="21328"/>
                    <a:pt x="69" y="21328"/>
                    <a:pt x="103" y="21328"/>
                  </a:cubicBezTo>
                  <a:lnTo>
                    <a:pt x="8224" y="20782"/>
                  </a:lnTo>
                  <a:cubicBezTo>
                    <a:pt x="8259" y="20782"/>
                    <a:pt x="8293" y="20748"/>
                    <a:pt x="8293" y="20713"/>
                  </a:cubicBezTo>
                  <a:lnTo>
                    <a:pt x="8293" y="103"/>
                  </a:lnTo>
                  <a:cubicBezTo>
                    <a:pt x="8293" y="69"/>
                    <a:pt x="8259" y="1"/>
                    <a:pt x="822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7" name="Google Shape;1769;p45">
              <a:extLst>
                <a:ext uri="{FF2B5EF4-FFF2-40B4-BE49-F238E27FC236}">
                  <a16:creationId xmlns:a16="http://schemas.microsoft.com/office/drawing/2014/main" id="{975049D0-FFD1-EF06-7744-BEF47B03E0AD}"/>
                </a:ext>
              </a:extLst>
            </p:cNvPr>
            <p:cNvSpPr/>
            <p:nvPr/>
          </p:nvSpPr>
          <p:spPr>
            <a:xfrm>
              <a:off x="2206641" y="2709148"/>
              <a:ext cx="59345" cy="475294"/>
            </a:xfrm>
            <a:custGeom>
              <a:avLst/>
              <a:gdLst/>
              <a:ahLst/>
              <a:cxnLst/>
              <a:rect l="l" t="t" r="r" b="b"/>
              <a:pathLst>
                <a:path w="2663" h="21328" extrusionOk="0">
                  <a:moveTo>
                    <a:pt x="171" y="1"/>
                  </a:moveTo>
                  <a:cubicBezTo>
                    <a:pt x="137" y="1"/>
                    <a:pt x="103" y="69"/>
                    <a:pt x="103" y="103"/>
                  </a:cubicBezTo>
                  <a:cubicBezTo>
                    <a:pt x="103" y="137"/>
                    <a:pt x="137" y="171"/>
                    <a:pt x="171" y="171"/>
                  </a:cubicBezTo>
                  <a:lnTo>
                    <a:pt x="308" y="171"/>
                  </a:lnTo>
                  <a:cubicBezTo>
                    <a:pt x="342" y="171"/>
                    <a:pt x="376" y="137"/>
                    <a:pt x="376" y="103"/>
                  </a:cubicBezTo>
                  <a:cubicBezTo>
                    <a:pt x="376" y="69"/>
                    <a:pt x="342" y="1"/>
                    <a:pt x="308" y="1"/>
                  </a:cubicBezTo>
                  <a:close/>
                  <a:moveTo>
                    <a:pt x="751" y="1"/>
                  </a:moveTo>
                  <a:cubicBezTo>
                    <a:pt x="717" y="1"/>
                    <a:pt x="683" y="69"/>
                    <a:pt x="683" y="103"/>
                  </a:cubicBezTo>
                  <a:cubicBezTo>
                    <a:pt x="683" y="137"/>
                    <a:pt x="717" y="171"/>
                    <a:pt x="751" y="171"/>
                  </a:cubicBezTo>
                  <a:lnTo>
                    <a:pt x="888" y="171"/>
                  </a:lnTo>
                  <a:cubicBezTo>
                    <a:pt x="922" y="171"/>
                    <a:pt x="956" y="137"/>
                    <a:pt x="956" y="103"/>
                  </a:cubicBezTo>
                  <a:cubicBezTo>
                    <a:pt x="956" y="69"/>
                    <a:pt x="922" y="1"/>
                    <a:pt x="888" y="1"/>
                  </a:cubicBezTo>
                  <a:close/>
                  <a:moveTo>
                    <a:pt x="1332" y="1"/>
                  </a:moveTo>
                  <a:cubicBezTo>
                    <a:pt x="1297" y="1"/>
                    <a:pt x="1263" y="69"/>
                    <a:pt x="1263" y="103"/>
                  </a:cubicBezTo>
                  <a:cubicBezTo>
                    <a:pt x="1263" y="137"/>
                    <a:pt x="1297" y="171"/>
                    <a:pt x="1332" y="171"/>
                  </a:cubicBezTo>
                  <a:lnTo>
                    <a:pt x="1434" y="171"/>
                  </a:lnTo>
                  <a:cubicBezTo>
                    <a:pt x="1502" y="171"/>
                    <a:pt x="1536" y="137"/>
                    <a:pt x="1536" y="103"/>
                  </a:cubicBezTo>
                  <a:cubicBezTo>
                    <a:pt x="1536" y="69"/>
                    <a:pt x="1502" y="1"/>
                    <a:pt x="1434" y="1"/>
                  </a:cubicBezTo>
                  <a:close/>
                  <a:moveTo>
                    <a:pt x="1912" y="1"/>
                  </a:moveTo>
                  <a:cubicBezTo>
                    <a:pt x="1843" y="1"/>
                    <a:pt x="1809" y="69"/>
                    <a:pt x="1809" y="103"/>
                  </a:cubicBezTo>
                  <a:cubicBezTo>
                    <a:pt x="1809" y="137"/>
                    <a:pt x="1843" y="171"/>
                    <a:pt x="1912" y="171"/>
                  </a:cubicBezTo>
                  <a:lnTo>
                    <a:pt x="2014" y="171"/>
                  </a:lnTo>
                  <a:cubicBezTo>
                    <a:pt x="2082" y="171"/>
                    <a:pt x="2116" y="137"/>
                    <a:pt x="2116" y="103"/>
                  </a:cubicBezTo>
                  <a:cubicBezTo>
                    <a:pt x="2116" y="69"/>
                    <a:pt x="2082" y="1"/>
                    <a:pt x="2014" y="1"/>
                  </a:cubicBezTo>
                  <a:close/>
                  <a:moveTo>
                    <a:pt x="2492" y="1"/>
                  </a:moveTo>
                  <a:cubicBezTo>
                    <a:pt x="2424" y="1"/>
                    <a:pt x="2389" y="69"/>
                    <a:pt x="2389" y="103"/>
                  </a:cubicBezTo>
                  <a:cubicBezTo>
                    <a:pt x="2389" y="137"/>
                    <a:pt x="2424" y="171"/>
                    <a:pt x="2492" y="171"/>
                  </a:cubicBezTo>
                  <a:lnTo>
                    <a:pt x="2594" y="171"/>
                  </a:lnTo>
                  <a:cubicBezTo>
                    <a:pt x="2628" y="171"/>
                    <a:pt x="2662" y="137"/>
                    <a:pt x="2662" y="103"/>
                  </a:cubicBezTo>
                  <a:cubicBezTo>
                    <a:pt x="2662" y="69"/>
                    <a:pt x="2628" y="1"/>
                    <a:pt x="2594" y="1"/>
                  </a:cubicBezTo>
                  <a:close/>
                  <a:moveTo>
                    <a:pt x="69" y="376"/>
                  </a:moveTo>
                  <a:cubicBezTo>
                    <a:pt x="35" y="376"/>
                    <a:pt x="1" y="410"/>
                    <a:pt x="1" y="444"/>
                  </a:cubicBezTo>
                  <a:lnTo>
                    <a:pt x="1" y="581"/>
                  </a:lnTo>
                  <a:cubicBezTo>
                    <a:pt x="1" y="615"/>
                    <a:pt x="35" y="649"/>
                    <a:pt x="69" y="649"/>
                  </a:cubicBezTo>
                  <a:cubicBezTo>
                    <a:pt x="137" y="649"/>
                    <a:pt x="171" y="615"/>
                    <a:pt x="171" y="581"/>
                  </a:cubicBezTo>
                  <a:lnTo>
                    <a:pt x="171" y="444"/>
                  </a:lnTo>
                  <a:cubicBezTo>
                    <a:pt x="171" y="410"/>
                    <a:pt x="137" y="376"/>
                    <a:pt x="69" y="376"/>
                  </a:cubicBezTo>
                  <a:close/>
                  <a:moveTo>
                    <a:pt x="69" y="956"/>
                  </a:moveTo>
                  <a:cubicBezTo>
                    <a:pt x="35" y="956"/>
                    <a:pt x="1" y="990"/>
                    <a:pt x="1" y="1024"/>
                  </a:cubicBezTo>
                  <a:lnTo>
                    <a:pt x="1" y="1127"/>
                  </a:lnTo>
                  <a:cubicBezTo>
                    <a:pt x="1" y="1195"/>
                    <a:pt x="35" y="1229"/>
                    <a:pt x="69" y="1229"/>
                  </a:cubicBezTo>
                  <a:cubicBezTo>
                    <a:pt x="137" y="1229"/>
                    <a:pt x="171" y="1195"/>
                    <a:pt x="171" y="1127"/>
                  </a:cubicBezTo>
                  <a:lnTo>
                    <a:pt x="171" y="1024"/>
                  </a:lnTo>
                  <a:cubicBezTo>
                    <a:pt x="171" y="990"/>
                    <a:pt x="137" y="956"/>
                    <a:pt x="69" y="956"/>
                  </a:cubicBezTo>
                  <a:close/>
                  <a:moveTo>
                    <a:pt x="69" y="1502"/>
                  </a:moveTo>
                  <a:cubicBezTo>
                    <a:pt x="35" y="1502"/>
                    <a:pt x="1" y="1536"/>
                    <a:pt x="1" y="1605"/>
                  </a:cubicBezTo>
                  <a:lnTo>
                    <a:pt x="1" y="1707"/>
                  </a:lnTo>
                  <a:cubicBezTo>
                    <a:pt x="1" y="1775"/>
                    <a:pt x="35" y="1809"/>
                    <a:pt x="69" y="1809"/>
                  </a:cubicBezTo>
                  <a:cubicBezTo>
                    <a:pt x="137" y="1809"/>
                    <a:pt x="171" y="1775"/>
                    <a:pt x="171" y="1707"/>
                  </a:cubicBezTo>
                  <a:lnTo>
                    <a:pt x="171" y="1605"/>
                  </a:lnTo>
                  <a:cubicBezTo>
                    <a:pt x="171" y="1536"/>
                    <a:pt x="137" y="1502"/>
                    <a:pt x="69" y="1502"/>
                  </a:cubicBezTo>
                  <a:close/>
                  <a:moveTo>
                    <a:pt x="69" y="2082"/>
                  </a:moveTo>
                  <a:cubicBezTo>
                    <a:pt x="35" y="2082"/>
                    <a:pt x="1" y="2116"/>
                    <a:pt x="1" y="2185"/>
                  </a:cubicBezTo>
                  <a:lnTo>
                    <a:pt x="1" y="2287"/>
                  </a:lnTo>
                  <a:cubicBezTo>
                    <a:pt x="1" y="2321"/>
                    <a:pt x="35" y="2355"/>
                    <a:pt x="69" y="2355"/>
                  </a:cubicBezTo>
                  <a:cubicBezTo>
                    <a:pt x="137" y="2355"/>
                    <a:pt x="171" y="2321"/>
                    <a:pt x="171" y="2287"/>
                  </a:cubicBezTo>
                  <a:lnTo>
                    <a:pt x="171" y="2185"/>
                  </a:lnTo>
                  <a:cubicBezTo>
                    <a:pt x="171" y="2116"/>
                    <a:pt x="137" y="2082"/>
                    <a:pt x="69" y="2082"/>
                  </a:cubicBezTo>
                  <a:close/>
                  <a:moveTo>
                    <a:pt x="69" y="2662"/>
                  </a:moveTo>
                  <a:cubicBezTo>
                    <a:pt x="35" y="2662"/>
                    <a:pt x="1" y="2696"/>
                    <a:pt x="1" y="2731"/>
                  </a:cubicBezTo>
                  <a:lnTo>
                    <a:pt x="1" y="2867"/>
                  </a:lnTo>
                  <a:cubicBezTo>
                    <a:pt x="1" y="2901"/>
                    <a:pt x="35" y="2935"/>
                    <a:pt x="69" y="2935"/>
                  </a:cubicBezTo>
                  <a:cubicBezTo>
                    <a:pt x="137" y="2935"/>
                    <a:pt x="171" y="2901"/>
                    <a:pt x="171" y="2867"/>
                  </a:cubicBezTo>
                  <a:lnTo>
                    <a:pt x="171" y="2731"/>
                  </a:lnTo>
                  <a:cubicBezTo>
                    <a:pt x="171" y="2696"/>
                    <a:pt x="137" y="2662"/>
                    <a:pt x="69" y="2662"/>
                  </a:cubicBezTo>
                  <a:close/>
                  <a:moveTo>
                    <a:pt x="69" y="3242"/>
                  </a:moveTo>
                  <a:cubicBezTo>
                    <a:pt x="35" y="3242"/>
                    <a:pt x="1" y="3277"/>
                    <a:pt x="1" y="3311"/>
                  </a:cubicBezTo>
                  <a:lnTo>
                    <a:pt x="1" y="3447"/>
                  </a:lnTo>
                  <a:cubicBezTo>
                    <a:pt x="1" y="3481"/>
                    <a:pt x="35" y="3515"/>
                    <a:pt x="69" y="3515"/>
                  </a:cubicBezTo>
                  <a:cubicBezTo>
                    <a:pt x="137" y="3515"/>
                    <a:pt x="171" y="3481"/>
                    <a:pt x="171" y="3447"/>
                  </a:cubicBezTo>
                  <a:lnTo>
                    <a:pt x="171" y="3311"/>
                  </a:lnTo>
                  <a:cubicBezTo>
                    <a:pt x="171" y="3277"/>
                    <a:pt x="137" y="3242"/>
                    <a:pt x="69" y="3242"/>
                  </a:cubicBezTo>
                  <a:close/>
                  <a:moveTo>
                    <a:pt x="69" y="3788"/>
                  </a:moveTo>
                  <a:cubicBezTo>
                    <a:pt x="35" y="3788"/>
                    <a:pt x="1" y="3857"/>
                    <a:pt x="1" y="3891"/>
                  </a:cubicBezTo>
                  <a:lnTo>
                    <a:pt x="1" y="3993"/>
                  </a:lnTo>
                  <a:cubicBezTo>
                    <a:pt x="1" y="4061"/>
                    <a:pt x="35" y="4096"/>
                    <a:pt x="69" y="4096"/>
                  </a:cubicBezTo>
                  <a:cubicBezTo>
                    <a:pt x="137" y="4096"/>
                    <a:pt x="171" y="4061"/>
                    <a:pt x="171" y="3993"/>
                  </a:cubicBezTo>
                  <a:lnTo>
                    <a:pt x="171" y="3891"/>
                  </a:lnTo>
                  <a:cubicBezTo>
                    <a:pt x="171" y="3857"/>
                    <a:pt x="137" y="3788"/>
                    <a:pt x="69" y="3788"/>
                  </a:cubicBezTo>
                  <a:close/>
                  <a:moveTo>
                    <a:pt x="69" y="4368"/>
                  </a:moveTo>
                  <a:cubicBezTo>
                    <a:pt x="35" y="4368"/>
                    <a:pt x="1" y="4403"/>
                    <a:pt x="1" y="4471"/>
                  </a:cubicBezTo>
                  <a:lnTo>
                    <a:pt x="1" y="4573"/>
                  </a:lnTo>
                  <a:cubicBezTo>
                    <a:pt x="1" y="4607"/>
                    <a:pt x="35" y="4676"/>
                    <a:pt x="69" y="4676"/>
                  </a:cubicBezTo>
                  <a:cubicBezTo>
                    <a:pt x="137" y="4676"/>
                    <a:pt x="171" y="4607"/>
                    <a:pt x="171" y="4573"/>
                  </a:cubicBezTo>
                  <a:lnTo>
                    <a:pt x="171" y="4471"/>
                  </a:lnTo>
                  <a:cubicBezTo>
                    <a:pt x="171" y="4403"/>
                    <a:pt x="137" y="4368"/>
                    <a:pt x="69" y="4368"/>
                  </a:cubicBezTo>
                  <a:close/>
                  <a:moveTo>
                    <a:pt x="69" y="4949"/>
                  </a:moveTo>
                  <a:cubicBezTo>
                    <a:pt x="35" y="4949"/>
                    <a:pt x="1" y="4983"/>
                    <a:pt x="1" y="5051"/>
                  </a:cubicBezTo>
                  <a:lnTo>
                    <a:pt x="1" y="5153"/>
                  </a:lnTo>
                  <a:cubicBezTo>
                    <a:pt x="1" y="5187"/>
                    <a:pt x="35" y="5222"/>
                    <a:pt x="69" y="5222"/>
                  </a:cubicBezTo>
                  <a:cubicBezTo>
                    <a:pt x="137" y="5222"/>
                    <a:pt x="171" y="5187"/>
                    <a:pt x="171" y="5153"/>
                  </a:cubicBezTo>
                  <a:lnTo>
                    <a:pt x="171" y="5051"/>
                  </a:lnTo>
                  <a:cubicBezTo>
                    <a:pt x="171" y="4983"/>
                    <a:pt x="137" y="4949"/>
                    <a:pt x="69" y="4949"/>
                  </a:cubicBezTo>
                  <a:close/>
                  <a:moveTo>
                    <a:pt x="69" y="5529"/>
                  </a:moveTo>
                  <a:cubicBezTo>
                    <a:pt x="35" y="5529"/>
                    <a:pt x="1" y="5563"/>
                    <a:pt x="1" y="5597"/>
                  </a:cubicBezTo>
                  <a:lnTo>
                    <a:pt x="1" y="5733"/>
                  </a:lnTo>
                  <a:cubicBezTo>
                    <a:pt x="1" y="5768"/>
                    <a:pt x="35" y="5802"/>
                    <a:pt x="69" y="5802"/>
                  </a:cubicBezTo>
                  <a:cubicBezTo>
                    <a:pt x="137" y="5802"/>
                    <a:pt x="171" y="5768"/>
                    <a:pt x="171" y="5733"/>
                  </a:cubicBezTo>
                  <a:lnTo>
                    <a:pt x="171" y="5597"/>
                  </a:lnTo>
                  <a:cubicBezTo>
                    <a:pt x="171" y="5563"/>
                    <a:pt x="137" y="5529"/>
                    <a:pt x="69" y="5529"/>
                  </a:cubicBezTo>
                  <a:close/>
                  <a:moveTo>
                    <a:pt x="69" y="6109"/>
                  </a:moveTo>
                  <a:cubicBezTo>
                    <a:pt x="35" y="6109"/>
                    <a:pt x="1" y="6143"/>
                    <a:pt x="1" y="6177"/>
                  </a:cubicBezTo>
                  <a:lnTo>
                    <a:pt x="1" y="6279"/>
                  </a:lnTo>
                  <a:cubicBezTo>
                    <a:pt x="1" y="6348"/>
                    <a:pt x="35" y="6382"/>
                    <a:pt x="69" y="6382"/>
                  </a:cubicBezTo>
                  <a:cubicBezTo>
                    <a:pt x="137" y="6382"/>
                    <a:pt x="171" y="6348"/>
                    <a:pt x="171" y="6279"/>
                  </a:cubicBezTo>
                  <a:lnTo>
                    <a:pt x="171" y="6177"/>
                  </a:lnTo>
                  <a:cubicBezTo>
                    <a:pt x="171" y="6143"/>
                    <a:pt x="137" y="6109"/>
                    <a:pt x="69" y="6109"/>
                  </a:cubicBezTo>
                  <a:close/>
                  <a:moveTo>
                    <a:pt x="69" y="6655"/>
                  </a:moveTo>
                  <a:cubicBezTo>
                    <a:pt x="35" y="6655"/>
                    <a:pt x="1" y="6689"/>
                    <a:pt x="1" y="6757"/>
                  </a:cubicBezTo>
                  <a:lnTo>
                    <a:pt x="1" y="6859"/>
                  </a:lnTo>
                  <a:cubicBezTo>
                    <a:pt x="1" y="6928"/>
                    <a:pt x="35" y="6962"/>
                    <a:pt x="69" y="6962"/>
                  </a:cubicBezTo>
                  <a:cubicBezTo>
                    <a:pt x="137" y="6962"/>
                    <a:pt x="171" y="6928"/>
                    <a:pt x="171" y="6859"/>
                  </a:cubicBezTo>
                  <a:lnTo>
                    <a:pt x="171" y="6757"/>
                  </a:lnTo>
                  <a:cubicBezTo>
                    <a:pt x="171" y="6689"/>
                    <a:pt x="137" y="6655"/>
                    <a:pt x="69" y="6655"/>
                  </a:cubicBezTo>
                  <a:close/>
                  <a:moveTo>
                    <a:pt x="69" y="7235"/>
                  </a:moveTo>
                  <a:cubicBezTo>
                    <a:pt x="35" y="7235"/>
                    <a:pt x="1" y="7269"/>
                    <a:pt x="1" y="7337"/>
                  </a:cubicBezTo>
                  <a:lnTo>
                    <a:pt x="1" y="7440"/>
                  </a:lnTo>
                  <a:cubicBezTo>
                    <a:pt x="1" y="7474"/>
                    <a:pt x="35" y="7508"/>
                    <a:pt x="69" y="7508"/>
                  </a:cubicBezTo>
                  <a:cubicBezTo>
                    <a:pt x="137" y="7508"/>
                    <a:pt x="171" y="7474"/>
                    <a:pt x="171" y="7440"/>
                  </a:cubicBezTo>
                  <a:lnTo>
                    <a:pt x="171" y="7337"/>
                  </a:lnTo>
                  <a:cubicBezTo>
                    <a:pt x="171" y="7269"/>
                    <a:pt x="137" y="7235"/>
                    <a:pt x="69" y="7235"/>
                  </a:cubicBezTo>
                  <a:close/>
                  <a:moveTo>
                    <a:pt x="69" y="7815"/>
                  </a:moveTo>
                  <a:cubicBezTo>
                    <a:pt x="35" y="7815"/>
                    <a:pt x="1" y="7849"/>
                    <a:pt x="1" y="7883"/>
                  </a:cubicBezTo>
                  <a:lnTo>
                    <a:pt x="1" y="8020"/>
                  </a:lnTo>
                  <a:cubicBezTo>
                    <a:pt x="1" y="8054"/>
                    <a:pt x="35" y="8088"/>
                    <a:pt x="69" y="8088"/>
                  </a:cubicBezTo>
                  <a:cubicBezTo>
                    <a:pt x="137" y="8088"/>
                    <a:pt x="171" y="8054"/>
                    <a:pt x="171" y="8020"/>
                  </a:cubicBezTo>
                  <a:lnTo>
                    <a:pt x="171" y="7883"/>
                  </a:lnTo>
                  <a:cubicBezTo>
                    <a:pt x="171" y="7849"/>
                    <a:pt x="137" y="7815"/>
                    <a:pt x="69" y="7815"/>
                  </a:cubicBezTo>
                  <a:close/>
                  <a:moveTo>
                    <a:pt x="69" y="8395"/>
                  </a:moveTo>
                  <a:cubicBezTo>
                    <a:pt x="35" y="8395"/>
                    <a:pt x="1" y="8429"/>
                    <a:pt x="1" y="8463"/>
                  </a:cubicBezTo>
                  <a:lnTo>
                    <a:pt x="1" y="8600"/>
                  </a:lnTo>
                  <a:cubicBezTo>
                    <a:pt x="1" y="8634"/>
                    <a:pt x="35" y="8668"/>
                    <a:pt x="69" y="8668"/>
                  </a:cubicBezTo>
                  <a:cubicBezTo>
                    <a:pt x="137" y="8668"/>
                    <a:pt x="171" y="8634"/>
                    <a:pt x="171" y="8600"/>
                  </a:cubicBezTo>
                  <a:lnTo>
                    <a:pt x="171" y="8463"/>
                  </a:lnTo>
                  <a:cubicBezTo>
                    <a:pt x="171" y="8429"/>
                    <a:pt x="137" y="8395"/>
                    <a:pt x="69" y="8395"/>
                  </a:cubicBezTo>
                  <a:close/>
                  <a:moveTo>
                    <a:pt x="69" y="8941"/>
                  </a:moveTo>
                  <a:cubicBezTo>
                    <a:pt x="35" y="8941"/>
                    <a:pt x="1" y="9009"/>
                    <a:pt x="1" y="9043"/>
                  </a:cubicBezTo>
                  <a:lnTo>
                    <a:pt x="1" y="9146"/>
                  </a:lnTo>
                  <a:cubicBezTo>
                    <a:pt x="1" y="9214"/>
                    <a:pt x="35" y="9248"/>
                    <a:pt x="69" y="9248"/>
                  </a:cubicBezTo>
                  <a:cubicBezTo>
                    <a:pt x="137" y="9248"/>
                    <a:pt x="171" y="9214"/>
                    <a:pt x="171" y="9146"/>
                  </a:cubicBezTo>
                  <a:lnTo>
                    <a:pt x="171" y="9043"/>
                  </a:lnTo>
                  <a:cubicBezTo>
                    <a:pt x="171" y="9009"/>
                    <a:pt x="137" y="8941"/>
                    <a:pt x="69" y="8941"/>
                  </a:cubicBezTo>
                  <a:close/>
                  <a:moveTo>
                    <a:pt x="69" y="9521"/>
                  </a:moveTo>
                  <a:cubicBezTo>
                    <a:pt x="35" y="9521"/>
                    <a:pt x="1" y="9555"/>
                    <a:pt x="1" y="9623"/>
                  </a:cubicBezTo>
                  <a:lnTo>
                    <a:pt x="1" y="9726"/>
                  </a:lnTo>
                  <a:cubicBezTo>
                    <a:pt x="1" y="9760"/>
                    <a:pt x="35" y="9828"/>
                    <a:pt x="69" y="9828"/>
                  </a:cubicBezTo>
                  <a:cubicBezTo>
                    <a:pt x="137" y="9828"/>
                    <a:pt x="171" y="9760"/>
                    <a:pt x="171" y="9726"/>
                  </a:cubicBezTo>
                  <a:lnTo>
                    <a:pt x="171" y="9623"/>
                  </a:lnTo>
                  <a:cubicBezTo>
                    <a:pt x="171" y="9555"/>
                    <a:pt x="137" y="9521"/>
                    <a:pt x="69" y="9521"/>
                  </a:cubicBezTo>
                  <a:close/>
                  <a:moveTo>
                    <a:pt x="69" y="10101"/>
                  </a:moveTo>
                  <a:cubicBezTo>
                    <a:pt x="35" y="10101"/>
                    <a:pt x="1" y="10135"/>
                    <a:pt x="1" y="10204"/>
                  </a:cubicBezTo>
                  <a:lnTo>
                    <a:pt x="1" y="10306"/>
                  </a:lnTo>
                  <a:cubicBezTo>
                    <a:pt x="1" y="10340"/>
                    <a:pt x="35" y="10374"/>
                    <a:pt x="69" y="10374"/>
                  </a:cubicBezTo>
                  <a:cubicBezTo>
                    <a:pt x="137" y="10374"/>
                    <a:pt x="171" y="10340"/>
                    <a:pt x="171" y="10306"/>
                  </a:cubicBezTo>
                  <a:lnTo>
                    <a:pt x="171" y="10204"/>
                  </a:lnTo>
                  <a:cubicBezTo>
                    <a:pt x="171" y="10135"/>
                    <a:pt x="137" y="10101"/>
                    <a:pt x="69" y="10101"/>
                  </a:cubicBezTo>
                  <a:close/>
                  <a:moveTo>
                    <a:pt x="69" y="10681"/>
                  </a:moveTo>
                  <a:cubicBezTo>
                    <a:pt x="35" y="10681"/>
                    <a:pt x="1" y="10715"/>
                    <a:pt x="1" y="10750"/>
                  </a:cubicBezTo>
                  <a:lnTo>
                    <a:pt x="1" y="10886"/>
                  </a:lnTo>
                  <a:cubicBezTo>
                    <a:pt x="1" y="10920"/>
                    <a:pt x="35" y="10954"/>
                    <a:pt x="69" y="10954"/>
                  </a:cubicBezTo>
                  <a:cubicBezTo>
                    <a:pt x="137" y="10954"/>
                    <a:pt x="171" y="10920"/>
                    <a:pt x="171" y="10886"/>
                  </a:cubicBezTo>
                  <a:lnTo>
                    <a:pt x="171" y="10750"/>
                  </a:lnTo>
                  <a:cubicBezTo>
                    <a:pt x="171" y="10715"/>
                    <a:pt x="137" y="10681"/>
                    <a:pt x="69" y="10681"/>
                  </a:cubicBezTo>
                  <a:close/>
                  <a:moveTo>
                    <a:pt x="69" y="11261"/>
                  </a:moveTo>
                  <a:cubicBezTo>
                    <a:pt x="35" y="11261"/>
                    <a:pt x="1" y="11295"/>
                    <a:pt x="1" y="11330"/>
                  </a:cubicBezTo>
                  <a:lnTo>
                    <a:pt x="1" y="11432"/>
                  </a:lnTo>
                  <a:cubicBezTo>
                    <a:pt x="1" y="11500"/>
                    <a:pt x="35" y="11534"/>
                    <a:pt x="69" y="11534"/>
                  </a:cubicBezTo>
                  <a:cubicBezTo>
                    <a:pt x="137" y="11534"/>
                    <a:pt x="171" y="11500"/>
                    <a:pt x="171" y="11432"/>
                  </a:cubicBezTo>
                  <a:lnTo>
                    <a:pt x="171" y="11330"/>
                  </a:lnTo>
                  <a:cubicBezTo>
                    <a:pt x="171" y="11295"/>
                    <a:pt x="137" y="11261"/>
                    <a:pt x="69" y="11261"/>
                  </a:cubicBezTo>
                  <a:close/>
                  <a:moveTo>
                    <a:pt x="69" y="11807"/>
                  </a:moveTo>
                  <a:cubicBezTo>
                    <a:pt x="35" y="11807"/>
                    <a:pt x="1" y="11841"/>
                    <a:pt x="1" y="11910"/>
                  </a:cubicBezTo>
                  <a:lnTo>
                    <a:pt x="1" y="12012"/>
                  </a:lnTo>
                  <a:cubicBezTo>
                    <a:pt x="1" y="12080"/>
                    <a:pt x="35" y="12114"/>
                    <a:pt x="69" y="12114"/>
                  </a:cubicBezTo>
                  <a:cubicBezTo>
                    <a:pt x="137" y="12114"/>
                    <a:pt x="171" y="12080"/>
                    <a:pt x="171" y="12012"/>
                  </a:cubicBezTo>
                  <a:lnTo>
                    <a:pt x="171" y="11910"/>
                  </a:lnTo>
                  <a:cubicBezTo>
                    <a:pt x="171" y="11841"/>
                    <a:pt x="137" y="11807"/>
                    <a:pt x="69" y="11807"/>
                  </a:cubicBezTo>
                  <a:close/>
                  <a:moveTo>
                    <a:pt x="69" y="12387"/>
                  </a:moveTo>
                  <a:cubicBezTo>
                    <a:pt x="35" y="12387"/>
                    <a:pt x="1" y="12422"/>
                    <a:pt x="1" y="12490"/>
                  </a:cubicBezTo>
                  <a:lnTo>
                    <a:pt x="1" y="12592"/>
                  </a:lnTo>
                  <a:cubicBezTo>
                    <a:pt x="1" y="12626"/>
                    <a:pt x="35" y="12660"/>
                    <a:pt x="69" y="12660"/>
                  </a:cubicBezTo>
                  <a:cubicBezTo>
                    <a:pt x="137" y="12660"/>
                    <a:pt x="171" y="12626"/>
                    <a:pt x="171" y="12592"/>
                  </a:cubicBezTo>
                  <a:lnTo>
                    <a:pt x="171" y="12490"/>
                  </a:lnTo>
                  <a:cubicBezTo>
                    <a:pt x="171" y="12422"/>
                    <a:pt x="137" y="12387"/>
                    <a:pt x="69" y="12387"/>
                  </a:cubicBezTo>
                  <a:close/>
                  <a:moveTo>
                    <a:pt x="69" y="12968"/>
                  </a:moveTo>
                  <a:cubicBezTo>
                    <a:pt x="35" y="12968"/>
                    <a:pt x="1" y="13002"/>
                    <a:pt x="1" y="13036"/>
                  </a:cubicBezTo>
                  <a:lnTo>
                    <a:pt x="1" y="13172"/>
                  </a:lnTo>
                  <a:cubicBezTo>
                    <a:pt x="1" y="13206"/>
                    <a:pt x="35" y="13240"/>
                    <a:pt x="69" y="13240"/>
                  </a:cubicBezTo>
                  <a:cubicBezTo>
                    <a:pt x="137" y="13240"/>
                    <a:pt x="171" y="13206"/>
                    <a:pt x="171" y="13172"/>
                  </a:cubicBezTo>
                  <a:lnTo>
                    <a:pt x="171" y="13036"/>
                  </a:lnTo>
                  <a:cubicBezTo>
                    <a:pt x="171" y="13002"/>
                    <a:pt x="137" y="12968"/>
                    <a:pt x="69" y="12968"/>
                  </a:cubicBezTo>
                  <a:close/>
                  <a:moveTo>
                    <a:pt x="69" y="13548"/>
                  </a:moveTo>
                  <a:cubicBezTo>
                    <a:pt x="35" y="13548"/>
                    <a:pt x="1" y="13582"/>
                    <a:pt x="1" y="13616"/>
                  </a:cubicBezTo>
                  <a:lnTo>
                    <a:pt x="1" y="13752"/>
                  </a:lnTo>
                  <a:cubicBezTo>
                    <a:pt x="1" y="13786"/>
                    <a:pt x="35" y="13821"/>
                    <a:pt x="69" y="13821"/>
                  </a:cubicBezTo>
                  <a:cubicBezTo>
                    <a:pt x="137" y="13821"/>
                    <a:pt x="171" y="13786"/>
                    <a:pt x="171" y="13752"/>
                  </a:cubicBezTo>
                  <a:lnTo>
                    <a:pt x="171" y="13616"/>
                  </a:lnTo>
                  <a:cubicBezTo>
                    <a:pt x="171" y="13582"/>
                    <a:pt x="137" y="13548"/>
                    <a:pt x="69" y="13548"/>
                  </a:cubicBezTo>
                  <a:close/>
                  <a:moveTo>
                    <a:pt x="69" y="14094"/>
                  </a:moveTo>
                  <a:cubicBezTo>
                    <a:pt x="35" y="14094"/>
                    <a:pt x="1" y="14162"/>
                    <a:pt x="1" y="14196"/>
                  </a:cubicBezTo>
                  <a:lnTo>
                    <a:pt x="1" y="14298"/>
                  </a:lnTo>
                  <a:cubicBezTo>
                    <a:pt x="1" y="14367"/>
                    <a:pt x="35" y="14401"/>
                    <a:pt x="69" y="14401"/>
                  </a:cubicBezTo>
                  <a:cubicBezTo>
                    <a:pt x="137" y="14401"/>
                    <a:pt x="171" y="14367"/>
                    <a:pt x="171" y="14298"/>
                  </a:cubicBezTo>
                  <a:lnTo>
                    <a:pt x="171" y="14196"/>
                  </a:lnTo>
                  <a:cubicBezTo>
                    <a:pt x="171" y="14162"/>
                    <a:pt x="137" y="14094"/>
                    <a:pt x="69" y="14094"/>
                  </a:cubicBezTo>
                  <a:close/>
                  <a:moveTo>
                    <a:pt x="69" y="14674"/>
                  </a:moveTo>
                  <a:cubicBezTo>
                    <a:pt x="35" y="14674"/>
                    <a:pt x="1" y="14708"/>
                    <a:pt x="1" y="14776"/>
                  </a:cubicBezTo>
                  <a:lnTo>
                    <a:pt x="1" y="14878"/>
                  </a:lnTo>
                  <a:cubicBezTo>
                    <a:pt x="1" y="14913"/>
                    <a:pt x="35" y="14981"/>
                    <a:pt x="69" y="14981"/>
                  </a:cubicBezTo>
                  <a:cubicBezTo>
                    <a:pt x="137" y="14981"/>
                    <a:pt x="171" y="14913"/>
                    <a:pt x="171" y="14878"/>
                  </a:cubicBezTo>
                  <a:lnTo>
                    <a:pt x="171" y="14776"/>
                  </a:lnTo>
                  <a:cubicBezTo>
                    <a:pt x="171" y="14708"/>
                    <a:pt x="137" y="14674"/>
                    <a:pt x="69" y="14674"/>
                  </a:cubicBezTo>
                  <a:close/>
                  <a:moveTo>
                    <a:pt x="69" y="15254"/>
                  </a:moveTo>
                  <a:cubicBezTo>
                    <a:pt x="35" y="15254"/>
                    <a:pt x="1" y="15288"/>
                    <a:pt x="1" y="15322"/>
                  </a:cubicBezTo>
                  <a:lnTo>
                    <a:pt x="1" y="15458"/>
                  </a:lnTo>
                  <a:cubicBezTo>
                    <a:pt x="1" y="15493"/>
                    <a:pt x="35" y="15527"/>
                    <a:pt x="69" y="15527"/>
                  </a:cubicBezTo>
                  <a:cubicBezTo>
                    <a:pt x="137" y="15527"/>
                    <a:pt x="171" y="15493"/>
                    <a:pt x="171" y="15458"/>
                  </a:cubicBezTo>
                  <a:lnTo>
                    <a:pt x="171" y="15322"/>
                  </a:lnTo>
                  <a:cubicBezTo>
                    <a:pt x="171" y="15288"/>
                    <a:pt x="137" y="15254"/>
                    <a:pt x="69" y="15254"/>
                  </a:cubicBezTo>
                  <a:close/>
                  <a:moveTo>
                    <a:pt x="69" y="15834"/>
                  </a:moveTo>
                  <a:cubicBezTo>
                    <a:pt x="35" y="15834"/>
                    <a:pt x="1" y="15868"/>
                    <a:pt x="1" y="15902"/>
                  </a:cubicBezTo>
                  <a:lnTo>
                    <a:pt x="1" y="16039"/>
                  </a:lnTo>
                  <a:cubicBezTo>
                    <a:pt x="1" y="16073"/>
                    <a:pt x="35" y="16107"/>
                    <a:pt x="69" y="16107"/>
                  </a:cubicBezTo>
                  <a:cubicBezTo>
                    <a:pt x="137" y="16107"/>
                    <a:pt x="171" y="16073"/>
                    <a:pt x="171" y="16039"/>
                  </a:cubicBezTo>
                  <a:lnTo>
                    <a:pt x="171" y="15902"/>
                  </a:lnTo>
                  <a:cubicBezTo>
                    <a:pt x="171" y="15868"/>
                    <a:pt x="137" y="15834"/>
                    <a:pt x="69" y="15834"/>
                  </a:cubicBezTo>
                  <a:close/>
                  <a:moveTo>
                    <a:pt x="69" y="16414"/>
                  </a:moveTo>
                  <a:cubicBezTo>
                    <a:pt x="35" y="16414"/>
                    <a:pt x="1" y="16448"/>
                    <a:pt x="1" y="16482"/>
                  </a:cubicBezTo>
                  <a:lnTo>
                    <a:pt x="1" y="16585"/>
                  </a:lnTo>
                  <a:cubicBezTo>
                    <a:pt x="1" y="16653"/>
                    <a:pt x="35" y="16687"/>
                    <a:pt x="69" y="16687"/>
                  </a:cubicBezTo>
                  <a:cubicBezTo>
                    <a:pt x="137" y="16687"/>
                    <a:pt x="171" y="16653"/>
                    <a:pt x="171" y="16585"/>
                  </a:cubicBezTo>
                  <a:lnTo>
                    <a:pt x="171" y="16482"/>
                  </a:lnTo>
                  <a:cubicBezTo>
                    <a:pt x="171" y="16448"/>
                    <a:pt x="137" y="16414"/>
                    <a:pt x="69" y="16414"/>
                  </a:cubicBezTo>
                  <a:close/>
                  <a:moveTo>
                    <a:pt x="69" y="16960"/>
                  </a:moveTo>
                  <a:cubicBezTo>
                    <a:pt x="35" y="16960"/>
                    <a:pt x="1" y="16994"/>
                    <a:pt x="1" y="17062"/>
                  </a:cubicBezTo>
                  <a:lnTo>
                    <a:pt x="1" y="17165"/>
                  </a:lnTo>
                  <a:cubicBezTo>
                    <a:pt x="1" y="17233"/>
                    <a:pt x="35" y="17267"/>
                    <a:pt x="69" y="17267"/>
                  </a:cubicBezTo>
                  <a:cubicBezTo>
                    <a:pt x="137" y="17267"/>
                    <a:pt x="171" y="17233"/>
                    <a:pt x="171" y="17165"/>
                  </a:cubicBezTo>
                  <a:lnTo>
                    <a:pt x="171" y="17062"/>
                  </a:lnTo>
                  <a:cubicBezTo>
                    <a:pt x="171" y="16994"/>
                    <a:pt x="137" y="16960"/>
                    <a:pt x="69" y="16960"/>
                  </a:cubicBezTo>
                  <a:close/>
                  <a:moveTo>
                    <a:pt x="69" y="17540"/>
                  </a:moveTo>
                  <a:cubicBezTo>
                    <a:pt x="35" y="17540"/>
                    <a:pt x="1" y="17574"/>
                    <a:pt x="1" y="17642"/>
                  </a:cubicBezTo>
                  <a:lnTo>
                    <a:pt x="1" y="17745"/>
                  </a:lnTo>
                  <a:cubicBezTo>
                    <a:pt x="1" y="17779"/>
                    <a:pt x="35" y="17813"/>
                    <a:pt x="69" y="17813"/>
                  </a:cubicBezTo>
                  <a:cubicBezTo>
                    <a:pt x="137" y="17813"/>
                    <a:pt x="171" y="17779"/>
                    <a:pt x="171" y="17745"/>
                  </a:cubicBezTo>
                  <a:lnTo>
                    <a:pt x="171" y="17642"/>
                  </a:lnTo>
                  <a:cubicBezTo>
                    <a:pt x="171" y="17574"/>
                    <a:pt x="137" y="17540"/>
                    <a:pt x="69" y="17540"/>
                  </a:cubicBezTo>
                  <a:close/>
                  <a:moveTo>
                    <a:pt x="69" y="18120"/>
                  </a:moveTo>
                  <a:cubicBezTo>
                    <a:pt x="35" y="18120"/>
                    <a:pt x="1" y="18154"/>
                    <a:pt x="1" y="18188"/>
                  </a:cubicBezTo>
                  <a:lnTo>
                    <a:pt x="1" y="18325"/>
                  </a:lnTo>
                  <a:cubicBezTo>
                    <a:pt x="1" y="18359"/>
                    <a:pt x="35" y="18393"/>
                    <a:pt x="69" y="18393"/>
                  </a:cubicBezTo>
                  <a:cubicBezTo>
                    <a:pt x="137" y="18393"/>
                    <a:pt x="171" y="18359"/>
                    <a:pt x="171" y="18325"/>
                  </a:cubicBezTo>
                  <a:lnTo>
                    <a:pt x="171" y="18188"/>
                  </a:lnTo>
                  <a:cubicBezTo>
                    <a:pt x="171" y="18154"/>
                    <a:pt x="137" y="18120"/>
                    <a:pt x="69" y="18120"/>
                  </a:cubicBezTo>
                  <a:close/>
                  <a:moveTo>
                    <a:pt x="69" y="18700"/>
                  </a:moveTo>
                  <a:cubicBezTo>
                    <a:pt x="35" y="18700"/>
                    <a:pt x="1" y="18734"/>
                    <a:pt x="1" y="18768"/>
                  </a:cubicBezTo>
                  <a:lnTo>
                    <a:pt x="1" y="18871"/>
                  </a:lnTo>
                  <a:cubicBezTo>
                    <a:pt x="1" y="18939"/>
                    <a:pt x="35" y="18973"/>
                    <a:pt x="69" y="18973"/>
                  </a:cubicBezTo>
                  <a:cubicBezTo>
                    <a:pt x="137" y="18973"/>
                    <a:pt x="171" y="18939"/>
                    <a:pt x="171" y="18871"/>
                  </a:cubicBezTo>
                  <a:lnTo>
                    <a:pt x="171" y="18768"/>
                  </a:lnTo>
                  <a:cubicBezTo>
                    <a:pt x="171" y="18734"/>
                    <a:pt x="137" y="18700"/>
                    <a:pt x="69" y="18700"/>
                  </a:cubicBezTo>
                  <a:close/>
                  <a:moveTo>
                    <a:pt x="69" y="19246"/>
                  </a:moveTo>
                  <a:cubicBezTo>
                    <a:pt x="35" y="19246"/>
                    <a:pt x="1" y="19314"/>
                    <a:pt x="1" y="19349"/>
                  </a:cubicBezTo>
                  <a:lnTo>
                    <a:pt x="1" y="19451"/>
                  </a:lnTo>
                  <a:cubicBezTo>
                    <a:pt x="1" y="19519"/>
                    <a:pt x="35" y="19553"/>
                    <a:pt x="69" y="19553"/>
                  </a:cubicBezTo>
                  <a:cubicBezTo>
                    <a:pt x="137" y="19553"/>
                    <a:pt x="171" y="19519"/>
                    <a:pt x="171" y="19451"/>
                  </a:cubicBezTo>
                  <a:lnTo>
                    <a:pt x="171" y="19349"/>
                  </a:lnTo>
                  <a:cubicBezTo>
                    <a:pt x="171" y="19314"/>
                    <a:pt x="137" y="19246"/>
                    <a:pt x="69" y="19246"/>
                  </a:cubicBezTo>
                  <a:close/>
                  <a:moveTo>
                    <a:pt x="69" y="19826"/>
                  </a:moveTo>
                  <a:cubicBezTo>
                    <a:pt x="35" y="19826"/>
                    <a:pt x="1" y="19860"/>
                    <a:pt x="1" y="19929"/>
                  </a:cubicBezTo>
                  <a:lnTo>
                    <a:pt x="1" y="20031"/>
                  </a:lnTo>
                  <a:cubicBezTo>
                    <a:pt x="1" y="20065"/>
                    <a:pt x="35" y="20133"/>
                    <a:pt x="69" y="20133"/>
                  </a:cubicBezTo>
                  <a:cubicBezTo>
                    <a:pt x="137" y="20133"/>
                    <a:pt x="171" y="20065"/>
                    <a:pt x="171" y="20031"/>
                  </a:cubicBezTo>
                  <a:lnTo>
                    <a:pt x="171" y="19929"/>
                  </a:lnTo>
                  <a:cubicBezTo>
                    <a:pt x="171" y="19860"/>
                    <a:pt x="137" y="19826"/>
                    <a:pt x="69" y="19826"/>
                  </a:cubicBezTo>
                  <a:close/>
                  <a:moveTo>
                    <a:pt x="69" y="20406"/>
                  </a:moveTo>
                  <a:cubicBezTo>
                    <a:pt x="35" y="20406"/>
                    <a:pt x="1" y="20440"/>
                    <a:pt x="1" y="20475"/>
                  </a:cubicBezTo>
                  <a:lnTo>
                    <a:pt x="1" y="20611"/>
                  </a:lnTo>
                  <a:cubicBezTo>
                    <a:pt x="1" y="20645"/>
                    <a:pt x="35" y="20679"/>
                    <a:pt x="69" y="20679"/>
                  </a:cubicBezTo>
                  <a:cubicBezTo>
                    <a:pt x="137" y="20679"/>
                    <a:pt x="171" y="20645"/>
                    <a:pt x="171" y="20611"/>
                  </a:cubicBezTo>
                  <a:lnTo>
                    <a:pt x="171" y="20475"/>
                  </a:lnTo>
                  <a:cubicBezTo>
                    <a:pt x="171" y="20440"/>
                    <a:pt x="137" y="20406"/>
                    <a:pt x="69" y="20406"/>
                  </a:cubicBezTo>
                  <a:close/>
                  <a:moveTo>
                    <a:pt x="69" y="20986"/>
                  </a:moveTo>
                  <a:cubicBezTo>
                    <a:pt x="35" y="20986"/>
                    <a:pt x="1" y="21021"/>
                    <a:pt x="1" y="21055"/>
                  </a:cubicBezTo>
                  <a:lnTo>
                    <a:pt x="1" y="21191"/>
                  </a:lnTo>
                  <a:cubicBezTo>
                    <a:pt x="1" y="21225"/>
                    <a:pt x="35" y="21259"/>
                    <a:pt x="69" y="21259"/>
                  </a:cubicBezTo>
                  <a:cubicBezTo>
                    <a:pt x="137" y="21259"/>
                    <a:pt x="171" y="21225"/>
                    <a:pt x="171" y="21191"/>
                  </a:cubicBezTo>
                  <a:lnTo>
                    <a:pt x="171" y="21055"/>
                  </a:lnTo>
                  <a:cubicBezTo>
                    <a:pt x="171" y="21021"/>
                    <a:pt x="137" y="20986"/>
                    <a:pt x="69" y="20986"/>
                  </a:cubicBezTo>
                  <a:close/>
                  <a:moveTo>
                    <a:pt x="478" y="21157"/>
                  </a:moveTo>
                  <a:cubicBezTo>
                    <a:pt x="410" y="21157"/>
                    <a:pt x="376" y="21191"/>
                    <a:pt x="376" y="21259"/>
                  </a:cubicBezTo>
                  <a:cubicBezTo>
                    <a:pt x="376" y="21294"/>
                    <a:pt x="410" y="21328"/>
                    <a:pt x="478" y="21328"/>
                  </a:cubicBezTo>
                  <a:lnTo>
                    <a:pt x="581" y="21328"/>
                  </a:lnTo>
                  <a:cubicBezTo>
                    <a:pt x="649" y="21328"/>
                    <a:pt x="683" y="21294"/>
                    <a:pt x="683" y="21259"/>
                  </a:cubicBezTo>
                  <a:cubicBezTo>
                    <a:pt x="683" y="21191"/>
                    <a:pt x="649" y="21157"/>
                    <a:pt x="581" y="21157"/>
                  </a:cubicBezTo>
                  <a:close/>
                  <a:moveTo>
                    <a:pt x="1059" y="21157"/>
                  </a:moveTo>
                  <a:cubicBezTo>
                    <a:pt x="990" y="21157"/>
                    <a:pt x="956" y="21191"/>
                    <a:pt x="956" y="21259"/>
                  </a:cubicBezTo>
                  <a:cubicBezTo>
                    <a:pt x="956" y="21294"/>
                    <a:pt x="990" y="21328"/>
                    <a:pt x="1059" y="21328"/>
                  </a:cubicBezTo>
                  <a:lnTo>
                    <a:pt x="1161" y="21328"/>
                  </a:lnTo>
                  <a:cubicBezTo>
                    <a:pt x="1195" y="21328"/>
                    <a:pt x="1229" y="21294"/>
                    <a:pt x="1229" y="21259"/>
                  </a:cubicBezTo>
                  <a:cubicBezTo>
                    <a:pt x="1229" y="21191"/>
                    <a:pt x="1195" y="21157"/>
                    <a:pt x="1161" y="21157"/>
                  </a:cubicBezTo>
                  <a:close/>
                  <a:moveTo>
                    <a:pt x="1605" y="21157"/>
                  </a:moveTo>
                  <a:cubicBezTo>
                    <a:pt x="1570" y="21157"/>
                    <a:pt x="1536" y="21191"/>
                    <a:pt x="1536" y="21259"/>
                  </a:cubicBezTo>
                  <a:cubicBezTo>
                    <a:pt x="1536" y="21294"/>
                    <a:pt x="1570" y="21328"/>
                    <a:pt x="1605" y="21328"/>
                  </a:cubicBezTo>
                  <a:lnTo>
                    <a:pt x="1741" y="21328"/>
                  </a:lnTo>
                  <a:cubicBezTo>
                    <a:pt x="1775" y="21328"/>
                    <a:pt x="1809" y="21294"/>
                    <a:pt x="1809" y="21259"/>
                  </a:cubicBezTo>
                  <a:cubicBezTo>
                    <a:pt x="1809" y="21191"/>
                    <a:pt x="1775" y="21157"/>
                    <a:pt x="1741" y="21157"/>
                  </a:cubicBezTo>
                  <a:close/>
                  <a:moveTo>
                    <a:pt x="2185" y="21157"/>
                  </a:moveTo>
                  <a:cubicBezTo>
                    <a:pt x="2151" y="21157"/>
                    <a:pt x="2116" y="21191"/>
                    <a:pt x="2116" y="21259"/>
                  </a:cubicBezTo>
                  <a:cubicBezTo>
                    <a:pt x="2116" y="21294"/>
                    <a:pt x="2151" y="21328"/>
                    <a:pt x="2185" y="21328"/>
                  </a:cubicBezTo>
                  <a:lnTo>
                    <a:pt x="2287" y="21328"/>
                  </a:lnTo>
                  <a:cubicBezTo>
                    <a:pt x="2355" y="21328"/>
                    <a:pt x="2389" y="21294"/>
                    <a:pt x="2389" y="21259"/>
                  </a:cubicBezTo>
                  <a:cubicBezTo>
                    <a:pt x="2389" y="21191"/>
                    <a:pt x="2355" y="21157"/>
                    <a:pt x="2287" y="2115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8" name="Google Shape;1770;p45">
              <a:extLst>
                <a:ext uri="{FF2B5EF4-FFF2-40B4-BE49-F238E27FC236}">
                  <a16:creationId xmlns:a16="http://schemas.microsoft.com/office/drawing/2014/main" id="{2E29D2F8-4258-46C5-DCEF-949882476ECD}"/>
                </a:ext>
              </a:extLst>
            </p:cNvPr>
            <p:cNvSpPr/>
            <p:nvPr/>
          </p:nvSpPr>
          <p:spPr>
            <a:xfrm>
              <a:off x="2236303" y="2607038"/>
              <a:ext cx="63133" cy="977398"/>
            </a:xfrm>
            <a:custGeom>
              <a:avLst/>
              <a:gdLst/>
              <a:ahLst/>
              <a:cxnLst/>
              <a:rect l="l" t="t" r="r" b="b"/>
              <a:pathLst>
                <a:path w="2833" h="43859" extrusionOk="0">
                  <a:moveTo>
                    <a:pt x="68" y="1"/>
                  </a:moveTo>
                  <a:cubicBezTo>
                    <a:pt x="23" y="1"/>
                    <a:pt x="1" y="51"/>
                    <a:pt x="1" y="78"/>
                  </a:cubicBezTo>
                  <a:cubicBezTo>
                    <a:pt x="1" y="113"/>
                    <a:pt x="35" y="181"/>
                    <a:pt x="69" y="181"/>
                  </a:cubicBezTo>
                  <a:lnTo>
                    <a:pt x="205" y="181"/>
                  </a:lnTo>
                  <a:cubicBezTo>
                    <a:pt x="239" y="181"/>
                    <a:pt x="274" y="147"/>
                    <a:pt x="274" y="78"/>
                  </a:cubicBezTo>
                  <a:cubicBezTo>
                    <a:pt x="274" y="44"/>
                    <a:pt x="239" y="10"/>
                    <a:pt x="205" y="10"/>
                  </a:cubicBezTo>
                  <a:lnTo>
                    <a:pt x="103" y="10"/>
                  </a:lnTo>
                  <a:cubicBezTo>
                    <a:pt x="90" y="4"/>
                    <a:pt x="78" y="1"/>
                    <a:pt x="68" y="1"/>
                  </a:cubicBezTo>
                  <a:close/>
                  <a:moveTo>
                    <a:pt x="630" y="35"/>
                  </a:moveTo>
                  <a:cubicBezTo>
                    <a:pt x="603" y="35"/>
                    <a:pt x="581" y="85"/>
                    <a:pt x="581" y="113"/>
                  </a:cubicBezTo>
                  <a:cubicBezTo>
                    <a:pt x="581" y="147"/>
                    <a:pt x="615" y="215"/>
                    <a:pt x="649" y="215"/>
                  </a:cubicBezTo>
                  <a:lnTo>
                    <a:pt x="751" y="215"/>
                  </a:lnTo>
                  <a:cubicBezTo>
                    <a:pt x="820" y="215"/>
                    <a:pt x="854" y="181"/>
                    <a:pt x="854" y="147"/>
                  </a:cubicBezTo>
                  <a:cubicBezTo>
                    <a:pt x="854" y="78"/>
                    <a:pt x="820" y="44"/>
                    <a:pt x="785" y="44"/>
                  </a:cubicBezTo>
                  <a:lnTo>
                    <a:pt x="649" y="44"/>
                  </a:lnTo>
                  <a:cubicBezTo>
                    <a:pt x="642" y="38"/>
                    <a:pt x="636" y="35"/>
                    <a:pt x="630" y="35"/>
                  </a:cubicBezTo>
                  <a:close/>
                  <a:moveTo>
                    <a:pt x="1229" y="78"/>
                  </a:moveTo>
                  <a:cubicBezTo>
                    <a:pt x="1161" y="78"/>
                    <a:pt x="1127" y="113"/>
                    <a:pt x="1127" y="147"/>
                  </a:cubicBezTo>
                  <a:cubicBezTo>
                    <a:pt x="1127" y="181"/>
                    <a:pt x="1161" y="249"/>
                    <a:pt x="1229" y="249"/>
                  </a:cubicBezTo>
                  <a:lnTo>
                    <a:pt x="1331" y="249"/>
                  </a:lnTo>
                  <a:cubicBezTo>
                    <a:pt x="1400" y="249"/>
                    <a:pt x="1434" y="215"/>
                    <a:pt x="1434" y="181"/>
                  </a:cubicBezTo>
                  <a:cubicBezTo>
                    <a:pt x="1434" y="113"/>
                    <a:pt x="1400" y="78"/>
                    <a:pt x="1331" y="78"/>
                  </a:cubicBezTo>
                  <a:close/>
                  <a:moveTo>
                    <a:pt x="1809" y="113"/>
                  </a:moveTo>
                  <a:cubicBezTo>
                    <a:pt x="1741" y="113"/>
                    <a:pt x="1707" y="147"/>
                    <a:pt x="1707" y="181"/>
                  </a:cubicBezTo>
                  <a:cubicBezTo>
                    <a:pt x="1707" y="249"/>
                    <a:pt x="1741" y="283"/>
                    <a:pt x="1775" y="283"/>
                  </a:cubicBezTo>
                  <a:lnTo>
                    <a:pt x="1911" y="283"/>
                  </a:lnTo>
                  <a:cubicBezTo>
                    <a:pt x="1946" y="283"/>
                    <a:pt x="1980" y="249"/>
                    <a:pt x="1980" y="215"/>
                  </a:cubicBezTo>
                  <a:cubicBezTo>
                    <a:pt x="2014" y="147"/>
                    <a:pt x="1946" y="113"/>
                    <a:pt x="1911" y="113"/>
                  </a:cubicBezTo>
                  <a:close/>
                  <a:moveTo>
                    <a:pt x="2355" y="147"/>
                  </a:moveTo>
                  <a:cubicBezTo>
                    <a:pt x="2321" y="147"/>
                    <a:pt x="2287" y="181"/>
                    <a:pt x="2287" y="215"/>
                  </a:cubicBezTo>
                  <a:cubicBezTo>
                    <a:pt x="2287" y="283"/>
                    <a:pt x="2321" y="317"/>
                    <a:pt x="2355" y="317"/>
                  </a:cubicBezTo>
                  <a:lnTo>
                    <a:pt x="2492" y="317"/>
                  </a:lnTo>
                  <a:cubicBezTo>
                    <a:pt x="2526" y="317"/>
                    <a:pt x="2560" y="283"/>
                    <a:pt x="2560" y="249"/>
                  </a:cubicBezTo>
                  <a:cubicBezTo>
                    <a:pt x="2560" y="181"/>
                    <a:pt x="2526" y="147"/>
                    <a:pt x="2492" y="147"/>
                  </a:cubicBezTo>
                  <a:close/>
                  <a:moveTo>
                    <a:pt x="2730" y="351"/>
                  </a:moveTo>
                  <a:cubicBezTo>
                    <a:pt x="2696" y="351"/>
                    <a:pt x="2662" y="420"/>
                    <a:pt x="2662" y="454"/>
                  </a:cubicBezTo>
                  <a:lnTo>
                    <a:pt x="2662" y="556"/>
                  </a:lnTo>
                  <a:cubicBezTo>
                    <a:pt x="2662" y="624"/>
                    <a:pt x="2696" y="659"/>
                    <a:pt x="2730" y="659"/>
                  </a:cubicBezTo>
                  <a:cubicBezTo>
                    <a:pt x="2799" y="659"/>
                    <a:pt x="2833" y="624"/>
                    <a:pt x="2833" y="556"/>
                  </a:cubicBezTo>
                  <a:lnTo>
                    <a:pt x="2833" y="454"/>
                  </a:lnTo>
                  <a:cubicBezTo>
                    <a:pt x="2833" y="420"/>
                    <a:pt x="2799" y="351"/>
                    <a:pt x="2730" y="351"/>
                  </a:cubicBezTo>
                  <a:close/>
                  <a:moveTo>
                    <a:pt x="2730" y="932"/>
                  </a:moveTo>
                  <a:cubicBezTo>
                    <a:pt x="2696" y="932"/>
                    <a:pt x="2662" y="966"/>
                    <a:pt x="2662" y="1034"/>
                  </a:cubicBezTo>
                  <a:lnTo>
                    <a:pt x="2662" y="1136"/>
                  </a:lnTo>
                  <a:cubicBezTo>
                    <a:pt x="2662" y="1170"/>
                    <a:pt x="2696" y="1239"/>
                    <a:pt x="2730" y="1239"/>
                  </a:cubicBezTo>
                  <a:cubicBezTo>
                    <a:pt x="2799" y="1239"/>
                    <a:pt x="2833" y="1170"/>
                    <a:pt x="2833" y="1136"/>
                  </a:cubicBezTo>
                  <a:lnTo>
                    <a:pt x="2833" y="1034"/>
                  </a:lnTo>
                  <a:cubicBezTo>
                    <a:pt x="2833" y="966"/>
                    <a:pt x="2799" y="932"/>
                    <a:pt x="2730" y="932"/>
                  </a:cubicBezTo>
                  <a:close/>
                  <a:moveTo>
                    <a:pt x="2730" y="1512"/>
                  </a:moveTo>
                  <a:cubicBezTo>
                    <a:pt x="2696" y="1512"/>
                    <a:pt x="2662" y="1546"/>
                    <a:pt x="2662" y="1580"/>
                  </a:cubicBezTo>
                  <a:lnTo>
                    <a:pt x="2662" y="1716"/>
                  </a:lnTo>
                  <a:cubicBezTo>
                    <a:pt x="2662" y="1751"/>
                    <a:pt x="2696" y="1785"/>
                    <a:pt x="2730" y="1785"/>
                  </a:cubicBezTo>
                  <a:cubicBezTo>
                    <a:pt x="2799" y="1785"/>
                    <a:pt x="2833" y="1751"/>
                    <a:pt x="2833" y="1716"/>
                  </a:cubicBezTo>
                  <a:lnTo>
                    <a:pt x="2833" y="1580"/>
                  </a:lnTo>
                  <a:cubicBezTo>
                    <a:pt x="2833" y="1546"/>
                    <a:pt x="2799" y="1512"/>
                    <a:pt x="2730" y="1512"/>
                  </a:cubicBezTo>
                  <a:close/>
                  <a:moveTo>
                    <a:pt x="2730" y="2092"/>
                  </a:moveTo>
                  <a:cubicBezTo>
                    <a:pt x="2696" y="2092"/>
                    <a:pt x="2662" y="2126"/>
                    <a:pt x="2662" y="2160"/>
                  </a:cubicBezTo>
                  <a:lnTo>
                    <a:pt x="2662" y="2296"/>
                  </a:lnTo>
                  <a:cubicBezTo>
                    <a:pt x="2662" y="2331"/>
                    <a:pt x="2696" y="2365"/>
                    <a:pt x="2730" y="2365"/>
                  </a:cubicBezTo>
                  <a:cubicBezTo>
                    <a:pt x="2799" y="2365"/>
                    <a:pt x="2833" y="2331"/>
                    <a:pt x="2833" y="2296"/>
                  </a:cubicBezTo>
                  <a:lnTo>
                    <a:pt x="2833" y="2160"/>
                  </a:lnTo>
                  <a:cubicBezTo>
                    <a:pt x="2833" y="2126"/>
                    <a:pt x="2799" y="2092"/>
                    <a:pt x="2730" y="2092"/>
                  </a:cubicBezTo>
                  <a:close/>
                  <a:moveTo>
                    <a:pt x="2730" y="2672"/>
                  </a:moveTo>
                  <a:cubicBezTo>
                    <a:pt x="2696" y="2672"/>
                    <a:pt x="2662" y="2706"/>
                    <a:pt x="2662" y="2740"/>
                  </a:cubicBezTo>
                  <a:lnTo>
                    <a:pt x="2662" y="2842"/>
                  </a:lnTo>
                  <a:cubicBezTo>
                    <a:pt x="2662" y="2911"/>
                    <a:pt x="2696" y="2945"/>
                    <a:pt x="2730" y="2945"/>
                  </a:cubicBezTo>
                  <a:cubicBezTo>
                    <a:pt x="2799" y="2945"/>
                    <a:pt x="2833" y="2911"/>
                    <a:pt x="2833" y="2842"/>
                  </a:cubicBezTo>
                  <a:lnTo>
                    <a:pt x="2833" y="2740"/>
                  </a:lnTo>
                  <a:cubicBezTo>
                    <a:pt x="2833" y="2706"/>
                    <a:pt x="2799" y="2672"/>
                    <a:pt x="2730" y="2672"/>
                  </a:cubicBezTo>
                  <a:close/>
                  <a:moveTo>
                    <a:pt x="2730" y="3218"/>
                  </a:moveTo>
                  <a:cubicBezTo>
                    <a:pt x="2696" y="3218"/>
                    <a:pt x="2662" y="3252"/>
                    <a:pt x="2662" y="3320"/>
                  </a:cubicBezTo>
                  <a:lnTo>
                    <a:pt x="2662" y="3423"/>
                  </a:lnTo>
                  <a:cubicBezTo>
                    <a:pt x="2662" y="3491"/>
                    <a:pt x="2696" y="3525"/>
                    <a:pt x="2730" y="3525"/>
                  </a:cubicBezTo>
                  <a:cubicBezTo>
                    <a:pt x="2799" y="3525"/>
                    <a:pt x="2833" y="3491"/>
                    <a:pt x="2833" y="3423"/>
                  </a:cubicBezTo>
                  <a:lnTo>
                    <a:pt x="2833" y="3320"/>
                  </a:lnTo>
                  <a:cubicBezTo>
                    <a:pt x="2833" y="3252"/>
                    <a:pt x="2799" y="3218"/>
                    <a:pt x="2730" y="3218"/>
                  </a:cubicBezTo>
                  <a:close/>
                  <a:moveTo>
                    <a:pt x="2730" y="3798"/>
                  </a:moveTo>
                  <a:cubicBezTo>
                    <a:pt x="2696" y="3798"/>
                    <a:pt x="2662" y="3832"/>
                    <a:pt x="2662" y="3900"/>
                  </a:cubicBezTo>
                  <a:lnTo>
                    <a:pt x="2662" y="4003"/>
                  </a:lnTo>
                  <a:cubicBezTo>
                    <a:pt x="2662" y="4037"/>
                    <a:pt x="2696" y="4071"/>
                    <a:pt x="2730" y="4071"/>
                  </a:cubicBezTo>
                  <a:cubicBezTo>
                    <a:pt x="2799" y="4071"/>
                    <a:pt x="2833" y="4037"/>
                    <a:pt x="2833" y="4003"/>
                  </a:cubicBezTo>
                  <a:lnTo>
                    <a:pt x="2833" y="3900"/>
                  </a:lnTo>
                  <a:cubicBezTo>
                    <a:pt x="2833" y="3832"/>
                    <a:pt x="2799" y="3798"/>
                    <a:pt x="2730" y="3798"/>
                  </a:cubicBezTo>
                  <a:close/>
                  <a:moveTo>
                    <a:pt x="2730" y="4378"/>
                  </a:moveTo>
                  <a:cubicBezTo>
                    <a:pt x="2696" y="4378"/>
                    <a:pt x="2662" y="4412"/>
                    <a:pt x="2662" y="4446"/>
                  </a:cubicBezTo>
                  <a:lnTo>
                    <a:pt x="2662" y="4583"/>
                  </a:lnTo>
                  <a:cubicBezTo>
                    <a:pt x="2662" y="4617"/>
                    <a:pt x="2696" y="4651"/>
                    <a:pt x="2730" y="4651"/>
                  </a:cubicBezTo>
                  <a:cubicBezTo>
                    <a:pt x="2799" y="4651"/>
                    <a:pt x="2833" y="4617"/>
                    <a:pt x="2833" y="4583"/>
                  </a:cubicBezTo>
                  <a:lnTo>
                    <a:pt x="2833" y="4446"/>
                  </a:lnTo>
                  <a:cubicBezTo>
                    <a:pt x="2833" y="4412"/>
                    <a:pt x="2799" y="4378"/>
                    <a:pt x="2730" y="4378"/>
                  </a:cubicBezTo>
                  <a:close/>
                  <a:moveTo>
                    <a:pt x="2730" y="4958"/>
                  </a:moveTo>
                  <a:cubicBezTo>
                    <a:pt x="2696" y="4958"/>
                    <a:pt x="2662" y="4992"/>
                    <a:pt x="2662" y="5026"/>
                  </a:cubicBezTo>
                  <a:lnTo>
                    <a:pt x="2662" y="5129"/>
                  </a:lnTo>
                  <a:cubicBezTo>
                    <a:pt x="2662" y="5197"/>
                    <a:pt x="2696" y="5231"/>
                    <a:pt x="2730" y="5231"/>
                  </a:cubicBezTo>
                  <a:cubicBezTo>
                    <a:pt x="2799" y="5231"/>
                    <a:pt x="2833" y="5197"/>
                    <a:pt x="2833" y="5129"/>
                  </a:cubicBezTo>
                  <a:lnTo>
                    <a:pt x="2833" y="5026"/>
                  </a:lnTo>
                  <a:cubicBezTo>
                    <a:pt x="2833" y="4992"/>
                    <a:pt x="2799" y="4958"/>
                    <a:pt x="2730" y="4958"/>
                  </a:cubicBezTo>
                  <a:close/>
                  <a:moveTo>
                    <a:pt x="2730" y="5504"/>
                  </a:moveTo>
                  <a:cubicBezTo>
                    <a:pt x="2696" y="5504"/>
                    <a:pt x="2662" y="5572"/>
                    <a:pt x="2662" y="5606"/>
                  </a:cubicBezTo>
                  <a:lnTo>
                    <a:pt x="2662" y="5709"/>
                  </a:lnTo>
                  <a:cubicBezTo>
                    <a:pt x="2662" y="5777"/>
                    <a:pt x="2696" y="5811"/>
                    <a:pt x="2730" y="5811"/>
                  </a:cubicBezTo>
                  <a:cubicBezTo>
                    <a:pt x="2799" y="5811"/>
                    <a:pt x="2833" y="5777"/>
                    <a:pt x="2833" y="5709"/>
                  </a:cubicBezTo>
                  <a:lnTo>
                    <a:pt x="2833" y="5606"/>
                  </a:lnTo>
                  <a:cubicBezTo>
                    <a:pt x="2833" y="5572"/>
                    <a:pt x="2799" y="5504"/>
                    <a:pt x="2730" y="5504"/>
                  </a:cubicBezTo>
                  <a:close/>
                  <a:moveTo>
                    <a:pt x="2730" y="6084"/>
                  </a:moveTo>
                  <a:cubicBezTo>
                    <a:pt x="2696" y="6084"/>
                    <a:pt x="2662" y="6118"/>
                    <a:pt x="2662" y="6187"/>
                  </a:cubicBezTo>
                  <a:lnTo>
                    <a:pt x="2662" y="6289"/>
                  </a:lnTo>
                  <a:cubicBezTo>
                    <a:pt x="2662" y="6323"/>
                    <a:pt x="2696" y="6391"/>
                    <a:pt x="2730" y="6391"/>
                  </a:cubicBezTo>
                  <a:cubicBezTo>
                    <a:pt x="2799" y="6391"/>
                    <a:pt x="2833" y="6323"/>
                    <a:pt x="2833" y="6289"/>
                  </a:cubicBezTo>
                  <a:lnTo>
                    <a:pt x="2833" y="6187"/>
                  </a:lnTo>
                  <a:cubicBezTo>
                    <a:pt x="2833" y="6118"/>
                    <a:pt x="2799" y="6084"/>
                    <a:pt x="2730" y="6084"/>
                  </a:cubicBezTo>
                  <a:close/>
                  <a:moveTo>
                    <a:pt x="2730" y="6664"/>
                  </a:moveTo>
                  <a:cubicBezTo>
                    <a:pt x="2696" y="6664"/>
                    <a:pt x="2662" y="6698"/>
                    <a:pt x="2662" y="6732"/>
                  </a:cubicBezTo>
                  <a:lnTo>
                    <a:pt x="2662" y="6869"/>
                  </a:lnTo>
                  <a:cubicBezTo>
                    <a:pt x="2662" y="6903"/>
                    <a:pt x="2696" y="6937"/>
                    <a:pt x="2730" y="6937"/>
                  </a:cubicBezTo>
                  <a:cubicBezTo>
                    <a:pt x="2799" y="6937"/>
                    <a:pt x="2833" y="6903"/>
                    <a:pt x="2833" y="6869"/>
                  </a:cubicBezTo>
                  <a:lnTo>
                    <a:pt x="2833" y="6732"/>
                  </a:lnTo>
                  <a:cubicBezTo>
                    <a:pt x="2833" y="6698"/>
                    <a:pt x="2799" y="6664"/>
                    <a:pt x="2730" y="6664"/>
                  </a:cubicBezTo>
                  <a:close/>
                  <a:moveTo>
                    <a:pt x="2730" y="7244"/>
                  </a:moveTo>
                  <a:cubicBezTo>
                    <a:pt x="2696" y="7244"/>
                    <a:pt x="2662" y="7278"/>
                    <a:pt x="2662" y="7313"/>
                  </a:cubicBezTo>
                  <a:lnTo>
                    <a:pt x="2662" y="7449"/>
                  </a:lnTo>
                  <a:cubicBezTo>
                    <a:pt x="2662" y="7483"/>
                    <a:pt x="2696" y="7517"/>
                    <a:pt x="2730" y="7517"/>
                  </a:cubicBezTo>
                  <a:cubicBezTo>
                    <a:pt x="2799" y="7517"/>
                    <a:pt x="2833" y="7483"/>
                    <a:pt x="2833" y="7449"/>
                  </a:cubicBezTo>
                  <a:lnTo>
                    <a:pt x="2833" y="7313"/>
                  </a:lnTo>
                  <a:cubicBezTo>
                    <a:pt x="2833" y="7278"/>
                    <a:pt x="2799" y="7244"/>
                    <a:pt x="2730" y="7244"/>
                  </a:cubicBezTo>
                  <a:close/>
                  <a:moveTo>
                    <a:pt x="2730" y="7824"/>
                  </a:moveTo>
                  <a:cubicBezTo>
                    <a:pt x="2696" y="7824"/>
                    <a:pt x="2662" y="7859"/>
                    <a:pt x="2662" y="7893"/>
                  </a:cubicBezTo>
                  <a:lnTo>
                    <a:pt x="2662" y="7995"/>
                  </a:lnTo>
                  <a:cubicBezTo>
                    <a:pt x="2662" y="8063"/>
                    <a:pt x="2696" y="8097"/>
                    <a:pt x="2730" y="8097"/>
                  </a:cubicBezTo>
                  <a:cubicBezTo>
                    <a:pt x="2799" y="8097"/>
                    <a:pt x="2833" y="8063"/>
                    <a:pt x="2833" y="7995"/>
                  </a:cubicBezTo>
                  <a:lnTo>
                    <a:pt x="2833" y="7893"/>
                  </a:lnTo>
                  <a:cubicBezTo>
                    <a:pt x="2833" y="7859"/>
                    <a:pt x="2799" y="7824"/>
                    <a:pt x="2730" y="7824"/>
                  </a:cubicBezTo>
                  <a:close/>
                  <a:moveTo>
                    <a:pt x="2730" y="8370"/>
                  </a:moveTo>
                  <a:cubicBezTo>
                    <a:pt x="2696" y="8370"/>
                    <a:pt x="2662" y="8405"/>
                    <a:pt x="2662" y="8473"/>
                  </a:cubicBezTo>
                  <a:lnTo>
                    <a:pt x="2662" y="8575"/>
                  </a:lnTo>
                  <a:cubicBezTo>
                    <a:pt x="2662" y="8643"/>
                    <a:pt x="2696" y="8678"/>
                    <a:pt x="2730" y="8678"/>
                  </a:cubicBezTo>
                  <a:cubicBezTo>
                    <a:pt x="2799" y="8678"/>
                    <a:pt x="2833" y="8643"/>
                    <a:pt x="2833" y="8575"/>
                  </a:cubicBezTo>
                  <a:lnTo>
                    <a:pt x="2833" y="8473"/>
                  </a:lnTo>
                  <a:cubicBezTo>
                    <a:pt x="2833" y="8405"/>
                    <a:pt x="2799" y="8370"/>
                    <a:pt x="2730" y="8370"/>
                  </a:cubicBezTo>
                  <a:close/>
                  <a:moveTo>
                    <a:pt x="2730" y="8950"/>
                  </a:moveTo>
                  <a:cubicBezTo>
                    <a:pt x="2696" y="8950"/>
                    <a:pt x="2662" y="8985"/>
                    <a:pt x="2662" y="9053"/>
                  </a:cubicBezTo>
                  <a:lnTo>
                    <a:pt x="2662" y="9155"/>
                  </a:lnTo>
                  <a:cubicBezTo>
                    <a:pt x="2662" y="9189"/>
                    <a:pt x="2696" y="9223"/>
                    <a:pt x="2730" y="9223"/>
                  </a:cubicBezTo>
                  <a:cubicBezTo>
                    <a:pt x="2799" y="9223"/>
                    <a:pt x="2833" y="9189"/>
                    <a:pt x="2833" y="9155"/>
                  </a:cubicBezTo>
                  <a:lnTo>
                    <a:pt x="2833" y="9053"/>
                  </a:lnTo>
                  <a:cubicBezTo>
                    <a:pt x="2833" y="8985"/>
                    <a:pt x="2799" y="8950"/>
                    <a:pt x="2730" y="8950"/>
                  </a:cubicBezTo>
                  <a:close/>
                  <a:moveTo>
                    <a:pt x="2730" y="9531"/>
                  </a:moveTo>
                  <a:cubicBezTo>
                    <a:pt x="2696" y="9531"/>
                    <a:pt x="2662" y="9565"/>
                    <a:pt x="2662" y="9599"/>
                  </a:cubicBezTo>
                  <a:lnTo>
                    <a:pt x="2662" y="9735"/>
                  </a:lnTo>
                  <a:cubicBezTo>
                    <a:pt x="2662" y="9769"/>
                    <a:pt x="2696" y="9804"/>
                    <a:pt x="2730" y="9804"/>
                  </a:cubicBezTo>
                  <a:cubicBezTo>
                    <a:pt x="2799" y="9804"/>
                    <a:pt x="2833" y="9769"/>
                    <a:pt x="2833" y="9735"/>
                  </a:cubicBezTo>
                  <a:lnTo>
                    <a:pt x="2833" y="9599"/>
                  </a:lnTo>
                  <a:cubicBezTo>
                    <a:pt x="2833" y="9565"/>
                    <a:pt x="2799" y="9531"/>
                    <a:pt x="2730" y="9531"/>
                  </a:cubicBezTo>
                  <a:close/>
                  <a:moveTo>
                    <a:pt x="2730" y="10111"/>
                  </a:moveTo>
                  <a:cubicBezTo>
                    <a:pt x="2696" y="10111"/>
                    <a:pt x="2662" y="10145"/>
                    <a:pt x="2662" y="10179"/>
                  </a:cubicBezTo>
                  <a:lnTo>
                    <a:pt x="2662" y="10281"/>
                  </a:lnTo>
                  <a:cubicBezTo>
                    <a:pt x="2662" y="10350"/>
                    <a:pt x="2696" y="10384"/>
                    <a:pt x="2730" y="10384"/>
                  </a:cubicBezTo>
                  <a:cubicBezTo>
                    <a:pt x="2799" y="10384"/>
                    <a:pt x="2833" y="10350"/>
                    <a:pt x="2833" y="10281"/>
                  </a:cubicBezTo>
                  <a:lnTo>
                    <a:pt x="2833" y="10179"/>
                  </a:lnTo>
                  <a:cubicBezTo>
                    <a:pt x="2833" y="10145"/>
                    <a:pt x="2799" y="10111"/>
                    <a:pt x="2730" y="10111"/>
                  </a:cubicBezTo>
                  <a:close/>
                  <a:moveTo>
                    <a:pt x="2730" y="10657"/>
                  </a:moveTo>
                  <a:cubicBezTo>
                    <a:pt x="2696" y="10657"/>
                    <a:pt x="2662" y="10725"/>
                    <a:pt x="2662" y="10759"/>
                  </a:cubicBezTo>
                  <a:lnTo>
                    <a:pt x="2662" y="10861"/>
                  </a:lnTo>
                  <a:cubicBezTo>
                    <a:pt x="2662" y="10930"/>
                    <a:pt x="2696" y="10964"/>
                    <a:pt x="2730" y="10964"/>
                  </a:cubicBezTo>
                  <a:cubicBezTo>
                    <a:pt x="2799" y="10964"/>
                    <a:pt x="2833" y="10930"/>
                    <a:pt x="2833" y="10861"/>
                  </a:cubicBezTo>
                  <a:lnTo>
                    <a:pt x="2833" y="10759"/>
                  </a:lnTo>
                  <a:cubicBezTo>
                    <a:pt x="2833" y="10725"/>
                    <a:pt x="2799" y="10657"/>
                    <a:pt x="2730" y="10657"/>
                  </a:cubicBezTo>
                  <a:close/>
                  <a:moveTo>
                    <a:pt x="2730" y="11237"/>
                  </a:moveTo>
                  <a:cubicBezTo>
                    <a:pt x="2696" y="11237"/>
                    <a:pt x="2662" y="11271"/>
                    <a:pt x="2662" y="11339"/>
                  </a:cubicBezTo>
                  <a:lnTo>
                    <a:pt x="2662" y="11441"/>
                  </a:lnTo>
                  <a:cubicBezTo>
                    <a:pt x="2662" y="11476"/>
                    <a:pt x="2696" y="11544"/>
                    <a:pt x="2730" y="11544"/>
                  </a:cubicBezTo>
                  <a:cubicBezTo>
                    <a:pt x="2799" y="11544"/>
                    <a:pt x="2833" y="11476"/>
                    <a:pt x="2833" y="11441"/>
                  </a:cubicBezTo>
                  <a:lnTo>
                    <a:pt x="2833" y="11339"/>
                  </a:lnTo>
                  <a:cubicBezTo>
                    <a:pt x="2833" y="11271"/>
                    <a:pt x="2799" y="11237"/>
                    <a:pt x="2730" y="11237"/>
                  </a:cubicBezTo>
                  <a:close/>
                  <a:moveTo>
                    <a:pt x="2730" y="11817"/>
                  </a:moveTo>
                  <a:cubicBezTo>
                    <a:pt x="2696" y="11817"/>
                    <a:pt x="2662" y="11851"/>
                    <a:pt x="2662" y="11885"/>
                  </a:cubicBezTo>
                  <a:lnTo>
                    <a:pt x="2662" y="12022"/>
                  </a:lnTo>
                  <a:cubicBezTo>
                    <a:pt x="2662" y="12056"/>
                    <a:pt x="2696" y="12090"/>
                    <a:pt x="2730" y="12090"/>
                  </a:cubicBezTo>
                  <a:cubicBezTo>
                    <a:pt x="2799" y="12090"/>
                    <a:pt x="2833" y="12056"/>
                    <a:pt x="2833" y="12022"/>
                  </a:cubicBezTo>
                  <a:lnTo>
                    <a:pt x="2833" y="11885"/>
                  </a:lnTo>
                  <a:cubicBezTo>
                    <a:pt x="2833" y="11851"/>
                    <a:pt x="2799" y="11817"/>
                    <a:pt x="2730" y="11817"/>
                  </a:cubicBezTo>
                  <a:close/>
                  <a:moveTo>
                    <a:pt x="2730" y="12397"/>
                  </a:moveTo>
                  <a:cubicBezTo>
                    <a:pt x="2696" y="12397"/>
                    <a:pt x="2662" y="12431"/>
                    <a:pt x="2662" y="12465"/>
                  </a:cubicBezTo>
                  <a:lnTo>
                    <a:pt x="2662" y="12602"/>
                  </a:lnTo>
                  <a:cubicBezTo>
                    <a:pt x="2662" y="12636"/>
                    <a:pt x="2696" y="12670"/>
                    <a:pt x="2730" y="12670"/>
                  </a:cubicBezTo>
                  <a:cubicBezTo>
                    <a:pt x="2799" y="12670"/>
                    <a:pt x="2833" y="12636"/>
                    <a:pt x="2833" y="12602"/>
                  </a:cubicBezTo>
                  <a:lnTo>
                    <a:pt x="2833" y="12465"/>
                  </a:lnTo>
                  <a:cubicBezTo>
                    <a:pt x="2833" y="12431"/>
                    <a:pt x="2799" y="12397"/>
                    <a:pt x="2730" y="12397"/>
                  </a:cubicBezTo>
                  <a:close/>
                  <a:moveTo>
                    <a:pt x="2730" y="12943"/>
                  </a:moveTo>
                  <a:cubicBezTo>
                    <a:pt x="2696" y="12943"/>
                    <a:pt x="2662" y="13011"/>
                    <a:pt x="2662" y="13045"/>
                  </a:cubicBezTo>
                  <a:lnTo>
                    <a:pt x="2662" y="13148"/>
                  </a:lnTo>
                  <a:cubicBezTo>
                    <a:pt x="2662" y="13216"/>
                    <a:pt x="2696" y="13250"/>
                    <a:pt x="2730" y="13250"/>
                  </a:cubicBezTo>
                  <a:cubicBezTo>
                    <a:pt x="2799" y="13250"/>
                    <a:pt x="2833" y="13216"/>
                    <a:pt x="2833" y="13148"/>
                  </a:cubicBezTo>
                  <a:lnTo>
                    <a:pt x="2833" y="13045"/>
                  </a:lnTo>
                  <a:cubicBezTo>
                    <a:pt x="2833" y="13011"/>
                    <a:pt x="2799" y="12943"/>
                    <a:pt x="2730" y="12943"/>
                  </a:cubicBezTo>
                  <a:close/>
                  <a:moveTo>
                    <a:pt x="2730" y="13523"/>
                  </a:moveTo>
                  <a:cubicBezTo>
                    <a:pt x="2696" y="13523"/>
                    <a:pt x="2662" y="13557"/>
                    <a:pt x="2662" y="13625"/>
                  </a:cubicBezTo>
                  <a:lnTo>
                    <a:pt x="2662" y="13728"/>
                  </a:lnTo>
                  <a:cubicBezTo>
                    <a:pt x="2662" y="13796"/>
                    <a:pt x="2696" y="13830"/>
                    <a:pt x="2730" y="13830"/>
                  </a:cubicBezTo>
                  <a:cubicBezTo>
                    <a:pt x="2799" y="13830"/>
                    <a:pt x="2833" y="13796"/>
                    <a:pt x="2833" y="13728"/>
                  </a:cubicBezTo>
                  <a:lnTo>
                    <a:pt x="2833" y="13625"/>
                  </a:lnTo>
                  <a:cubicBezTo>
                    <a:pt x="2833" y="13557"/>
                    <a:pt x="2799" y="13523"/>
                    <a:pt x="2730" y="13523"/>
                  </a:cubicBezTo>
                  <a:close/>
                  <a:moveTo>
                    <a:pt x="2730" y="14103"/>
                  </a:moveTo>
                  <a:cubicBezTo>
                    <a:pt x="2696" y="14103"/>
                    <a:pt x="2662" y="14137"/>
                    <a:pt x="2662" y="14205"/>
                  </a:cubicBezTo>
                  <a:lnTo>
                    <a:pt x="2662" y="14308"/>
                  </a:lnTo>
                  <a:cubicBezTo>
                    <a:pt x="2662" y="14342"/>
                    <a:pt x="2696" y="14376"/>
                    <a:pt x="2730" y="14376"/>
                  </a:cubicBezTo>
                  <a:cubicBezTo>
                    <a:pt x="2799" y="14376"/>
                    <a:pt x="2833" y="14342"/>
                    <a:pt x="2833" y="14308"/>
                  </a:cubicBezTo>
                  <a:lnTo>
                    <a:pt x="2833" y="14205"/>
                  </a:lnTo>
                  <a:cubicBezTo>
                    <a:pt x="2833" y="14137"/>
                    <a:pt x="2799" y="14103"/>
                    <a:pt x="2730" y="14103"/>
                  </a:cubicBezTo>
                  <a:close/>
                  <a:moveTo>
                    <a:pt x="2730" y="14683"/>
                  </a:moveTo>
                  <a:cubicBezTo>
                    <a:pt x="2696" y="14683"/>
                    <a:pt x="2662" y="14717"/>
                    <a:pt x="2662" y="14751"/>
                  </a:cubicBezTo>
                  <a:lnTo>
                    <a:pt x="2662" y="14888"/>
                  </a:lnTo>
                  <a:cubicBezTo>
                    <a:pt x="2662" y="14922"/>
                    <a:pt x="2696" y="14956"/>
                    <a:pt x="2730" y="14956"/>
                  </a:cubicBezTo>
                  <a:cubicBezTo>
                    <a:pt x="2799" y="14956"/>
                    <a:pt x="2833" y="14922"/>
                    <a:pt x="2833" y="14888"/>
                  </a:cubicBezTo>
                  <a:lnTo>
                    <a:pt x="2833" y="14751"/>
                  </a:lnTo>
                  <a:cubicBezTo>
                    <a:pt x="2833" y="14717"/>
                    <a:pt x="2799" y="14683"/>
                    <a:pt x="2730" y="14683"/>
                  </a:cubicBezTo>
                  <a:close/>
                  <a:moveTo>
                    <a:pt x="2730" y="15263"/>
                  </a:moveTo>
                  <a:cubicBezTo>
                    <a:pt x="2696" y="15263"/>
                    <a:pt x="2662" y="15297"/>
                    <a:pt x="2662" y="15332"/>
                  </a:cubicBezTo>
                  <a:lnTo>
                    <a:pt x="2662" y="15434"/>
                  </a:lnTo>
                  <a:cubicBezTo>
                    <a:pt x="2662" y="15502"/>
                    <a:pt x="2696" y="15536"/>
                    <a:pt x="2730" y="15536"/>
                  </a:cubicBezTo>
                  <a:cubicBezTo>
                    <a:pt x="2799" y="15536"/>
                    <a:pt x="2833" y="15502"/>
                    <a:pt x="2833" y="15434"/>
                  </a:cubicBezTo>
                  <a:lnTo>
                    <a:pt x="2833" y="15332"/>
                  </a:lnTo>
                  <a:cubicBezTo>
                    <a:pt x="2833" y="15297"/>
                    <a:pt x="2799" y="15263"/>
                    <a:pt x="2730" y="15263"/>
                  </a:cubicBezTo>
                  <a:close/>
                  <a:moveTo>
                    <a:pt x="2730" y="15809"/>
                  </a:moveTo>
                  <a:cubicBezTo>
                    <a:pt x="2696" y="15809"/>
                    <a:pt x="2662" y="15877"/>
                    <a:pt x="2662" y="15912"/>
                  </a:cubicBezTo>
                  <a:lnTo>
                    <a:pt x="2662" y="16014"/>
                  </a:lnTo>
                  <a:cubicBezTo>
                    <a:pt x="2662" y="16082"/>
                    <a:pt x="2696" y="16116"/>
                    <a:pt x="2730" y="16116"/>
                  </a:cubicBezTo>
                  <a:cubicBezTo>
                    <a:pt x="2799" y="16116"/>
                    <a:pt x="2833" y="16082"/>
                    <a:pt x="2833" y="16014"/>
                  </a:cubicBezTo>
                  <a:lnTo>
                    <a:pt x="2833" y="15912"/>
                  </a:lnTo>
                  <a:cubicBezTo>
                    <a:pt x="2833" y="15877"/>
                    <a:pt x="2799" y="15809"/>
                    <a:pt x="2730" y="15809"/>
                  </a:cubicBezTo>
                  <a:close/>
                  <a:moveTo>
                    <a:pt x="2730" y="16389"/>
                  </a:moveTo>
                  <a:cubicBezTo>
                    <a:pt x="2696" y="16389"/>
                    <a:pt x="2662" y="16423"/>
                    <a:pt x="2662" y="16492"/>
                  </a:cubicBezTo>
                  <a:lnTo>
                    <a:pt x="2662" y="16594"/>
                  </a:lnTo>
                  <a:cubicBezTo>
                    <a:pt x="2662" y="16628"/>
                    <a:pt x="2696" y="16696"/>
                    <a:pt x="2730" y="16696"/>
                  </a:cubicBezTo>
                  <a:cubicBezTo>
                    <a:pt x="2799" y="16696"/>
                    <a:pt x="2833" y="16628"/>
                    <a:pt x="2833" y="16594"/>
                  </a:cubicBezTo>
                  <a:lnTo>
                    <a:pt x="2833" y="16492"/>
                  </a:lnTo>
                  <a:cubicBezTo>
                    <a:pt x="2833" y="16423"/>
                    <a:pt x="2799" y="16389"/>
                    <a:pt x="2730" y="16389"/>
                  </a:cubicBezTo>
                  <a:close/>
                  <a:moveTo>
                    <a:pt x="2730" y="16969"/>
                  </a:moveTo>
                  <a:cubicBezTo>
                    <a:pt x="2696" y="16969"/>
                    <a:pt x="2662" y="17004"/>
                    <a:pt x="2662" y="17038"/>
                  </a:cubicBezTo>
                  <a:lnTo>
                    <a:pt x="2662" y="17174"/>
                  </a:lnTo>
                  <a:cubicBezTo>
                    <a:pt x="2662" y="17208"/>
                    <a:pt x="2696" y="17242"/>
                    <a:pt x="2730" y="17242"/>
                  </a:cubicBezTo>
                  <a:cubicBezTo>
                    <a:pt x="2799" y="17242"/>
                    <a:pt x="2833" y="17208"/>
                    <a:pt x="2833" y="17174"/>
                  </a:cubicBezTo>
                  <a:lnTo>
                    <a:pt x="2833" y="17038"/>
                  </a:lnTo>
                  <a:cubicBezTo>
                    <a:pt x="2833" y="17004"/>
                    <a:pt x="2799" y="16969"/>
                    <a:pt x="2730" y="16969"/>
                  </a:cubicBezTo>
                  <a:close/>
                  <a:moveTo>
                    <a:pt x="2730" y="17550"/>
                  </a:moveTo>
                  <a:cubicBezTo>
                    <a:pt x="2696" y="17550"/>
                    <a:pt x="2662" y="17584"/>
                    <a:pt x="2662" y="17618"/>
                  </a:cubicBezTo>
                  <a:lnTo>
                    <a:pt x="2662" y="17754"/>
                  </a:lnTo>
                  <a:cubicBezTo>
                    <a:pt x="2662" y="17788"/>
                    <a:pt x="2696" y="17822"/>
                    <a:pt x="2730" y="17822"/>
                  </a:cubicBezTo>
                  <a:cubicBezTo>
                    <a:pt x="2799" y="17822"/>
                    <a:pt x="2833" y="17788"/>
                    <a:pt x="2833" y="17754"/>
                  </a:cubicBezTo>
                  <a:lnTo>
                    <a:pt x="2833" y="17618"/>
                  </a:lnTo>
                  <a:cubicBezTo>
                    <a:pt x="2833" y="17584"/>
                    <a:pt x="2799" y="17550"/>
                    <a:pt x="2730" y="17550"/>
                  </a:cubicBezTo>
                  <a:close/>
                  <a:moveTo>
                    <a:pt x="2730" y="18095"/>
                  </a:moveTo>
                  <a:cubicBezTo>
                    <a:pt x="2696" y="18095"/>
                    <a:pt x="2662" y="18164"/>
                    <a:pt x="2662" y="18198"/>
                  </a:cubicBezTo>
                  <a:lnTo>
                    <a:pt x="2662" y="18300"/>
                  </a:lnTo>
                  <a:cubicBezTo>
                    <a:pt x="2662" y="18368"/>
                    <a:pt x="2696" y="18403"/>
                    <a:pt x="2730" y="18403"/>
                  </a:cubicBezTo>
                  <a:cubicBezTo>
                    <a:pt x="2799" y="18403"/>
                    <a:pt x="2833" y="18368"/>
                    <a:pt x="2833" y="18300"/>
                  </a:cubicBezTo>
                  <a:lnTo>
                    <a:pt x="2833" y="18198"/>
                  </a:lnTo>
                  <a:cubicBezTo>
                    <a:pt x="2833" y="18164"/>
                    <a:pt x="2799" y="18095"/>
                    <a:pt x="2730" y="18095"/>
                  </a:cubicBezTo>
                  <a:close/>
                  <a:moveTo>
                    <a:pt x="2730" y="18676"/>
                  </a:moveTo>
                  <a:cubicBezTo>
                    <a:pt x="2696" y="18676"/>
                    <a:pt x="2662" y="18710"/>
                    <a:pt x="2662" y="18778"/>
                  </a:cubicBezTo>
                  <a:lnTo>
                    <a:pt x="2662" y="18880"/>
                  </a:lnTo>
                  <a:cubicBezTo>
                    <a:pt x="2662" y="18949"/>
                    <a:pt x="2696" y="18983"/>
                    <a:pt x="2730" y="18983"/>
                  </a:cubicBezTo>
                  <a:cubicBezTo>
                    <a:pt x="2799" y="18983"/>
                    <a:pt x="2833" y="18949"/>
                    <a:pt x="2833" y="18880"/>
                  </a:cubicBezTo>
                  <a:lnTo>
                    <a:pt x="2833" y="18778"/>
                  </a:lnTo>
                  <a:cubicBezTo>
                    <a:pt x="2833" y="18710"/>
                    <a:pt x="2799" y="18676"/>
                    <a:pt x="2730" y="18676"/>
                  </a:cubicBezTo>
                  <a:close/>
                  <a:moveTo>
                    <a:pt x="2730" y="19256"/>
                  </a:moveTo>
                  <a:cubicBezTo>
                    <a:pt x="2696" y="19256"/>
                    <a:pt x="2662" y="19290"/>
                    <a:pt x="2662" y="19358"/>
                  </a:cubicBezTo>
                  <a:lnTo>
                    <a:pt x="2662" y="19460"/>
                  </a:lnTo>
                  <a:cubicBezTo>
                    <a:pt x="2662" y="19495"/>
                    <a:pt x="2696" y="19529"/>
                    <a:pt x="2730" y="19529"/>
                  </a:cubicBezTo>
                  <a:cubicBezTo>
                    <a:pt x="2799" y="19529"/>
                    <a:pt x="2833" y="19495"/>
                    <a:pt x="2833" y="19460"/>
                  </a:cubicBezTo>
                  <a:lnTo>
                    <a:pt x="2833" y="19358"/>
                  </a:lnTo>
                  <a:cubicBezTo>
                    <a:pt x="2833" y="19290"/>
                    <a:pt x="2799" y="19256"/>
                    <a:pt x="2730" y="19256"/>
                  </a:cubicBezTo>
                  <a:close/>
                  <a:moveTo>
                    <a:pt x="2730" y="19836"/>
                  </a:moveTo>
                  <a:cubicBezTo>
                    <a:pt x="2696" y="19836"/>
                    <a:pt x="2662" y="19870"/>
                    <a:pt x="2662" y="19904"/>
                  </a:cubicBezTo>
                  <a:lnTo>
                    <a:pt x="2662" y="20040"/>
                  </a:lnTo>
                  <a:cubicBezTo>
                    <a:pt x="2662" y="20075"/>
                    <a:pt x="2696" y="20109"/>
                    <a:pt x="2730" y="20109"/>
                  </a:cubicBezTo>
                  <a:cubicBezTo>
                    <a:pt x="2799" y="20109"/>
                    <a:pt x="2833" y="20075"/>
                    <a:pt x="2833" y="20040"/>
                  </a:cubicBezTo>
                  <a:lnTo>
                    <a:pt x="2833" y="19904"/>
                  </a:lnTo>
                  <a:cubicBezTo>
                    <a:pt x="2833" y="19870"/>
                    <a:pt x="2799" y="19836"/>
                    <a:pt x="2730" y="19836"/>
                  </a:cubicBezTo>
                  <a:close/>
                  <a:moveTo>
                    <a:pt x="2730" y="20416"/>
                  </a:moveTo>
                  <a:cubicBezTo>
                    <a:pt x="2696" y="20416"/>
                    <a:pt x="2662" y="20450"/>
                    <a:pt x="2662" y="20484"/>
                  </a:cubicBezTo>
                  <a:lnTo>
                    <a:pt x="2662" y="20586"/>
                  </a:lnTo>
                  <a:cubicBezTo>
                    <a:pt x="2662" y="20655"/>
                    <a:pt x="2696" y="20689"/>
                    <a:pt x="2730" y="20689"/>
                  </a:cubicBezTo>
                  <a:cubicBezTo>
                    <a:pt x="2799" y="20689"/>
                    <a:pt x="2833" y="20655"/>
                    <a:pt x="2833" y="20586"/>
                  </a:cubicBezTo>
                  <a:lnTo>
                    <a:pt x="2833" y="20484"/>
                  </a:lnTo>
                  <a:cubicBezTo>
                    <a:pt x="2833" y="20450"/>
                    <a:pt x="2799" y="20416"/>
                    <a:pt x="2730" y="20416"/>
                  </a:cubicBezTo>
                  <a:close/>
                  <a:moveTo>
                    <a:pt x="2730" y="20962"/>
                  </a:moveTo>
                  <a:cubicBezTo>
                    <a:pt x="2696" y="20962"/>
                    <a:pt x="2662" y="21030"/>
                    <a:pt x="2662" y="21064"/>
                  </a:cubicBezTo>
                  <a:lnTo>
                    <a:pt x="2662" y="21167"/>
                  </a:lnTo>
                  <a:cubicBezTo>
                    <a:pt x="2662" y="21235"/>
                    <a:pt x="2696" y="21269"/>
                    <a:pt x="2730" y="21269"/>
                  </a:cubicBezTo>
                  <a:cubicBezTo>
                    <a:pt x="2799" y="21269"/>
                    <a:pt x="2833" y="21235"/>
                    <a:pt x="2833" y="21167"/>
                  </a:cubicBezTo>
                  <a:lnTo>
                    <a:pt x="2833" y="21064"/>
                  </a:lnTo>
                  <a:cubicBezTo>
                    <a:pt x="2833" y="20996"/>
                    <a:pt x="2799" y="20962"/>
                    <a:pt x="2730" y="20962"/>
                  </a:cubicBezTo>
                  <a:close/>
                  <a:moveTo>
                    <a:pt x="2730" y="21542"/>
                  </a:moveTo>
                  <a:cubicBezTo>
                    <a:pt x="2696" y="21542"/>
                    <a:pt x="2662" y="21576"/>
                    <a:pt x="2662" y="21644"/>
                  </a:cubicBezTo>
                  <a:lnTo>
                    <a:pt x="2662" y="21747"/>
                  </a:lnTo>
                  <a:cubicBezTo>
                    <a:pt x="2662" y="21781"/>
                    <a:pt x="2696" y="21849"/>
                    <a:pt x="2730" y="21849"/>
                  </a:cubicBezTo>
                  <a:cubicBezTo>
                    <a:pt x="2799" y="21849"/>
                    <a:pt x="2833" y="21781"/>
                    <a:pt x="2833" y="21747"/>
                  </a:cubicBezTo>
                  <a:lnTo>
                    <a:pt x="2833" y="21644"/>
                  </a:lnTo>
                  <a:cubicBezTo>
                    <a:pt x="2833" y="21576"/>
                    <a:pt x="2799" y="21542"/>
                    <a:pt x="2730" y="21542"/>
                  </a:cubicBezTo>
                  <a:close/>
                  <a:moveTo>
                    <a:pt x="2730" y="22122"/>
                  </a:moveTo>
                  <a:cubicBezTo>
                    <a:pt x="2696" y="22122"/>
                    <a:pt x="2662" y="22156"/>
                    <a:pt x="2662" y="22190"/>
                  </a:cubicBezTo>
                  <a:lnTo>
                    <a:pt x="2662" y="22327"/>
                  </a:lnTo>
                  <a:cubicBezTo>
                    <a:pt x="2662" y="22361"/>
                    <a:pt x="2696" y="22395"/>
                    <a:pt x="2730" y="22395"/>
                  </a:cubicBezTo>
                  <a:cubicBezTo>
                    <a:pt x="2799" y="22395"/>
                    <a:pt x="2833" y="22361"/>
                    <a:pt x="2833" y="22327"/>
                  </a:cubicBezTo>
                  <a:lnTo>
                    <a:pt x="2833" y="22190"/>
                  </a:lnTo>
                  <a:cubicBezTo>
                    <a:pt x="2833" y="22156"/>
                    <a:pt x="2799" y="22122"/>
                    <a:pt x="2730" y="22122"/>
                  </a:cubicBezTo>
                  <a:close/>
                  <a:moveTo>
                    <a:pt x="2730" y="22702"/>
                  </a:moveTo>
                  <a:cubicBezTo>
                    <a:pt x="2696" y="22702"/>
                    <a:pt x="2662" y="22736"/>
                    <a:pt x="2662" y="22770"/>
                  </a:cubicBezTo>
                  <a:lnTo>
                    <a:pt x="2662" y="22907"/>
                  </a:lnTo>
                  <a:cubicBezTo>
                    <a:pt x="2662" y="22941"/>
                    <a:pt x="2696" y="22975"/>
                    <a:pt x="2730" y="22975"/>
                  </a:cubicBezTo>
                  <a:cubicBezTo>
                    <a:pt x="2799" y="22975"/>
                    <a:pt x="2833" y="22941"/>
                    <a:pt x="2833" y="22907"/>
                  </a:cubicBezTo>
                  <a:lnTo>
                    <a:pt x="2833" y="22770"/>
                  </a:lnTo>
                  <a:cubicBezTo>
                    <a:pt x="2833" y="22736"/>
                    <a:pt x="2799" y="22702"/>
                    <a:pt x="2730" y="22702"/>
                  </a:cubicBezTo>
                  <a:close/>
                  <a:moveTo>
                    <a:pt x="2730" y="23248"/>
                  </a:moveTo>
                  <a:cubicBezTo>
                    <a:pt x="2696" y="23248"/>
                    <a:pt x="2662" y="23316"/>
                    <a:pt x="2662" y="23350"/>
                  </a:cubicBezTo>
                  <a:lnTo>
                    <a:pt x="2662" y="23453"/>
                  </a:lnTo>
                  <a:cubicBezTo>
                    <a:pt x="2662" y="23521"/>
                    <a:pt x="2696" y="23555"/>
                    <a:pt x="2730" y="23555"/>
                  </a:cubicBezTo>
                  <a:cubicBezTo>
                    <a:pt x="2799" y="23555"/>
                    <a:pt x="2833" y="23521"/>
                    <a:pt x="2833" y="23453"/>
                  </a:cubicBezTo>
                  <a:lnTo>
                    <a:pt x="2833" y="23350"/>
                  </a:lnTo>
                  <a:cubicBezTo>
                    <a:pt x="2833" y="23316"/>
                    <a:pt x="2799" y="23248"/>
                    <a:pt x="2730" y="23248"/>
                  </a:cubicBezTo>
                  <a:close/>
                  <a:moveTo>
                    <a:pt x="2730" y="23828"/>
                  </a:moveTo>
                  <a:cubicBezTo>
                    <a:pt x="2696" y="23828"/>
                    <a:pt x="2662" y="23862"/>
                    <a:pt x="2662" y="23931"/>
                  </a:cubicBezTo>
                  <a:lnTo>
                    <a:pt x="2662" y="24033"/>
                  </a:lnTo>
                  <a:cubicBezTo>
                    <a:pt x="2662" y="24101"/>
                    <a:pt x="2696" y="24135"/>
                    <a:pt x="2730" y="24135"/>
                  </a:cubicBezTo>
                  <a:cubicBezTo>
                    <a:pt x="2799" y="24135"/>
                    <a:pt x="2833" y="24101"/>
                    <a:pt x="2833" y="24033"/>
                  </a:cubicBezTo>
                  <a:lnTo>
                    <a:pt x="2833" y="23931"/>
                  </a:lnTo>
                  <a:cubicBezTo>
                    <a:pt x="2833" y="23862"/>
                    <a:pt x="2799" y="23828"/>
                    <a:pt x="2730" y="23828"/>
                  </a:cubicBezTo>
                  <a:close/>
                  <a:moveTo>
                    <a:pt x="2730" y="24408"/>
                  </a:moveTo>
                  <a:cubicBezTo>
                    <a:pt x="2696" y="24408"/>
                    <a:pt x="2662" y="24442"/>
                    <a:pt x="2662" y="24511"/>
                  </a:cubicBezTo>
                  <a:lnTo>
                    <a:pt x="2662" y="24613"/>
                  </a:lnTo>
                  <a:cubicBezTo>
                    <a:pt x="2662" y="24647"/>
                    <a:pt x="2696" y="24681"/>
                    <a:pt x="2730" y="24681"/>
                  </a:cubicBezTo>
                  <a:cubicBezTo>
                    <a:pt x="2799" y="24681"/>
                    <a:pt x="2833" y="24647"/>
                    <a:pt x="2833" y="24613"/>
                  </a:cubicBezTo>
                  <a:lnTo>
                    <a:pt x="2833" y="24511"/>
                  </a:lnTo>
                  <a:cubicBezTo>
                    <a:pt x="2833" y="24442"/>
                    <a:pt x="2799" y="24408"/>
                    <a:pt x="2730" y="24408"/>
                  </a:cubicBezTo>
                  <a:close/>
                  <a:moveTo>
                    <a:pt x="2730" y="24988"/>
                  </a:moveTo>
                  <a:cubicBezTo>
                    <a:pt x="2696" y="24988"/>
                    <a:pt x="2662" y="25022"/>
                    <a:pt x="2662" y="25057"/>
                  </a:cubicBezTo>
                  <a:lnTo>
                    <a:pt x="2662" y="25193"/>
                  </a:lnTo>
                  <a:cubicBezTo>
                    <a:pt x="2662" y="25227"/>
                    <a:pt x="2696" y="25261"/>
                    <a:pt x="2730" y="25261"/>
                  </a:cubicBezTo>
                  <a:cubicBezTo>
                    <a:pt x="2799" y="25261"/>
                    <a:pt x="2833" y="25227"/>
                    <a:pt x="2833" y="25193"/>
                  </a:cubicBezTo>
                  <a:lnTo>
                    <a:pt x="2833" y="25057"/>
                  </a:lnTo>
                  <a:cubicBezTo>
                    <a:pt x="2833" y="25022"/>
                    <a:pt x="2799" y="24988"/>
                    <a:pt x="2730" y="24988"/>
                  </a:cubicBezTo>
                  <a:close/>
                  <a:moveTo>
                    <a:pt x="2730" y="25568"/>
                  </a:moveTo>
                  <a:cubicBezTo>
                    <a:pt x="2696" y="25568"/>
                    <a:pt x="2662" y="25603"/>
                    <a:pt x="2662" y="25637"/>
                  </a:cubicBezTo>
                  <a:lnTo>
                    <a:pt x="2662" y="25739"/>
                  </a:lnTo>
                  <a:cubicBezTo>
                    <a:pt x="2662" y="25807"/>
                    <a:pt x="2696" y="25841"/>
                    <a:pt x="2730" y="25841"/>
                  </a:cubicBezTo>
                  <a:cubicBezTo>
                    <a:pt x="2799" y="25841"/>
                    <a:pt x="2833" y="25807"/>
                    <a:pt x="2833" y="25739"/>
                  </a:cubicBezTo>
                  <a:lnTo>
                    <a:pt x="2833" y="25637"/>
                  </a:lnTo>
                  <a:cubicBezTo>
                    <a:pt x="2833" y="25603"/>
                    <a:pt x="2799" y="25568"/>
                    <a:pt x="2730" y="25568"/>
                  </a:cubicBezTo>
                  <a:close/>
                  <a:moveTo>
                    <a:pt x="2730" y="26114"/>
                  </a:moveTo>
                  <a:cubicBezTo>
                    <a:pt x="2696" y="26114"/>
                    <a:pt x="2662" y="26183"/>
                    <a:pt x="2662" y="26217"/>
                  </a:cubicBezTo>
                  <a:lnTo>
                    <a:pt x="2662" y="26319"/>
                  </a:lnTo>
                  <a:cubicBezTo>
                    <a:pt x="2662" y="26387"/>
                    <a:pt x="2696" y="26422"/>
                    <a:pt x="2730" y="26422"/>
                  </a:cubicBezTo>
                  <a:cubicBezTo>
                    <a:pt x="2799" y="26422"/>
                    <a:pt x="2833" y="26387"/>
                    <a:pt x="2833" y="26319"/>
                  </a:cubicBezTo>
                  <a:lnTo>
                    <a:pt x="2833" y="26217"/>
                  </a:lnTo>
                  <a:cubicBezTo>
                    <a:pt x="2833" y="26149"/>
                    <a:pt x="2799" y="26114"/>
                    <a:pt x="2730" y="26114"/>
                  </a:cubicBezTo>
                  <a:close/>
                  <a:moveTo>
                    <a:pt x="2730" y="26695"/>
                  </a:moveTo>
                  <a:cubicBezTo>
                    <a:pt x="2696" y="26695"/>
                    <a:pt x="2662" y="26729"/>
                    <a:pt x="2662" y="26797"/>
                  </a:cubicBezTo>
                  <a:lnTo>
                    <a:pt x="2662" y="26899"/>
                  </a:lnTo>
                  <a:cubicBezTo>
                    <a:pt x="2662" y="26933"/>
                    <a:pt x="2696" y="27002"/>
                    <a:pt x="2730" y="27002"/>
                  </a:cubicBezTo>
                  <a:cubicBezTo>
                    <a:pt x="2799" y="27002"/>
                    <a:pt x="2833" y="26933"/>
                    <a:pt x="2833" y="26899"/>
                  </a:cubicBezTo>
                  <a:lnTo>
                    <a:pt x="2833" y="26797"/>
                  </a:lnTo>
                  <a:cubicBezTo>
                    <a:pt x="2833" y="26729"/>
                    <a:pt x="2799" y="26695"/>
                    <a:pt x="2730" y="26695"/>
                  </a:cubicBezTo>
                  <a:close/>
                  <a:moveTo>
                    <a:pt x="2730" y="27275"/>
                  </a:moveTo>
                  <a:cubicBezTo>
                    <a:pt x="2696" y="27275"/>
                    <a:pt x="2662" y="27309"/>
                    <a:pt x="2662" y="27343"/>
                  </a:cubicBezTo>
                  <a:lnTo>
                    <a:pt x="2662" y="27479"/>
                  </a:lnTo>
                  <a:cubicBezTo>
                    <a:pt x="2662" y="27513"/>
                    <a:pt x="2696" y="27548"/>
                    <a:pt x="2730" y="27548"/>
                  </a:cubicBezTo>
                  <a:cubicBezTo>
                    <a:pt x="2799" y="27548"/>
                    <a:pt x="2833" y="27513"/>
                    <a:pt x="2833" y="27479"/>
                  </a:cubicBezTo>
                  <a:lnTo>
                    <a:pt x="2833" y="27343"/>
                  </a:lnTo>
                  <a:cubicBezTo>
                    <a:pt x="2833" y="27309"/>
                    <a:pt x="2799" y="27275"/>
                    <a:pt x="2730" y="27275"/>
                  </a:cubicBezTo>
                  <a:close/>
                  <a:moveTo>
                    <a:pt x="2730" y="27855"/>
                  </a:moveTo>
                  <a:cubicBezTo>
                    <a:pt x="2696" y="27855"/>
                    <a:pt x="2662" y="27889"/>
                    <a:pt x="2662" y="27923"/>
                  </a:cubicBezTo>
                  <a:lnTo>
                    <a:pt x="2662" y="28059"/>
                  </a:lnTo>
                  <a:cubicBezTo>
                    <a:pt x="2662" y="28094"/>
                    <a:pt x="2696" y="28128"/>
                    <a:pt x="2730" y="28128"/>
                  </a:cubicBezTo>
                  <a:cubicBezTo>
                    <a:pt x="2799" y="28128"/>
                    <a:pt x="2833" y="28094"/>
                    <a:pt x="2833" y="28059"/>
                  </a:cubicBezTo>
                  <a:lnTo>
                    <a:pt x="2833" y="27923"/>
                  </a:lnTo>
                  <a:cubicBezTo>
                    <a:pt x="2833" y="27889"/>
                    <a:pt x="2799" y="27855"/>
                    <a:pt x="2730" y="27855"/>
                  </a:cubicBezTo>
                  <a:close/>
                  <a:moveTo>
                    <a:pt x="2730" y="28401"/>
                  </a:moveTo>
                  <a:cubicBezTo>
                    <a:pt x="2696" y="28401"/>
                    <a:pt x="2662" y="28469"/>
                    <a:pt x="2662" y="28503"/>
                  </a:cubicBezTo>
                  <a:lnTo>
                    <a:pt x="2662" y="28605"/>
                  </a:lnTo>
                  <a:cubicBezTo>
                    <a:pt x="2662" y="28674"/>
                    <a:pt x="2696" y="28708"/>
                    <a:pt x="2730" y="28708"/>
                  </a:cubicBezTo>
                  <a:cubicBezTo>
                    <a:pt x="2799" y="28708"/>
                    <a:pt x="2833" y="28674"/>
                    <a:pt x="2833" y="28605"/>
                  </a:cubicBezTo>
                  <a:lnTo>
                    <a:pt x="2833" y="28503"/>
                  </a:lnTo>
                  <a:cubicBezTo>
                    <a:pt x="2833" y="28469"/>
                    <a:pt x="2799" y="28401"/>
                    <a:pt x="2730" y="28401"/>
                  </a:cubicBezTo>
                  <a:close/>
                  <a:moveTo>
                    <a:pt x="2730" y="28981"/>
                  </a:moveTo>
                  <a:cubicBezTo>
                    <a:pt x="2696" y="28981"/>
                    <a:pt x="2662" y="29015"/>
                    <a:pt x="2662" y="29083"/>
                  </a:cubicBezTo>
                  <a:lnTo>
                    <a:pt x="2662" y="29185"/>
                  </a:lnTo>
                  <a:cubicBezTo>
                    <a:pt x="2662" y="29254"/>
                    <a:pt x="2696" y="29288"/>
                    <a:pt x="2730" y="29288"/>
                  </a:cubicBezTo>
                  <a:cubicBezTo>
                    <a:pt x="2799" y="29288"/>
                    <a:pt x="2833" y="29254"/>
                    <a:pt x="2833" y="29185"/>
                  </a:cubicBezTo>
                  <a:lnTo>
                    <a:pt x="2833" y="29083"/>
                  </a:lnTo>
                  <a:cubicBezTo>
                    <a:pt x="2833" y="29015"/>
                    <a:pt x="2799" y="28981"/>
                    <a:pt x="2730" y="28981"/>
                  </a:cubicBezTo>
                  <a:close/>
                  <a:moveTo>
                    <a:pt x="2730" y="29561"/>
                  </a:moveTo>
                  <a:cubicBezTo>
                    <a:pt x="2696" y="29561"/>
                    <a:pt x="2662" y="29595"/>
                    <a:pt x="2662" y="29663"/>
                  </a:cubicBezTo>
                  <a:lnTo>
                    <a:pt x="2662" y="29766"/>
                  </a:lnTo>
                  <a:cubicBezTo>
                    <a:pt x="2662" y="29800"/>
                    <a:pt x="2696" y="29834"/>
                    <a:pt x="2730" y="29834"/>
                  </a:cubicBezTo>
                  <a:cubicBezTo>
                    <a:pt x="2799" y="29834"/>
                    <a:pt x="2833" y="29800"/>
                    <a:pt x="2833" y="29766"/>
                  </a:cubicBezTo>
                  <a:lnTo>
                    <a:pt x="2833" y="29663"/>
                  </a:lnTo>
                  <a:cubicBezTo>
                    <a:pt x="2833" y="29595"/>
                    <a:pt x="2799" y="29561"/>
                    <a:pt x="2730" y="29561"/>
                  </a:cubicBezTo>
                  <a:close/>
                  <a:moveTo>
                    <a:pt x="2730" y="30141"/>
                  </a:moveTo>
                  <a:cubicBezTo>
                    <a:pt x="2696" y="30141"/>
                    <a:pt x="2662" y="30175"/>
                    <a:pt x="2662" y="30209"/>
                  </a:cubicBezTo>
                  <a:lnTo>
                    <a:pt x="2662" y="30346"/>
                  </a:lnTo>
                  <a:cubicBezTo>
                    <a:pt x="2662" y="30380"/>
                    <a:pt x="2696" y="30414"/>
                    <a:pt x="2730" y="30414"/>
                  </a:cubicBezTo>
                  <a:cubicBezTo>
                    <a:pt x="2799" y="30414"/>
                    <a:pt x="2833" y="30380"/>
                    <a:pt x="2833" y="30346"/>
                  </a:cubicBezTo>
                  <a:lnTo>
                    <a:pt x="2833" y="30209"/>
                  </a:lnTo>
                  <a:cubicBezTo>
                    <a:pt x="2833" y="30175"/>
                    <a:pt x="2799" y="30141"/>
                    <a:pt x="2730" y="30141"/>
                  </a:cubicBezTo>
                  <a:close/>
                  <a:moveTo>
                    <a:pt x="2730" y="30721"/>
                  </a:moveTo>
                  <a:cubicBezTo>
                    <a:pt x="2696" y="30721"/>
                    <a:pt x="2662" y="30755"/>
                    <a:pt x="2662" y="30789"/>
                  </a:cubicBezTo>
                  <a:lnTo>
                    <a:pt x="2662" y="30892"/>
                  </a:lnTo>
                  <a:cubicBezTo>
                    <a:pt x="2662" y="30960"/>
                    <a:pt x="2696" y="30994"/>
                    <a:pt x="2730" y="30994"/>
                  </a:cubicBezTo>
                  <a:cubicBezTo>
                    <a:pt x="2799" y="30994"/>
                    <a:pt x="2833" y="30960"/>
                    <a:pt x="2833" y="30892"/>
                  </a:cubicBezTo>
                  <a:lnTo>
                    <a:pt x="2833" y="30789"/>
                  </a:lnTo>
                  <a:cubicBezTo>
                    <a:pt x="2833" y="30755"/>
                    <a:pt x="2799" y="30721"/>
                    <a:pt x="2730" y="30721"/>
                  </a:cubicBezTo>
                  <a:close/>
                  <a:moveTo>
                    <a:pt x="2730" y="31267"/>
                  </a:moveTo>
                  <a:cubicBezTo>
                    <a:pt x="2696" y="31267"/>
                    <a:pt x="2662" y="31301"/>
                    <a:pt x="2662" y="31369"/>
                  </a:cubicBezTo>
                  <a:lnTo>
                    <a:pt x="2662" y="31472"/>
                  </a:lnTo>
                  <a:cubicBezTo>
                    <a:pt x="2662" y="31540"/>
                    <a:pt x="2696" y="31574"/>
                    <a:pt x="2730" y="31574"/>
                  </a:cubicBezTo>
                  <a:cubicBezTo>
                    <a:pt x="2799" y="31574"/>
                    <a:pt x="2833" y="31540"/>
                    <a:pt x="2833" y="31472"/>
                  </a:cubicBezTo>
                  <a:lnTo>
                    <a:pt x="2833" y="31369"/>
                  </a:lnTo>
                  <a:cubicBezTo>
                    <a:pt x="2833" y="31301"/>
                    <a:pt x="2799" y="31267"/>
                    <a:pt x="2730" y="31267"/>
                  </a:cubicBezTo>
                  <a:close/>
                  <a:moveTo>
                    <a:pt x="2730" y="31847"/>
                  </a:moveTo>
                  <a:cubicBezTo>
                    <a:pt x="2696" y="31847"/>
                    <a:pt x="2662" y="31881"/>
                    <a:pt x="2662" y="31949"/>
                  </a:cubicBezTo>
                  <a:lnTo>
                    <a:pt x="2662" y="32052"/>
                  </a:lnTo>
                  <a:cubicBezTo>
                    <a:pt x="2662" y="32086"/>
                    <a:pt x="2696" y="32154"/>
                    <a:pt x="2730" y="32154"/>
                  </a:cubicBezTo>
                  <a:cubicBezTo>
                    <a:pt x="2799" y="32154"/>
                    <a:pt x="2833" y="32086"/>
                    <a:pt x="2833" y="32052"/>
                  </a:cubicBezTo>
                  <a:lnTo>
                    <a:pt x="2833" y="31949"/>
                  </a:lnTo>
                  <a:cubicBezTo>
                    <a:pt x="2833" y="31881"/>
                    <a:pt x="2799" y="31847"/>
                    <a:pt x="2730" y="31847"/>
                  </a:cubicBezTo>
                  <a:close/>
                  <a:moveTo>
                    <a:pt x="2730" y="32427"/>
                  </a:moveTo>
                  <a:cubicBezTo>
                    <a:pt x="2696" y="32427"/>
                    <a:pt x="2662" y="32461"/>
                    <a:pt x="2662" y="32495"/>
                  </a:cubicBezTo>
                  <a:lnTo>
                    <a:pt x="2662" y="32632"/>
                  </a:lnTo>
                  <a:cubicBezTo>
                    <a:pt x="2662" y="32666"/>
                    <a:pt x="2696" y="32700"/>
                    <a:pt x="2730" y="32700"/>
                  </a:cubicBezTo>
                  <a:cubicBezTo>
                    <a:pt x="2799" y="32700"/>
                    <a:pt x="2833" y="32666"/>
                    <a:pt x="2833" y="32632"/>
                  </a:cubicBezTo>
                  <a:lnTo>
                    <a:pt x="2833" y="32495"/>
                  </a:lnTo>
                  <a:cubicBezTo>
                    <a:pt x="2833" y="32461"/>
                    <a:pt x="2799" y="32427"/>
                    <a:pt x="2730" y="32427"/>
                  </a:cubicBezTo>
                  <a:close/>
                  <a:moveTo>
                    <a:pt x="2730" y="33007"/>
                  </a:moveTo>
                  <a:cubicBezTo>
                    <a:pt x="2696" y="33007"/>
                    <a:pt x="2662" y="33041"/>
                    <a:pt x="2662" y="33076"/>
                  </a:cubicBezTo>
                  <a:lnTo>
                    <a:pt x="2662" y="33212"/>
                  </a:lnTo>
                  <a:cubicBezTo>
                    <a:pt x="2662" y="33246"/>
                    <a:pt x="2696" y="33280"/>
                    <a:pt x="2730" y="33280"/>
                  </a:cubicBezTo>
                  <a:cubicBezTo>
                    <a:pt x="2799" y="33280"/>
                    <a:pt x="2833" y="33246"/>
                    <a:pt x="2833" y="33212"/>
                  </a:cubicBezTo>
                  <a:lnTo>
                    <a:pt x="2833" y="33076"/>
                  </a:lnTo>
                  <a:cubicBezTo>
                    <a:pt x="2833" y="33041"/>
                    <a:pt x="2799" y="33007"/>
                    <a:pt x="2730" y="33007"/>
                  </a:cubicBezTo>
                  <a:close/>
                  <a:moveTo>
                    <a:pt x="2730" y="33553"/>
                  </a:moveTo>
                  <a:cubicBezTo>
                    <a:pt x="2696" y="33553"/>
                    <a:pt x="2662" y="33621"/>
                    <a:pt x="2662" y="33656"/>
                  </a:cubicBezTo>
                  <a:lnTo>
                    <a:pt x="2662" y="33758"/>
                  </a:lnTo>
                  <a:cubicBezTo>
                    <a:pt x="2662" y="33826"/>
                    <a:pt x="2696" y="33860"/>
                    <a:pt x="2730" y="33860"/>
                  </a:cubicBezTo>
                  <a:cubicBezTo>
                    <a:pt x="2799" y="33860"/>
                    <a:pt x="2833" y="33826"/>
                    <a:pt x="2833" y="33758"/>
                  </a:cubicBezTo>
                  <a:lnTo>
                    <a:pt x="2833" y="33656"/>
                  </a:lnTo>
                  <a:cubicBezTo>
                    <a:pt x="2833" y="33621"/>
                    <a:pt x="2799" y="33553"/>
                    <a:pt x="2730" y="33553"/>
                  </a:cubicBezTo>
                  <a:close/>
                  <a:moveTo>
                    <a:pt x="2730" y="34133"/>
                  </a:moveTo>
                  <a:cubicBezTo>
                    <a:pt x="2696" y="34133"/>
                    <a:pt x="2662" y="34167"/>
                    <a:pt x="2662" y="34236"/>
                  </a:cubicBezTo>
                  <a:lnTo>
                    <a:pt x="2662" y="34338"/>
                  </a:lnTo>
                  <a:cubicBezTo>
                    <a:pt x="2662" y="34406"/>
                    <a:pt x="2696" y="34440"/>
                    <a:pt x="2730" y="34440"/>
                  </a:cubicBezTo>
                  <a:cubicBezTo>
                    <a:pt x="2799" y="34440"/>
                    <a:pt x="2833" y="34406"/>
                    <a:pt x="2833" y="34338"/>
                  </a:cubicBezTo>
                  <a:lnTo>
                    <a:pt x="2833" y="34236"/>
                  </a:lnTo>
                  <a:cubicBezTo>
                    <a:pt x="2833" y="34167"/>
                    <a:pt x="2799" y="34133"/>
                    <a:pt x="2730" y="34133"/>
                  </a:cubicBezTo>
                  <a:close/>
                  <a:moveTo>
                    <a:pt x="2730" y="34713"/>
                  </a:moveTo>
                  <a:cubicBezTo>
                    <a:pt x="2696" y="34713"/>
                    <a:pt x="2662" y="34748"/>
                    <a:pt x="2662" y="34816"/>
                  </a:cubicBezTo>
                  <a:lnTo>
                    <a:pt x="2662" y="34918"/>
                  </a:lnTo>
                  <a:cubicBezTo>
                    <a:pt x="2662" y="34952"/>
                    <a:pt x="2696" y="34986"/>
                    <a:pt x="2730" y="34986"/>
                  </a:cubicBezTo>
                  <a:cubicBezTo>
                    <a:pt x="2799" y="34986"/>
                    <a:pt x="2833" y="34952"/>
                    <a:pt x="2833" y="34918"/>
                  </a:cubicBezTo>
                  <a:lnTo>
                    <a:pt x="2833" y="34816"/>
                  </a:lnTo>
                  <a:cubicBezTo>
                    <a:pt x="2833" y="34748"/>
                    <a:pt x="2799" y="34713"/>
                    <a:pt x="2730" y="34713"/>
                  </a:cubicBezTo>
                  <a:close/>
                  <a:moveTo>
                    <a:pt x="2730" y="35294"/>
                  </a:moveTo>
                  <a:cubicBezTo>
                    <a:pt x="2696" y="35294"/>
                    <a:pt x="2662" y="35328"/>
                    <a:pt x="2662" y="35362"/>
                  </a:cubicBezTo>
                  <a:lnTo>
                    <a:pt x="2662" y="35498"/>
                  </a:lnTo>
                  <a:cubicBezTo>
                    <a:pt x="2662" y="35532"/>
                    <a:pt x="2696" y="35567"/>
                    <a:pt x="2730" y="35567"/>
                  </a:cubicBezTo>
                  <a:cubicBezTo>
                    <a:pt x="2799" y="35567"/>
                    <a:pt x="2833" y="35532"/>
                    <a:pt x="2833" y="35498"/>
                  </a:cubicBezTo>
                  <a:lnTo>
                    <a:pt x="2833" y="35362"/>
                  </a:lnTo>
                  <a:cubicBezTo>
                    <a:pt x="2833" y="35328"/>
                    <a:pt x="2799" y="35294"/>
                    <a:pt x="2730" y="35294"/>
                  </a:cubicBezTo>
                  <a:close/>
                  <a:moveTo>
                    <a:pt x="2730" y="35874"/>
                  </a:moveTo>
                  <a:cubicBezTo>
                    <a:pt x="2696" y="35874"/>
                    <a:pt x="2662" y="35908"/>
                    <a:pt x="2662" y="35942"/>
                  </a:cubicBezTo>
                  <a:lnTo>
                    <a:pt x="2662" y="36044"/>
                  </a:lnTo>
                  <a:cubicBezTo>
                    <a:pt x="2662" y="36112"/>
                    <a:pt x="2696" y="36147"/>
                    <a:pt x="2730" y="36147"/>
                  </a:cubicBezTo>
                  <a:cubicBezTo>
                    <a:pt x="2799" y="36147"/>
                    <a:pt x="2833" y="36112"/>
                    <a:pt x="2833" y="36044"/>
                  </a:cubicBezTo>
                  <a:lnTo>
                    <a:pt x="2833" y="35942"/>
                  </a:lnTo>
                  <a:cubicBezTo>
                    <a:pt x="2833" y="35908"/>
                    <a:pt x="2799" y="35874"/>
                    <a:pt x="2730" y="35874"/>
                  </a:cubicBezTo>
                  <a:close/>
                  <a:moveTo>
                    <a:pt x="2730" y="36420"/>
                  </a:moveTo>
                  <a:cubicBezTo>
                    <a:pt x="2696" y="36420"/>
                    <a:pt x="2662" y="36454"/>
                    <a:pt x="2662" y="36522"/>
                  </a:cubicBezTo>
                  <a:lnTo>
                    <a:pt x="2662" y="36624"/>
                  </a:lnTo>
                  <a:cubicBezTo>
                    <a:pt x="2662" y="36693"/>
                    <a:pt x="2696" y="36727"/>
                    <a:pt x="2730" y="36727"/>
                  </a:cubicBezTo>
                  <a:cubicBezTo>
                    <a:pt x="2799" y="36727"/>
                    <a:pt x="2833" y="36693"/>
                    <a:pt x="2833" y="36624"/>
                  </a:cubicBezTo>
                  <a:lnTo>
                    <a:pt x="2833" y="36522"/>
                  </a:lnTo>
                  <a:cubicBezTo>
                    <a:pt x="2833" y="36454"/>
                    <a:pt x="2799" y="36420"/>
                    <a:pt x="2730" y="36420"/>
                  </a:cubicBezTo>
                  <a:close/>
                  <a:moveTo>
                    <a:pt x="2730" y="37000"/>
                  </a:moveTo>
                  <a:cubicBezTo>
                    <a:pt x="2696" y="37000"/>
                    <a:pt x="2662" y="37034"/>
                    <a:pt x="2662" y="37102"/>
                  </a:cubicBezTo>
                  <a:lnTo>
                    <a:pt x="2662" y="37204"/>
                  </a:lnTo>
                  <a:cubicBezTo>
                    <a:pt x="2662" y="37239"/>
                    <a:pt x="2696" y="37307"/>
                    <a:pt x="2730" y="37307"/>
                  </a:cubicBezTo>
                  <a:cubicBezTo>
                    <a:pt x="2799" y="37307"/>
                    <a:pt x="2833" y="37239"/>
                    <a:pt x="2833" y="37204"/>
                  </a:cubicBezTo>
                  <a:lnTo>
                    <a:pt x="2833" y="37102"/>
                  </a:lnTo>
                  <a:cubicBezTo>
                    <a:pt x="2833" y="37034"/>
                    <a:pt x="2799" y="37000"/>
                    <a:pt x="2730" y="37000"/>
                  </a:cubicBezTo>
                  <a:close/>
                  <a:moveTo>
                    <a:pt x="2730" y="37580"/>
                  </a:moveTo>
                  <a:cubicBezTo>
                    <a:pt x="2696" y="37580"/>
                    <a:pt x="2662" y="37614"/>
                    <a:pt x="2662" y="37648"/>
                  </a:cubicBezTo>
                  <a:lnTo>
                    <a:pt x="2662" y="37785"/>
                  </a:lnTo>
                  <a:cubicBezTo>
                    <a:pt x="2662" y="37819"/>
                    <a:pt x="2696" y="37853"/>
                    <a:pt x="2730" y="37853"/>
                  </a:cubicBezTo>
                  <a:cubicBezTo>
                    <a:pt x="2799" y="37853"/>
                    <a:pt x="2833" y="37819"/>
                    <a:pt x="2833" y="37785"/>
                  </a:cubicBezTo>
                  <a:lnTo>
                    <a:pt x="2833" y="37648"/>
                  </a:lnTo>
                  <a:cubicBezTo>
                    <a:pt x="2833" y="37614"/>
                    <a:pt x="2799" y="37580"/>
                    <a:pt x="2730" y="37580"/>
                  </a:cubicBezTo>
                  <a:close/>
                  <a:moveTo>
                    <a:pt x="2730" y="38160"/>
                  </a:moveTo>
                  <a:cubicBezTo>
                    <a:pt x="2696" y="38160"/>
                    <a:pt x="2662" y="38194"/>
                    <a:pt x="2662" y="38228"/>
                  </a:cubicBezTo>
                  <a:lnTo>
                    <a:pt x="2662" y="38365"/>
                  </a:lnTo>
                  <a:cubicBezTo>
                    <a:pt x="2662" y="38399"/>
                    <a:pt x="2696" y="38433"/>
                    <a:pt x="2730" y="38433"/>
                  </a:cubicBezTo>
                  <a:cubicBezTo>
                    <a:pt x="2799" y="38433"/>
                    <a:pt x="2833" y="38399"/>
                    <a:pt x="2833" y="38365"/>
                  </a:cubicBezTo>
                  <a:lnTo>
                    <a:pt x="2833" y="38228"/>
                  </a:lnTo>
                  <a:cubicBezTo>
                    <a:pt x="2833" y="38194"/>
                    <a:pt x="2799" y="38160"/>
                    <a:pt x="2730" y="38160"/>
                  </a:cubicBezTo>
                  <a:close/>
                  <a:moveTo>
                    <a:pt x="2730" y="38706"/>
                  </a:moveTo>
                  <a:cubicBezTo>
                    <a:pt x="2696" y="38706"/>
                    <a:pt x="2662" y="38774"/>
                    <a:pt x="2662" y="38808"/>
                  </a:cubicBezTo>
                  <a:lnTo>
                    <a:pt x="2662" y="38911"/>
                  </a:lnTo>
                  <a:cubicBezTo>
                    <a:pt x="2662" y="38979"/>
                    <a:pt x="2696" y="39013"/>
                    <a:pt x="2730" y="39013"/>
                  </a:cubicBezTo>
                  <a:cubicBezTo>
                    <a:pt x="2799" y="39013"/>
                    <a:pt x="2833" y="38979"/>
                    <a:pt x="2833" y="38911"/>
                  </a:cubicBezTo>
                  <a:lnTo>
                    <a:pt x="2833" y="38808"/>
                  </a:lnTo>
                  <a:cubicBezTo>
                    <a:pt x="2833" y="38774"/>
                    <a:pt x="2799" y="38706"/>
                    <a:pt x="2730" y="38706"/>
                  </a:cubicBezTo>
                  <a:close/>
                  <a:moveTo>
                    <a:pt x="2730" y="39286"/>
                  </a:moveTo>
                  <a:cubicBezTo>
                    <a:pt x="2696" y="39286"/>
                    <a:pt x="2662" y="39320"/>
                    <a:pt x="2662" y="39388"/>
                  </a:cubicBezTo>
                  <a:lnTo>
                    <a:pt x="2662" y="39491"/>
                  </a:lnTo>
                  <a:cubicBezTo>
                    <a:pt x="2662" y="39559"/>
                    <a:pt x="2696" y="39593"/>
                    <a:pt x="2730" y="39593"/>
                  </a:cubicBezTo>
                  <a:cubicBezTo>
                    <a:pt x="2799" y="39593"/>
                    <a:pt x="2833" y="39559"/>
                    <a:pt x="2833" y="39491"/>
                  </a:cubicBezTo>
                  <a:lnTo>
                    <a:pt x="2833" y="39388"/>
                  </a:lnTo>
                  <a:cubicBezTo>
                    <a:pt x="2833" y="39320"/>
                    <a:pt x="2799" y="39286"/>
                    <a:pt x="2730" y="39286"/>
                  </a:cubicBezTo>
                  <a:close/>
                  <a:moveTo>
                    <a:pt x="2730" y="39866"/>
                  </a:moveTo>
                  <a:cubicBezTo>
                    <a:pt x="2696" y="39866"/>
                    <a:pt x="2662" y="39900"/>
                    <a:pt x="2662" y="39968"/>
                  </a:cubicBezTo>
                  <a:lnTo>
                    <a:pt x="2662" y="40071"/>
                  </a:lnTo>
                  <a:cubicBezTo>
                    <a:pt x="2662" y="40105"/>
                    <a:pt x="2696" y="40139"/>
                    <a:pt x="2730" y="40139"/>
                  </a:cubicBezTo>
                  <a:cubicBezTo>
                    <a:pt x="2799" y="40139"/>
                    <a:pt x="2833" y="40105"/>
                    <a:pt x="2833" y="40071"/>
                  </a:cubicBezTo>
                  <a:lnTo>
                    <a:pt x="2833" y="39968"/>
                  </a:lnTo>
                  <a:cubicBezTo>
                    <a:pt x="2833" y="39900"/>
                    <a:pt x="2799" y="39866"/>
                    <a:pt x="2730" y="39866"/>
                  </a:cubicBezTo>
                  <a:close/>
                  <a:moveTo>
                    <a:pt x="2730" y="40446"/>
                  </a:moveTo>
                  <a:cubicBezTo>
                    <a:pt x="2696" y="40446"/>
                    <a:pt x="2662" y="40480"/>
                    <a:pt x="2662" y="40514"/>
                  </a:cubicBezTo>
                  <a:lnTo>
                    <a:pt x="2662" y="40651"/>
                  </a:lnTo>
                  <a:cubicBezTo>
                    <a:pt x="2662" y="40685"/>
                    <a:pt x="2696" y="40719"/>
                    <a:pt x="2730" y="40719"/>
                  </a:cubicBezTo>
                  <a:cubicBezTo>
                    <a:pt x="2799" y="40719"/>
                    <a:pt x="2833" y="40685"/>
                    <a:pt x="2833" y="40651"/>
                  </a:cubicBezTo>
                  <a:lnTo>
                    <a:pt x="2833" y="40514"/>
                  </a:lnTo>
                  <a:cubicBezTo>
                    <a:pt x="2833" y="40480"/>
                    <a:pt x="2799" y="40446"/>
                    <a:pt x="2730" y="40446"/>
                  </a:cubicBezTo>
                  <a:close/>
                  <a:moveTo>
                    <a:pt x="2730" y="41026"/>
                  </a:moveTo>
                  <a:cubicBezTo>
                    <a:pt x="2696" y="41026"/>
                    <a:pt x="2662" y="41060"/>
                    <a:pt x="2662" y="41094"/>
                  </a:cubicBezTo>
                  <a:lnTo>
                    <a:pt x="2662" y="41197"/>
                  </a:lnTo>
                  <a:cubicBezTo>
                    <a:pt x="2662" y="41265"/>
                    <a:pt x="2696" y="41299"/>
                    <a:pt x="2730" y="41299"/>
                  </a:cubicBezTo>
                  <a:cubicBezTo>
                    <a:pt x="2799" y="41299"/>
                    <a:pt x="2833" y="41265"/>
                    <a:pt x="2833" y="41197"/>
                  </a:cubicBezTo>
                  <a:lnTo>
                    <a:pt x="2833" y="41094"/>
                  </a:lnTo>
                  <a:cubicBezTo>
                    <a:pt x="2833" y="41060"/>
                    <a:pt x="2799" y="41026"/>
                    <a:pt x="2730" y="41026"/>
                  </a:cubicBezTo>
                  <a:close/>
                  <a:moveTo>
                    <a:pt x="2730" y="41572"/>
                  </a:moveTo>
                  <a:cubicBezTo>
                    <a:pt x="2696" y="41572"/>
                    <a:pt x="2662" y="41606"/>
                    <a:pt x="2662" y="41675"/>
                  </a:cubicBezTo>
                  <a:lnTo>
                    <a:pt x="2662" y="41777"/>
                  </a:lnTo>
                  <a:cubicBezTo>
                    <a:pt x="2662" y="41845"/>
                    <a:pt x="2696" y="41879"/>
                    <a:pt x="2730" y="41879"/>
                  </a:cubicBezTo>
                  <a:cubicBezTo>
                    <a:pt x="2799" y="41879"/>
                    <a:pt x="2833" y="41845"/>
                    <a:pt x="2833" y="41777"/>
                  </a:cubicBezTo>
                  <a:lnTo>
                    <a:pt x="2833" y="41675"/>
                  </a:lnTo>
                  <a:cubicBezTo>
                    <a:pt x="2833" y="41606"/>
                    <a:pt x="2799" y="41572"/>
                    <a:pt x="2730" y="41572"/>
                  </a:cubicBezTo>
                  <a:close/>
                  <a:moveTo>
                    <a:pt x="2730" y="42152"/>
                  </a:moveTo>
                  <a:cubicBezTo>
                    <a:pt x="2696" y="42152"/>
                    <a:pt x="2662" y="42186"/>
                    <a:pt x="2662" y="42255"/>
                  </a:cubicBezTo>
                  <a:lnTo>
                    <a:pt x="2662" y="42357"/>
                  </a:lnTo>
                  <a:cubicBezTo>
                    <a:pt x="2662" y="42391"/>
                    <a:pt x="2696" y="42459"/>
                    <a:pt x="2730" y="42459"/>
                  </a:cubicBezTo>
                  <a:cubicBezTo>
                    <a:pt x="2799" y="42459"/>
                    <a:pt x="2833" y="42391"/>
                    <a:pt x="2833" y="42357"/>
                  </a:cubicBezTo>
                  <a:lnTo>
                    <a:pt x="2833" y="42255"/>
                  </a:lnTo>
                  <a:cubicBezTo>
                    <a:pt x="2833" y="42186"/>
                    <a:pt x="2799" y="42152"/>
                    <a:pt x="2730" y="42152"/>
                  </a:cubicBezTo>
                  <a:close/>
                  <a:moveTo>
                    <a:pt x="2730" y="42732"/>
                  </a:moveTo>
                  <a:cubicBezTo>
                    <a:pt x="2696" y="42732"/>
                    <a:pt x="2662" y="42766"/>
                    <a:pt x="2662" y="42801"/>
                  </a:cubicBezTo>
                  <a:lnTo>
                    <a:pt x="2662" y="42937"/>
                  </a:lnTo>
                  <a:cubicBezTo>
                    <a:pt x="2662" y="42971"/>
                    <a:pt x="2696" y="43005"/>
                    <a:pt x="2730" y="43005"/>
                  </a:cubicBezTo>
                  <a:cubicBezTo>
                    <a:pt x="2799" y="43005"/>
                    <a:pt x="2833" y="42971"/>
                    <a:pt x="2833" y="42937"/>
                  </a:cubicBezTo>
                  <a:lnTo>
                    <a:pt x="2833" y="42801"/>
                  </a:lnTo>
                  <a:cubicBezTo>
                    <a:pt x="2833" y="42766"/>
                    <a:pt x="2799" y="42732"/>
                    <a:pt x="2730" y="42732"/>
                  </a:cubicBezTo>
                  <a:close/>
                  <a:moveTo>
                    <a:pt x="2750" y="43299"/>
                  </a:moveTo>
                  <a:cubicBezTo>
                    <a:pt x="2733" y="43299"/>
                    <a:pt x="2715" y="43303"/>
                    <a:pt x="2696" y="43312"/>
                  </a:cubicBezTo>
                  <a:lnTo>
                    <a:pt x="2628" y="43312"/>
                  </a:lnTo>
                  <a:cubicBezTo>
                    <a:pt x="2560" y="43347"/>
                    <a:pt x="2526" y="43381"/>
                    <a:pt x="2560" y="43415"/>
                  </a:cubicBezTo>
                  <a:cubicBezTo>
                    <a:pt x="2560" y="43449"/>
                    <a:pt x="2594" y="43483"/>
                    <a:pt x="2628" y="43483"/>
                  </a:cubicBezTo>
                  <a:lnTo>
                    <a:pt x="2765" y="43483"/>
                  </a:lnTo>
                  <a:cubicBezTo>
                    <a:pt x="2799" y="43483"/>
                    <a:pt x="2833" y="43449"/>
                    <a:pt x="2833" y="43381"/>
                  </a:cubicBezTo>
                  <a:cubicBezTo>
                    <a:pt x="2833" y="43331"/>
                    <a:pt x="2796" y="43299"/>
                    <a:pt x="2750" y="43299"/>
                  </a:cubicBezTo>
                  <a:close/>
                  <a:moveTo>
                    <a:pt x="2150" y="43381"/>
                  </a:moveTo>
                  <a:lnTo>
                    <a:pt x="2048" y="43415"/>
                  </a:lnTo>
                  <a:cubicBezTo>
                    <a:pt x="2014" y="43415"/>
                    <a:pt x="1980" y="43449"/>
                    <a:pt x="1980" y="43517"/>
                  </a:cubicBezTo>
                  <a:cubicBezTo>
                    <a:pt x="1980" y="43551"/>
                    <a:pt x="2014" y="43585"/>
                    <a:pt x="2082" y="43585"/>
                  </a:cubicBezTo>
                  <a:lnTo>
                    <a:pt x="2184" y="43551"/>
                  </a:lnTo>
                  <a:cubicBezTo>
                    <a:pt x="2253" y="43551"/>
                    <a:pt x="2287" y="43517"/>
                    <a:pt x="2253" y="43483"/>
                  </a:cubicBezTo>
                  <a:cubicBezTo>
                    <a:pt x="2253" y="43415"/>
                    <a:pt x="2219" y="43381"/>
                    <a:pt x="2150" y="43381"/>
                  </a:cubicBezTo>
                  <a:close/>
                  <a:moveTo>
                    <a:pt x="1604" y="43483"/>
                  </a:moveTo>
                  <a:lnTo>
                    <a:pt x="1502" y="43517"/>
                  </a:lnTo>
                  <a:cubicBezTo>
                    <a:pt x="1434" y="43517"/>
                    <a:pt x="1400" y="43551"/>
                    <a:pt x="1400" y="43585"/>
                  </a:cubicBezTo>
                  <a:cubicBezTo>
                    <a:pt x="1434" y="43654"/>
                    <a:pt x="1468" y="43688"/>
                    <a:pt x="1502" y="43688"/>
                  </a:cubicBezTo>
                  <a:lnTo>
                    <a:pt x="1638" y="43654"/>
                  </a:lnTo>
                  <a:cubicBezTo>
                    <a:pt x="1673" y="43654"/>
                    <a:pt x="1707" y="43620"/>
                    <a:pt x="1707" y="43551"/>
                  </a:cubicBezTo>
                  <a:cubicBezTo>
                    <a:pt x="1707" y="43517"/>
                    <a:pt x="1638" y="43483"/>
                    <a:pt x="1604" y="43483"/>
                  </a:cubicBezTo>
                  <a:close/>
                  <a:moveTo>
                    <a:pt x="1072" y="43572"/>
                  </a:moveTo>
                  <a:cubicBezTo>
                    <a:pt x="1058" y="43572"/>
                    <a:pt x="1043" y="43576"/>
                    <a:pt x="1024" y="43585"/>
                  </a:cubicBezTo>
                  <a:lnTo>
                    <a:pt x="922" y="43585"/>
                  </a:lnTo>
                  <a:cubicBezTo>
                    <a:pt x="888" y="43585"/>
                    <a:pt x="854" y="43654"/>
                    <a:pt x="854" y="43688"/>
                  </a:cubicBezTo>
                  <a:cubicBezTo>
                    <a:pt x="854" y="43722"/>
                    <a:pt x="888" y="43756"/>
                    <a:pt x="922" y="43756"/>
                  </a:cubicBezTo>
                  <a:lnTo>
                    <a:pt x="1058" y="43756"/>
                  </a:lnTo>
                  <a:cubicBezTo>
                    <a:pt x="1093" y="43722"/>
                    <a:pt x="1127" y="43688"/>
                    <a:pt x="1127" y="43654"/>
                  </a:cubicBezTo>
                  <a:cubicBezTo>
                    <a:pt x="1127" y="43604"/>
                    <a:pt x="1108" y="43572"/>
                    <a:pt x="1072" y="43572"/>
                  </a:cubicBezTo>
                  <a:close/>
                  <a:moveTo>
                    <a:pt x="478" y="43654"/>
                  </a:moveTo>
                  <a:lnTo>
                    <a:pt x="342" y="43688"/>
                  </a:lnTo>
                  <a:cubicBezTo>
                    <a:pt x="308" y="43688"/>
                    <a:pt x="274" y="43722"/>
                    <a:pt x="274" y="43790"/>
                  </a:cubicBezTo>
                  <a:cubicBezTo>
                    <a:pt x="274" y="43824"/>
                    <a:pt x="342" y="43858"/>
                    <a:pt x="376" y="43858"/>
                  </a:cubicBezTo>
                  <a:lnTo>
                    <a:pt x="512" y="43824"/>
                  </a:lnTo>
                  <a:cubicBezTo>
                    <a:pt x="547" y="43824"/>
                    <a:pt x="581" y="43790"/>
                    <a:pt x="581" y="43722"/>
                  </a:cubicBezTo>
                  <a:cubicBezTo>
                    <a:pt x="547" y="43688"/>
                    <a:pt x="512" y="43654"/>
                    <a:pt x="478" y="4365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9" name="Google Shape;1771;p45">
              <a:extLst>
                <a:ext uri="{FF2B5EF4-FFF2-40B4-BE49-F238E27FC236}">
                  <a16:creationId xmlns:a16="http://schemas.microsoft.com/office/drawing/2014/main" id="{BAEA6F29-F2D5-0946-0E3F-58994DBBDF6C}"/>
                </a:ext>
              </a:extLst>
            </p:cNvPr>
            <p:cNvSpPr/>
            <p:nvPr/>
          </p:nvSpPr>
          <p:spPr>
            <a:xfrm>
              <a:off x="1625671" y="1534283"/>
              <a:ext cx="1967275" cy="2093497"/>
            </a:xfrm>
            <a:custGeom>
              <a:avLst/>
              <a:gdLst/>
              <a:ahLst/>
              <a:cxnLst/>
              <a:rect l="l" t="t" r="r" b="b"/>
              <a:pathLst>
                <a:path w="88278" h="93942" extrusionOk="0">
                  <a:moveTo>
                    <a:pt x="53676" y="1"/>
                  </a:moveTo>
                  <a:cubicBezTo>
                    <a:pt x="53642" y="1"/>
                    <a:pt x="53574" y="35"/>
                    <a:pt x="53574" y="69"/>
                  </a:cubicBezTo>
                  <a:cubicBezTo>
                    <a:pt x="53574" y="137"/>
                    <a:pt x="53574" y="171"/>
                    <a:pt x="53642" y="171"/>
                  </a:cubicBezTo>
                  <a:lnTo>
                    <a:pt x="53745" y="205"/>
                  </a:lnTo>
                  <a:lnTo>
                    <a:pt x="53779" y="205"/>
                  </a:lnTo>
                  <a:cubicBezTo>
                    <a:pt x="53813" y="205"/>
                    <a:pt x="53847" y="205"/>
                    <a:pt x="53847" y="171"/>
                  </a:cubicBezTo>
                  <a:cubicBezTo>
                    <a:pt x="53847" y="103"/>
                    <a:pt x="53847" y="69"/>
                    <a:pt x="53779" y="35"/>
                  </a:cubicBezTo>
                  <a:lnTo>
                    <a:pt x="53676" y="1"/>
                  </a:lnTo>
                  <a:close/>
                  <a:moveTo>
                    <a:pt x="53096" y="69"/>
                  </a:moveTo>
                  <a:cubicBezTo>
                    <a:pt x="53028" y="103"/>
                    <a:pt x="52994" y="137"/>
                    <a:pt x="52994" y="171"/>
                  </a:cubicBezTo>
                  <a:cubicBezTo>
                    <a:pt x="53028" y="205"/>
                    <a:pt x="53062" y="239"/>
                    <a:pt x="53096" y="239"/>
                  </a:cubicBezTo>
                  <a:lnTo>
                    <a:pt x="53233" y="239"/>
                  </a:lnTo>
                  <a:cubicBezTo>
                    <a:pt x="53267" y="239"/>
                    <a:pt x="53301" y="171"/>
                    <a:pt x="53301" y="137"/>
                  </a:cubicBezTo>
                  <a:cubicBezTo>
                    <a:pt x="53301" y="103"/>
                    <a:pt x="53233" y="69"/>
                    <a:pt x="53199" y="69"/>
                  </a:cubicBezTo>
                  <a:close/>
                  <a:moveTo>
                    <a:pt x="52618" y="137"/>
                  </a:moveTo>
                  <a:lnTo>
                    <a:pt x="52516" y="171"/>
                  </a:lnTo>
                  <a:cubicBezTo>
                    <a:pt x="52482" y="171"/>
                    <a:pt x="52448" y="205"/>
                    <a:pt x="52448" y="274"/>
                  </a:cubicBezTo>
                  <a:cubicBezTo>
                    <a:pt x="52448" y="308"/>
                    <a:pt x="52482" y="342"/>
                    <a:pt x="52516" y="342"/>
                  </a:cubicBezTo>
                  <a:lnTo>
                    <a:pt x="52550" y="342"/>
                  </a:lnTo>
                  <a:lnTo>
                    <a:pt x="52653" y="308"/>
                  </a:lnTo>
                  <a:cubicBezTo>
                    <a:pt x="52687" y="308"/>
                    <a:pt x="52721" y="274"/>
                    <a:pt x="52721" y="239"/>
                  </a:cubicBezTo>
                  <a:cubicBezTo>
                    <a:pt x="52721" y="171"/>
                    <a:pt x="52687" y="137"/>
                    <a:pt x="52618" y="137"/>
                  </a:cubicBezTo>
                  <a:close/>
                  <a:moveTo>
                    <a:pt x="54222" y="171"/>
                  </a:moveTo>
                  <a:cubicBezTo>
                    <a:pt x="54188" y="171"/>
                    <a:pt x="54154" y="205"/>
                    <a:pt x="54120" y="239"/>
                  </a:cubicBezTo>
                  <a:cubicBezTo>
                    <a:pt x="54120" y="274"/>
                    <a:pt x="54154" y="342"/>
                    <a:pt x="54188" y="342"/>
                  </a:cubicBezTo>
                  <a:lnTo>
                    <a:pt x="54291" y="376"/>
                  </a:lnTo>
                  <a:lnTo>
                    <a:pt x="54325" y="376"/>
                  </a:lnTo>
                  <a:cubicBezTo>
                    <a:pt x="54359" y="376"/>
                    <a:pt x="54393" y="342"/>
                    <a:pt x="54393" y="308"/>
                  </a:cubicBezTo>
                  <a:cubicBezTo>
                    <a:pt x="54427" y="274"/>
                    <a:pt x="54393" y="239"/>
                    <a:pt x="54325" y="205"/>
                  </a:cubicBezTo>
                  <a:lnTo>
                    <a:pt x="54222" y="171"/>
                  </a:lnTo>
                  <a:close/>
                  <a:moveTo>
                    <a:pt x="51936" y="239"/>
                  </a:moveTo>
                  <a:cubicBezTo>
                    <a:pt x="51902" y="274"/>
                    <a:pt x="51868" y="308"/>
                    <a:pt x="51868" y="342"/>
                  </a:cubicBezTo>
                  <a:cubicBezTo>
                    <a:pt x="51868" y="410"/>
                    <a:pt x="51936" y="410"/>
                    <a:pt x="51970" y="410"/>
                  </a:cubicBezTo>
                  <a:lnTo>
                    <a:pt x="52073" y="410"/>
                  </a:lnTo>
                  <a:cubicBezTo>
                    <a:pt x="52141" y="410"/>
                    <a:pt x="52175" y="342"/>
                    <a:pt x="52175" y="308"/>
                  </a:cubicBezTo>
                  <a:cubicBezTo>
                    <a:pt x="52141" y="274"/>
                    <a:pt x="52107" y="239"/>
                    <a:pt x="52073" y="239"/>
                  </a:cubicBezTo>
                  <a:close/>
                  <a:moveTo>
                    <a:pt x="51492" y="308"/>
                  </a:moveTo>
                  <a:lnTo>
                    <a:pt x="51390" y="342"/>
                  </a:lnTo>
                  <a:cubicBezTo>
                    <a:pt x="51322" y="342"/>
                    <a:pt x="51288" y="376"/>
                    <a:pt x="51322" y="444"/>
                  </a:cubicBezTo>
                  <a:cubicBezTo>
                    <a:pt x="51322" y="478"/>
                    <a:pt x="51356" y="512"/>
                    <a:pt x="51390" y="512"/>
                  </a:cubicBezTo>
                  <a:lnTo>
                    <a:pt x="51424" y="512"/>
                  </a:lnTo>
                  <a:lnTo>
                    <a:pt x="51527" y="478"/>
                  </a:lnTo>
                  <a:cubicBezTo>
                    <a:pt x="51561" y="478"/>
                    <a:pt x="51595" y="444"/>
                    <a:pt x="51595" y="410"/>
                  </a:cubicBezTo>
                  <a:cubicBezTo>
                    <a:pt x="51595" y="342"/>
                    <a:pt x="51561" y="308"/>
                    <a:pt x="51492" y="308"/>
                  </a:cubicBezTo>
                  <a:close/>
                  <a:moveTo>
                    <a:pt x="54768" y="342"/>
                  </a:moveTo>
                  <a:cubicBezTo>
                    <a:pt x="54734" y="342"/>
                    <a:pt x="54700" y="342"/>
                    <a:pt x="54666" y="410"/>
                  </a:cubicBezTo>
                  <a:cubicBezTo>
                    <a:pt x="54666" y="444"/>
                    <a:pt x="54700" y="478"/>
                    <a:pt x="54734" y="512"/>
                  </a:cubicBezTo>
                  <a:lnTo>
                    <a:pt x="54836" y="546"/>
                  </a:lnTo>
                  <a:lnTo>
                    <a:pt x="54871" y="546"/>
                  </a:lnTo>
                  <a:cubicBezTo>
                    <a:pt x="54905" y="546"/>
                    <a:pt x="54939" y="512"/>
                    <a:pt x="54939" y="478"/>
                  </a:cubicBezTo>
                  <a:cubicBezTo>
                    <a:pt x="54973" y="444"/>
                    <a:pt x="54939" y="376"/>
                    <a:pt x="54905" y="376"/>
                  </a:cubicBezTo>
                  <a:lnTo>
                    <a:pt x="54768" y="342"/>
                  </a:lnTo>
                  <a:close/>
                  <a:moveTo>
                    <a:pt x="50810" y="410"/>
                  </a:moveTo>
                  <a:cubicBezTo>
                    <a:pt x="50776" y="444"/>
                    <a:pt x="50742" y="478"/>
                    <a:pt x="50742" y="512"/>
                  </a:cubicBezTo>
                  <a:cubicBezTo>
                    <a:pt x="50742" y="581"/>
                    <a:pt x="50776" y="581"/>
                    <a:pt x="50844" y="581"/>
                  </a:cubicBezTo>
                  <a:lnTo>
                    <a:pt x="50946" y="581"/>
                  </a:lnTo>
                  <a:cubicBezTo>
                    <a:pt x="51015" y="581"/>
                    <a:pt x="51049" y="512"/>
                    <a:pt x="51015" y="478"/>
                  </a:cubicBezTo>
                  <a:cubicBezTo>
                    <a:pt x="51015" y="444"/>
                    <a:pt x="50981" y="410"/>
                    <a:pt x="50946" y="410"/>
                  </a:cubicBezTo>
                  <a:close/>
                  <a:moveTo>
                    <a:pt x="50399" y="499"/>
                  </a:moveTo>
                  <a:cubicBezTo>
                    <a:pt x="50387" y="499"/>
                    <a:pt x="50376" y="503"/>
                    <a:pt x="50366" y="512"/>
                  </a:cubicBezTo>
                  <a:lnTo>
                    <a:pt x="50264" y="512"/>
                  </a:lnTo>
                  <a:cubicBezTo>
                    <a:pt x="50196" y="512"/>
                    <a:pt x="50162" y="546"/>
                    <a:pt x="50196" y="615"/>
                  </a:cubicBezTo>
                  <a:cubicBezTo>
                    <a:pt x="50196" y="649"/>
                    <a:pt x="50230" y="683"/>
                    <a:pt x="50264" y="683"/>
                  </a:cubicBezTo>
                  <a:lnTo>
                    <a:pt x="50400" y="649"/>
                  </a:lnTo>
                  <a:cubicBezTo>
                    <a:pt x="50435" y="649"/>
                    <a:pt x="50469" y="615"/>
                    <a:pt x="50469" y="581"/>
                  </a:cubicBezTo>
                  <a:cubicBezTo>
                    <a:pt x="50469" y="531"/>
                    <a:pt x="50432" y="499"/>
                    <a:pt x="50399" y="499"/>
                  </a:cubicBezTo>
                  <a:close/>
                  <a:moveTo>
                    <a:pt x="55284" y="498"/>
                  </a:moveTo>
                  <a:cubicBezTo>
                    <a:pt x="55260" y="498"/>
                    <a:pt x="55236" y="522"/>
                    <a:pt x="55212" y="546"/>
                  </a:cubicBezTo>
                  <a:cubicBezTo>
                    <a:pt x="55212" y="615"/>
                    <a:pt x="55246" y="649"/>
                    <a:pt x="55280" y="683"/>
                  </a:cubicBezTo>
                  <a:lnTo>
                    <a:pt x="55382" y="717"/>
                  </a:lnTo>
                  <a:lnTo>
                    <a:pt x="55417" y="717"/>
                  </a:lnTo>
                  <a:cubicBezTo>
                    <a:pt x="55451" y="717"/>
                    <a:pt x="55485" y="683"/>
                    <a:pt x="55485" y="649"/>
                  </a:cubicBezTo>
                  <a:cubicBezTo>
                    <a:pt x="55519" y="615"/>
                    <a:pt x="55485" y="546"/>
                    <a:pt x="55451" y="546"/>
                  </a:cubicBezTo>
                  <a:lnTo>
                    <a:pt x="55314" y="512"/>
                  </a:lnTo>
                  <a:cubicBezTo>
                    <a:pt x="55304" y="502"/>
                    <a:pt x="55294" y="498"/>
                    <a:pt x="55284" y="498"/>
                  </a:cubicBezTo>
                  <a:close/>
                  <a:moveTo>
                    <a:pt x="49786" y="581"/>
                  </a:moveTo>
                  <a:lnTo>
                    <a:pt x="49684" y="615"/>
                  </a:lnTo>
                  <a:cubicBezTo>
                    <a:pt x="49650" y="615"/>
                    <a:pt x="49616" y="649"/>
                    <a:pt x="49616" y="683"/>
                  </a:cubicBezTo>
                  <a:cubicBezTo>
                    <a:pt x="49616" y="751"/>
                    <a:pt x="49650" y="785"/>
                    <a:pt x="49684" y="785"/>
                  </a:cubicBezTo>
                  <a:lnTo>
                    <a:pt x="49718" y="785"/>
                  </a:lnTo>
                  <a:lnTo>
                    <a:pt x="49820" y="751"/>
                  </a:lnTo>
                  <a:cubicBezTo>
                    <a:pt x="49855" y="751"/>
                    <a:pt x="49889" y="717"/>
                    <a:pt x="49889" y="649"/>
                  </a:cubicBezTo>
                  <a:cubicBezTo>
                    <a:pt x="49889" y="615"/>
                    <a:pt x="49855" y="581"/>
                    <a:pt x="49786" y="581"/>
                  </a:cubicBezTo>
                  <a:close/>
                  <a:moveTo>
                    <a:pt x="49268" y="670"/>
                  </a:moveTo>
                  <a:cubicBezTo>
                    <a:pt x="49259" y="670"/>
                    <a:pt x="49249" y="674"/>
                    <a:pt x="49240" y="683"/>
                  </a:cubicBezTo>
                  <a:lnTo>
                    <a:pt x="49104" y="683"/>
                  </a:lnTo>
                  <a:cubicBezTo>
                    <a:pt x="49070" y="683"/>
                    <a:pt x="49036" y="751"/>
                    <a:pt x="49036" y="785"/>
                  </a:cubicBezTo>
                  <a:cubicBezTo>
                    <a:pt x="49070" y="819"/>
                    <a:pt x="49104" y="854"/>
                    <a:pt x="49138" y="854"/>
                  </a:cubicBezTo>
                  <a:lnTo>
                    <a:pt x="49274" y="854"/>
                  </a:lnTo>
                  <a:cubicBezTo>
                    <a:pt x="49309" y="819"/>
                    <a:pt x="49343" y="785"/>
                    <a:pt x="49343" y="751"/>
                  </a:cubicBezTo>
                  <a:cubicBezTo>
                    <a:pt x="49318" y="701"/>
                    <a:pt x="49293" y="670"/>
                    <a:pt x="49268" y="670"/>
                  </a:cubicBezTo>
                  <a:close/>
                  <a:moveTo>
                    <a:pt x="55842" y="669"/>
                  </a:moveTo>
                  <a:cubicBezTo>
                    <a:pt x="55806" y="669"/>
                    <a:pt x="55782" y="693"/>
                    <a:pt x="55758" y="717"/>
                  </a:cubicBezTo>
                  <a:cubicBezTo>
                    <a:pt x="55758" y="785"/>
                    <a:pt x="55792" y="819"/>
                    <a:pt x="55826" y="819"/>
                  </a:cubicBezTo>
                  <a:lnTo>
                    <a:pt x="55928" y="854"/>
                  </a:lnTo>
                  <a:lnTo>
                    <a:pt x="55963" y="854"/>
                  </a:lnTo>
                  <a:cubicBezTo>
                    <a:pt x="55997" y="854"/>
                    <a:pt x="56031" y="854"/>
                    <a:pt x="56031" y="819"/>
                  </a:cubicBezTo>
                  <a:cubicBezTo>
                    <a:pt x="56065" y="751"/>
                    <a:pt x="56031" y="717"/>
                    <a:pt x="55997" y="717"/>
                  </a:cubicBezTo>
                  <a:lnTo>
                    <a:pt x="55894" y="683"/>
                  </a:lnTo>
                  <a:cubicBezTo>
                    <a:pt x="55874" y="673"/>
                    <a:pt x="55857" y="669"/>
                    <a:pt x="55842" y="669"/>
                  </a:cubicBezTo>
                  <a:close/>
                  <a:moveTo>
                    <a:pt x="48660" y="751"/>
                  </a:moveTo>
                  <a:lnTo>
                    <a:pt x="48558" y="785"/>
                  </a:lnTo>
                  <a:cubicBezTo>
                    <a:pt x="48490" y="785"/>
                    <a:pt x="48490" y="819"/>
                    <a:pt x="48490" y="854"/>
                  </a:cubicBezTo>
                  <a:cubicBezTo>
                    <a:pt x="48490" y="922"/>
                    <a:pt x="48524" y="956"/>
                    <a:pt x="48558" y="956"/>
                  </a:cubicBezTo>
                  <a:lnTo>
                    <a:pt x="48592" y="956"/>
                  </a:lnTo>
                  <a:lnTo>
                    <a:pt x="48694" y="922"/>
                  </a:lnTo>
                  <a:cubicBezTo>
                    <a:pt x="48728" y="922"/>
                    <a:pt x="48763" y="888"/>
                    <a:pt x="48763" y="819"/>
                  </a:cubicBezTo>
                  <a:cubicBezTo>
                    <a:pt x="48763" y="785"/>
                    <a:pt x="48728" y="751"/>
                    <a:pt x="48660" y="751"/>
                  </a:cubicBezTo>
                  <a:close/>
                  <a:moveTo>
                    <a:pt x="48141" y="840"/>
                  </a:moveTo>
                  <a:cubicBezTo>
                    <a:pt x="48133" y="840"/>
                    <a:pt x="48123" y="844"/>
                    <a:pt x="48114" y="854"/>
                  </a:cubicBezTo>
                  <a:lnTo>
                    <a:pt x="47978" y="854"/>
                  </a:lnTo>
                  <a:cubicBezTo>
                    <a:pt x="47944" y="854"/>
                    <a:pt x="47910" y="922"/>
                    <a:pt x="47910" y="956"/>
                  </a:cubicBezTo>
                  <a:cubicBezTo>
                    <a:pt x="47910" y="990"/>
                    <a:pt x="47944" y="1024"/>
                    <a:pt x="48012" y="1024"/>
                  </a:cubicBezTo>
                  <a:lnTo>
                    <a:pt x="48114" y="1024"/>
                  </a:lnTo>
                  <a:cubicBezTo>
                    <a:pt x="48182" y="990"/>
                    <a:pt x="48217" y="956"/>
                    <a:pt x="48182" y="922"/>
                  </a:cubicBezTo>
                  <a:cubicBezTo>
                    <a:pt x="48182" y="872"/>
                    <a:pt x="48164" y="840"/>
                    <a:pt x="48141" y="840"/>
                  </a:cubicBezTo>
                  <a:close/>
                  <a:moveTo>
                    <a:pt x="56440" y="819"/>
                  </a:moveTo>
                  <a:cubicBezTo>
                    <a:pt x="56372" y="819"/>
                    <a:pt x="56338" y="854"/>
                    <a:pt x="56304" y="888"/>
                  </a:cubicBezTo>
                  <a:cubicBezTo>
                    <a:pt x="56304" y="922"/>
                    <a:pt x="56338" y="990"/>
                    <a:pt x="56372" y="990"/>
                  </a:cubicBezTo>
                  <a:lnTo>
                    <a:pt x="56474" y="1024"/>
                  </a:lnTo>
                  <a:lnTo>
                    <a:pt x="56509" y="1024"/>
                  </a:lnTo>
                  <a:cubicBezTo>
                    <a:pt x="56543" y="1024"/>
                    <a:pt x="56577" y="1024"/>
                    <a:pt x="56611" y="956"/>
                  </a:cubicBezTo>
                  <a:cubicBezTo>
                    <a:pt x="56611" y="922"/>
                    <a:pt x="56577" y="888"/>
                    <a:pt x="56543" y="854"/>
                  </a:cubicBezTo>
                  <a:lnTo>
                    <a:pt x="56440" y="819"/>
                  </a:lnTo>
                  <a:close/>
                  <a:moveTo>
                    <a:pt x="47534" y="922"/>
                  </a:moveTo>
                  <a:lnTo>
                    <a:pt x="47432" y="956"/>
                  </a:lnTo>
                  <a:cubicBezTo>
                    <a:pt x="47364" y="956"/>
                    <a:pt x="47329" y="990"/>
                    <a:pt x="47364" y="1024"/>
                  </a:cubicBezTo>
                  <a:cubicBezTo>
                    <a:pt x="47364" y="1092"/>
                    <a:pt x="47398" y="1127"/>
                    <a:pt x="47432" y="1127"/>
                  </a:cubicBezTo>
                  <a:lnTo>
                    <a:pt x="47568" y="1092"/>
                  </a:lnTo>
                  <a:cubicBezTo>
                    <a:pt x="47602" y="1092"/>
                    <a:pt x="47637" y="1058"/>
                    <a:pt x="47637" y="990"/>
                  </a:cubicBezTo>
                  <a:cubicBezTo>
                    <a:pt x="47637" y="956"/>
                    <a:pt x="47568" y="922"/>
                    <a:pt x="47534" y="922"/>
                  </a:cubicBezTo>
                  <a:close/>
                  <a:moveTo>
                    <a:pt x="47002" y="1011"/>
                  </a:moveTo>
                  <a:cubicBezTo>
                    <a:pt x="46988" y="1011"/>
                    <a:pt x="46972" y="1015"/>
                    <a:pt x="46954" y="1024"/>
                  </a:cubicBezTo>
                  <a:lnTo>
                    <a:pt x="46852" y="1024"/>
                  </a:lnTo>
                  <a:cubicBezTo>
                    <a:pt x="46818" y="1024"/>
                    <a:pt x="46783" y="1092"/>
                    <a:pt x="46783" y="1127"/>
                  </a:cubicBezTo>
                  <a:cubicBezTo>
                    <a:pt x="46783" y="1161"/>
                    <a:pt x="46818" y="1195"/>
                    <a:pt x="46852" y="1195"/>
                  </a:cubicBezTo>
                  <a:lnTo>
                    <a:pt x="46988" y="1195"/>
                  </a:lnTo>
                  <a:cubicBezTo>
                    <a:pt x="47056" y="1161"/>
                    <a:pt x="47091" y="1127"/>
                    <a:pt x="47056" y="1092"/>
                  </a:cubicBezTo>
                  <a:cubicBezTo>
                    <a:pt x="47056" y="1043"/>
                    <a:pt x="47038" y="1011"/>
                    <a:pt x="47002" y="1011"/>
                  </a:cubicBezTo>
                  <a:close/>
                  <a:moveTo>
                    <a:pt x="56986" y="990"/>
                  </a:moveTo>
                  <a:cubicBezTo>
                    <a:pt x="56918" y="990"/>
                    <a:pt x="56884" y="1024"/>
                    <a:pt x="56884" y="1058"/>
                  </a:cubicBezTo>
                  <a:cubicBezTo>
                    <a:pt x="56850" y="1092"/>
                    <a:pt x="56884" y="1161"/>
                    <a:pt x="56918" y="1161"/>
                  </a:cubicBezTo>
                  <a:lnTo>
                    <a:pt x="57020" y="1195"/>
                  </a:lnTo>
                  <a:lnTo>
                    <a:pt x="57054" y="1195"/>
                  </a:lnTo>
                  <a:cubicBezTo>
                    <a:pt x="57089" y="1195"/>
                    <a:pt x="57123" y="1161"/>
                    <a:pt x="57157" y="1127"/>
                  </a:cubicBezTo>
                  <a:cubicBezTo>
                    <a:pt x="57157" y="1092"/>
                    <a:pt x="57123" y="1058"/>
                    <a:pt x="57089" y="1024"/>
                  </a:cubicBezTo>
                  <a:lnTo>
                    <a:pt x="56986" y="990"/>
                  </a:lnTo>
                  <a:close/>
                  <a:moveTo>
                    <a:pt x="46408" y="1092"/>
                  </a:moveTo>
                  <a:lnTo>
                    <a:pt x="46306" y="1127"/>
                  </a:lnTo>
                  <a:cubicBezTo>
                    <a:pt x="46237" y="1127"/>
                    <a:pt x="46203" y="1161"/>
                    <a:pt x="46203" y="1229"/>
                  </a:cubicBezTo>
                  <a:cubicBezTo>
                    <a:pt x="46237" y="1263"/>
                    <a:pt x="46272" y="1297"/>
                    <a:pt x="46306" y="1297"/>
                  </a:cubicBezTo>
                  <a:lnTo>
                    <a:pt x="46442" y="1263"/>
                  </a:lnTo>
                  <a:cubicBezTo>
                    <a:pt x="46476" y="1263"/>
                    <a:pt x="46510" y="1229"/>
                    <a:pt x="46510" y="1161"/>
                  </a:cubicBezTo>
                  <a:cubicBezTo>
                    <a:pt x="46476" y="1127"/>
                    <a:pt x="46442" y="1092"/>
                    <a:pt x="46408" y="1092"/>
                  </a:cubicBezTo>
                  <a:close/>
                  <a:moveTo>
                    <a:pt x="45726" y="1195"/>
                  </a:moveTo>
                  <a:cubicBezTo>
                    <a:pt x="45692" y="1195"/>
                    <a:pt x="45657" y="1263"/>
                    <a:pt x="45657" y="1297"/>
                  </a:cubicBezTo>
                  <a:cubicBezTo>
                    <a:pt x="45657" y="1331"/>
                    <a:pt x="45692" y="1365"/>
                    <a:pt x="45726" y="1365"/>
                  </a:cubicBezTo>
                  <a:lnTo>
                    <a:pt x="45862" y="1365"/>
                  </a:lnTo>
                  <a:cubicBezTo>
                    <a:pt x="45896" y="1331"/>
                    <a:pt x="45930" y="1297"/>
                    <a:pt x="45930" y="1263"/>
                  </a:cubicBezTo>
                  <a:cubicBezTo>
                    <a:pt x="45930" y="1195"/>
                    <a:pt x="45896" y="1195"/>
                    <a:pt x="45828" y="1195"/>
                  </a:cubicBezTo>
                  <a:close/>
                  <a:moveTo>
                    <a:pt x="57532" y="1161"/>
                  </a:moveTo>
                  <a:cubicBezTo>
                    <a:pt x="57464" y="1161"/>
                    <a:pt x="57430" y="1161"/>
                    <a:pt x="57430" y="1229"/>
                  </a:cubicBezTo>
                  <a:cubicBezTo>
                    <a:pt x="57396" y="1263"/>
                    <a:pt x="57430" y="1297"/>
                    <a:pt x="57464" y="1331"/>
                  </a:cubicBezTo>
                  <a:lnTo>
                    <a:pt x="57600" y="1365"/>
                  </a:lnTo>
                  <a:cubicBezTo>
                    <a:pt x="57635" y="1365"/>
                    <a:pt x="57669" y="1331"/>
                    <a:pt x="57703" y="1297"/>
                  </a:cubicBezTo>
                  <a:cubicBezTo>
                    <a:pt x="57703" y="1263"/>
                    <a:pt x="57669" y="1195"/>
                    <a:pt x="57635" y="1195"/>
                  </a:cubicBezTo>
                  <a:lnTo>
                    <a:pt x="57532" y="1161"/>
                  </a:lnTo>
                  <a:close/>
                  <a:moveTo>
                    <a:pt x="45282" y="1263"/>
                  </a:moveTo>
                  <a:lnTo>
                    <a:pt x="45146" y="1297"/>
                  </a:lnTo>
                  <a:cubicBezTo>
                    <a:pt x="45111" y="1297"/>
                    <a:pt x="45077" y="1331"/>
                    <a:pt x="45077" y="1400"/>
                  </a:cubicBezTo>
                  <a:cubicBezTo>
                    <a:pt x="45077" y="1434"/>
                    <a:pt x="45111" y="1468"/>
                    <a:pt x="45180" y="1468"/>
                  </a:cubicBezTo>
                  <a:lnTo>
                    <a:pt x="45282" y="1434"/>
                  </a:lnTo>
                  <a:cubicBezTo>
                    <a:pt x="45350" y="1434"/>
                    <a:pt x="45384" y="1400"/>
                    <a:pt x="45384" y="1331"/>
                  </a:cubicBezTo>
                  <a:cubicBezTo>
                    <a:pt x="45350" y="1297"/>
                    <a:pt x="45316" y="1263"/>
                    <a:pt x="45282" y="1263"/>
                  </a:cubicBezTo>
                  <a:close/>
                  <a:moveTo>
                    <a:pt x="44600" y="1365"/>
                  </a:moveTo>
                  <a:cubicBezTo>
                    <a:pt x="44531" y="1365"/>
                    <a:pt x="44497" y="1434"/>
                    <a:pt x="44531" y="1468"/>
                  </a:cubicBezTo>
                  <a:cubicBezTo>
                    <a:pt x="44531" y="1502"/>
                    <a:pt x="44565" y="1536"/>
                    <a:pt x="44600" y="1536"/>
                  </a:cubicBezTo>
                  <a:lnTo>
                    <a:pt x="44736" y="1536"/>
                  </a:lnTo>
                  <a:cubicBezTo>
                    <a:pt x="44770" y="1536"/>
                    <a:pt x="44804" y="1468"/>
                    <a:pt x="44804" y="1434"/>
                  </a:cubicBezTo>
                  <a:cubicBezTo>
                    <a:pt x="44804" y="1365"/>
                    <a:pt x="44736" y="1365"/>
                    <a:pt x="44702" y="1365"/>
                  </a:cubicBezTo>
                  <a:close/>
                  <a:moveTo>
                    <a:pt x="58042" y="1317"/>
                  </a:moveTo>
                  <a:cubicBezTo>
                    <a:pt x="58010" y="1317"/>
                    <a:pt x="57976" y="1341"/>
                    <a:pt x="57976" y="1365"/>
                  </a:cubicBezTo>
                  <a:cubicBezTo>
                    <a:pt x="57942" y="1434"/>
                    <a:pt x="57976" y="1468"/>
                    <a:pt x="58010" y="1502"/>
                  </a:cubicBezTo>
                  <a:lnTo>
                    <a:pt x="58146" y="1502"/>
                  </a:lnTo>
                  <a:cubicBezTo>
                    <a:pt x="58146" y="1536"/>
                    <a:pt x="58146" y="1536"/>
                    <a:pt x="58146" y="1536"/>
                  </a:cubicBezTo>
                  <a:cubicBezTo>
                    <a:pt x="58181" y="1536"/>
                    <a:pt x="58215" y="1502"/>
                    <a:pt x="58249" y="1468"/>
                  </a:cubicBezTo>
                  <a:cubicBezTo>
                    <a:pt x="58249" y="1400"/>
                    <a:pt x="58215" y="1365"/>
                    <a:pt x="58181" y="1365"/>
                  </a:cubicBezTo>
                  <a:lnTo>
                    <a:pt x="58078" y="1331"/>
                  </a:lnTo>
                  <a:cubicBezTo>
                    <a:pt x="58068" y="1321"/>
                    <a:pt x="58055" y="1317"/>
                    <a:pt x="58042" y="1317"/>
                  </a:cubicBezTo>
                  <a:close/>
                  <a:moveTo>
                    <a:pt x="44122" y="1434"/>
                  </a:moveTo>
                  <a:lnTo>
                    <a:pt x="44019" y="1468"/>
                  </a:lnTo>
                  <a:cubicBezTo>
                    <a:pt x="43985" y="1468"/>
                    <a:pt x="43951" y="1502"/>
                    <a:pt x="43951" y="1570"/>
                  </a:cubicBezTo>
                  <a:cubicBezTo>
                    <a:pt x="43951" y="1604"/>
                    <a:pt x="43985" y="1638"/>
                    <a:pt x="44054" y="1638"/>
                  </a:cubicBezTo>
                  <a:lnTo>
                    <a:pt x="44156" y="1604"/>
                  </a:lnTo>
                  <a:cubicBezTo>
                    <a:pt x="44224" y="1604"/>
                    <a:pt x="44258" y="1570"/>
                    <a:pt x="44224" y="1502"/>
                  </a:cubicBezTo>
                  <a:cubicBezTo>
                    <a:pt x="44224" y="1468"/>
                    <a:pt x="44190" y="1434"/>
                    <a:pt x="44122" y="1434"/>
                  </a:cubicBezTo>
                  <a:close/>
                  <a:moveTo>
                    <a:pt x="58624" y="1468"/>
                  </a:moveTo>
                  <a:cubicBezTo>
                    <a:pt x="58590" y="1468"/>
                    <a:pt x="58522" y="1502"/>
                    <a:pt x="58522" y="1536"/>
                  </a:cubicBezTo>
                  <a:cubicBezTo>
                    <a:pt x="58488" y="1604"/>
                    <a:pt x="58522" y="1638"/>
                    <a:pt x="58590" y="1638"/>
                  </a:cubicBezTo>
                  <a:lnTo>
                    <a:pt x="58692" y="1673"/>
                  </a:lnTo>
                  <a:cubicBezTo>
                    <a:pt x="58761" y="1673"/>
                    <a:pt x="58795" y="1673"/>
                    <a:pt x="58795" y="1638"/>
                  </a:cubicBezTo>
                  <a:cubicBezTo>
                    <a:pt x="58795" y="1570"/>
                    <a:pt x="58761" y="1536"/>
                    <a:pt x="58727" y="1502"/>
                  </a:cubicBezTo>
                  <a:lnTo>
                    <a:pt x="58624" y="1468"/>
                  </a:lnTo>
                  <a:close/>
                  <a:moveTo>
                    <a:pt x="43474" y="1536"/>
                  </a:moveTo>
                  <a:cubicBezTo>
                    <a:pt x="43405" y="1570"/>
                    <a:pt x="43371" y="1604"/>
                    <a:pt x="43371" y="1638"/>
                  </a:cubicBezTo>
                  <a:cubicBezTo>
                    <a:pt x="43405" y="1673"/>
                    <a:pt x="43439" y="1707"/>
                    <a:pt x="43474" y="1707"/>
                  </a:cubicBezTo>
                  <a:lnTo>
                    <a:pt x="43610" y="1707"/>
                  </a:lnTo>
                  <a:cubicBezTo>
                    <a:pt x="43644" y="1707"/>
                    <a:pt x="43678" y="1638"/>
                    <a:pt x="43678" y="1604"/>
                  </a:cubicBezTo>
                  <a:cubicBezTo>
                    <a:pt x="43678" y="1570"/>
                    <a:pt x="43610" y="1536"/>
                    <a:pt x="43576" y="1536"/>
                  </a:cubicBezTo>
                  <a:close/>
                  <a:moveTo>
                    <a:pt x="42996" y="1604"/>
                  </a:moveTo>
                  <a:lnTo>
                    <a:pt x="42893" y="1638"/>
                  </a:lnTo>
                  <a:cubicBezTo>
                    <a:pt x="42859" y="1638"/>
                    <a:pt x="42825" y="1673"/>
                    <a:pt x="42825" y="1741"/>
                  </a:cubicBezTo>
                  <a:cubicBezTo>
                    <a:pt x="42825" y="1775"/>
                    <a:pt x="42859" y="1809"/>
                    <a:pt x="42893" y="1809"/>
                  </a:cubicBezTo>
                  <a:lnTo>
                    <a:pt x="42928" y="1809"/>
                  </a:lnTo>
                  <a:lnTo>
                    <a:pt x="43030" y="1775"/>
                  </a:lnTo>
                  <a:cubicBezTo>
                    <a:pt x="43064" y="1775"/>
                    <a:pt x="43098" y="1741"/>
                    <a:pt x="43098" y="1673"/>
                  </a:cubicBezTo>
                  <a:cubicBezTo>
                    <a:pt x="43098" y="1638"/>
                    <a:pt x="43064" y="1604"/>
                    <a:pt x="42996" y="1604"/>
                  </a:cubicBezTo>
                  <a:close/>
                  <a:moveTo>
                    <a:pt x="59170" y="1638"/>
                  </a:moveTo>
                  <a:cubicBezTo>
                    <a:pt x="59136" y="1638"/>
                    <a:pt x="59068" y="1673"/>
                    <a:pt x="59068" y="1707"/>
                  </a:cubicBezTo>
                  <a:cubicBezTo>
                    <a:pt x="59034" y="1741"/>
                    <a:pt x="59068" y="1809"/>
                    <a:pt x="59136" y="1809"/>
                  </a:cubicBezTo>
                  <a:lnTo>
                    <a:pt x="59238" y="1843"/>
                  </a:lnTo>
                  <a:lnTo>
                    <a:pt x="59272" y="1843"/>
                  </a:lnTo>
                  <a:cubicBezTo>
                    <a:pt x="59307" y="1843"/>
                    <a:pt x="59341" y="1809"/>
                    <a:pt x="59341" y="1775"/>
                  </a:cubicBezTo>
                  <a:cubicBezTo>
                    <a:pt x="59341" y="1741"/>
                    <a:pt x="59341" y="1707"/>
                    <a:pt x="59272" y="1673"/>
                  </a:cubicBezTo>
                  <a:lnTo>
                    <a:pt x="59170" y="1638"/>
                  </a:lnTo>
                  <a:close/>
                  <a:moveTo>
                    <a:pt x="42313" y="1707"/>
                  </a:moveTo>
                  <a:cubicBezTo>
                    <a:pt x="42279" y="1741"/>
                    <a:pt x="42245" y="1775"/>
                    <a:pt x="42245" y="1809"/>
                  </a:cubicBezTo>
                  <a:cubicBezTo>
                    <a:pt x="42279" y="1843"/>
                    <a:pt x="42313" y="1877"/>
                    <a:pt x="42347" y="1877"/>
                  </a:cubicBezTo>
                  <a:lnTo>
                    <a:pt x="42484" y="1877"/>
                  </a:lnTo>
                  <a:cubicBezTo>
                    <a:pt x="42518" y="1877"/>
                    <a:pt x="42552" y="1809"/>
                    <a:pt x="42552" y="1775"/>
                  </a:cubicBezTo>
                  <a:cubicBezTo>
                    <a:pt x="42518" y="1741"/>
                    <a:pt x="42484" y="1707"/>
                    <a:pt x="42450" y="1707"/>
                  </a:cubicBezTo>
                  <a:close/>
                  <a:moveTo>
                    <a:pt x="41870" y="1775"/>
                  </a:moveTo>
                  <a:lnTo>
                    <a:pt x="41767" y="1809"/>
                  </a:lnTo>
                  <a:cubicBezTo>
                    <a:pt x="41699" y="1809"/>
                    <a:pt x="41699" y="1843"/>
                    <a:pt x="41699" y="1911"/>
                  </a:cubicBezTo>
                  <a:cubicBezTo>
                    <a:pt x="41699" y="1946"/>
                    <a:pt x="41733" y="1980"/>
                    <a:pt x="41767" y="1980"/>
                  </a:cubicBezTo>
                  <a:lnTo>
                    <a:pt x="41801" y="1980"/>
                  </a:lnTo>
                  <a:lnTo>
                    <a:pt x="41904" y="1946"/>
                  </a:lnTo>
                  <a:cubicBezTo>
                    <a:pt x="41938" y="1946"/>
                    <a:pt x="41972" y="1911"/>
                    <a:pt x="41972" y="1843"/>
                  </a:cubicBezTo>
                  <a:cubicBezTo>
                    <a:pt x="41972" y="1809"/>
                    <a:pt x="41938" y="1775"/>
                    <a:pt x="41870" y="1775"/>
                  </a:cubicBezTo>
                  <a:close/>
                  <a:moveTo>
                    <a:pt x="59716" y="1809"/>
                  </a:moveTo>
                  <a:cubicBezTo>
                    <a:pt x="59682" y="1809"/>
                    <a:pt x="59614" y="1809"/>
                    <a:pt x="59614" y="1877"/>
                  </a:cubicBezTo>
                  <a:cubicBezTo>
                    <a:pt x="59614" y="1911"/>
                    <a:pt x="59614" y="1946"/>
                    <a:pt x="59682" y="1980"/>
                  </a:cubicBezTo>
                  <a:lnTo>
                    <a:pt x="59784" y="2014"/>
                  </a:lnTo>
                  <a:lnTo>
                    <a:pt x="59818" y="2014"/>
                  </a:lnTo>
                  <a:cubicBezTo>
                    <a:pt x="59853" y="2014"/>
                    <a:pt x="59887" y="1980"/>
                    <a:pt x="59887" y="1946"/>
                  </a:cubicBezTo>
                  <a:cubicBezTo>
                    <a:pt x="59887" y="1911"/>
                    <a:pt x="59887" y="1843"/>
                    <a:pt x="59818" y="1843"/>
                  </a:cubicBezTo>
                  <a:lnTo>
                    <a:pt x="59716" y="1809"/>
                  </a:lnTo>
                  <a:close/>
                  <a:moveTo>
                    <a:pt x="41187" y="1877"/>
                  </a:moveTo>
                  <a:cubicBezTo>
                    <a:pt x="41153" y="1911"/>
                    <a:pt x="41119" y="1946"/>
                    <a:pt x="41119" y="1980"/>
                  </a:cubicBezTo>
                  <a:cubicBezTo>
                    <a:pt x="41119" y="2048"/>
                    <a:pt x="41153" y="2048"/>
                    <a:pt x="41221" y="2048"/>
                  </a:cubicBezTo>
                  <a:lnTo>
                    <a:pt x="41324" y="2048"/>
                  </a:lnTo>
                  <a:cubicBezTo>
                    <a:pt x="41392" y="2048"/>
                    <a:pt x="41426" y="1980"/>
                    <a:pt x="41392" y="1946"/>
                  </a:cubicBezTo>
                  <a:cubicBezTo>
                    <a:pt x="41392" y="1911"/>
                    <a:pt x="41358" y="1877"/>
                    <a:pt x="41324" y="1877"/>
                  </a:cubicBezTo>
                  <a:close/>
                  <a:moveTo>
                    <a:pt x="40744" y="1946"/>
                  </a:moveTo>
                  <a:lnTo>
                    <a:pt x="40641" y="1980"/>
                  </a:lnTo>
                  <a:cubicBezTo>
                    <a:pt x="40573" y="1980"/>
                    <a:pt x="40539" y="2014"/>
                    <a:pt x="40573" y="2082"/>
                  </a:cubicBezTo>
                  <a:cubicBezTo>
                    <a:pt x="40573" y="2116"/>
                    <a:pt x="40607" y="2150"/>
                    <a:pt x="40641" y="2150"/>
                  </a:cubicBezTo>
                  <a:lnTo>
                    <a:pt x="40778" y="2116"/>
                  </a:lnTo>
                  <a:cubicBezTo>
                    <a:pt x="40812" y="2116"/>
                    <a:pt x="40846" y="2082"/>
                    <a:pt x="40846" y="2048"/>
                  </a:cubicBezTo>
                  <a:cubicBezTo>
                    <a:pt x="40846" y="1980"/>
                    <a:pt x="40778" y="1946"/>
                    <a:pt x="40744" y="1946"/>
                  </a:cubicBezTo>
                  <a:close/>
                  <a:moveTo>
                    <a:pt x="60226" y="1966"/>
                  </a:moveTo>
                  <a:cubicBezTo>
                    <a:pt x="60194" y="1966"/>
                    <a:pt x="60160" y="1990"/>
                    <a:pt x="60160" y="2014"/>
                  </a:cubicBezTo>
                  <a:cubicBezTo>
                    <a:pt x="60160" y="2082"/>
                    <a:pt x="60160" y="2116"/>
                    <a:pt x="60228" y="2150"/>
                  </a:cubicBezTo>
                  <a:lnTo>
                    <a:pt x="60330" y="2184"/>
                  </a:lnTo>
                  <a:lnTo>
                    <a:pt x="60364" y="2184"/>
                  </a:lnTo>
                  <a:cubicBezTo>
                    <a:pt x="60399" y="2184"/>
                    <a:pt x="60433" y="2150"/>
                    <a:pt x="60433" y="2116"/>
                  </a:cubicBezTo>
                  <a:cubicBezTo>
                    <a:pt x="60467" y="2082"/>
                    <a:pt x="60433" y="2014"/>
                    <a:pt x="60364" y="2014"/>
                  </a:cubicBezTo>
                  <a:lnTo>
                    <a:pt x="60262" y="1980"/>
                  </a:lnTo>
                  <a:cubicBezTo>
                    <a:pt x="60252" y="1970"/>
                    <a:pt x="60239" y="1966"/>
                    <a:pt x="60226" y="1966"/>
                  </a:cubicBezTo>
                  <a:close/>
                  <a:moveTo>
                    <a:pt x="40061" y="2048"/>
                  </a:moveTo>
                  <a:cubicBezTo>
                    <a:pt x="40027" y="2082"/>
                    <a:pt x="39993" y="2116"/>
                    <a:pt x="39993" y="2150"/>
                  </a:cubicBezTo>
                  <a:cubicBezTo>
                    <a:pt x="39993" y="2219"/>
                    <a:pt x="40027" y="2219"/>
                    <a:pt x="40061" y="2219"/>
                  </a:cubicBezTo>
                  <a:lnTo>
                    <a:pt x="40198" y="2219"/>
                  </a:lnTo>
                  <a:cubicBezTo>
                    <a:pt x="40266" y="2219"/>
                    <a:pt x="40266" y="2150"/>
                    <a:pt x="40266" y="2116"/>
                  </a:cubicBezTo>
                  <a:cubicBezTo>
                    <a:pt x="40266" y="2082"/>
                    <a:pt x="40232" y="2048"/>
                    <a:pt x="40164" y="2048"/>
                  </a:cubicBezTo>
                  <a:close/>
                  <a:moveTo>
                    <a:pt x="39618" y="2116"/>
                  </a:moveTo>
                  <a:lnTo>
                    <a:pt x="39481" y="2150"/>
                  </a:lnTo>
                  <a:cubicBezTo>
                    <a:pt x="39447" y="2150"/>
                    <a:pt x="39413" y="2184"/>
                    <a:pt x="39413" y="2253"/>
                  </a:cubicBezTo>
                  <a:cubicBezTo>
                    <a:pt x="39447" y="2287"/>
                    <a:pt x="39481" y="2321"/>
                    <a:pt x="39515" y="2321"/>
                  </a:cubicBezTo>
                  <a:lnTo>
                    <a:pt x="39652" y="2287"/>
                  </a:lnTo>
                  <a:cubicBezTo>
                    <a:pt x="39686" y="2287"/>
                    <a:pt x="39720" y="2253"/>
                    <a:pt x="39720" y="2219"/>
                  </a:cubicBezTo>
                  <a:cubicBezTo>
                    <a:pt x="39686" y="2150"/>
                    <a:pt x="39652" y="2116"/>
                    <a:pt x="39618" y="2116"/>
                  </a:cubicBezTo>
                  <a:close/>
                  <a:moveTo>
                    <a:pt x="60778" y="2136"/>
                  </a:moveTo>
                  <a:cubicBezTo>
                    <a:pt x="60754" y="2136"/>
                    <a:pt x="60730" y="2160"/>
                    <a:pt x="60706" y="2184"/>
                  </a:cubicBezTo>
                  <a:cubicBezTo>
                    <a:pt x="60706" y="2253"/>
                    <a:pt x="60740" y="2287"/>
                    <a:pt x="60774" y="2287"/>
                  </a:cubicBezTo>
                  <a:lnTo>
                    <a:pt x="60876" y="2321"/>
                  </a:lnTo>
                  <a:lnTo>
                    <a:pt x="60910" y="2321"/>
                  </a:lnTo>
                  <a:cubicBezTo>
                    <a:pt x="60945" y="2321"/>
                    <a:pt x="60979" y="2321"/>
                    <a:pt x="60979" y="2287"/>
                  </a:cubicBezTo>
                  <a:cubicBezTo>
                    <a:pt x="61013" y="2219"/>
                    <a:pt x="60979" y="2184"/>
                    <a:pt x="60945" y="2184"/>
                  </a:cubicBezTo>
                  <a:lnTo>
                    <a:pt x="60808" y="2150"/>
                  </a:lnTo>
                  <a:cubicBezTo>
                    <a:pt x="60798" y="2140"/>
                    <a:pt x="60788" y="2136"/>
                    <a:pt x="60778" y="2136"/>
                  </a:cubicBezTo>
                  <a:close/>
                  <a:moveTo>
                    <a:pt x="38935" y="2219"/>
                  </a:moveTo>
                  <a:cubicBezTo>
                    <a:pt x="38901" y="2253"/>
                    <a:pt x="38867" y="2287"/>
                    <a:pt x="38867" y="2321"/>
                  </a:cubicBezTo>
                  <a:cubicBezTo>
                    <a:pt x="38867" y="2389"/>
                    <a:pt x="38901" y="2423"/>
                    <a:pt x="38935" y="2423"/>
                  </a:cubicBezTo>
                  <a:cubicBezTo>
                    <a:pt x="38935" y="2423"/>
                    <a:pt x="38969" y="2423"/>
                    <a:pt x="38969" y="2389"/>
                  </a:cubicBezTo>
                  <a:lnTo>
                    <a:pt x="39072" y="2389"/>
                  </a:lnTo>
                  <a:cubicBezTo>
                    <a:pt x="39106" y="2389"/>
                    <a:pt x="39140" y="2321"/>
                    <a:pt x="39140" y="2287"/>
                  </a:cubicBezTo>
                  <a:cubicBezTo>
                    <a:pt x="39140" y="2253"/>
                    <a:pt x="39106" y="2219"/>
                    <a:pt x="39038" y="2219"/>
                  </a:cubicBezTo>
                  <a:close/>
                  <a:moveTo>
                    <a:pt x="38519" y="2308"/>
                  </a:moveTo>
                  <a:cubicBezTo>
                    <a:pt x="38510" y="2308"/>
                    <a:pt x="38501" y="2312"/>
                    <a:pt x="38492" y="2321"/>
                  </a:cubicBezTo>
                  <a:lnTo>
                    <a:pt x="38355" y="2321"/>
                  </a:lnTo>
                  <a:cubicBezTo>
                    <a:pt x="38321" y="2321"/>
                    <a:pt x="38287" y="2389"/>
                    <a:pt x="38287" y="2423"/>
                  </a:cubicBezTo>
                  <a:cubicBezTo>
                    <a:pt x="38287" y="2457"/>
                    <a:pt x="38321" y="2492"/>
                    <a:pt x="38389" y="2492"/>
                  </a:cubicBezTo>
                  <a:lnTo>
                    <a:pt x="38492" y="2492"/>
                  </a:lnTo>
                  <a:cubicBezTo>
                    <a:pt x="38560" y="2457"/>
                    <a:pt x="38594" y="2423"/>
                    <a:pt x="38594" y="2389"/>
                  </a:cubicBezTo>
                  <a:cubicBezTo>
                    <a:pt x="38569" y="2339"/>
                    <a:pt x="38544" y="2308"/>
                    <a:pt x="38519" y="2308"/>
                  </a:cubicBezTo>
                  <a:close/>
                  <a:moveTo>
                    <a:pt x="61354" y="2287"/>
                  </a:moveTo>
                  <a:cubicBezTo>
                    <a:pt x="61320" y="2287"/>
                    <a:pt x="61286" y="2321"/>
                    <a:pt x="61252" y="2355"/>
                  </a:cubicBezTo>
                  <a:cubicBezTo>
                    <a:pt x="61252" y="2389"/>
                    <a:pt x="61286" y="2457"/>
                    <a:pt x="61320" y="2457"/>
                  </a:cubicBezTo>
                  <a:lnTo>
                    <a:pt x="61422" y="2492"/>
                  </a:lnTo>
                  <a:lnTo>
                    <a:pt x="61456" y="2492"/>
                  </a:lnTo>
                  <a:cubicBezTo>
                    <a:pt x="61490" y="2492"/>
                    <a:pt x="61525" y="2492"/>
                    <a:pt x="61525" y="2423"/>
                  </a:cubicBezTo>
                  <a:cubicBezTo>
                    <a:pt x="61559" y="2389"/>
                    <a:pt x="61525" y="2355"/>
                    <a:pt x="61490" y="2321"/>
                  </a:cubicBezTo>
                  <a:lnTo>
                    <a:pt x="61354" y="2287"/>
                  </a:lnTo>
                  <a:close/>
                  <a:moveTo>
                    <a:pt x="37911" y="2389"/>
                  </a:moveTo>
                  <a:lnTo>
                    <a:pt x="37809" y="2423"/>
                  </a:lnTo>
                  <a:cubicBezTo>
                    <a:pt x="37741" y="2423"/>
                    <a:pt x="37707" y="2457"/>
                    <a:pt x="37741" y="2492"/>
                  </a:cubicBezTo>
                  <a:cubicBezTo>
                    <a:pt x="37741" y="2560"/>
                    <a:pt x="37775" y="2594"/>
                    <a:pt x="37809" y="2594"/>
                  </a:cubicBezTo>
                  <a:lnTo>
                    <a:pt x="37843" y="2594"/>
                  </a:lnTo>
                  <a:lnTo>
                    <a:pt x="37946" y="2560"/>
                  </a:lnTo>
                  <a:cubicBezTo>
                    <a:pt x="37980" y="2560"/>
                    <a:pt x="38014" y="2526"/>
                    <a:pt x="38014" y="2457"/>
                  </a:cubicBezTo>
                  <a:cubicBezTo>
                    <a:pt x="38014" y="2423"/>
                    <a:pt x="37946" y="2389"/>
                    <a:pt x="37911" y="2389"/>
                  </a:cubicBezTo>
                  <a:close/>
                  <a:moveTo>
                    <a:pt x="37379" y="2478"/>
                  </a:moveTo>
                  <a:cubicBezTo>
                    <a:pt x="37365" y="2478"/>
                    <a:pt x="37350" y="2482"/>
                    <a:pt x="37331" y="2492"/>
                  </a:cubicBezTo>
                  <a:lnTo>
                    <a:pt x="37229" y="2492"/>
                  </a:lnTo>
                  <a:cubicBezTo>
                    <a:pt x="37195" y="2492"/>
                    <a:pt x="37161" y="2560"/>
                    <a:pt x="37161" y="2594"/>
                  </a:cubicBezTo>
                  <a:cubicBezTo>
                    <a:pt x="37161" y="2628"/>
                    <a:pt x="37195" y="2662"/>
                    <a:pt x="37263" y="2662"/>
                  </a:cubicBezTo>
                  <a:lnTo>
                    <a:pt x="37365" y="2662"/>
                  </a:lnTo>
                  <a:cubicBezTo>
                    <a:pt x="37434" y="2628"/>
                    <a:pt x="37468" y="2594"/>
                    <a:pt x="37434" y="2560"/>
                  </a:cubicBezTo>
                  <a:cubicBezTo>
                    <a:pt x="37434" y="2510"/>
                    <a:pt x="37415" y="2478"/>
                    <a:pt x="37379" y="2478"/>
                  </a:cubicBezTo>
                  <a:close/>
                  <a:moveTo>
                    <a:pt x="61900" y="2457"/>
                  </a:moveTo>
                  <a:cubicBezTo>
                    <a:pt x="61866" y="2457"/>
                    <a:pt x="61832" y="2492"/>
                    <a:pt x="61798" y="2526"/>
                  </a:cubicBezTo>
                  <a:cubicBezTo>
                    <a:pt x="61798" y="2560"/>
                    <a:pt x="61832" y="2628"/>
                    <a:pt x="61866" y="2628"/>
                  </a:cubicBezTo>
                  <a:lnTo>
                    <a:pt x="61968" y="2662"/>
                  </a:lnTo>
                  <a:lnTo>
                    <a:pt x="62002" y="2662"/>
                  </a:lnTo>
                  <a:cubicBezTo>
                    <a:pt x="62036" y="2662"/>
                    <a:pt x="62071" y="2628"/>
                    <a:pt x="62071" y="2594"/>
                  </a:cubicBezTo>
                  <a:cubicBezTo>
                    <a:pt x="62105" y="2560"/>
                    <a:pt x="62071" y="2492"/>
                    <a:pt x="62036" y="2492"/>
                  </a:cubicBezTo>
                  <a:lnTo>
                    <a:pt x="61900" y="2457"/>
                  </a:lnTo>
                  <a:close/>
                  <a:moveTo>
                    <a:pt x="36785" y="2560"/>
                  </a:moveTo>
                  <a:lnTo>
                    <a:pt x="36683" y="2594"/>
                  </a:lnTo>
                  <a:cubicBezTo>
                    <a:pt x="36615" y="2594"/>
                    <a:pt x="36581" y="2628"/>
                    <a:pt x="36581" y="2662"/>
                  </a:cubicBezTo>
                  <a:cubicBezTo>
                    <a:pt x="36615" y="2730"/>
                    <a:pt x="36649" y="2764"/>
                    <a:pt x="36683" y="2764"/>
                  </a:cubicBezTo>
                  <a:lnTo>
                    <a:pt x="36820" y="2730"/>
                  </a:lnTo>
                  <a:cubicBezTo>
                    <a:pt x="36854" y="2730"/>
                    <a:pt x="36888" y="2696"/>
                    <a:pt x="36888" y="2628"/>
                  </a:cubicBezTo>
                  <a:cubicBezTo>
                    <a:pt x="36888" y="2594"/>
                    <a:pt x="36820" y="2560"/>
                    <a:pt x="36785" y="2560"/>
                  </a:cubicBezTo>
                  <a:close/>
                  <a:moveTo>
                    <a:pt x="36253" y="2649"/>
                  </a:moveTo>
                  <a:cubicBezTo>
                    <a:pt x="36239" y="2649"/>
                    <a:pt x="36224" y="2653"/>
                    <a:pt x="36205" y="2662"/>
                  </a:cubicBezTo>
                  <a:lnTo>
                    <a:pt x="36103" y="2662"/>
                  </a:lnTo>
                  <a:cubicBezTo>
                    <a:pt x="36069" y="2662"/>
                    <a:pt x="36035" y="2730"/>
                    <a:pt x="36035" y="2764"/>
                  </a:cubicBezTo>
                  <a:cubicBezTo>
                    <a:pt x="36035" y="2799"/>
                    <a:pt x="36069" y="2833"/>
                    <a:pt x="36103" y="2833"/>
                  </a:cubicBezTo>
                  <a:lnTo>
                    <a:pt x="36239" y="2833"/>
                  </a:lnTo>
                  <a:cubicBezTo>
                    <a:pt x="36274" y="2799"/>
                    <a:pt x="36308" y="2764"/>
                    <a:pt x="36308" y="2730"/>
                  </a:cubicBezTo>
                  <a:cubicBezTo>
                    <a:pt x="36308" y="2680"/>
                    <a:pt x="36289" y="2649"/>
                    <a:pt x="36253" y="2649"/>
                  </a:cubicBezTo>
                  <a:close/>
                  <a:moveTo>
                    <a:pt x="62480" y="2628"/>
                  </a:moveTo>
                  <a:cubicBezTo>
                    <a:pt x="62412" y="2628"/>
                    <a:pt x="62378" y="2628"/>
                    <a:pt x="62344" y="2696"/>
                  </a:cubicBezTo>
                  <a:cubicBezTo>
                    <a:pt x="62344" y="2730"/>
                    <a:pt x="62378" y="2764"/>
                    <a:pt x="62412" y="2799"/>
                  </a:cubicBezTo>
                  <a:lnTo>
                    <a:pt x="62514" y="2833"/>
                  </a:lnTo>
                  <a:lnTo>
                    <a:pt x="62548" y="2833"/>
                  </a:lnTo>
                  <a:cubicBezTo>
                    <a:pt x="62582" y="2833"/>
                    <a:pt x="62617" y="2799"/>
                    <a:pt x="62617" y="2764"/>
                  </a:cubicBezTo>
                  <a:cubicBezTo>
                    <a:pt x="62651" y="2730"/>
                    <a:pt x="62617" y="2662"/>
                    <a:pt x="62582" y="2662"/>
                  </a:cubicBezTo>
                  <a:lnTo>
                    <a:pt x="62480" y="2628"/>
                  </a:lnTo>
                  <a:close/>
                  <a:moveTo>
                    <a:pt x="35659" y="2730"/>
                  </a:moveTo>
                  <a:lnTo>
                    <a:pt x="35523" y="2764"/>
                  </a:lnTo>
                  <a:cubicBezTo>
                    <a:pt x="35489" y="2764"/>
                    <a:pt x="35455" y="2799"/>
                    <a:pt x="35455" y="2867"/>
                  </a:cubicBezTo>
                  <a:cubicBezTo>
                    <a:pt x="35455" y="2901"/>
                    <a:pt x="35523" y="2935"/>
                    <a:pt x="35557" y="2935"/>
                  </a:cubicBezTo>
                  <a:lnTo>
                    <a:pt x="35659" y="2901"/>
                  </a:lnTo>
                  <a:cubicBezTo>
                    <a:pt x="35728" y="2901"/>
                    <a:pt x="35762" y="2867"/>
                    <a:pt x="35762" y="2799"/>
                  </a:cubicBezTo>
                  <a:cubicBezTo>
                    <a:pt x="35728" y="2764"/>
                    <a:pt x="35693" y="2730"/>
                    <a:pt x="35659" y="2730"/>
                  </a:cubicBezTo>
                  <a:close/>
                  <a:moveTo>
                    <a:pt x="35112" y="2819"/>
                  </a:moveTo>
                  <a:cubicBezTo>
                    <a:pt x="35100" y="2819"/>
                    <a:pt x="35088" y="2824"/>
                    <a:pt x="35079" y="2833"/>
                  </a:cubicBezTo>
                  <a:lnTo>
                    <a:pt x="34977" y="2833"/>
                  </a:lnTo>
                  <a:cubicBezTo>
                    <a:pt x="34909" y="2833"/>
                    <a:pt x="34875" y="2901"/>
                    <a:pt x="34909" y="2935"/>
                  </a:cubicBezTo>
                  <a:cubicBezTo>
                    <a:pt x="34909" y="2969"/>
                    <a:pt x="34943" y="3003"/>
                    <a:pt x="34977" y="3003"/>
                  </a:cubicBezTo>
                  <a:lnTo>
                    <a:pt x="35113" y="3003"/>
                  </a:lnTo>
                  <a:cubicBezTo>
                    <a:pt x="35147" y="2969"/>
                    <a:pt x="35182" y="2935"/>
                    <a:pt x="35182" y="2901"/>
                  </a:cubicBezTo>
                  <a:cubicBezTo>
                    <a:pt x="35182" y="2851"/>
                    <a:pt x="35145" y="2819"/>
                    <a:pt x="35112" y="2819"/>
                  </a:cubicBezTo>
                  <a:close/>
                  <a:moveTo>
                    <a:pt x="62974" y="2784"/>
                  </a:moveTo>
                  <a:cubicBezTo>
                    <a:pt x="62938" y="2784"/>
                    <a:pt x="62914" y="2809"/>
                    <a:pt x="62890" y="2833"/>
                  </a:cubicBezTo>
                  <a:cubicBezTo>
                    <a:pt x="62890" y="2901"/>
                    <a:pt x="62924" y="2935"/>
                    <a:pt x="62958" y="2969"/>
                  </a:cubicBezTo>
                  <a:lnTo>
                    <a:pt x="63060" y="2969"/>
                  </a:lnTo>
                  <a:cubicBezTo>
                    <a:pt x="63094" y="3003"/>
                    <a:pt x="63094" y="3003"/>
                    <a:pt x="63094" y="3003"/>
                  </a:cubicBezTo>
                  <a:cubicBezTo>
                    <a:pt x="63128" y="3003"/>
                    <a:pt x="63162" y="2969"/>
                    <a:pt x="63197" y="2935"/>
                  </a:cubicBezTo>
                  <a:cubicBezTo>
                    <a:pt x="63197" y="2867"/>
                    <a:pt x="63162" y="2833"/>
                    <a:pt x="63128" y="2833"/>
                  </a:cubicBezTo>
                  <a:lnTo>
                    <a:pt x="63026" y="2799"/>
                  </a:lnTo>
                  <a:cubicBezTo>
                    <a:pt x="63006" y="2789"/>
                    <a:pt x="62989" y="2784"/>
                    <a:pt x="62974" y="2784"/>
                  </a:cubicBezTo>
                  <a:close/>
                  <a:moveTo>
                    <a:pt x="34533" y="2901"/>
                  </a:moveTo>
                  <a:lnTo>
                    <a:pt x="34397" y="2935"/>
                  </a:lnTo>
                  <a:cubicBezTo>
                    <a:pt x="34363" y="2935"/>
                    <a:pt x="34329" y="2969"/>
                    <a:pt x="34329" y="3037"/>
                  </a:cubicBezTo>
                  <a:cubicBezTo>
                    <a:pt x="34329" y="3072"/>
                    <a:pt x="34363" y="3106"/>
                    <a:pt x="34431" y="3106"/>
                  </a:cubicBezTo>
                  <a:lnTo>
                    <a:pt x="34533" y="3072"/>
                  </a:lnTo>
                  <a:cubicBezTo>
                    <a:pt x="34602" y="3072"/>
                    <a:pt x="34636" y="3037"/>
                    <a:pt x="34602" y="2969"/>
                  </a:cubicBezTo>
                  <a:cubicBezTo>
                    <a:pt x="34602" y="2935"/>
                    <a:pt x="34567" y="2901"/>
                    <a:pt x="34533" y="2901"/>
                  </a:cubicBezTo>
                  <a:close/>
                  <a:moveTo>
                    <a:pt x="63572" y="2935"/>
                  </a:moveTo>
                  <a:cubicBezTo>
                    <a:pt x="63504" y="2935"/>
                    <a:pt x="63470" y="2969"/>
                    <a:pt x="63470" y="3003"/>
                  </a:cubicBezTo>
                  <a:cubicBezTo>
                    <a:pt x="63435" y="3072"/>
                    <a:pt x="63470" y="3106"/>
                    <a:pt x="63504" y="3106"/>
                  </a:cubicBezTo>
                  <a:lnTo>
                    <a:pt x="63606" y="3140"/>
                  </a:lnTo>
                  <a:lnTo>
                    <a:pt x="63640" y="3140"/>
                  </a:lnTo>
                  <a:cubicBezTo>
                    <a:pt x="63674" y="3140"/>
                    <a:pt x="63708" y="3140"/>
                    <a:pt x="63743" y="3106"/>
                  </a:cubicBezTo>
                  <a:cubicBezTo>
                    <a:pt x="63743" y="3037"/>
                    <a:pt x="63708" y="3003"/>
                    <a:pt x="63674" y="2969"/>
                  </a:cubicBezTo>
                  <a:lnTo>
                    <a:pt x="63572" y="2935"/>
                  </a:lnTo>
                  <a:close/>
                  <a:moveTo>
                    <a:pt x="33851" y="3003"/>
                  </a:moveTo>
                  <a:cubicBezTo>
                    <a:pt x="33783" y="3003"/>
                    <a:pt x="33748" y="3072"/>
                    <a:pt x="33783" y="3106"/>
                  </a:cubicBezTo>
                  <a:cubicBezTo>
                    <a:pt x="33783" y="3140"/>
                    <a:pt x="33817" y="3174"/>
                    <a:pt x="33851" y="3174"/>
                  </a:cubicBezTo>
                  <a:lnTo>
                    <a:pt x="33987" y="3174"/>
                  </a:lnTo>
                  <a:cubicBezTo>
                    <a:pt x="34021" y="3140"/>
                    <a:pt x="34056" y="3106"/>
                    <a:pt x="34056" y="3072"/>
                  </a:cubicBezTo>
                  <a:cubicBezTo>
                    <a:pt x="34056" y="3003"/>
                    <a:pt x="33987" y="3003"/>
                    <a:pt x="33953" y="3003"/>
                  </a:cubicBezTo>
                  <a:close/>
                  <a:moveTo>
                    <a:pt x="33373" y="3072"/>
                  </a:moveTo>
                  <a:lnTo>
                    <a:pt x="33271" y="3106"/>
                  </a:lnTo>
                  <a:cubicBezTo>
                    <a:pt x="33237" y="3106"/>
                    <a:pt x="33202" y="3140"/>
                    <a:pt x="33202" y="3208"/>
                  </a:cubicBezTo>
                  <a:cubicBezTo>
                    <a:pt x="33202" y="3242"/>
                    <a:pt x="33237" y="3276"/>
                    <a:pt x="33271" y="3276"/>
                  </a:cubicBezTo>
                  <a:lnTo>
                    <a:pt x="33305" y="3276"/>
                  </a:lnTo>
                  <a:lnTo>
                    <a:pt x="33407" y="3242"/>
                  </a:lnTo>
                  <a:cubicBezTo>
                    <a:pt x="33475" y="3242"/>
                    <a:pt x="33475" y="3208"/>
                    <a:pt x="33475" y="3140"/>
                  </a:cubicBezTo>
                  <a:cubicBezTo>
                    <a:pt x="33475" y="3106"/>
                    <a:pt x="33441" y="3072"/>
                    <a:pt x="33373" y="3072"/>
                  </a:cubicBezTo>
                  <a:close/>
                  <a:moveTo>
                    <a:pt x="64118" y="3106"/>
                  </a:moveTo>
                  <a:cubicBezTo>
                    <a:pt x="64050" y="3106"/>
                    <a:pt x="64016" y="3140"/>
                    <a:pt x="64016" y="3174"/>
                  </a:cubicBezTo>
                  <a:cubicBezTo>
                    <a:pt x="63981" y="3208"/>
                    <a:pt x="64016" y="3276"/>
                    <a:pt x="64050" y="3276"/>
                  </a:cubicBezTo>
                  <a:lnTo>
                    <a:pt x="64186" y="3310"/>
                  </a:lnTo>
                  <a:cubicBezTo>
                    <a:pt x="64220" y="3310"/>
                    <a:pt x="64254" y="3276"/>
                    <a:pt x="64289" y="3242"/>
                  </a:cubicBezTo>
                  <a:cubicBezTo>
                    <a:pt x="64289" y="3208"/>
                    <a:pt x="64254" y="3174"/>
                    <a:pt x="64220" y="3140"/>
                  </a:cubicBezTo>
                  <a:lnTo>
                    <a:pt x="64118" y="3106"/>
                  </a:lnTo>
                  <a:close/>
                  <a:moveTo>
                    <a:pt x="32691" y="3174"/>
                  </a:moveTo>
                  <a:cubicBezTo>
                    <a:pt x="32657" y="3174"/>
                    <a:pt x="32622" y="3242"/>
                    <a:pt x="32622" y="3276"/>
                  </a:cubicBezTo>
                  <a:cubicBezTo>
                    <a:pt x="32657" y="3310"/>
                    <a:pt x="32691" y="3345"/>
                    <a:pt x="32725" y="3345"/>
                  </a:cubicBezTo>
                  <a:lnTo>
                    <a:pt x="32861" y="3345"/>
                  </a:lnTo>
                  <a:cubicBezTo>
                    <a:pt x="32895" y="3345"/>
                    <a:pt x="32930" y="3276"/>
                    <a:pt x="32930" y="3242"/>
                  </a:cubicBezTo>
                  <a:cubicBezTo>
                    <a:pt x="32895" y="3208"/>
                    <a:pt x="32861" y="3174"/>
                    <a:pt x="32827" y="3174"/>
                  </a:cubicBezTo>
                  <a:close/>
                  <a:moveTo>
                    <a:pt x="32247" y="3242"/>
                  </a:moveTo>
                  <a:lnTo>
                    <a:pt x="32145" y="3276"/>
                  </a:lnTo>
                  <a:cubicBezTo>
                    <a:pt x="32111" y="3276"/>
                    <a:pt x="32076" y="3310"/>
                    <a:pt x="32076" y="3379"/>
                  </a:cubicBezTo>
                  <a:cubicBezTo>
                    <a:pt x="32076" y="3413"/>
                    <a:pt x="32111" y="3447"/>
                    <a:pt x="32145" y="3447"/>
                  </a:cubicBezTo>
                  <a:lnTo>
                    <a:pt x="32179" y="3447"/>
                  </a:lnTo>
                  <a:lnTo>
                    <a:pt x="32281" y="3413"/>
                  </a:lnTo>
                  <a:cubicBezTo>
                    <a:pt x="32315" y="3413"/>
                    <a:pt x="32349" y="3379"/>
                    <a:pt x="32349" y="3310"/>
                  </a:cubicBezTo>
                  <a:cubicBezTo>
                    <a:pt x="32349" y="3276"/>
                    <a:pt x="32315" y="3242"/>
                    <a:pt x="32247" y="3242"/>
                  </a:cubicBezTo>
                  <a:close/>
                  <a:moveTo>
                    <a:pt x="64664" y="3276"/>
                  </a:moveTo>
                  <a:cubicBezTo>
                    <a:pt x="64630" y="3276"/>
                    <a:pt x="64562" y="3276"/>
                    <a:pt x="64562" y="3345"/>
                  </a:cubicBezTo>
                  <a:cubicBezTo>
                    <a:pt x="64527" y="3379"/>
                    <a:pt x="64562" y="3413"/>
                    <a:pt x="64596" y="3447"/>
                  </a:cubicBezTo>
                  <a:lnTo>
                    <a:pt x="64732" y="3481"/>
                  </a:lnTo>
                  <a:cubicBezTo>
                    <a:pt x="64766" y="3481"/>
                    <a:pt x="64800" y="3447"/>
                    <a:pt x="64835" y="3413"/>
                  </a:cubicBezTo>
                  <a:cubicBezTo>
                    <a:pt x="64835" y="3379"/>
                    <a:pt x="64800" y="3310"/>
                    <a:pt x="64766" y="3310"/>
                  </a:cubicBezTo>
                  <a:lnTo>
                    <a:pt x="64664" y="3276"/>
                  </a:lnTo>
                  <a:close/>
                  <a:moveTo>
                    <a:pt x="31565" y="3345"/>
                  </a:moveTo>
                  <a:cubicBezTo>
                    <a:pt x="31530" y="3379"/>
                    <a:pt x="31496" y="3413"/>
                    <a:pt x="31496" y="3447"/>
                  </a:cubicBezTo>
                  <a:cubicBezTo>
                    <a:pt x="31496" y="3481"/>
                    <a:pt x="31530" y="3515"/>
                    <a:pt x="31599" y="3515"/>
                  </a:cubicBezTo>
                  <a:lnTo>
                    <a:pt x="31701" y="3515"/>
                  </a:lnTo>
                  <a:cubicBezTo>
                    <a:pt x="31769" y="3515"/>
                    <a:pt x="31803" y="3447"/>
                    <a:pt x="31769" y="3413"/>
                  </a:cubicBezTo>
                  <a:cubicBezTo>
                    <a:pt x="31769" y="3379"/>
                    <a:pt x="31735" y="3345"/>
                    <a:pt x="31701" y="3345"/>
                  </a:cubicBezTo>
                  <a:close/>
                  <a:moveTo>
                    <a:pt x="31121" y="3413"/>
                  </a:moveTo>
                  <a:lnTo>
                    <a:pt x="31019" y="3447"/>
                  </a:lnTo>
                  <a:cubicBezTo>
                    <a:pt x="30950" y="3447"/>
                    <a:pt x="30916" y="3481"/>
                    <a:pt x="30950" y="3549"/>
                  </a:cubicBezTo>
                  <a:cubicBezTo>
                    <a:pt x="30950" y="3583"/>
                    <a:pt x="30984" y="3618"/>
                    <a:pt x="31019" y="3618"/>
                  </a:cubicBezTo>
                  <a:lnTo>
                    <a:pt x="31155" y="3583"/>
                  </a:lnTo>
                  <a:cubicBezTo>
                    <a:pt x="31189" y="3583"/>
                    <a:pt x="31223" y="3549"/>
                    <a:pt x="31223" y="3481"/>
                  </a:cubicBezTo>
                  <a:cubicBezTo>
                    <a:pt x="31223" y="3447"/>
                    <a:pt x="31155" y="3413"/>
                    <a:pt x="31121" y="3413"/>
                  </a:cubicBezTo>
                  <a:close/>
                  <a:moveTo>
                    <a:pt x="65174" y="3433"/>
                  </a:moveTo>
                  <a:cubicBezTo>
                    <a:pt x="65142" y="3433"/>
                    <a:pt x="65108" y="3457"/>
                    <a:pt x="65108" y="3481"/>
                  </a:cubicBezTo>
                  <a:cubicBezTo>
                    <a:pt x="65073" y="3549"/>
                    <a:pt x="65108" y="3583"/>
                    <a:pt x="65176" y="3618"/>
                  </a:cubicBezTo>
                  <a:lnTo>
                    <a:pt x="65278" y="3652"/>
                  </a:lnTo>
                  <a:cubicBezTo>
                    <a:pt x="65346" y="3652"/>
                    <a:pt x="65380" y="3618"/>
                    <a:pt x="65380" y="3583"/>
                  </a:cubicBezTo>
                  <a:cubicBezTo>
                    <a:pt x="65380" y="3549"/>
                    <a:pt x="65346" y="3481"/>
                    <a:pt x="65312" y="3481"/>
                  </a:cubicBezTo>
                  <a:lnTo>
                    <a:pt x="65210" y="3447"/>
                  </a:lnTo>
                  <a:cubicBezTo>
                    <a:pt x="65200" y="3437"/>
                    <a:pt x="65187" y="3433"/>
                    <a:pt x="65174" y="3433"/>
                  </a:cubicBezTo>
                  <a:close/>
                  <a:moveTo>
                    <a:pt x="30439" y="3515"/>
                  </a:moveTo>
                  <a:cubicBezTo>
                    <a:pt x="30404" y="3549"/>
                    <a:pt x="30370" y="3583"/>
                    <a:pt x="30370" y="3618"/>
                  </a:cubicBezTo>
                  <a:cubicBezTo>
                    <a:pt x="30370" y="3652"/>
                    <a:pt x="30404" y="3686"/>
                    <a:pt x="30439" y="3686"/>
                  </a:cubicBezTo>
                  <a:lnTo>
                    <a:pt x="30575" y="3686"/>
                  </a:lnTo>
                  <a:cubicBezTo>
                    <a:pt x="30643" y="3686"/>
                    <a:pt x="30677" y="3618"/>
                    <a:pt x="30643" y="3583"/>
                  </a:cubicBezTo>
                  <a:cubicBezTo>
                    <a:pt x="30643" y="3549"/>
                    <a:pt x="30609" y="3515"/>
                    <a:pt x="30541" y="3515"/>
                  </a:cubicBezTo>
                  <a:close/>
                  <a:moveTo>
                    <a:pt x="29995" y="3583"/>
                  </a:moveTo>
                  <a:lnTo>
                    <a:pt x="29893" y="3618"/>
                  </a:lnTo>
                  <a:cubicBezTo>
                    <a:pt x="29824" y="3618"/>
                    <a:pt x="29790" y="3652"/>
                    <a:pt x="29790" y="3720"/>
                  </a:cubicBezTo>
                  <a:cubicBezTo>
                    <a:pt x="29824" y="3754"/>
                    <a:pt x="29858" y="3788"/>
                    <a:pt x="29893" y="3788"/>
                  </a:cubicBezTo>
                  <a:lnTo>
                    <a:pt x="30029" y="3754"/>
                  </a:lnTo>
                  <a:cubicBezTo>
                    <a:pt x="30063" y="3754"/>
                    <a:pt x="30097" y="3720"/>
                    <a:pt x="30097" y="3686"/>
                  </a:cubicBezTo>
                  <a:cubicBezTo>
                    <a:pt x="30097" y="3618"/>
                    <a:pt x="30029" y="3583"/>
                    <a:pt x="29995" y="3583"/>
                  </a:cubicBezTo>
                  <a:close/>
                  <a:moveTo>
                    <a:pt x="65720" y="3603"/>
                  </a:moveTo>
                  <a:cubicBezTo>
                    <a:pt x="65688" y="3603"/>
                    <a:pt x="65653" y="3628"/>
                    <a:pt x="65653" y="3652"/>
                  </a:cubicBezTo>
                  <a:cubicBezTo>
                    <a:pt x="65619" y="3720"/>
                    <a:pt x="65653" y="3754"/>
                    <a:pt x="65722" y="3754"/>
                  </a:cubicBezTo>
                  <a:lnTo>
                    <a:pt x="65824" y="3788"/>
                  </a:lnTo>
                  <a:lnTo>
                    <a:pt x="65858" y="3788"/>
                  </a:lnTo>
                  <a:cubicBezTo>
                    <a:pt x="65892" y="3788"/>
                    <a:pt x="65926" y="3788"/>
                    <a:pt x="65926" y="3754"/>
                  </a:cubicBezTo>
                  <a:cubicBezTo>
                    <a:pt x="65926" y="3686"/>
                    <a:pt x="65926" y="3652"/>
                    <a:pt x="65858" y="3652"/>
                  </a:cubicBezTo>
                  <a:lnTo>
                    <a:pt x="65756" y="3618"/>
                  </a:lnTo>
                  <a:cubicBezTo>
                    <a:pt x="65746" y="3608"/>
                    <a:pt x="65733" y="3603"/>
                    <a:pt x="65720" y="3603"/>
                  </a:cubicBezTo>
                  <a:close/>
                  <a:moveTo>
                    <a:pt x="29312" y="3686"/>
                  </a:moveTo>
                  <a:cubicBezTo>
                    <a:pt x="29278" y="3720"/>
                    <a:pt x="29244" y="3754"/>
                    <a:pt x="29244" y="3788"/>
                  </a:cubicBezTo>
                  <a:cubicBezTo>
                    <a:pt x="29244" y="3856"/>
                    <a:pt x="29278" y="3856"/>
                    <a:pt x="29312" y="3856"/>
                  </a:cubicBezTo>
                  <a:lnTo>
                    <a:pt x="29449" y="3856"/>
                  </a:lnTo>
                  <a:cubicBezTo>
                    <a:pt x="29483" y="3856"/>
                    <a:pt x="29517" y="3788"/>
                    <a:pt x="29517" y="3754"/>
                  </a:cubicBezTo>
                  <a:cubicBezTo>
                    <a:pt x="29517" y="3720"/>
                    <a:pt x="29483" y="3686"/>
                    <a:pt x="29415" y="3686"/>
                  </a:cubicBezTo>
                  <a:close/>
                  <a:moveTo>
                    <a:pt x="28869" y="3754"/>
                  </a:moveTo>
                  <a:lnTo>
                    <a:pt x="28732" y="3788"/>
                  </a:lnTo>
                  <a:cubicBezTo>
                    <a:pt x="28698" y="3788"/>
                    <a:pt x="28664" y="3822"/>
                    <a:pt x="28664" y="3891"/>
                  </a:cubicBezTo>
                  <a:cubicBezTo>
                    <a:pt x="28664" y="3925"/>
                    <a:pt x="28732" y="3959"/>
                    <a:pt x="28766" y="3959"/>
                  </a:cubicBezTo>
                  <a:lnTo>
                    <a:pt x="28869" y="3925"/>
                  </a:lnTo>
                  <a:cubicBezTo>
                    <a:pt x="28937" y="3925"/>
                    <a:pt x="28971" y="3891"/>
                    <a:pt x="28971" y="3856"/>
                  </a:cubicBezTo>
                  <a:cubicBezTo>
                    <a:pt x="28937" y="3788"/>
                    <a:pt x="28903" y="3754"/>
                    <a:pt x="28869" y="3754"/>
                  </a:cubicBezTo>
                  <a:close/>
                  <a:moveTo>
                    <a:pt x="66302" y="3754"/>
                  </a:moveTo>
                  <a:cubicBezTo>
                    <a:pt x="66268" y="3754"/>
                    <a:pt x="66199" y="3788"/>
                    <a:pt x="66199" y="3822"/>
                  </a:cubicBezTo>
                  <a:cubicBezTo>
                    <a:pt x="66199" y="3856"/>
                    <a:pt x="66199" y="3925"/>
                    <a:pt x="66268" y="3925"/>
                  </a:cubicBezTo>
                  <a:lnTo>
                    <a:pt x="66370" y="3959"/>
                  </a:lnTo>
                  <a:lnTo>
                    <a:pt x="66404" y="3959"/>
                  </a:lnTo>
                  <a:cubicBezTo>
                    <a:pt x="66438" y="3959"/>
                    <a:pt x="66472" y="3959"/>
                    <a:pt x="66472" y="3891"/>
                  </a:cubicBezTo>
                  <a:cubicBezTo>
                    <a:pt x="66472" y="3856"/>
                    <a:pt x="66472" y="3822"/>
                    <a:pt x="66404" y="3788"/>
                  </a:cubicBezTo>
                  <a:lnTo>
                    <a:pt x="66302" y="3754"/>
                  </a:lnTo>
                  <a:close/>
                  <a:moveTo>
                    <a:pt x="28186" y="3856"/>
                  </a:moveTo>
                  <a:cubicBezTo>
                    <a:pt x="28118" y="3891"/>
                    <a:pt x="28084" y="3925"/>
                    <a:pt x="28118" y="3959"/>
                  </a:cubicBezTo>
                  <a:cubicBezTo>
                    <a:pt x="28118" y="4027"/>
                    <a:pt x="28152" y="4027"/>
                    <a:pt x="28186" y="4027"/>
                  </a:cubicBezTo>
                  <a:lnTo>
                    <a:pt x="28323" y="4027"/>
                  </a:lnTo>
                  <a:cubicBezTo>
                    <a:pt x="28357" y="4027"/>
                    <a:pt x="28391" y="3959"/>
                    <a:pt x="28391" y="3925"/>
                  </a:cubicBezTo>
                  <a:cubicBezTo>
                    <a:pt x="28391" y="3891"/>
                    <a:pt x="28323" y="3856"/>
                    <a:pt x="28289" y="3856"/>
                  </a:cubicBezTo>
                  <a:close/>
                  <a:moveTo>
                    <a:pt x="27709" y="3925"/>
                  </a:moveTo>
                  <a:lnTo>
                    <a:pt x="27606" y="3959"/>
                  </a:lnTo>
                  <a:cubicBezTo>
                    <a:pt x="27572" y="3959"/>
                    <a:pt x="27538" y="3993"/>
                    <a:pt x="27538" y="4061"/>
                  </a:cubicBezTo>
                  <a:cubicBezTo>
                    <a:pt x="27538" y="4095"/>
                    <a:pt x="27572" y="4129"/>
                    <a:pt x="27640" y="4129"/>
                  </a:cubicBezTo>
                  <a:lnTo>
                    <a:pt x="27743" y="4095"/>
                  </a:lnTo>
                  <a:cubicBezTo>
                    <a:pt x="27811" y="4095"/>
                    <a:pt x="27845" y="4061"/>
                    <a:pt x="27811" y="4027"/>
                  </a:cubicBezTo>
                  <a:cubicBezTo>
                    <a:pt x="27811" y="3959"/>
                    <a:pt x="27777" y="3925"/>
                    <a:pt x="27709" y="3925"/>
                  </a:cubicBezTo>
                  <a:close/>
                  <a:moveTo>
                    <a:pt x="66848" y="3925"/>
                  </a:moveTo>
                  <a:cubicBezTo>
                    <a:pt x="66814" y="3925"/>
                    <a:pt x="66745" y="3959"/>
                    <a:pt x="66745" y="3993"/>
                  </a:cubicBezTo>
                  <a:cubicBezTo>
                    <a:pt x="66745" y="4027"/>
                    <a:pt x="66745" y="4095"/>
                    <a:pt x="66814" y="4095"/>
                  </a:cubicBezTo>
                  <a:lnTo>
                    <a:pt x="66916" y="4129"/>
                  </a:lnTo>
                  <a:lnTo>
                    <a:pt x="66950" y="4129"/>
                  </a:lnTo>
                  <a:cubicBezTo>
                    <a:pt x="66984" y="4129"/>
                    <a:pt x="67018" y="4095"/>
                    <a:pt x="67018" y="4061"/>
                  </a:cubicBezTo>
                  <a:cubicBezTo>
                    <a:pt x="67053" y="4027"/>
                    <a:pt x="67018" y="3959"/>
                    <a:pt x="66950" y="3959"/>
                  </a:cubicBezTo>
                  <a:lnTo>
                    <a:pt x="66848" y="3925"/>
                  </a:lnTo>
                  <a:close/>
                  <a:moveTo>
                    <a:pt x="27163" y="4027"/>
                  </a:moveTo>
                  <a:lnTo>
                    <a:pt x="27060" y="4061"/>
                  </a:lnTo>
                  <a:cubicBezTo>
                    <a:pt x="26992" y="4061"/>
                    <a:pt x="26958" y="4095"/>
                    <a:pt x="26958" y="4129"/>
                  </a:cubicBezTo>
                  <a:cubicBezTo>
                    <a:pt x="26992" y="4198"/>
                    <a:pt x="27026" y="4232"/>
                    <a:pt x="27060" y="4232"/>
                  </a:cubicBezTo>
                  <a:lnTo>
                    <a:pt x="27197" y="4198"/>
                  </a:lnTo>
                  <a:cubicBezTo>
                    <a:pt x="27231" y="4198"/>
                    <a:pt x="27265" y="4164"/>
                    <a:pt x="27265" y="4095"/>
                  </a:cubicBezTo>
                  <a:cubicBezTo>
                    <a:pt x="27265" y="4061"/>
                    <a:pt x="27197" y="4027"/>
                    <a:pt x="27163" y="4027"/>
                  </a:cubicBezTo>
                  <a:close/>
                  <a:moveTo>
                    <a:pt x="26630" y="4116"/>
                  </a:moveTo>
                  <a:cubicBezTo>
                    <a:pt x="26617" y="4116"/>
                    <a:pt x="26601" y="4120"/>
                    <a:pt x="26583" y="4129"/>
                  </a:cubicBezTo>
                  <a:lnTo>
                    <a:pt x="26480" y="4129"/>
                  </a:lnTo>
                  <a:cubicBezTo>
                    <a:pt x="26446" y="4129"/>
                    <a:pt x="26412" y="4198"/>
                    <a:pt x="26412" y="4232"/>
                  </a:cubicBezTo>
                  <a:cubicBezTo>
                    <a:pt x="26412" y="4266"/>
                    <a:pt x="26446" y="4300"/>
                    <a:pt x="26480" y="4300"/>
                  </a:cubicBezTo>
                  <a:lnTo>
                    <a:pt x="26617" y="4300"/>
                  </a:lnTo>
                  <a:cubicBezTo>
                    <a:pt x="26651" y="4266"/>
                    <a:pt x="26685" y="4232"/>
                    <a:pt x="26685" y="4198"/>
                  </a:cubicBezTo>
                  <a:cubicBezTo>
                    <a:pt x="26685" y="4148"/>
                    <a:pt x="26667" y="4116"/>
                    <a:pt x="26630" y="4116"/>
                  </a:cubicBezTo>
                  <a:close/>
                  <a:moveTo>
                    <a:pt x="67394" y="4095"/>
                  </a:moveTo>
                  <a:cubicBezTo>
                    <a:pt x="67360" y="4095"/>
                    <a:pt x="67326" y="4095"/>
                    <a:pt x="67291" y="4164"/>
                  </a:cubicBezTo>
                  <a:cubicBezTo>
                    <a:pt x="67291" y="4198"/>
                    <a:pt x="67326" y="4232"/>
                    <a:pt x="67360" y="4266"/>
                  </a:cubicBezTo>
                  <a:lnTo>
                    <a:pt x="67462" y="4300"/>
                  </a:lnTo>
                  <a:lnTo>
                    <a:pt x="67496" y="4300"/>
                  </a:lnTo>
                  <a:cubicBezTo>
                    <a:pt x="67530" y="4300"/>
                    <a:pt x="67564" y="4266"/>
                    <a:pt x="67564" y="4232"/>
                  </a:cubicBezTo>
                  <a:cubicBezTo>
                    <a:pt x="67598" y="4198"/>
                    <a:pt x="67564" y="4129"/>
                    <a:pt x="67496" y="4129"/>
                  </a:cubicBezTo>
                  <a:lnTo>
                    <a:pt x="67394" y="4095"/>
                  </a:lnTo>
                  <a:close/>
                  <a:moveTo>
                    <a:pt x="26037" y="4198"/>
                  </a:moveTo>
                  <a:lnTo>
                    <a:pt x="25900" y="4232"/>
                  </a:lnTo>
                  <a:cubicBezTo>
                    <a:pt x="25866" y="4232"/>
                    <a:pt x="25832" y="4266"/>
                    <a:pt x="25832" y="4300"/>
                  </a:cubicBezTo>
                  <a:cubicBezTo>
                    <a:pt x="25832" y="4368"/>
                    <a:pt x="25900" y="4402"/>
                    <a:pt x="25934" y="4402"/>
                  </a:cubicBezTo>
                  <a:lnTo>
                    <a:pt x="26071" y="4368"/>
                  </a:lnTo>
                  <a:cubicBezTo>
                    <a:pt x="26105" y="4368"/>
                    <a:pt x="26139" y="4334"/>
                    <a:pt x="26139" y="4266"/>
                  </a:cubicBezTo>
                  <a:cubicBezTo>
                    <a:pt x="26105" y="4232"/>
                    <a:pt x="26071" y="4198"/>
                    <a:pt x="26037" y="4198"/>
                  </a:cubicBezTo>
                  <a:close/>
                  <a:moveTo>
                    <a:pt x="25504" y="4287"/>
                  </a:moveTo>
                  <a:cubicBezTo>
                    <a:pt x="25491" y="4287"/>
                    <a:pt x="25475" y="4291"/>
                    <a:pt x="25457" y="4300"/>
                  </a:cubicBezTo>
                  <a:lnTo>
                    <a:pt x="25354" y="4300"/>
                  </a:lnTo>
                  <a:cubicBezTo>
                    <a:pt x="25286" y="4300"/>
                    <a:pt x="25286" y="4368"/>
                    <a:pt x="25286" y="4402"/>
                  </a:cubicBezTo>
                  <a:cubicBezTo>
                    <a:pt x="25286" y="4437"/>
                    <a:pt x="25320" y="4471"/>
                    <a:pt x="25354" y="4471"/>
                  </a:cubicBezTo>
                  <a:lnTo>
                    <a:pt x="25491" y="4471"/>
                  </a:lnTo>
                  <a:cubicBezTo>
                    <a:pt x="25525" y="4437"/>
                    <a:pt x="25559" y="4402"/>
                    <a:pt x="25559" y="4368"/>
                  </a:cubicBezTo>
                  <a:cubicBezTo>
                    <a:pt x="25559" y="4318"/>
                    <a:pt x="25541" y="4287"/>
                    <a:pt x="25504" y="4287"/>
                  </a:cubicBezTo>
                  <a:close/>
                  <a:moveTo>
                    <a:pt x="67910" y="4252"/>
                  </a:moveTo>
                  <a:cubicBezTo>
                    <a:pt x="67886" y="4252"/>
                    <a:pt x="67861" y="4276"/>
                    <a:pt x="67837" y="4300"/>
                  </a:cubicBezTo>
                  <a:cubicBezTo>
                    <a:pt x="67837" y="4368"/>
                    <a:pt x="67871" y="4402"/>
                    <a:pt x="67906" y="4437"/>
                  </a:cubicBezTo>
                  <a:lnTo>
                    <a:pt x="68008" y="4437"/>
                  </a:lnTo>
                  <a:cubicBezTo>
                    <a:pt x="68008" y="4471"/>
                    <a:pt x="68042" y="4471"/>
                    <a:pt x="68042" y="4471"/>
                  </a:cubicBezTo>
                  <a:cubicBezTo>
                    <a:pt x="68076" y="4471"/>
                    <a:pt x="68110" y="4437"/>
                    <a:pt x="68110" y="4402"/>
                  </a:cubicBezTo>
                  <a:cubicBezTo>
                    <a:pt x="68144" y="4334"/>
                    <a:pt x="68110" y="4300"/>
                    <a:pt x="68076" y="4300"/>
                  </a:cubicBezTo>
                  <a:lnTo>
                    <a:pt x="67940" y="4266"/>
                  </a:lnTo>
                  <a:cubicBezTo>
                    <a:pt x="67930" y="4256"/>
                    <a:pt x="67920" y="4252"/>
                    <a:pt x="67910" y="4252"/>
                  </a:cubicBezTo>
                  <a:close/>
                  <a:moveTo>
                    <a:pt x="24911" y="4368"/>
                  </a:moveTo>
                  <a:lnTo>
                    <a:pt x="24774" y="4402"/>
                  </a:lnTo>
                  <a:cubicBezTo>
                    <a:pt x="24740" y="4402"/>
                    <a:pt x="24706" y="4437"/>
                    <a:pt x="24706" y="4471"/>
                  </a:cubicBezTo>
                  <a:cubicBezTo>
                    <a:pt x="24706" y="4539"/>
                    <a:pt x="24740" y="4573"/>
                    <a:pt x="24808" y="4573"/>
                  </a:cubicBezTo>
                  <a:lnTo>
                    <a:pt x="24911" y="4539"/>
                  </a:lnTo>
                  <a:cubicBezTo>
                    <a:pt x="24979" y="4539"/>
                    <a:pt x="25013" y="4505"/>
                    <a:pt x="24979" y="4437"/>
                  </a:cubicBezTo>
                  <a:cubicBezTo>
                    <a:pt x="24979" y="4402"/>
                    <a:pt x="24945" y="4368"/>
                    <a:pt x="24911" y="4368"/>
                  </a:cubicBezTo>
                  <a:close/>
                  <a:moveTo>
                    <a:pt x="68486" y="4402"/>
                  </a:moveTo>
                  <a:cubicBezTo>
                    <a:pt x="68452" y="4402"/>
                    <a:pt x="68417" y="4437"/>
                    <a:pt x="68383" y="4471"/>
                  </a:cubicBezTo>
                  <a:cubicBezTo>
                    <a:pt x="68383" y="4505"/>
                    <a:pt x="68417" y="4573"/>
                    <a:pt x="68452" y="4573"/>
                  </a:cubicBezTo>
                  <a:lnTo>
                    <a:pt x="68554" y="4607"/>
                  </a:lnTo>
                  <a:lnTo>
                    <a:pt x="68588" y="4607"/>
                  </a:lnTo>
                  <a:cubicBezTo>
                    <a:pt x="68622" y="4607"/>
                    <a:pt x="68656" y="4607"/>
                    <a:pt x="68656" y="4573"/>
                  </a:cubicBezTo>
                  <a:cubicBezTo>
                    <a:pt x="68690" y="4505"/>
                    <a:pt x="68656" y="4471"/>
                    <a:pt x="68622" y="4437"/>
                  </a:cubicBezTo>
                  <a:lnTo>
                    <a:pt x="68486" y="4402"/>
                  </a:lnTo>
                  <a:close/>
                  <a:moveTo>
                    <a:pt x="24363" y="4457"/>
                  </a:moveTo>
                  <a:cubicBezTo>
                    <a:pt x="24351" y="4457"/>
                    <a:pt x="24340" y="4462"/>
                    <a:pt x="24331" y="4471"/>
                  </a:cubicBezTo>
                  <a:lnTo>
                    <a:pt x="24228" y="4471"/>
                  </a:lnTo>
                  <a:cubicBezTo>
                    <a:pt x="24160" y="4471"/>
                    <a:pt x="24126" y="4539"/>
                    <a:pt x="24160" y="4573"/>
                  </a:cubicBezTo>
                  <a:cubicBezTo>
                    <a:pt x="24160" y="4607"/>
                    <a:pt x="24194" y="4641"/>
                    <a:pt x="24228" y="4641"/>
                  </a:cubicBezTo>
                  <a:lnTo>
                    <a:pt x="24365" y="4641"/>
                  </a:lnTo>
                  <a:cubicBezTo>
                    <a:pt x="24399" y="4607"/>
                    <a:pt x="24433" y="4573"/>
                    <a:pt x="24433" y="4539"/>
                  </a:cubicBezTo>
                  <a:cubicBezTo>
                    <a:pt x="24433" y="4489"/>
                    <a:pt x="24396" y="4457"/>
                    <a:pt x="24363" y="4457"/>
                  </a:cubicBezTo>
                  <a:close/>
                  <a:moveTo>
                    <a:pt x="23750" y="4539"/>
                  </a:moveTo>
                  <a:lnTo>
                    <a:pt x="23648" y="4573"/>
                  </a:lnTo>
                  <a:cubicBezTo>
                    <a:pt x="23614" y="4573"/>
                    <a:pt x="23580" y="4607"/>
                    <a:pt x="23580" y="4675"/>
                  </a:cubicBezTo>
                  <a:cubicBezTo>
                    <a:pt x="23580" y="4710"/>
                    <a:pt x="23614" y="4744"/>
                    <a:pt x="23648" y="4744"/>
                  </a:cubicBezTo>
                  <a:lnTo>
                    <a:pt x="23682" y="4744"/>
                  </a:lnTo>
                  <a:lnTo>
                    <a:pt x="23785" y="4710"/>
                  </a:lnTo>
                  <a:cubicBezTo>
                    <a:pt x="23853" y="4710"/>
                    <a:pt x="23853" y="4675"/>
                    <a:pt x="23853" y="4607"/>
                  </a:cubicBezTo>
                  <a:cubicBezTo>
                    <a:pt x="23853" y="4573"/>
                    <a:pt x="23819" y="4539"/>
                    <a:pt x="23750" y="4539"/>
                  </a:cubicBezTo>
                  <a:close/>
                  <a:moveTo>
                    <a:pt x="69066" y="4573"/>
                  </a:moveTo>
                  <a:cubicBezTo>
                    <a:pt x="68998" y="4573"/>
                    <a:pt x="68963" y="4607"/>
                    <a:pt x="68929" y="4641"/>
                  </a:cubicBezTo>
                  <a:cubicBezTo>
                    <a:pt x="68929" y="4675"/>
                    <a:pt x="68963" y="4744"/>
                    <a:pt x="68998" y="4744"/>
                  </a:cubicBezTo>
                  <a:lnTo>
                    <a:pt x="69100" y="4778"/>
                  </a:lnTo>
                  <a:lnTo>
                    <a:pt x="69134" y="4778"/>
                  </a:lnTo>
                  <a:cubicBezTo>
                    <a:pt x="69168" y="4778"/>
                    <a:pt x="69202" y="4744"/>
                    <a:pt x="69202" y="4710"/>
                  </a:cubicBezTo>
                  <a:cubicBezTo>
                    <a:pt x="69236" y="4675"/>
                    <a:pt x="69202" y="4641"/>
                    <a:pt x="69168" y="4607"/>
                  </a:cubicBezTo>
                  <a:lnTo>
                    <a:pt x="69066" y="4573"/>
                  </a:lnTo>
                  <a:close/>
                  <a:moveTo>
                    <a:pt x="23232" y="4628"/>
                  </a:moveTo>
                  <a:cubicBezTo>
                    <a:pt x="23223" y="4628"/>
                    <a:pt x="23214" y="4632"/>
                    <a:pt x="23204" y="4641"/>
                  </a:cubicBezTo>
                  <a:lnTo>
                    <a:pt x="23068" y="4641"/>
                  </a:lnTo>
                  <a:cubicBezTo>
                    <a:pt x="23034" y="4641"/>
                    <a:pt x="23000" y="4710"/>
                    <a:pt x="23000" y="4744"/>
                  </a:cubicBezTo>
                  <a:cubicBezTo>
                    <a:pt x="23034" y="4778"/>
                    <a:pt x="23068" y="4812"/>
                    <a:pt x="23102" y="4812"/>
                  </a:cubicBezTo>
                  <a:lnTo>
                    <a:pt x="23239" y="4812"/>
                  </a:lnTo>
                  <a:cubicBezTo>
                    <a:pt x="23273" y="4778"/>
                    <a:pt x="23307" y="4744"/>
                    <a:pt x="23307" y="4710"/>
                  </a:cubicBezTo>
                  <a:cubicBezTo>
                    <a:pt x="23282" y="4660"/>
                    <a:pt x="23257" y="4628"/>
                    <a:pt x="23232" y="4628"/>
                  </a:cubicBezTo>
                  <a:close/>
                  <a:moveTo>
                    <a:pt x="22624" y="4710"/>
                  </a:moveTo>
                  <a:lnTo>
                    <a:pt x="22522" y="4744"/>
                  </a:lnTo>
                  <a:cubicBezTo>
                    <a:pt x="22488" y="4744"/>
                    <a:pt x="22454" y="4778"/>
                    <a:pt x="22454" y="4846"/>
                  </a:cubicBezTo>
                  <a:cubicBezTo>
                    <a:pt x="22454" y="4880"/>
                    <a:pt x="22488" y="4914"/>
                    <a:pt x="22522" y="4914"/>
                  </a:cubicBezTo>
                  <a:lnTo>
                    <a:pt x="22556" y="4914"/>
                  </a:lnTo>
                  <a:lnTo>
                    <a:pt x="22658" y="4880"/>
                  </a:lnTo>
                  <a:cubicBezTo>
                    <a:pt x="22693" y="4880"/>
                    <a:pt x="22727" y="4846"/>
                    <a:pt x="22727" y="4778"/>
                  </a:cubicBezTo>
                  <a:cubicBezTo>
                    <a:pt x="22727" y="4744"/>
                    <a:pt x="22693" y="4710"/>
                    <a:pt x="22624" y="4710"/>
                  </a:cubicBezTo>
                  <a:close/>
                  <a:moveTo>
                    <a:pt x="69612" y="4744"/>
                  </a:moveTo>
                  <a:cubicBezTo>
                    <a:pt x="69544" y="4744"/>
                    <a:pt x="69509" y="4744"/>
                    <a:pt x="69475" y="4812"/>
                  </a:cubicBezTo>
                  <a:cubicBezTo>
                    <a:pt x="69475" y="4846"/>
                    <a:pt x="69509" y="4880"/>
                    <a:pt x="69544" y="4914"/>
                  </a:cubicBezTo>
                  <a:lnTo>
                    <a:pt x="69646" y="4948"/>
                  </a:lnTo>
                  <a:lnTo>
                    <a:pt x="69680" y="4948"/>
                  </a:lnTo>
                  <a:cubicBezTo>
                    <a:pt x="69714" y="4948"/>
                    <a:pt x="69748" y="4914"/>
                    <a:pt x="69782" y="4880"/>
                  </a:cubicBezTo>
                  <a:cubicBezTo>
                    <a:pt x="69782" y="4846"/>
                    <a:pt x="69748" y="4778"/>
                    <a:pt x="69714" y="4778"/>
                  </a:cubicBezTo>
                  <a:lnTo>
                    <a:pt x="69612" y="4744"/>
                  </a:lnTo>
                  <a:close/>
                  <a:moveTo>
                    <a:pt x="21942" y="4812"/>
                  </a:moveTo>
                  <a:cubicBezTo>
                    <a:pt x="21908" y="4812"/>
                    <a:pt x="21874" y="4880"/>
                    <a:pt x="21874" y="4914"/>
                  </a:cubicBezTo>
                  <a:cubicBezTo>
                    <a:pt x="21874" y="4948"/>
                    <a:pt x="21908" y="4982"/>
                    <a:pt x="21976" y="4982"/>
                  </a:cubicBezTo>
                  <a:lnTo>
                    <a:pt x="22078" y="4982"/>
                  </a:lnTo>
                  <a:cubicBezTo>
                    <a:pt x="22147" y="4982"/>
                    <a:pt x="22181" y="4914"/>
                    <a:pt x="22181" y="4880"/>
                  </a:cubicBezTo>
                  <a:cubicBezTo>
                    <a:pt x="22147" y="4812"/>
                    <a:pt x="22113" y="4812"/>
                    <a:pt x="22078" y="4812"/>
                  </a:cubicBezTo>
                  <a:close/>
                  <a:moveTo>
                    <a:pt x="21498" y="4880"/>
                  </a:moveTo>
                  <a:lnTo>
                    <a:pt x="21396" y="4914"/>
                  </a:lnTo>
                  <a:cubicBezTo>
                    <a:pt x="21328" y="4914"/>
                    <a:pt x="21294" y="4948"/>
                    <a:pt x="21328" y="5017"/>
                  </a:cubicBezTo>
                  <a:cubicBezTo>
                    <a:pt x="21328" y="5051"/>
                    <a:pt x="21362" y="5085"/>
                    <a:pt x="21396" y="5085"/>
                  </a:cubicBezTo>
                  <a:lnTo>
                    <a:pt x="21430" y="5085"/>
                  </a:lnTo>
                  <a:lnTo>
                    <a:pt x="21532" y="5051"/>
                  </a:lnTo>
                  <a:cubicBezTo>
                    <a:pt x="21567" y="5051"/>
                    <a:pt x="21601" y="5017"/>
                    <a:pt x="21601" y="4948"/>
                  </a:cubicBezTo>
                  <a:cubicBezTo>
                    <a:pt x="21601" y="4914"/>
                    <a:pt x="21532" y="4880"/>
                    <a:pt x="21498" y="4880"/>
                  </a:cubicBezTo>
                  <a:close/>
                  <a:moveTo>
                    <a:pt x="70107" y="4900"/>
                  </a:moveTo>
                  <a:cubicBezTo>
                    <a:pt x="70072" y="4900"/>
                    <a:pt x="70055" y="4924"/>
                    <a:pt x="70055" y="4948"/>
                  </a:cubicBezTo>
                  <a:cubicBezTo>
                    <a:pt x="70021" y="5017"/>
                    <a:pt x="70055" y="5051"/>
                    <a:pt x="70089" y="5085"/>
                  </a:cubicBezTo>
                  <a:lnTo>
                    <a:pt x="70192" y="5119"/>
                  </a:lnTo>
                  <a:lnTo>
                    <a:pt x="70226" y="5119"/>
                  </a:lnTo>
                  <a:cubicBezTo>
                    <a:pt x="70260" y="5119"/>
                    <a:pt x="70294" y="5085"/>
                    <a:pt x="70328" y="5051"/>
                  </a:cubicBezTo>
                  <a:cubicBezTo>
                    <a:pt x="70328" y="5017"/>
                    <a:pt x="70294" y="4948"/>
                    <a:pt x="70260" y="4948"/>
                  </a:cubicBezTo>
                  <a:lnTo>
                    <a:pt x="70158" y="4914"/>
                  </a:lnTo>
                  <a:cubicBezTo>
                    <a:pt x="70138" y="4904"/>
                    <a:pt x="70121" y="4900"/>
                    <a:pt x="70107" y="4900"/>
                  </a:cubicBezTo>
                  <a:close/>
                  <a:moveTo>
                    <a:pt x="20816" y="4982"/>
                  </a:moveTo>
                  <a:cubicBezTo>
                    <a:pt x="20782" y="5017"/>
                    <a:pt x="20748" y="5051"/>
                    <a:pt x="20748" y="5085"/>
                  </a:cubicBezTo>
                  <a:cubicBezTo>
                    <a:pt x="20748" y="5119"/>
                    <a:pt x="20782" y="5153"/>
                    <a:pt x="20850" y="5153"/>
                  </a:cubicBezTo>
                  <a:lnTo>
                    <a:pt x="20952" y="5153"/>
                  </a:lnTo>
                  <a:cubicBezTo>
                    <a:pt x="21021" y="5153"/>
                    <a:pt x="21055" y="5085"/>
                    <a:pt x="21021" y="5051"/>
                  </a:cubicBezTo>
                  <a:cubicBezTo>
                    <a:pt x="21021" y="5017"/>
                    <a:pt x="20986" y="4982"/>
                    <a:pt x="20918" y="4982"/>
                  </a:cubicBezTo>
                  <a:close/>
                  <a:moveTo>
                    <a:pt x="20372" y="5051"/>
                  </a:moveTo>
                  <a:lnTo>
                    <a:pt x="20270" y="5085"/>
                  </a:lnTo>
                  <a:cubicBezTo>
                    <a:pt x="20202" y="5085"/>
                    <a:pt x="20167" y="5119"/>
                    <a:pt x="20167" y="5187"/>
                  </a:cubicBezTo>
                  <a:cubicBezTo>
                    <a:pt x="20202" y="5221"/>
                    <a:pt x="20236" y="5255"/>
                    <a:pt x="20270" y="5255"/>
                  </a:cubicBezTo>
                  <a:lnTo>
                    <a:pt x="20406" y="5221"/>
                  </a:lnTo>
                  <a:cubicBezTo>
                    <a:pt x="20440" y="5221"/>
                    <a:pt x="20475" y="5187"/>
                    <a:pt x="20475" y="5119"/>
                  </a:cubicBezTo>
                  <a:cubicBezTo>
                    <a:pt x="20475" y="5085"/>
                    <a:pt x="20406" y="5051"/>
                    <a:pt x="20372" y="5051"/>
                  </a:cubicBezTo>
                  <a:close/>
                  <a:moveTo>
                    <a:pt x="70653" y="5071"/>
                  </a:moveTo>
                  <a:cubicBezTo>
                    <a:pt x="70618" y="5071"/>
                    <a:pt x="70601" y="5095"/>
                    <a:pt x="70601" y="5119"/>
                  </a:cubicBezTo>
                  <a:cubicBezTo>
                    <a:pt x="70567" y="5187"/>
                    <a:pt x="70601" y="5221"/>
                    <a:pt x="70635" y="5221"/>
                  </a:cubicBezTo>
                  <a:lnTo>
                    <a:pt x="70772" y="5255"/>
                  </a:lnTo>
                  <a:cubicBezTo>
                    <a:pt x="70806" y="5255"/>
                    <a:pt x="70840" y="5255"/>
                    <a:pt x="70874" y="5221"/>
                  </a:cubicBezTo>
                  <a:cubicBezTo>
                    <a:pt x="70874" y="5153"/>
                    <a:pt x="70840" y="5119"/>
                    <a:pt x="70806" y="5119"/>
                  </a:cubicBezTo>
                  <a:lnTo>
                    <a:pt x="70704" y="5085"/>
                  </a:lnTo>
                  <a:cubicBezTo>
                    <a:pt x="70684" y="5075"/>
                    <a:pt x="70667" y="5071"/>
                    <a:pt x="70653" y="5071"/>
                  </a:cubicBezTo>
                  <a:close/>
                  <a:moveTo>
                    <a:pt x="19690" y="5153"/>
                  </a:moveTo>
                  <a:cubicBezTo>
                    <a:pt x="19656" y="5187"/>
                    <a:pt x="19622" y="5221"/>
                    <a:pt x="19622" y="5255"/>
                  </a:cubicBezTo>
                  <a:cubicBezTo>
                    <a:pt x="19622" y="5290"/>
                    <a:pt x="19656" y="5324"/>
                    <a:pt x="19690" y="5324"/>
                  </a:cubicBezTo>
                  <a:lnTo>
                    <a:pt x="19826" y="5324"/>
                  </a:lnTo>
                  <a:cubicBezTo>
                    <a:pt x="19860" y="5324"/>
                    <a:pt x="19895" y="5255"/>
                    <a:pt x="19895" y="5221"/>
                  </a:cubicBezTo>
                  <a:cubicBezTo>
                    <a:pt x="19895" y="5187"/>
                    <a:pt x="19860" y="5153"/>
                    <a:pt x="19792" y="5153"/>
                  </a:cubicBezTo>
                  <a:close/>
                  <a:moveTo>
                    <a:pt x="19246" y="5221"/>
                  </a:moveTo>
                  <a:lnTo>
                    <a:pt x="19110" y="5255"/>
                  </a:lnTo>
                  <a:cubicBezTo>
                    <a:pt x="19076" y="5255"/>
                    <a:pt x="19041" y="5290"/>
                    <a:pt x="19041" y="5358"/>
                  </a:cubicBezTo>
                  <a:cubicBezTo>
                    <a:pt x="19041" y="5392"/>
                    <a:pt x="19110" y="5426"/>
                    <a:pt x="19144" y="5426"/>
                  </a:cubicBezTo>
                  <a:lnTo>
                    <a:pt x="19246" y="5392"/>
                  </a:lnTo>
                  <a:cubicBezTo>
                    <a:pt x="19314" y="5392"/>
                    <a:pt x="19349" y="5358"/>
                    <a:pt x="19349" y="5290"/>
                  </a:cubicBezTo>
                  <a:cubicBezTo>
                    <a:pt x="19314" y="5255"/>
                    <a:pt x="19280" y="5221"/>
                    <a:pt x="19246" y="5221"/>
                  </a:cubicBezTo>
                  <a:close/>
                  <a:moveTo>
                    <a:pt x="71250" y="5221"/>
                  </a:moveTo>
                  <a:cubicBezTo>
                    <a:pt x="71216" y="5221"/>
                    <a:pt x="71147" y="5255"/>
                    <a:pt x="71147" y="5290"/>
                  </a:cubicBezTo>
                  <a:cubicBezTo>
                    <a:pt x="71113" y="5324"/>
                    <a:pt x="71147" y="5392"/>
                    <a:pt x="71181" y="5392"/>
                  </a:cubicBezTo>
                  <a:lnTo>
                    <a:pt x="71318" y="5426"/>
                  </a:lnTo>
                  <a:cubicBezTo>
                    <a:pt x="71352" y="5426"/>
                    <a:pt x="71386" y="5426"/>
                    <a:pt x="71420" y="5358"/>
                  </a:cubicBezTo>
                  <a:cubicBezTo>
                    <a:pt x="71420" y="5324"/>
                    <a:pt x="71386" y="5290"/>
                    <a:pt x="71352" y="5255"/>
                  </a:cubicBezTo>
                  <a:lnTo>
                    <a:pt x="71250" y="5221"/>
                  </a:lnTo>
                  <a:close/>
                  <a:moveTo>
                    <a:pt x="18564" y="5324"/>
                  </a:moveTo>
                  <a:cubicBezTo>
                    <a:pt x="18495" y="5358"/>
                    <a:pt x="18461" y="5392"/>
                    <a:pt x="18495" y="5426"/>
                  </a:cubicBezTo>
                  <a:cubicBezTo>
                    <a:pt x="18495" y="5494"/>
                    <a:pt x="18530" y="5494"/>
                    <a:pt x="18564" y="5494"/>
                  </a:cubicBezTo>
                  <a:lnTo>
                    <a:pt x="18700" y="5494"/>
                  </a:lnTo>
                  <a:cubicBezTo>
                    <a:pt x="18734" y="5494"/>
                    <a:pt x="18768" y="5426"/>
                    <a:pt x="18768" y="5392"/>
                  </a:cubicBezTo>
                  <a:cubicBezTo>
                    <a:pt x="18768" y="5358"/>
                    <a:pt x="18734" y="5324"/>
                    <a:pt x="18666" y="5324"/>
                  </a:cubicBezTo>
                  <a:close/>
                  <a:moveTo>
                    <a:pt x="18120" y="5392"/>
                  </a:moveTo>
                  <a:lnTo>
                    <a:pt x="17984" y="5426"/>
                  </a:lnTo>
                  <a:cubicBezTo>
                    <a:pt x="17949" y="5426"/>
                    <a:pt x="17915" y="5460"/>
                    <a:pt x="17915" y="5528"/>
                  </a:cubicBezTo>
                  <a:cubicBezTo>
                    <a:pt x="17915" y="5563"/>
                    <a:pt x="17949" y="5597"/>
                    <a:pt x="18018" y="5597"/>
                  </a:cubicBezTo>
                  <a:lnTo>
                    <a:pt x="18120" y="5563"/>
                  </a:lnTo>
                  <a:cubicBezTo>
                    <a:pt x="18188" y="5563"/>
                    <a:pt x="18222" y="5528"/>
                    <a:pt x="18188" y="5494"/>
                  </a:cubicBezTo>
                  <a:cubicBezTo>
                    <a:pt x="18188" y="5426"/>
                    <a:pt x="18154" y="5392"/>
                    <a:pt x="18120" y="5392"/>
                  </a:cubicBezTo>
                  <a:close/>
                  <a:moveTo>
                    <a:pt x="71796" y="5392"/>
                  </a:moveTo>
                  <a:cubicBezTo>
                    <a:pt x="71761" y="5392"/>
                    <a:pt x="71693" y="5392"/>
                    <a:pt x="71693" y="5460"/>
                  </a:cubicBezTo>
                  <a:cubicBezTo>
                    <a:pt x="71659" y="5494"/>
                    <a:pt x="71693" y="5563"/>
                    <a:pt x="71727" y="5563"/>
                  </a:cubicBezTo>
                  <a:lnTo>
                    <a:pt x="71864" y="5597"/>
                  </a:lnTo>
                  <a:cubicBezTo>
                    <a:pt x="71932" y="5597"/>
                    <a:pt x="71966" y="5563"/>
                    <a:pt x="71966" y="5528"/>
                  </a:cubicBezTo>
                  <a:cubicBezTo>
                    <a:pt x="71966" y="5494"/>
                    <a:pt x="71932" y="5426"/>
                    <a:pt x="71898" y="5426"/>
                  </a:cubicBezTo>
                  <a:lnTo>
                    <a:pt x="71796" y="5392"/>
                  </a:lnTo>
                  <a:close/>
                  <a:moveTo>
                    <a:pt x="17438" y="5494"/>
                  </a:moveTo>
                  <a:cubicBezTo>
                    <a:pt x="17369" y="5528"/>
                    <a:pt x="17335" y="5563"/>
                    <a:pt x="17369" y="5597"/>
                  </a:cubicBezTo>
                  <a:cubicBezTo>
                    <a:pt x="17369" y="5665"/>
                    <a:pt x="17404" y="5665"/>
                    <a:pt x="17438" y="5665"/>
                  </a:cubicBezTo>
                  <a:lnTo>
                    <a:pt x="17574" y="5665"/>
                  </a:lnTo>
                  <a:cubicBezTo>
                    <a:pt x="17608" y="5665"/>
                    <a:pt x="17642" y="5597"/>
                    <a:pt x="17642" y="5563"/>
                  </a:cubicBezTo>
                  <a:cubicBezTo>
                    <a:pt x="17642" y="5528"/>
                    <a:pt x="17574" y="5494"/>
                    <a:pt x="17540" y="5494"/>
                  </a:cubicBezTo>
                  <a:close/>
                  <a:moveTo>
                    <a:pt x="16960" y="5563"/>
                  </a:moveTo>
                  <a:lnTo>
                    <a:pt x="16858" y="5597"/>
                  </a:lnTo>
                  <a:cubicBezTo>
                    <a:pt x="16823" y="5597"/>
                    <a:pt x="16789" y="5631"/>
                    <a:pt x="16789" y="5699"/>
                  </a:cubicBezTo>
                  <a:cubicBezTo>
                    <a:pt x="16789" y="5733"/>
                    <a:pt x="16823" y="5767"/>
                    <a:pt x="16858" y="5767"/>
                  </a:cubicBezTo>
                  <a:lnTo>
                    <a:pt x="16892" y="5767"/>
                  </a:lnTo>
                  <a:lnTo>
                    <a:pt x="16994" y="5733"/>
                  </a:lnTo>
                  <a:cubicBezTo>
                    <a:pt x="17028" y="5733"/>
                    <a:pt x="17062" y="5699"/>
                    <a:pt x="17062" y="5665"/>
                  </a:cubicBezTo>
                  <a:cubicBezTo>
                    <a:pt x="17062" y="5597"/>
                    <a:pt x="17028" y="5563"/>
                    <a:pt x="16960" y="5563"/>
                  </a:cubicBezTo>
                  <a:close/>
                  <a:moveTo>
                    <a:pt x="72309" y="5549"/>
                  </a:moveTo>
                  <a:cubicBezTo>
                    <a:pt x="72276" y="5549"/>
                    <a:pt x="72239" y="5581"/>
                    <a:pt x="72239" y="5631"/>
                  </a:cubicBezTo>
                  <a:cubicBezTo>
                    <a:pt x="72239" y="5665"/>
                    <a:pt x="72239" y="5699"/>
                    <a:pt x="72307" y="5733"/>
                  </a:cubicBezTo>
                  <a:lnTo>
                    <a:pt x="72410" y="5767"/>
                  </a:lnTo>
                  <a:lnTo>
                    <a:pt x="72444" y="5767"/>
                  </a:lnTo>
                  <a:cubicBezTo>
                    <a:pt x="72478" y="5767"/>
                    <a:pt x="72512" y="5733"/>
                    <a:pt x="72512" y="5699"/>
                  </a:cubicBezTo>
                  <a:cubicBezTo>
                    <a:pt x="72512" y="5665"/>
                    <a:pt x="72512" y="5597"/>
                    <a:pt x="72444" y="5597"/>
                  </a:cubicBezTo>
                  <a:lnTo>
                    <a:pt x="72342" y="5563"/>
                  </a:lnTo>
                  <a:cubicBezTo>
                    <a:pt x="72332" y="5553"/>
                    <a:pt x="72321" y="5549"/>
                    <a:pt x="72309" y="5549"/>
                  </a:cubicBezTo>
                  <a:close/>
                  <a:moveTo>
                    <a:pt x="16277" y="5665"/>
                  </a:moveTo>
                  <a:cubicBezTo>
                    <a:pt x="16243" y="5699"/>
                    <a:pt x="16209" y="5733"/>
                    <a:pt x="16209" y="5767"/>
                  </a:cubicBezTo>
                  <a:cubicBezTo>
                    <a:pt x="16243" y="5836"/>
                    <a:pt x="16277" y="5870"/>
                    <a:pt x="16312" y="5870"/>
                  </a:cubicBezTo>
                  <a:cubicBezTo>
                    <a:pt x="16312" y="5870"/>
                    <a:pt x="16312" y="5836"/>
                    <a:pt x="16312" y="5836"/>
                  </a:cubicBezTo>
                  <a:lnTo>
                    <a:pt x="16448" y="5836"/>
                  </a:lnTo>
                  <a:cubicBezTo>
                    <a:pt x="16482" y="5836"/>
                    <a:pt x="16516" y="5767"/>
                    <a:pt x="16516" y="5733"/>
                  </a:cubicBezTo>
                  <a:cubicBezTo>
                    <a:pt x="16482" y="5699"/>
                    <a:pt x="16448" y="5665"/>
                    <a:pt x="16414" y="5665"/>
                  </a:cubicBezTo>
                  <a:close/>
                  <a:moveTo>
                    <a:pt x="15881" y="5754"/>
                  </a:moveTo>
                  <a:cubicBezTo>
                    <a:pt x="15868" y="5754"/>
                    <a:pt x="15852" y="5758"/>
                    <a:pt x="15834" y="5767"/>
                  </a:cubicBezTo>
                  <a:lnTo>
                    <a:pt x="15732" y="5767"/>
                  </a:lnTo>
                  <a:cubicBezTo>
                    <a:pt x="15663" y="5767"/>
                    <a:pt x="15663" y="5836"/>
                    <a:pt x="15663" y="5870"/>
                  </a:cubicBezTo>
                  <a:cubicBezTo>
                    <a:pt x="15663" y="5904"/>
                    <a:pt x="15697" y="5938"/>
                    <a:pt x="15732" y="5938"/>
                  </a:cubicBezTo>
                  <a:lnTo>
                    <a:pt x="15868" y="5938"/>
                  </a:lnTo>
                  <a:cubicBezTo>
                    <a:pt x="15902" y="5904"/>
                    <a:pt x="15936" y="5870"/>
                    <a:pt x="15936" y="5836"/>
                  </a:cubicBezTo>
                  <a:cubicBezTo>
                    <a:pt x="15936" y="5786"/>
                    <a:pt x="15918" y="5754"/>
                    <a:pt x="15881" y="5754"/>
                  </a:cubicBezTo>
                  <a:close/>
                  <a:moveTo>
                    <a:pt x="72851" y="5719"/>
                  </a:moveTo>
                  <a:cubicBezTo>
                    <a:pt x="72819" y="5719"/>
                    <a:pt x="72785" y="5743"/>
                    <a:pt x="72785" y="5767"/>
                  </a:cubicBezTo>
                  <a:cubicBezTo>
                    <a:pt x="72785" y="5836"/>
                    <a:pt x="72785" y="5870"/>
                    <a:pt x="72853" y="5904"/>
                  </a:cubicBezTo>
                  <a:lnTo>
                    <a:pt x="72956" y="5904"/>
                  </a:lnTo>
                  <a:cubicBezTo>
                    <a:pt x="72956" y="5938"/>
                    <a:pt x="72956" y="5938"/>
                    <a:pt x="72990" y="5938"/>
                  </a:cubicBezTo>
                  <a:cubicBezTo>
                    <a:pt x="73024" y="5938"/>
                    <a:pt x="73058" y="5904"/>
                    <a:pt x="73058" y="5870"/>
                  </a:cubicBezTo>
                  <a:cubicBezTo>
                    <a:pt x="73058" y="5801"/>
                    <a:pt x="73058" y="5767"/>
                    <a:pt x="72990" y="5767"/>
                  </a:cubicBezTo>
                  <a:lnTo>
                    <a:pt x="72888" y="5733"/>
                  </a:lnTo>
                  <a:cubicBezTo>
                    <a:pt x="72878" y="5723"/>
                    <a:pt x="72865" y="5719"/>
                    <a:pt x="72851" y="5719"/>
                  </a:cubicBezTo>
                  <a:close/>
                  <a:moveTo>
                    <a:pt x="15288" y="5836"/>
                  </a:moveTo>
                  <a:lnTo>
                    <a:pt x="15151" y="5870"/>
                  </a:lnTo>
                  <a:cubicBezTo>
                    <a:pt x="15117" y="5870"/>
                    <a:pt x="15083" y="5904"/>
                    <a:pt x="15083" y="5938"/>
                  </a:cubicBezTo>
                  <a:cubicBezTo>
                    <a:pt x="15083" y="6006"/>
                    <a:pt x="15117" y="6040"/>
                    <a:pt x="15186" y="6040"/>
                  </a:cubicBezTo>
                  <a:lnTo>
                    <a:pt x="15288" y="6006"/>
                  </a:lnTo>
                  <a:cubicBezTo>
                    <a:pt x="15356" y="6006"/>
                    <a:pt x="15390" y="5972"/>
                    <a:pt x="15356" y="5904"/>
                  </a:cubicBezTo>
                  <a:cubicBezTo>
                    <a:pt x="15356" y="5870"/>
                    <a:pt x="15322" y="5836"/>
                    <a:pt x="15288" y="5836"/>
                  </a:cubicBezTo>
                  <a:close/>
                  <a:moveTo>
                    <a:pt x="73434" y="5870"/>
                  </a:moveTo>
                  <a:cubicBezTo>
                    <a:pt x="73399" y="5870"/>
                    <a:pt x="73331" y="5904"/>
                    <a:pt x="73331" y="5938"/>
                  </a:cubicBezTo>
                  <a:cubicBezTo>
                    <a:pt x="73331" y="5972"/>
                    <a:pt x="73331" y="6040"/>
                    <a:pt x="73399" y="6040"/>
                  </a:cubicBezTo>
                  <a:lnTo>
                    <a:pt x="73502" y="6074"/>
                  </a:lnTo>
                  <a:lnTo>
                    <a:pt x="73536" y="6074"/>
                  </a:lnTo>
                  <a:cubicBezTo>
                    <a:pt x="73570" y="6074"/>
                    <a:pt x="73604" y="6074"/>
                    <a:pt x="73604" y="6040"/>
                  </a:cubicBezTo>
                  <a:cubicBezTo>
                    <a:pt x="73604" y="5972"/>
                    <a:pt x="73604" y="5938"/>
                    <a:pt x="73536" y="5904"/>
                  </a:cubicBezTo>
                  <a:lnTo>
                    <a:pt x="73434" y="5870"/>
                  </a:lnTo>
                  <a:close/>
                  <a:moveTo>
                    <a:pt x="14741" y="5925"/>
                  </a:moveTo>
                  <a:cubicBezTo>
                    <a:pt x="14729" y="5925"/>
                    <a:pt x="14717" y="5929"/>
                    <a:pt x="14708" y="5938"/>
                  </a:cubicBezTo>
                  <a:lnTo>
                    <a:pt x="14605" y="5938"/>
                  </a:lnTo>
                  <a:cubicBezTo>
                    <a:pt x="14537" y="5938"/>
                    <a:pt x="14503" y="6006"/>
                    <a:pt x="14537" y="6040"/>
                  </a:cubicBezTo>
                  <a:cubicBezTo>
                    <a:pt x="14537" y="6074"/>
                    <a:pt x="14571" y="6109"/>
                    <a:pt x="14605" y="6109"/>
                  </a:cubicBezTo>
                  <a:lnTo>
                    <a:pt x="14742" y="6109"/>
                  </a:lnTo>
                  <a:cubicBezTo>
                    <a:pt x="14776" y="6074"/>
                    <a:pt x="14810" y="6040"/>
                    <a:pt x="14810" y="6006"/>
                  </a:cubicBezTo>
                  <a:cubicBezTo>
                    <a:pt x="14810" y="5956"/>
                    <a:pt x="14774" y="5925"/>
                    <a:pt x="14741" y="5925"/>
                  </a:cubicBezTo>
                  <a:close/>
                  <a:moveTo>
                    <a:pt x="14128" y="6006"/>
                  </a:moveTo>
                  <a:lnTo>
                    <a:pt x="14025" y="6040"/>
                  </a:lnTo>
                  <a:cubicBezTo>
                    <a:pt x="13991" y="6040"/>
                    <a:pt x="13957" y="6074"/>
                    <a:pt x="13957" y="6109"/>
                  </a:cubicBezTo>
                  <a:cubicBezTo>
                    <a:pt x="13957" y="6177"/>
                    <a:pt x="13991" y="6211"/>
                    <a:pt x="14059" y="6211"/>
                  </a:cubicBezTo>
                  <a:lnTo>
                    <a:pt x="14162" y="6177"/>
                  </a:lnTo>
                  <a:cubicBezTo>
                    <a:pt x="14230" y="6177"/>
                    <a:pt x="14264" y="6143"/>
                    <a:pt x="14230" y="6074"/>
                  </a:cubicBezTo>
                  <a:cubicBezTo>
                    <a:pt x="14230" y="6040"/>
                    <a:pt x="14196" y="6006"/>
                    <a:pt x="14128" y="6006"/>
                  </a:cubicBezTo>
                  <a:close/>
                  <a:moveTo>
                    <a:pt x="73979" y="6040"/>
                  </a:moveTo>
                  <a:cubicBezTo>
                    <a:pt x="73945" y="6040"/>
                    <a:pt x="73911" y="6074"/>
                    <a:pt x="73877" y="6109"/>
                  </a:cubicBezTo>
                  <a:cubicBezTo>
                    <a:pt x="73877" y="6143"/>
                    <a:pt x="73877" y="6211"/>
                    <a:pt x="73945" y="6211"/>
                  </a:cubicBezTo>
                  <a:lnTo>
                    <a:pt x="74048" y="6245"/>
                  </a:lnTo>
                  <a:lnTo>
                    <a:pt x="74082" y="6245"/>
                  </a:lnTo>
                  <a:cubicBezTo>
                    <a:pt x="74116" y="6245"/>
                    <a:pt x="74150" y="6211"/>
                    <a:pt x="74150" y="6177"/>
                  </a:cubicBezTo>
                  <a:cubicBezTo>
                    <a:pt x="74184" y="6143"/>
                    <a:pt x="74150" y="6109"/>
                    <a:pt x="74082" y="6074"/>
                  </a:cubicBezTo>
                  <a:lnTo>
                    <a:pt x="73979" y="6040"/>
                  </a:lnTo>
                  <a:close/>
                  <a:moveTo>
                    <a:pt x="13615" y="6095"/>
                  </a:moveTo>
                  <a:cubicBezTo>
                    <a:pt x="13602" y="6095"/>
                    <a:pt x="13591" y="6099"/>
                    <a:pt x="13582" y="6109"/>
                  </a:cubicBezTo>
                  <a:lnTo>
                    <a:pt x="13479" y="6109"/>
                  </a:lnTo>
                  <a:cubicBezTo>
                    <a:pt x="13411" y="6109"/>
                    <a:pt x="13377" y="6177"/>
                    <a:pt x="13377" y="6211"/>
                  </a:cubicBezTo>
                  <a:cubicBezTo>
                    <a:pt x="13411" y="6245"/>
                    <a:pt x="13445" y="6279"/>
                    <a:pt x="13479" y="6279"/>
                  </a:cubicBezTo>
                  <a:lnTo>
                    <a:pt x="13616" y="6279"/>
                  </a:lnTo>
                  <a:cubicBezTo>
                    <a:pt x="13650" y="6245"/>
                    <a:pt x="13684" y="6211"/>
                    <a:pt x="13684" y="6177"/>
                  </a:cubicBezTo>
                  <a:cubicBezTo>
                    <a:pt x="13684" y="6127"/>
                    <a:pt x="13648" y="6095"/>
                    <a:pt x="13615" y="6095"/>
                  </a:cubicBezTo>
                  <a:close/>
                  <a:moveTo>
                    <a:pt x="13002" y="6177"/>
                  </a:moveTo>
                  <a:lnTo>
                    <a:pt x="12899" y="6211"/>
                  </a:lnTo>
                  <a:cubicBezTo>
                    <a:pt x="12865" y="6211"/>
                    <a:pt x="12831" y="6245"/>
                    <a:pt x="12831" y="6313"/>
                  </a:cubicBezTo>
                  <a:cubicBezTo>
                    <a:pt x="12831" y="6347"/>
                    <a:pt x="12865" y="6382"/>
                    <a:pt x="12899" y="6382"/>
                  </a:cubicBezTo>
                  <a:lnTo>
                    <a:pt x="12933" y="6382"/>
                  </a:lnTo>
                  <a:lnTo>
                    <a:pt x="13036" y="6347"/>
                  </a:lnTo>
                  <a:cubicBezTo>
                    <a:pt x="13070" y="6347"/>
                    <a:pt x="13104" y="6313"/>
                    <a:pt x="13104" y="6245"/>
                  </a:cubicBezTo>
                  <a:cubicBezTo>
                    <a:pt x="13104" y="6211"/>
                    <a:pt x="13070" y="6177"/>
                    <a:pt x="13002" y="6177"/>
                  </a:cubicBezTo>
                  <a:close/>
                  <a:moveTo>
                    <a:pt x="74525" y="6211"/>
                  </a:moveTo>
                  <a:cubicBezTo>
                    <a:pt x="74491" y="6211"/>
                    <a:pt x="74457" y="6211"/>
                    <a:pt x="74423" y="6279"/>
                  </a:cubicBezTo>
                  <a:cubicBezTo>
                    <a:pt x="74423" y="6313"/>
                    <a:pt x="74457" y="6347"/>
                    <a:pt x="74491" y="6382"/>
                  </a:cubicBezTo>
                  <a:lnTo>
                    <a:pt x="74594" y="6416"/>
                  </a:lnTo>
                  <a:lnTo>
                    <a:pt x="74628" y="6416"/>
                  </a:lnTo>
                  <a:cubicBezTo>
                    <a:pt x="74662" y="6416"/>
                    <a:pt x="74696" y="6382"/>
                    <a:pt x="74696" y="6347"/>
                  </a:cubicBezTo>
                  <a:cubicBezTo>
                    <a:pt x="74730" y="6313"/>
                    <a:pt x="74696" y="6245"/>
                    <a:pt x="74662" y="6245"/>
                  </a:cubicBezTo>
                  <a:lnTo>
                    <a:pt x="74525" y="6211"/>
                  </a:lnTo>
                  <a:close/>
                  <a:moveTo>
                    <a:pt x="12483" y="6266"/>
                  </a:moveTo>
                  <a:cubicBezTo>
                    <a:pt x="12474" y="6266"/>
                    <a:pt x="12465" y="6270"/>
                    <a:pt x="12456" y="6279"/>
                  </a:cubicBezTo>
                  <a:lnTo>
                    <a:pt x="12319" y="6279"/>
                  </a:lnTo>
                  <a:cubicBezTo>
                    <a:pt x="12285" y="6279"/>
                    <a:pt x="12251" y="6347"/>
                    <a:pt x="12251" y="6382"/>
                  </a:cubicBezTo>
                  <a:cubicBezTo>
                    <a:pt x="12251" y="6416"/>
                    <a:pt x="12319" y="6450"/>
                    <a:pt x="12353" y="6450"/>
                  </a:cubicBezTo>
                  <a:lnTo>
                    <a:pt x="12456" y="6450"/>
                  </a:lnTo>
                  <a:cubicBezTo>
                    <a:pt x="12524" y="6416"/>
                    <a:pt x="12558" y="6382"/>
                    <a:pt x="12558" y="6347"/>
                  </a:cubicBezTo>
                  <a:cubicBezTo>
                    <a:pt x="12533" y="6297"/>
                    <a:pt x="12508" y="6266"/>
                    <a:pt x="12483" y="6266"/>
                  </a:cubicBezTo>
                  <a:close/>
                  <a:moveTo>
                    <a:pt x="11876" y="6347"/>
                  </a:moveTo>
                  <a:lnTo>
                    <a:pt x="11773" y="6382"/>
                  </a:lnTo>
                  <a:cubicBezTo>
                    <a:pt x="11705" y="6382"/>
                    <a:pt x="11671" y="6416"/>
                    <a:pt x="11705" y="6484"/>
                  </a:cubicBezTo>
                  <a:cubicBezTo>
                    <a:pt x="11705" y="6518"/>
                    <a:pt x="11739" y="6552"/>
                    <a:pt x="11773" y="6552"/>
                  </a:cubicBezTo>
                  <a:lnTo>
                    <a:pt x="11807" y="6552"/>
                  </a:lnTo>
                  <a:lnTo>
                    <a:pt x="11910" y="6518"/>
                  </a:lnTo>
                  <a:cubicBezTo>
                    <a:pt x="11944" y="6518"/>
                    <a:pt x="11978" y="6484"/>
                    <a:pt x="11978" y="6416"/>
                  </a:cubicBezTo>
                  <a:cubicBezTo>
                    <a:pt x="11978" y="6382"/>
                    <a:pt x="11910" y="6347"/>
                    <a:pt x="11876" y="6347"/>
                  </a:cubicBezTo>
                  <a:close/>
                  <a:moveTo>
                    <a:pt x="75041" y="6367"/>
                  </a:moveTo>
                  <a:cubicBezTo>
                    <a:pt x="75017" y="6367"/>
                    <a:pt x="74993" y="6392"/>
                    <a:pt x="74969" y="6416"/>
                  </a:cubicBezTo>
                  <a:cubicBezTo>
                    <a:pt x="74969" y="6484"/>
                    <a:pt x="75003" y="6518"/>
                    <a:pt x="75037" y="6552"/>
                  </a:cubicBezTo>
                  <a:lnTo>
                    <a:pt x="75140" y="6586"/>
                  </a:lnTo>
                  <a:lnTo>
                    <a:pt x="75174" y="6586"/>
                  </a:lnTo>
                  <a:cubicBezTo>
                    <a:pt x="75208" y="6586"/>
                    <a:pt x="75242" y="6552"/>
                    <a:pt x="75242" y="6518"/>
                  </a:cubicBezTo>
                  <a:cubicBezTo>
                    <a:pt x="75276" y="6484"/>
                    <a:pt x="75242" y="6416"/>
                    <a:pt x="75208" y="6416"/>
                  </a:cubicBezTo>
                  <a:lnTo>
                    <a:pt x="75071" y="6382"/>
                  </a:lnTo>
                  <a:cubicBezTo>
                    <a:pt x="75061" y="6372"/>
                    <a:pt x="75051" y="6367"/>
                    <a:pt x="75041" y="6367"/>
                  </a:cubicBezTo>
                  <a:close/>
                  <a:moveTo>
                    <a:pt x="11356" y="6436"/>
                  </a:moveTo>
                  <a:cubicBezTo>
                    <a:pt x="11348" y="6436"/>
                    <a:pt x="11339" y="6441"/>
                    <a:pt x="11330" y="6450"/>
                  </a:cubicBezTo>
                  <a:lnTo>
                    <a:pt x="11193" y="6450"/>
                  </a:lnTo>
                  <a:cubicBezTo>
                    <a:pt x="11159" y="6450"/>
                    <a:pt x="11125" y="6518"/>
                    <a:pt x="11125" y="6552"/>
                  </a:cubicBezTo>
                  <a:cubicBezTo>
                    <a:pt x="11125" y="6586"/>
                    <a:pt x="11159" y="6620"/>
                    <a:pt x="11227" y="6620"/>
                  </a:cubicBezTo>
                  <a:lnTo>
                    <a:pt x="11330" y="6620"/>
                  </a:lnTo>
                  <a:cubicBezTo>
                    <a:pt x="11398" y="6586"/>
                    <a:pt x="11432" y="6552"/>
                    <a:pt x="11398" y="6518"/>
                  </a:cubicBezTo>
                  <a:cubicBezTo>
                    <a:pt x="11398" y="6468"/>
                    <a:pt x="11380" y="6436"/>
                    <a:pt x="11356" y="6436"/>
                  </a:cubicBezTo>
                  <a:close/>
                  <a:moveTo>
                    <a:pt x="10750" y="6518"/>
                  </a:moveTo>
                  <a:lnTo>
                    <a:pt x="10647" y="6552"/>
                  </a:lnTo>
                  <a:cubicBezTo>
                    <a:pt x="10579" y="6552"/>
                    <a:pt x="10545" y="6586"/>
                    <a:pt x="10545" y="6655"/>
                  </a:cubicBezTo>
                  <a:cubicBezTo>
                    <a:pt x="10579" y="6689"/>
                    <a:pt x="10613" y="6723"/>
                    <a:pt x="10647" y="6723"/>
                  </a:cubicBezTo>
                  <a:lnTo>
                    <a:pt x="10784" y="6689"/>
                  </a:lnTo>
                  <a:cubicBezTo>
                    <a:pt x="10818" y="6689"/>
                    <a:pt x="10852" y="6655"/>
                    <a:pt x="10852" y="6586"/>
                  </a:cubicBezTo>
                  <a:cubicBezTo>
                    <a:pt x="10852" y="6552"/>
                    <a:pt x="10784" y="6518"/>
                    <a:pt x="10750" y="6518"/>
                  </a:cubicBezTo>
                  <a:close/>
                  <a:moveTo>
                    <a:pt x="75599" y="6538"/>
                  </a:moveTo>
                  <a:cubicBezTo>
                    <a:pt x="75563" y="6538"/>
                    <a:pt x="75539" y="6562"/>
                    <a:pt x="75515" y="6586"/>
                  </a:cubicBezTo>
                  <a:cubicBezTo>
                    <a:pt x="75515" y="6655"/>
                    <a:pt x="75549" y="6689"/>
                    <a:pt x="75583" y="6689"/>
                  </a:cubicBezTo>
                  <a:lnTo>
                    <a:pt x="75686" y="6723"/>
                  </a:lnTo>
                  <a:lnTo>
                    <a:pt x="75720" y="6723"/>
                  </a:lnTo>
                  <a:cubicBezTo>
                    <a:pt x="75754" y="6723"/>
                    <a:pt x="75788" y="6723"/>
                    <a:pt x="75788" y="6689"/>
                  </a:cubicBezTo>
                  <a:cubicBezTo>
                    <a:pt x="75822" y="6620"/>
                    <a:pt x="75788" y="6586"/>
                    <a:pt x="75754" y="6586"/>
                  </a:cubicBezTo>
                  <a:lnTo>
                    <a:pt x="75652" y="6552"/>
                  </a:lnTo>
                  <a:cubicBezTo>
                    <a:pt x="75632" y="6542"/>
                    <a:pt x="75614" y="6538"/>
                    <a:pt x="75599" y="6538"/>
                  </a:cubicBezTo>
                  <a:close/>
                  <a:moveTo>
                    <a:pt x="10067" y="6620"/>
                  </a:moveTo>
                  <a:cubicBezTo>
                    <a:pt x="10033" y="6620"/>
                    <a:pt x="9999" y="6689"/>
                    <a:pt x="9999" y="6723"/>
                  </a:cubicBezTo>
                  <a:cubicBezTo>
                    <a:pt x="9999" y="6757"/>
                    <a:pt x="10033" y="6791"/>
                    <a:pt x="10067" y="6791"/>
                  </a:cubicBezTo>
                  <a:lnTo>
                    <a:pt x="10204" y="6791"/>
                  </a:lnTo>
                  <a:cubicBezTo>
                    <a:pt x="10238" y="6791"/>
                    <a:pt x="10272" y="6723"/>
                    <a:pt x="10272" y="6689"/>
                  </a:cubicBezTo>
                  <a:cubicBezTo>
                    <a:pt x="10272" y="6655"/>
                    <a:pt x="10238" y="6620"/>
                    <a:pt x="10169" y="6620"/>
                  </a:cubicBezTo>
                  <a:close/>
                  <a:moveTo>
                    <a:pt x="9623" y="6689"/>
                  </a:moveTo>
                  <a:lnTo>
                    <a:pt x="9487" y="6723"/>
                  </a:lnTo>
                  <a:cubicBezTo>
                    <a:pt x="9453" y="6723"/>
                    <a:pt x="9419" y="6757"/>
                    <a:pt x="9419" y="6825"/>
                  </a:cubicBezTo>
                  <a:cubicBezTo>
                    <a:pt x="9453" y="6859"/>
                    <a:pt x="9487" y="6893"/>
                    <a:pt x="9521" y="6893"/>
                  </a:cubicBezTo>
                  <a:lnTo>
                    <a:pt x="9623" y="6859"/>
                  </a:lnTo>
                  <a:cubicBezTo>
                    <a:pt x="9692" y="6859"/>
                    <a:pt x="9726" y="6825"/>
                    <a:pt x="9726" y="6757"/>
                  </a:cubicBezTo>
                  <a:cubicBezTo>
                    <a:pt x="9692" y="6723"/>
                    <a:pt x="9658" y="6689"/>
                    <a:pt x="9623" y="6689"/>
                  </a:cubicBezTo>
                  <a:close/>
                  <a:moveTo>
                    <a:pt x="76197" y="6689"/>
                  </a:moveTo>
                  <a:cubicBezTo>
                    <a:pt x="76129" y="6689"/>
                    <a:pt x="76095" y="6723"/>
                    <a:pt x="76061" y="6757"/>
                  </a:cubicBezTo>
                  <a:cubicBezTo>
                    <a:pt x="76061" y="6791"/>
                    <a:pt x="76095" y="6859"/>
                    <a:pt x="76129" y="6859"/>
                  </a:cubicBezTo>
                  <a:lnTo>
                    <a:pt x="76232" y="6893"/>
                  </a:lnTo>
                  <a:lnTo>
                    <a:pt x="76266" y="6893"/>
                  </a:lnTo>
                  <a:cubicBezTo>
                    <a:pt x="76300" y="6893"/>
                    <a:pt x="76334" y="6893"/>
                    <a:pt x="76368" y="6825"/>
                  </a:cubicBezTo>
                  <a:cubicBezTo>
                    <a:pt x="76368" y="6791"/>
                    <a:pt x="76334" y="6757"/>
                    <a:pt x="76300" y="6723"/>
                  </a:cubicBezTo>
                  <a:lnTo>
                    <a:pt x="76197" y="6689"/>
                  </a:lnTo>
                  <a:close/>
                  <a:moveTo>
                    <a:pt x="8941" y="6791"/>
                  </a:moveTo>
                  <a:cubicBezTo>
                    <a:pt x="8873" y="6825"/>
                    <a:pt x="8873" y="6859"/>
                    <a:pt x="8873" y="6893"/>
                  </a:cubicBezTo>
                  <a:cubicBezTo>
                    <a:pt x="8873" y="6928"/>
                    <a:pt x="8907" y="6962"/>
                    <a:pt x="8941" y="6962"/>
                  </a:cubicBezTo>
                  <a:lnTo>
                    <a:pt x="9078" y="6962"/>
                  </a:lnTo>
                  <a:cubicBezTo>
                    <a:pt x="9112" y="6962"/>
                    <a:pt x="9146" y="6893"/>
                    <a:pt x="9146" y="6859"/>
                  </a:cubicBezTo>
                  <a:cubicBezTo>
                    <a:pt x="9146" y="6825"/>
                    <a:pt x="9112" y="6791"/>
                    <a:pt x="9043" y="6791"/>
                  </a:cubicBezTo>
                  <a:close/>
                  <a:moveTo>
                    <a:pt x="8497" y="6859"/>
                  </a:moveTo>
                  <a:lnTo>
                    <a:pt x="8361" y="6893"/>
                  </a:lnTo>
                  <a:cubicBezTo>
                    <a:pt x="8327" y="6893"/>
                    <a:pt x="8293" y="6928"/>
                    <a:pt x="8293" y="6996"/>
                  </a:cubicBezTo>
                  <a:cubicBezTo>
                    <a:pt x="8293" y="7030"/>
                    <a:pt x="8327" y="7064"/>
                    <a:pt x="8395" y="7064"/>
                  </a:cubicBezTo>
                  <a:lnTo>
                    <a:pt x="8497" y="7030"/>
                  </a:lnTo>
                  <a:cubicBezTo>
                    <a:pt x="8566" y="7030"/>
                    <a:pt x="8600" y="6996"/>
                    <a:pt x="8566" y="6928"/>
                  </a:cubicBezTo>
                  <a:cubicBezTo>
                    <a:pt x="8566" y="6893"/>
                    <a:pt x="8532" y="6859"/>
                    <a:pt x="8497" y="6859"/>
                  </a:cubicBezTo>
                  <a:close/>
                  <a:moveTo>
                    <a:pt x="76743" y="6859"/>
                  </a:moveTo>
                  <a:cubicBezTo>
                    <a:pt x="76675" y="6859"/>
                    <a:pt x="76641" y="6859"/>
                    <a:pt x="76641" y="6928"/>
                  </a:cubicBezTo>
                  <a:cubicBezTo>
                    <a:pt x="76607" y="6962"/>
                    <a:pt x="76641" y="7030"/>
                    <a:pt x="76675" y="7030"/>
                  </a:cubicBezTo>
                  <a:lnTo>
                    <a:pt x="76778" y="7064"/>
                  </a:lnTo>
                  <a:lnTo>
                    <a:pt x="76812" y="7064"/>
                  </a:lnTo>
                  <a:cubicBezTo>
                    <a:pt x="76846" y="7064"/>
                    <a:pt x="76880" y="7030"/>
                    <a:pt x="76914" y="6996"/>
                  </a:cubicBezTo>
                  <a:cubicBezTo>
                    <a:pt x="76914" y="6962"/>
                    <a:pt x="76880" y="6893"/>
                    <a:pt x="76846" y="6893"/>
                  </a:cubicBezTo>
                  <a:lnTo>
                    <a:pt x="76743" y="6859"/>
                  </a:lnTo>
                  <a:close/>
                  <a:moveTo>
                    <a:pt x="7815" y="6962"/>
                  </a:moveTo>
                  <a:cubicBezTo>
                    <a:pt x="7747" y="6996"/>
                    <a:pt x="7713" y="7030"/>
                    <a:pt x="7747" y="7064"/>
                  </a:cubicBezTo>
                  <a:cubicBezTo>
                    <a:pt x="7747" y="7098"/>
                    <a:pt x="7781" y="7132"/>
                    <a:pt x="7815" y="7132"/>
                  </a:cubicBezTo>
                  <a:lnTo>
                    <a:pt x="7951" y="7132"/>
                  </a:lnTo>
                  <a:cubicBezTo>
                    <a:pt x="7986" y="7132"/>
                    <a:pt x="8020" y="7064"/>
                    <a:pt x="8020" y="7030"/>
                  </a:cubicBezTo>
                  <a:cubicBezTo>
                    <a:pt x="8020" y="6996"/>
                    <a:pt x="7951" y="6962"/>
                    <a:pt x="7917" y="6962"/>
                  </a:cubicBezTo>
                  <a:close/>
                  <a:moveTo>
                    <a:pt x="7337" y="7030"/>
                  </a:moveTo>
                  <a:lnTo>
                    <a:pt x="7235" y="7064"/>
                  </a:lnTo>
                  <a:cubicBezTo>
                    <a:pt x="7201" y="7064"/>
                    <a:pt x="7167" y="7098"/>
                    <a:pt x="7167" y="7166"/>
                  </a:cubicBezTo>
                  <a:cubicBezTo>
                    <a:pt x="7167" y="7201"/>
                    <a:pt x="7201" y="7235"/>
                    <a:pt x="7235" y="7235"/>
                  </a:cubicBezTo>
                  <a:lnTo>
                    <a:pt x="7269" y="7235"/>
                  </a:lnTo>
                  <a:lnTo>
                    <a:pt x="7371" y="7201"/>
                  </a:lnTo>
                  <a:cubicBezTo>
                    <a:pt x="7440" y="7201"/>
                    <a:pt x="7440" y="7166"/>
                    <a:pt x="7440" y="7132"/>
                  </a:cubicBezTo>
                  <a:cubicBezTo>
                    <a:pt x="7440" y="7064"/>
                    <a:pt x="7405" y="7030"/>
                    <a:pt x="7337" y="7030"/>
                  </a:cubicBezTo>
                  <a:close/>
                  <a:moveTo>
                    <a:pt x="77242" y="7016"/>
                  </a:moveTo>
                  <a:cubicBezTo>
                    <a:pt x="77205" y="7016"/>
                    <a:pt x="77187" y="7048"/>
                    <a:pt x="77187" y="7098"/>
                  </a:cubicBezTo>
                  <a:cubicBezTo>
                    <a:pt x="77153" y="7132"/>
                    <a:pt x="77187" y="7166"/>
                    <a:pt x="77221" y="7201"/>
                  </a:cubicBezTo>
                  <a:lnTo>
                    <a:pt x="77358" y="7235"/>
                  </a:lnTo>
                  <a:cubicBezTo>
                    <a:pt x="77392" y="7235"/>
                    <a:pt x="77426" y="7201"/>
                    <a:pt x="77460" y="7166"/>
                  </a:cubicBezTo>
                  <a:cubicBezTo>
                    <a:pt x="77460" y="7132"/>
                    <a:pt x="77426" y="7064"/>
                    <a:pt x="77392" y="7064"/>
                  </a:cubicBezTo>
                  <a:lnTo>
                    <a:pt x="77289" y="7030"/>
                  </a:lnTo>
                  <a:cubicBezTo>
                    <a:pt x="77271" y="7021"/>
                    <a:pt x="77255" y="7016"/>
                    <a:pt x="77242" y="7016"/>
                  </a:cubicBezTo>
                  <a:close/>
                  <a:moveTo>
                    <a:pt x="6689" y="7132"/>
                  </a:moveTo>
                  <a:cubicBezTo>
                    <a:pt x="6621" y="7166"/>
                    <a:pt x="6587" y="7201"/>
                    <a:pt x="6587" y="7235"/>
                  </a:cubicBezTo>
                  <a:cubicBezTo>
                    <a:pt x="6621" y="7303"/>
                    <a:pt x="6655" y="7303"/>
                    <a:pt x="6689" y="7303"/>
                  </a:cubicBezTo>
                  <a:lnTo>
                    <a:pt x="6825" y="7303"/>
                  </a:lnTo>
                  <a:cubicBezTo>
                    <a:pt x="6860" y="7303"/>
                    <a:pt x="6894" y="7235"/>
                    <a:pt x="6894" y="7201"/>
                  </a:cubicBezTo>
                  <a:cubicBezTo>
                    <a:pt x="6860" y="7166"/>
                    <a:pt x="6825" y="7132"/>
                    <a:pt x="6791" y="7132"/>
                  </a:cubicBezTo>
                  <a:close/>
                  <a:moveTo>
                    <a:pt x="6211" y="7201"/>
                  </a:moveTo>
                  <a:lnTo>
                    <a:pt x="6109" y="7235"/>
                  </a:lnTo>
                  <a:cubicBezTo>
                    <a:pt x="6075" y="7235"/>
                    <a:pt x="6041" y="7269"/>
                    <a:pt x="6041" y="7337"/>
                  </a:cubicBezTo>
                  <a:cubicBezTo>
                    <a:pt x="6041" y="7371"/>
                    <a:pt x="6075" y="7405"/>
                    <a:pt x="6109" y="7405"/>
                  </a:cubicBezTo>
                  <a:lnTo>
                    <a:pt x="6143" y="7405"/>
                  </a:lnTo>
                  <a:lnTo>
                    <a:pt x="6245" y="7371"/>
                  </a:lnTo>
                  <a:cubicBezTo>
                    <a:pt x="6279" y="7371"/>
                    <a:pt x="6314" y="7337"/>
                    <a:pt x="6314" y="7303"/>
                  </a:cubicBezTo>
                  <a:cubicBezTo>
                    <a:pt x="6314" y="7235"/>
                    <a:pt x="6279" y="7201"/>
                    <a:pt x="6211" y="7201"/>
                  </a:cubicBezTo>
                  <a:close/>
                  <a:moveTo>
                    <a:pt x="77784" y="7186"/>
                  </a:moveTo>
                  <a:cubicBezTo>
                    <a:pt x="77750" y="7186"/>
                    <a:pt x="77733" y="7210"/>
                    <a:pt x="77733" y="7235"/>
                  </a:cubicBezTo>
                  <a:cubicBezTo>
                    <a:pt x="77699" y="7303"/>
                    <a:pt x="77733" y="7337"/>
                    <a:pt x="77767" y="7337"/>
                  </a:cubicBezTo>
                  <a:lnTo>
                    <a:pt x="77904" y="7371"/>
                  </a:lnTo>
                  <a:cubicBezTo>
                    <a:pt x="77904" y="7405"/>
                    <a:pt x="77904" y="7405"/>
                    <a:pt x="77904" y="7405"/>
                  </a:cubicBezTo>
                  <a:cubicBezTo>
                    <a:pt x="77938" y="7405"/>
                    <a:pt x="77972" y="7371"/>
                    <a:pt x="78006" y="7337"/>
                  </a:cubicBezTo>
                  <a:cubicBezTo>
                    <a:pt x="78006" y="7269"/>
                    <a:pt x="77972" y="7235"/>
                    <a:pt x="77938" y="7235"/>
                  </a:cubicBezTo>
                  <a:lnTo>
                    <a:pt x="77835" y="7201"/>
                  </a:lnTo>
                  <a:cubicBezTo>
                    <a:pt x="77815" y="7191"/>
                    <a:pt x="77798" y="7186"/>
                    <a:pt x="77784" y="7186"/>
                  </a:cubicBezTo>
                  <a:close/>
                  <a:moveTo>
                    <a:pt x="5529" y="7303"/>
                  </a:moveTo>
                  <a:cubicBezTo>
                    <a:pt x="5495" y="7337"/>
                    <a:pt x="5460" y="7371"/>
                    <a:pt x="5460" y="7405"/>
                  </a:cubicBezTo>
                  <a:cubicBezTo>
                    <a:pt x="5460" y="7473"/>
                    <a:pt x="5495" y="7473"/>
                    <a:pt x="5563" y="7473"/>
                  </a:cubicBezTo>
                  <a:lnTo>
                    <a:pt x="5665" y="7473"/>
                  </a:lnTo>
                  <a:cubicBezTo>
                    <a:pt x="5733" y="7473"/>
                    <a:pt x="5768" y="7405"/>
                    <a:pt x="5768" y="7371"/>
                  </a:cubicBezTo>
                  <a:cubicBezTo>
                    <a:pt x="5733" y="7337"/>
                    <a:pt x="5699" y="7303"/>
                    <a:pt x="5665" y="7303"/>
                  </a:cubicBezTo>
                  <a:close/>
                  <a:moveTo>
                    <a:pt x="78381" y="7337"/>
                  </a:moveTo>
                  <a:cubicBezTo>
                    <a:pt x="78347" y="7337"/>
                    <a:pt x="78279" y="7371"/>
                    <a:pt x="78279" y="7405"/>
                  </a:cubicBezTo>
                  <a:cubicBezTo>
                    <a:pt x="78245" y="7439"/>
                    <a:pt x="78279" y="7508"/>
                    <a:pt x="78347" y="7508"/>
                  </a:cubicBezTo>
                  <a:lnTo>
                    <a:pt x="78450" y="7542"/>
                  </a:lnTo>
                  <a:cubicBezTo>
                    <a:pt x="78518" y="7542"/>
                    <a:pt x="78552" y="7542"/>
                    <a:pt x="78552" y="7508"/>
                  </a:cubicBezTo>
                  <a:cubicBezTo>
                    <a:pt x="78552" y="7439"/>
                    <a:pt x="78518" y="7405"/>
                    <a:pt x="78484" y="7371"/>
                  </a:cubicBezTo>
                  <a:lnTo>
                    <a:pt x="78381" y="7337"/>
                  </a:lnTo>
                  <a:close/>
                  <a:moveTo>
                    <a:pt x="5085" y="7371"/>
                  </a:moveTo>
                  <a:lnTo>
                    <a:pt x="4983" y="7405"/>
                  </a:lnTo>
                  <a:cubicBezTo>
                    <a:pt x="4914" y="7405"/>
                    <a:pt x="4880" y="7439"/>
                    <a:pt x="4914" y="7508"/>
                  </a:cubicBezTo>
                  <a:cubicBezTo>
                    <a:pt x="4914" y="7542"/>
                    <a:pt x="4949" y="7576"/>
                    <a:pt x="4983" y="7576"/>
                  </a:cubicBezTo>
                  <a:lnTo>
                    <a:pt x="5017" y="7576"/>
                  </a:lnTo>
                  <a:lnTo>
                    <a:pt x="5119" y="7542"/>
                  </a:lnTo>
                  <a:cubicBezTo>
                    <a:pt x="5153" y="7542"/>
                    <a:pt x="5187" y="7508"/>
                    <a:pt x="5187" y="7473"/>
                  </a:cubicBezTo>
                  <a:cubicBezTo>
                    <a:pt x="5187" y="7405"/>
                    <a:pt x="5119" y="7371"/>
                    <a:pt x="5085" y="7371"/>
                  </a:cubicBezTo>
                  <a:close/>
                  <a:moveTo>
                    <a:pt x="4505" y="7473"/>
                  </a:moveTo>
                  <a:lnTo>
                    <a:pt x="4403" y="7508"/>
                  </a:lnTo>
                  <a:cubicBezTo>
                    <a:pt x="4369" y="7508"/>
                    <a:pt x="4334" y="7542"/>
                    <a:pt x="4334" y="7576"/>
                  </a:cubicBezTo>
                  <a:cubicBezTo>
                    <a:pt x="4334" y="7644"/>
                    <a:pt x="4369" y="7678"/>
                    <a:pt x="4437" y="7678"/>
                  </a:cubicBezTo>
                  <a:cubicBezTo>
                    <a:pt x="4437" y="7678"/>
                    <a:pt x="4437" y="7678"/>
                    <a:pt x="4437" y="7644"/>
                  </a:cubicBezTo>
                  <a:lnTo>
                    <a:pt x="4539" y="7644"/>
                  </a:lnTo>
                  <a:cubicBezTo>
                    <a:pt x="4607" y="7644"/>
                    <a:pt x="4642" y="7576"/>
                    <a:pt x="4607" y="7542"/>
                  </a:cubicBezTo>
                  <a:cubicBezTo>
                    <a:pt x="4607" y="7508"/>
                    <a:pt x="4573" y="7473"/>
                    <a:pt x="4505" y="7473"/>
                  </a:cubicBezTo>
                  <a:close/>
                  <a:moveTo>
                    <a:pt x="78927" y="7508"/>
                  </a:moveTo>
                  <a:cubicBezTo>
                    <a:pt x="78893" y="7508"/>
                    <a:pt x="78825" y="7542"/>
                    <a:pt x="78825" y="7576"/>
                  </a:cubicBezTo>
                  <a:cubicBezTo>
                    <a:pt x="78791" y="7610"/>
                    <a:pt x="78825" y="7678"/>
                    <a:pt x="78893" y="7678"/>
                  </a:cubicBezTo>
                  <a:lnTo>
                    <a:pt x="78996" y="7712"/>
                  </a:lnTo>
                  <a:lnTo>
                    <a:pt x="79030" y="7712"/>
                  </a:lnTo>
                  <a:cubicBezTo>
                    <a:pt x="79064" y="7712"/>
                    <a:pt x="79098" y="7678"/>
                    <a:pt x="79098" y="7644"/>
                  </a:cubicBezTo>
                  <a:cubicBezTo>
                    <a:pt x="79098" y="7610"/>
                    <a:pt x="79098" y="7576"/>
                    <a:pt x="79030" y="7542"/>
                  </a:cubicBezTo>
                  <a:lnTo>
                    <a:pt x="78927" y="7508"/>
                  </a:lnTo>
                  <a:close/>
                  <a:moveTo>
                    <a:pt x="3992" y="7562"/>
                  </a:moveTo>
                  <a:cubicBezTo>
                    <a:pt x="3980" y="7562"/>
                    <a:pt x="3968" y="7567"/>
                    <a:pt x="3959" y="7576"/>
                  </a:cubicBezTo>
                  <a:lnTo>
                    <a:pt x="3857" y="7576"/>
                  </a:lnTo>
                  <a:cubicBezTo>
                    <a:pt x="3788" y="7576"/>
                    <a:pt x="3754" y="7644"/>
                    <a:pt x="3754" y="7678"/>
                  </a:cubicBezTo>
                  <a:cubicBezTo>
                    <a:pt x="3788" y="7712"/>
                    <a:pt x="3823" y="7746"/>
                    <a:pt x="3857" y="7746"/>
                  </a:cubicBezTo>
                  <a:lnTo>
                    <a:pt x="3993" y="7746"/>
                  </a:lnTo>
                  <a:cubicBezTo>
                    <a:pt x="4027" y="7712"/>
                    <a:pt x="4061" y="7678"/>
                    <a:pt x="4061" y="7644"/>
                  </a:cubicBezTo>
                  <a:cubicBezTo>
                    <a:pt x="4061" y="7594"/>
                    <a:pt x="4025" y="7562"/>
                    <a:pt x="3992" y="7562"/>
                  </a:cubicBezTo>
                  <a:close/>
                  <a:moveTo>
                    <a:pt x="3379" y="7644"/>
                  </a:moveTo>
                  <a:lnTo>
                    <a:pt x="3277" y="7678"/>
                  </a:lnTo>
                  <a:cubicBezTo>
                    <a:pt x="3242" y="7678"/>
                    <a:pt x="3208" y="7712"/>
                    <a:pt x="3208" y="7746"/>
                  </a:cubicBezTo>
                  <a:cubicBezTo>
                    <a:pt x="3208" y="7815"/>
                    <a:pt x="3242" y="7849"/>
                    <a:pt x="3277" y="7849"/>
                  </a:cubicBezTo>
                  <a:lnTo>
                    <a:pt x="3311" y="7849"/>
                  </a:lnTo>
                  <a:lnTo>
                    <a:pt x="3413" y="7815"/>
                  </a:lnTo>
                  <a:cubicBezTo>
                    <a:pt x="3447" y="7815"/>
                    <a:pt x="3481" y="7781"/>
                    <a:pt x="3481" y="7712"/>
                  </a:cubicBezTo>
                  <a:cubicBezTo>
                    <a:pt x="3481" y="7678"/>
                    <a:pt x="3447" y="7644"/>
                    <a:pt x="3379" y="7644"/>
                  </a:cubicBezTo>
                  <a:close/>
                  <a:moveTo>
                    <a:pt x="79473" y="7678"/>
                  </a:moveTo>
                  <a:cubicBezTo>
                    <a:pt x="79439" y="7678"/>
                    <a:pt x="79371" y="7678"/>
                    <a:pt x="79371" y="7746"/>
                  </a:cubicBezTo>
                  <a:cubicBezTo>
                    <a:pt x="79371" y="7781"/>
                    <a:pt x="79371" y="7815"/>
                    <a:pt x="79439" y="7849"/>
                  </a:cubicBezTo>
                  <a:lnTo>
                    <a:pt x="79542" y="7883"/>
                  </a:lnTo>
                  <a:lnTo>
                    <a:pt x="79576" y="7883"/>
                  </a:lnTo>
                  <a:cubicBezTo>
                    <a:pt x="79610" y="7883"/>
                    <a:pt x="79644" y="7849"/>
                    <a:pt x="79644" y="7815"/>
                  </a:cubicBezTo>
                  <a:cubicBezTo>
                    <a:pt x="79644" y="7781"/>
                    <a:pt x="79644" y="7712"/>
                    <a:pt x="79576" y="7712"/>
                  </a:cubicBezTo>
                  <a:lnTo>
                    <a:pt x="79473" y="7678"/>
                  </a:lnTo>
                  <a:close/>
                  <a:moveTo>
                    <a:pt x="2860" y="7733"/>
                  </a:moveTo>
                  <a:cubicBezTo>
                    <a:pt x="2851" y="7733"/>
                    <a:pt x="2842" y="7737"/>
                    <a:pt x="2833" y="7746"/>
                  </a:cubicBezTo>
                  <a:lnTo>
                    <a:pt x="2697" y="7746"/>
                  </a:lnTo>
                  <a:cubicBezTo>
                    <a:pt x="2662" y="7746"/>
                    <a:pt x="2628" y="7815"/>
                    <a:pt x="2628" y="7849"/>
                  </a:cubicBezTo>
                  <a:cubicBezTo>
                    <a:pt x="2628" y="7883"/>
                    <a:pt x="2697" y="7917"/>
                    <a:pt x="2731" y="7917"/>
                  </a:cubicBezTo>
                  <a:lnTo>
                    <a:pt x="2833" y="7917"/>
                  </a:lnTo>
                  <a:cubicBezTo>
                    <a:pt x="2901" y="7883"/>
                    <a:pt x="2935" y="7849"/>
                    <a:pt x="2935" y="7815"/>
                  </a:cubicBezTo>
                  <a:cubicBezTo>
                    <a:pt x="2910" y="7765"/>
                    <a:pt x="2885" y="7733"/>
                    <a:pt x="2860" y="7733"/>
                  </a:cubicBezTo>
                  <a:close/>
                  <a:moveTo>
                    <a:pt x="2253" y="7815"/>
                  </a:moveTo>
                  <a:lnTo>
                    <a:pt x="2151" y="7849"/>
                  </a:lnTo>
                  <a:cubicBezTo>
                    <a:pt x="2082" y="7849"/>
                    <a:pt x="2048" y="7883"/>
                    <a:pt x="2082" y="7917"/>
                  </a:cubicBezTo>
                  <a:cubicBezTo>
                    <a:pt x="2082" y="7985"/>
                    <a:pt x="2116" y="8019"/>
                    <a:pt x="2151" y="8019"/>
                  </a:cubicBezTo>
                  <a:lnTo>
                    <a:pt x="2185" y="8019"/>
                  </a:lnTo>
                  <a:lnTo>
                    <a:pt x="2287" y="7985"/>
                  </a:lnTo>
                  <a:cubicBezTo>
                    <a:pt x="2321" y="7985"/>
                    <a:pt x="2355" y="7951"/>
                    <a:pt x="2355" y="7883"/>
                  </a:cubicBezTo>
                  <a:cubicBezTo>
                    <a:pt x="2355" y="7849"/>
                    <a:pt x="2321" y="7815"/>
                    <a:pt x="2253" y="7815"/>
                  </a:cubicBezTo>
                  <a:close/>
                  <a:moveTo>
                    <a:pt x="79983" y="7835"/>
                  </a:moveTo>
                  <a:cubicBezTo>
                    <a:pt x="79951" y="7835"/>
                    <a:pt x="79917" y="7859"/>
                    <a:pt x="79917" y="7883"/>
                  </a:cubicBezTo>
                  <a:cubicBezTo>
                    <a:pt x="79917" y="7951"/>
                    <a:pt x="79917" y="7985"/>
                    <a:pt x="79985" y="8019"/>
                  </a:cubicBezTo>
                  <a:lnTo>
                    <a:pt x="80088" y="8054"/>
                  </a:lnTo>
                  <a:lnTo>
                    <a:pt x="80122" y="8054"/>
                  </a:lnTo>
                  <a:cubicBezTo>
                    <a:pt x="80156" y="8054"/>
                    <a:pt x="80190" y="8019"/>
                    <a:pt x="80190" y="7985"/>
                  </a:cubicBezTo>
                  <a:cubicBezTo>
                    <a:pt x="80190" y="7951"/>
                    <a:pt x="80190" y="7883"/>
                    <a:pt x="80122" y="7883"/>
                  </a:cubicBezTo>
                  <a:lnTo>
                    <a:pt x="80019" y="7849"/>
                  </a:lnTo>
                  <a:cubicBezTo>
                    <a:pt x="80009" y="7839"/>
                    <a:pt x="79996" y="7835"/>
                    <a:pt x="79983" y="7835"/>
                  </a:cubicBezTo>
                  <a:close/>
                  <a:moveTo>
                    <a:pt x="1734" y="7904"/>
                  </a:moveTo>
                  <a:cubicBezTo>
                    <a:pt x="1725" y="7904"/>
                    <a:pt x="1716" y="7908"/>
                    <a:pt x="1707" y="7917"/>
                  </a:cubicBezTo>
                  <a:lnTo>
                    <a:pt x="1570" y="7917"/>
                  </a:lnTo>
                  <a:cubicBezTo>
                    <a:pt x="1536" y="7917"/>
                    <a:pt x="1502" y="7985"/>
                    <a:pt x="1502" y="8019"/>
                  </a:cubicBezTo>
                  <a:cubicBezTo>
                    <a:pt x="1502" y="8054"/>
                    <a:pt x="1536" y="8088"/>
                    <a:pt x="1605" y="8088"/>
                  </a:cubicBezTo>
                  <a:lnTo>
                    <a:pt x="1707" y="8088"/>
                  </a:lnTo>
                  <a:cubicBezTo>
                    <a:pt x="1775" y="8054"/>
                    <a:pt x="1809" y="8019"/>
                    <a:pt x="1775" y="7985"/>
                  </a:cubicBezTo>
                  <a:cubicBezTo>
                    <a:pt x="1775" y="7935"/>
                    <a:pt x="1757" y="7904"/>
                    <a:pt x="1734" y="7904"/>
                  </a:cubicBezTo>
                  <a:close/>
                  <a:moveTo>
                    <a:pt x="1127" y="7985"/>
                  </a:moveTo>
                  <a:lnTo>
                    <a:pt x="1024" y="8019"/>
                  </a:lnTo>
                  <a:cubicBezTo>
                    <a:pt x="956" y="8019"/>
                    <a:pt x="922" y="8054"/>
                    <a:pt x="956" y="8122"/>
                  </a:cubicBezTo>
                  <a:cubicBezTo>
                    <a:pt x="956" y="8156"/>
                    <a:pt x="990" y="8190"/>
                    <a:pt x="1024" y="8190"/>
                  </a:cubicBezTo>
                  <a:lnTo>
                    <a:pt x="1161" y="8156"/>
                  </a:lnTo>
                  <a:cubicBezTo>
                    <a:pt x="1195" y="8156"/>
                    <a:pt x="1229" y="8122"/>
                    <a:pt x="1229" y="8054"/>
                  </a:cubicBezTo>
                  <a:cubicBezTo>
                    <a:pt x="1229" y="8019"/>
                    <a:pt x="1161" y="7985"/>
                    <a:pt x="1127" y="7985"/>
                  </a:cubicBezTo>
                  <a:close/>
                  <a:moveTo>
                    <a:pt x="80535" y="8005"/>
                  </a:moveTo>
                  <a:cubicBezTo>
                    <a:pt x="80511" y="8005"/>
                    <a:pt x="80487" y="8029"/>
                    <a:pt x="80463" y="8054"/>
                  </a:cubicBezTo>
                  <a:cubicBezTo>
                    <a:pt x="80463" y="8122"/>
                    <a:pt x="80463" y="8156"/>
                    <a:pt x="80531" y="8156"/>
                  </a:cubicBezTo>
                  <a:lnTo>
                    <a:pt x="80633" y="8190"/>
                  </a:lnTo>
                  <a:lnTo>
                    <a:pt x="80668" y="8190"/>
                  </a:lnTo>
                  <a:cubicBezTo>
                    <a:pt x="80702" y="8190"/>
                    <a:pt x="80736" y="8190"/>
                    <a:pt x="80736" y="8156"/>
                  </a:cubicBezTo>
                  <a:cubicBezTo>
                    <a:pt x="80770" y="8088"/>
                    <a:pt x="80736" y="8054"/>
                    <a:pt x="80668" y="8054"/>
                  </a:cubicBezTo>
                  <a:lnTo>
                    <a:pt x="80565" y="8019"/>
                  </a:lnTo>
                  <a:cubicBezTo>
                    <a:pt x="80555" y="8009"/>
                    <a:pt x="80545" y="8005"/>
                    <a:pt x="80535" y="8005"/>
                  </a:cubicBezTo>
                  <a:close/>
                  <a:moveTo>
                    <a:pt x="594" y="8074"/>
                  </a:moveTo>
                  <a:cubicBezTo>
                    <a:pt x="581" y="8074"/>
                    <a:pt x="565" y="8079"/>
                    <a:pt x="547" y="8088"/>
                  </a:cubicBezTo>
                  <a:lnTo>
                    <a:pt x="444" y="8088"/>
                  </a:lnTo>
                  <a:cubicBezTo>
                    <a:pt x="410" y="8088"/>
                    <a:pt x="376" y="8156"/>
                    <a:pt x="376" y="8190"/>
                  </a:cubicBezTo>
                  <a:cubicBezTo>
                    <a:pt x="376" y="8224"/>
                    <a:pt x="410" y="8258"/>
                    <a:pt x="444" y="8258"/>
                  </a:cubicBezTo>
                  <a:lnTo>
                    <a:pt x="581" y="8258"/>
                  </a:lnTo>
                  <a:cubicBezTo>
                    <a:pt x="649" y="8224"/>
                    <a:pt x="649" y="8190"/>
                    <a:pt x="649" y="8156"/>
                  </a:cubicBezTo>
                  <a:cubicBezTo>
                    <a:pt x="649" y="8106"/>
                    <a:pt x="631" y="8074"/>
                    <a:pt x="594" y="8074"/>
                  </a:cubicBezTo>
                  <a:close/>
                  <a:moveTo>
                    <a:pt x="81111" y="8156"/>
                  </a:moveTo>
                  <a:cubicBezTo>
                    <a:pt x="81077" y="8156"/>
                    <a:pt x="81043" y="8190"/>
                    <a:pt x="81009" y="8224"/>
                  </a:cubicBezTo>
                  <a:cubicBezTo>
                    <a:pt x="81009" y="8258"/>
                    <a:pt x="81043" y="8327"/>
                    <a:pt x="81077" y="8327"/>
                  </a:cubicBezTo>
                  <a:lnTo>
                    <a:pt x="81179" y="8361"/>
                  </a:lnTo>
                  <a:lnTo>
                    <a:pt x="81214" y="8361"/>
                  </a:lnTo>
                  <a:cubicBezTo>
                    <a:pt x="81248" y="8361"/>
                    <a:pt x="81282" y="8327"/>
                    <a:pt x="81282" y="8292"/>
                  </a:cubicBezTo>
                  <a:cubicBezTo>
                    <a:pt x="81316" y="8258"/>
                    <a:pt x="81282" y="8224"/>
                    <a:pt x="81248" y="8190"/>
                  </a:cubicBezTo>
                  <a:lnTo>
                    <a:pt x="81111" y="8156"/>
                  </a:lnTo>
                  <a:close/>
                  <a:moveTo>
                    <a:pt x="81657" y="8327"/>
                  </a:moveTo>
                  <a:cubicBezTo>
                    <a:pt x="81623" y="8327"/>
                    <a:pt x="81589" y="8327"/>
                    <a:pt x="81555" y="8395"/>
                  </a:cubicBezTo>
                  <a:cubicBezTo>
                    <a:pt x="81555" y="8429"/>
                    <a:pt x="81589" y="8497"/>
                    <a:pt x="81623" y="8497"/>
                  </a:cubicBezTo>
                  <a:lnTo>
                    <a:pt x="81725" y="8531"/>
                  </a:lnTo>
                  <a:lnTo>
                    <a:pt x="81760" y="8531"/>
                  </a:lnTo>
                  <a:cubicBezTo>
                    <a:pt x="81794" y="8531"/>
                    <a:pt x="81828" y="8497"/>
                    <a:pt x="81828" y="8463"/>
                  </a:cubicBezTo>
                  <a:cubicBezTo>
                    <a:pt x="81862" y="8429"/>
                    <a:pt x="81828" y="8361"/>
                    <a:pt x="81794" y="8361"/>
                  </a:cubicBezTo>
                  <a:lnTo>
                    <a:pt x="81657" y="8327"/>
                  </a:lnTo>
                  <a:close/>
                  <a:moveTo>
                    <a:pt x="82176" y="8484"/>
                  </a:moveTo>
                  <a:cubicBezTo>
                    <a:pt x="82151" y="8484"/>
                    <a:pt x="82126" y="8515"/>
                    <a:pt x="82101" y="8565"/>
                  </a:cubicBezTo>
                  <a:cubicBezTo>
                    <a:pt x="82101" y="8600"/>
                    <a:pt x="82135" y="8634"/>
                    <a:pt x="82169" y="8668"/>
                  </a:cubicBezTo>
                  <a:lnTo>
                    <a:pt x="82271" y="8702"/>
                  </a:lnTo>
                  <a:lnTo>
                    <a:pt x="82306" y="8702"/>
                  </a:lnTo>
                  <a:cubicBezTo>
                    <a:pt x="82340" y="8702"/>
                    <a:pt x="82374" y="8668"/>
                    <a:pt x="82374" y="8634"/>
                  </a:cubicBezTo>
                  <a:cubicBezTo>
                    <a:pt x="82408" y="8600"/>
                    <a:pt x="82374" y="8531"/>
                    <a:pt x="82340" y="8531"/>
                  </a:cubicBezTo>
                  <a:lnTo>
                    <a:pt x="82203" y="8497"/>
                  </a:lnTo>
                  <a:cubicBezTo>
                    <a:pt x="82194" y="8488"/>
                    <a:pt x="82185" y="8484"/>
                    <a:pt x="82176" y="8484"/>
                  </a:cubicBezTo>
                  <a:close/>
                  <a:moveTo>
                    <a:pt x="342" y="8463"/>
                  </a:moveTo>
                  <a:cubicBezTo>
                    <a:pt x="308" y="8463"/>
                    <a:pt x="274" y="8497"/>
                    <a:pt x="274" y="8531"/>
                  </a:cubicBezTo>
                  <a:lnTo>
                    <a:pt x="274" y="8668"/>
                  </a:lnTo>
                  <a:cubicBezTo>
                    <a:pt x="274" y="8702"/>
                    <a:pt x="308" y="8736"/>
                    <a:pt x="342" y="8736"/>
                  </a:cubicBezTo>
                  <a:cubicBezTo>
                    <a:pt x="376" y="8736"/>
                    <a:pt x="444" y="8702"/>
                    <a:pt x="444" y="8668"/>
                  </a:cubicBezTo>
                  <a:lnTo>
                    <a:pt x="444" y="8531"/>
                  </a:lnTo>
                  <a:cubicBezTo>
                    <a:pt x="444" y="8497"/>
                    <a:pt x="376" y="8463"/>
                    <a:pt x="342" y="8463"/>
                  </a:cubicBezTo>
                  <a:close/>
                  <a:moveTo>
                    <a:pt x="82731" y="8654"/>
                  </a:moveTo>
                  <a:cubicBezTo>
                    <a:pt x="82695" y="8654"/>
                    <a:pt x="82671" y="8678"/>
                    <a:pt x="82647" y="8702"/>
                  </a:cubicBezTo>
                  <a:cubicBezTo>
                    <a:pt x="82647" y="8770"/>
                    <a:pt x="82681" y="8804"/>
                    <a:pt x="82715" y="8804"/>
                  </a:cubicBezTo>
                  <a:lnTo>
                    <a:pt x="82817" y="8838"/>
                  </a:lnTo>
                  <a:cubicBezTo>
                    <a:pt x="82851" y="8838"/>
                    <a:pt x="82851" y="8873"/>
                    <a:pt x="82851" y="8873"/>
                  </a:cubicBezTo>
                  <a:cubicBezTo>
                    <a:pt x="82886" y="8873"/>
                    <a:pt x="82920" y="8838"/>
                    <a:pt x="82920" y="8804"/>
                  </a:cubicBezTo>
                  <a:cubicBezTo>
                    <a:pt x="82954" y="8736"/>
                    <a:pt x="82920" y="8702"/>
                    <a:pt x="82886" y="8702"/>
                  </a:cubicBezTo>
                  <a:lnTo>
                    <a:pt x="82783" y="8668"/>
                  </a:lnTo>
                  <a:cubicBezTo>
                    <a:pt x="82763" y="8658"/>
                    <a:pt x="82746" y="8654"/>
                    <a:pt x="82731" y="8654"/>
                  </a:cubicBezTo>
                  <a:close/>
                  <a:moveTo>
                    <a:pt x="83329" y="8804"/>
                  </a:moveTo>
                  <a:cubicBezTo>
                    <a:pt x="83261" y="8804"/>
                    <a:pt x="83227" y="8838"/>
                    <a:pt x="83227" y="8873"/>
                  </a:cubicBezTo>
                  <a:cubicBezTo>
                    <a:pt x="83193" y="8907"/>
                    <a:pt x="83227" y="8975"/>
                    <a:pt x="83261" y="8975"/>
                  </a:cubicBezTo>
                  <a:lnTo>
                    <a:pt x="83363" y="9009"/>
                  </a:lnTo>
                  <a:lnTo>
                    <a:pt x="83397" y="9009"/>
                  </a:lnTo>
                  <a:cubicBezTo>
                    <a:pt x="83432" y="9009"/>
                    <a:pt x="83466" y="9009"/>
                    <a:pt x="83500" y="8975"/>
                  </a:cubicBezTo>
                  <a:cubicBezTo>
                    <a:pt x="83500" y="8907"/>
                    <a:pt x="83466" y="8873"/>
                    <a:pt x="83432" y="8838"/>
                  </a:cubicBezTo>
                  <a:lnTo>
                    <a:pt x="83329" y="8804"/>
                  </a:lnTo>
                  <a:close/>
                  <a:moveTo>
                    <a:pt x="83875" y="8975"/>
                  </a:moveTo>
                  <a:cubicBezTo>
                    <a:pt x="83807" y="8975"/>
                    <a:pt x="83773" y="9009"/>
                    <a:pt x="83773" y="9043"/>
                  </a:cubicBezTo>
                  <a:cubicBezTo>
                    <a:pt x="83739" y="9077"/>
                    <a:pt x="83773" y="9146"/>
                    <a:pt x="83807" y="9146"/>
                  </a:cubicBezTo>
                  <a:lnTo>
                    <a:pt x="83943" y="9180"/>
                  </a:lnTo>
                  <a:cubicBezTo>
                    <a:pt x="83978" y="9180"/>
                    <a:pt x="84012" y="9146"/>
                    <a:pt x="84046" y="9111"/>
                  </a:cubicBezTo>
                  <a:cubicBezTo>
                    <a:pt x="84046" y="9077"/>
                    <a:pt x="84012" y="9043"/>
                    <a:pt x="83978" y="9009"/>
                  </a:cubicBezTo>
                  <a:lnTo>
                    <a:pt x="83875" y="8975"/>
                  </a:lnTo>
                  <a:close/>
                  <a:moveTo>
                    <a:pt x="342" y="9043"/>
                  </a:moveTo>
                  <a:cubicBezTo>
                    <a:pt x="308" y="9043"/>
                    <a:pt x="274" y="9077"/>
                    <a:pt x="274" y="9111"/>
                  </a:cubicBezTo>
                  <a:lnTo>
                    <a:pt x="274" y="9214"/>
                  </a:lnTo>
                  <a:cubicBezTo>
                    <a:pt x="240" y="9282"/>
                    <a:pt x="308" y="9316"/>
                    <a:pt x="342" y="9316"/>
                  </a:cubicBezTo>
                  <a:cubicBezTo>
                    <a:pt x="376" y="9316"/>
                    <a:pt x="444" y="9282"/>
                    <a:pt x="444" y="9214"/>
                  </a:cubicBezTo>
                  <a:lnTo>
                    <a:pt x="444" y="9111"/>
                  </a:lnTo>
                  <a:cubicBezTo>
                    <a:pt x="444" y="9077"/>
                    <a:pt x="376" y="9043"/>
                    <a:pt x="342" y="9043"/>
                  </a:cubicBezTo>
                  <a:close/>
                  <a:moveTo>
                    <a:pt x="84421" y="9146"/>
                  </a:moveTo>
                  <a:cubicBezTo>
                    <a:pt x="84387" y="9146"/>
                    <a:pt x="84319" y="9146"/>
                    <a:pt x="84319" y="9214"/>
                  </a:cubicBezTo>
                  <a:cubicBezTo>
                    <a:pt x="84285" y="9248"/>
                    <a:pt x="84319" y="9282"/>
                    <a:pt x="84353" y="9316"/>
                  </a:cubicBezTo>
                  <a:lnTo>
                    <a:pt x="84489" y="9350"/>
                  </a:lnTo>
                  <a:cubicBezTo>
                    <a:pt x="84524" y="9350"/>
                    <a:pt x="84558" y="9316"/>
                    <a:pt x="84592" y="9282"/>
                  </a:cubicBezTo>
                  <a:cubicBezTo>
                    <a:pt x="84592" y="9248"/>
                    <a:pt x="84558" y="9180"/>
                    <a:pt x="84524" y="9180"/>
                  </a:cubicBezTo>
                  <a:lnTo>
                    <a:pt x="84421" y="9146"/>
                  </a:lnTo>
                  <a:close/>
                  <a:moveTo>
                    <a:pt x="84931" y="9302"/>
                  </a:moveTo>
                  <a:cubicBezTo>
                    <a:pt x="84899" y="9302"/>
                    <a:pt x="84865" y="9326"/>
                    <a:pt x="84865" y="9350"/>
                  </a:cubicBezTo>
                  <a:cubicBezTo>
                    <a:pt x="84831" y="9419"/>
                    <a:pt x="84865" y="9453"/>
                    <a:pt x="84899" y="9487"/>
                  </a:cubicBezTo>
                  <a:lnTo>
                    <a:pt x="85035" y="9521"/>
                  </a:lnTo>
                  <a:cubicBezTo>
                    <a:pt x="85104" y="9521"/>
                    <a:pt x="85138" y="9487"/>
                    <a:pt x="85138" y="9453"/>
                  </a:cubicBezTo>
                  <a:cubicBezTo>
                    <a:pt x="85138" y="9419"/>
                    <a:pt x="85104" y="9350"/>
                    <a:pt x="85069" y="9350"/>
                  </a:cubicBezTo>
                  <a:lnTo>
                    <a:pt x="84967" y="9316"/>
                  </a:lnTo>
                  <a:cubicBezTo>
                    <a:pt x="84957" y="9306"/>
                    <a:pt x="84944" y="9302"/>
                    <a:pt x="84931" y="9302"/>
                  </a:cubicBezTo>
                  <a:close/>
                  <a:moveTo>
                    <a:pt x="85477" y="9473"/>
                  </a:moveTo>
                  <a:cubicBezTo>
                    <a:pt x="85445" y="9473"/>
                    <a:pt x="85411" y="9497"/>
                    <a:pt x="85411" y="9521"/>
                  </a:cubicBezTo>
                  <a:cubicBezTo>
                    <a:pt x="85377" y="9589"/>
                    <a:pt x="85411" y="9623"/>
                    <a:pt x="85479" y="9623"/>
                  </a:cubicBezTo>
                  <a:lnTo>
                    <a:pt x="85581" y="9657"/>
                  </a:lnTo>
                  <a:cubicBezTo>
                    <a:pt x="85650" y="9657"/>
                    <a:pt x="85684" y="9657"/>
                    <a:pt x="85684" y="9623"/>
                  </a:cubicBezTo>
                  <a:cubicBezTo>
                    <a:pt x="85684" y="9555"/>
                    <a:pt x="85684" y="9521"/>
                    <a:pt x="85615" y="9487"/>
                  </a:cubicBezTo>
                  <a:lnTo>
                    <a:pt x="85513" y="9487"/>
                  </a:lnTo>
                  <a:cubicBezTo>
                    <a:pt x="85503" y="9477"/>
                    <a:pt x="85490" y="9473"/>
                    <a:pt x="85477" y="9473"/>
                  </a:cubicBezTo>
                  <a:close/>
                  <a:moveTo>
                    <a:pt x="86059" y="9623"/>
                  </a:moveTo>
                  <a:cubicBezTo>
                    <a:pt x="86025" y="9623"/>
                    <a:pt x="85957" y="9657"/>
                    <a:pt x="85957" y="9691"/>
                  </a:cubicBezTo>
                  <a:cubicBezTo>
                    <a:pt x="85957" y="9726"/>
                    <a:pt x="85957" y="9794"/>
                    <a:pt x="86025" y="9794"/>
                  </a:cubicBezTo>
                  <a:lnTo>
                    <a:pt x="86127" y="9828"/>
                  </a:lnTo>
                  <a:lnTo>
                    <a:pt x="86161" y="9828"/>
                  </a:lnTo>
                  <a:cubicBezTo>
                    <a:pt x="86196" y="9828"/>
                    <a:pt x="86230" y="9794"/>
                    <a:pt x="86230" y="9760"/>
                  </a:cubicBezTo>
                  <a:cubicBezTo>
                    <a:pt x="86230" y="9726"/>
                    <a:pt x="86230" y="9691"/>
                    <a:pt x="86161" y="9657"/>
                  </a:cubicBezTo>
                  <a:lnTo>
                    <a:pt x="86059" y="9623"/>
                  </a:lnTo>
                  <a:close/>
                  <a:moveTo>
                    <a:pt x="342" y="9589"/>
                  </a:moveTo>
                  <a:cubicBezTo>
                    <a:pt x="308" y="9589"/>
                    <a:pt x="240" y="9623"/>
                    <a:pt x="240" y="9691"/>
                  </a:cubicBezTo>
                  <a:lnTo>
                    <a:pt x="240" y="9794"/>
                  </a:lnTo>
                  <a:cubicBezTo>
                    <a:pt x="240" y="9862"/>
                    <a:pt x="308" y="9896"/>
                    <a:pt x="342" y="9896"/>
                  </a:cubicBezTo>
                  <a:cubicBezTo>
                    <a:pt x="376" y="9896"/>
                    <a:pt x="410" y="9862"/>
                    <a:pt x="410" y="9794"/>
                  </a:cubicBezTo>
                  <a:lnTo>
                    <a:pt x="444" y="9691"/>
                  </a:lnTo>
                  <a:cubicBezTo>
                    <a:pt x="444" y="9623"/>
                    <a:pt x="376" y="9589"/>
                    <a:pt x="342" y="9589"/>
                  </a:cubicBezTo>
                  <a:close/>
                  <a:moveTo>
                    <a:pt x="86605" y="9794"/>
                  </a:moveTo>
                  <a:cubicBezTo>
                    <a:pt x="86571" y="9794"/>
                    <a:pt x="86503" y="9794"/>
                    <a:pt x="86503" y="9862"/>
                  </a:cubicBezTo>
                  <a:cubicBezTo>
                    <a:pt x="86503" y="9896"/>
                    <a:pt x="86503" y="9964"/>
                    <a:pt x="86571" y="9964"/>
                  </a:cubicBezTo>
                  <a:lnTo>
                    <a:pt x="86673" y="9999"/>
                  </a:lnTo>
                  <a:lnTo>
                    <a:pt x="86707" y="9999"/>
                  </a:lnTo>
                  <a:cubicBezTo>
                    <a:pt x="86742" y="9999"/>
                    <a:pt x="86776" y="9964"/>
                    <a:pt x="86776" y="9930"/>
                  </a:cubicBezTo>
                  <a:cubicBezTo>
                    <a:pt x="86776" y="9896"/>
                    <a:pt x="86776" y="9828"/>
                    <a:pt x="86707" y="9828"/>
                  </a:cubicBezTo>
                  <a:lnTo>
                    <a:pt x="86605" y="9794"/>
                  </a:lnTo>
                  <a:close/>
                  <a:moveTo>
                    <a:pt x="87124" y="9951"/>
                  </a:moveTo>
                  <a:cubicBezTo>
                    <a:pt x="87099" y="9951"/>
                    <a:pt x="87074" y="9983"/>
                    <a:pt x="87049" y="10033"/>
                  </a:cubicBezTo>
                  <a:cubicBezTo>
                    <a:pt x="87049" y="10067"/>
                    <a:pt x="87049" y="10101"/>
                    <a:pt x="87117" y="10135"/>
                  </a:cubicBezTo>
                  <a:lnTo>
                    <a:pt x="87219" y="10169"/>
                  </a:lnTo>
                  <a:lnTo>
                    <a:pt x="87253" y="10169"/>
                  </a:lnTo>
                  <a:cubicBezTo>
                    <a:pt x="87287" y="10169"/>
                    <a:pt x="87322" y="10135"/>
                    <a:pt x="87322" y="10101"/>
                  </a:cubicBezTo>
                  <a:cubicBezTo>
                    <a:pt x="87356" y="10067"/>
                    <a:pt x="87322" y="9999"/>
                    <a:pt x="87253" y="9999"/>
                  </a:cubicBezTo>
                  <a:lnTo>
                    <a:pt x="87151" y="9964"/>
                  </a:lnTo>
                  <a:cubicBezTo>
                    <a:pt x="87142" y="9955"/>
                    <a:pt x="87133" y="9951"/>
                    <a:pt x="87124" y="9951"/>
                  </a:cubicBezTo>
                  <a:close/>
                  <a:moveTo>
                    <a:pt x="87667" y="10121"/>
                  </a:moveTo>
                  <a:cubicBezTo>
                    <a:pt x="87643" y="10121"/>
                    <a:pt x="87619" y="10145"/>
                    <a:pt x="87595" y="10169"/>
                  </a:cubicBezTo>
                  <a:cubicBezTo>
                    <a:pt x="87595" y="10237"/>
                    <a:pt x="87629" y="10272"/>
                    <a:pt x="87663" y="10272"/>
                  </a:cubicBezTo>
                  <a:lnTo>
                    <a:pt x="87765" y="10306"/>
                  </a:lnTo>
                  <a:cubicBezTo>
                    <a:pt x="87765" y="10306"/>
                    <a:pt x="87799" y="10340"/>
                    <a:pt x="87799" y="10340"/>
                  </a:cubicBezTo>
                  <a:cubicBezTo>
                    <a:pt x="87833" y="10340"/>
                    <a:pt x="87868" y="10306"/>
                    <a:pt x="87868" y="10272"/>
                  </a:cubicBezTo>
                  <a:cubicBezTo>
                    <a:pt x="87902" y="10203"/>
                    <a:pt x="87868" y="10169"/>
                    <a:pt x="87833" y="10169"/>
                  </a:cubicBezTo>
                  <a:lnTo>
                    <a:pt x="87697" y="10135"/>
                  </a:lnTo>
                  <a:cubicBezTo>
                    <a:pt x="87687" y="10125"/>
                    <a:pt x="87677" y="10121"/>
                    <a:pt x="87667" y="10121"/>
                  </a:cubicBezTo>
                  <a:close/>
                  <a:moveTo>
                    <a:pt x="342" y="10169"/>
                  </a:moveTo>
                  <a:cubicBezTo>
                    <a:pt x="308" y="10169"/>
                    <a:pt x="240" y="10203"/>
                    <a:pt x="240" y="10272"/>
                  </a:cubicBezTo>
                  <a:lnTo>
                    <a:pt x="240" y="10374"/>
                  </a:lnTo>
                  <a:cubicBezTo>
                    <a:pt x="240" y="10408"/>
                    <a:pt x="308" y="10442"/>
                    <a:pt x="342" y="10442"/>
                  </a:cubicBezTo>
                  <a:cubicBezTo>
                    <a:pt x="376" y="10442"/>
                    <a:pt x="410" y="10408"/>
                    <a:pt x="410" y="10374"/>
                  </a:cubicBezTo>
                  <a:lnTo>
                    <a:pt x="410" y="10272"/>
                  </a:lnTo>
                  <a:cubicBezTo>
                    <a:pt x="410" y="10203"/>
                    <a:pt x="376" y="10169"/>
                    <a:pt x="342" y="10169"/>
                  </a:cubicBezTo>
                  <a:close/>
                  <a:moveTo>
                    <a:pt x="88175" y="10340"/>
                  </a:moveTo>
                  <a:cubicBezTo>
                    <a:pt x="88106" y="10340"/>
                    <a:pt x="88072" y="10374"/>
                    <a:pt x="88072" y="10408"/>
                  </a:cubicBezTo>
                  <a:lnTo>
                    <a:pt x="88072" y="10545"/>
                  </a:lnTo>
                  <a:cubicBezTo>
                    <a:pt x="88072" y="10579"/>
                    <a:pt x="88106" y="10613"/>
                    <a:pt x="88175" y="10613"/>
                  </a:cubicBezTo>
                  <a:cubicBezTo>
                    <a:pt x="88209" y="10613"/>
                    <a:pt x="88243" y="10579"/>
                    <a:pt x="88243" y="10545"/>
                  </a:cubicBezTo>
                  <a:lnTo>
                    <a:pt x="88243" y="10408"/>
                  </a:lnTo>
                  <a:cubicBezTo>
                    <a:pt x="88243" y="10374"/>
                    <a:pt x="88209" y="10340"/>
                    <a:pt x="88175" y="10340"/>
                  </a:cubicBezTo>
                  <a:close/>
                  <a:moveTo>
                    <a:pt x="342" y="10749"/>
                  </a:moveTo>
                  <a:cubicBezTo>
                    <a:pt x="274" y="10749"/>
                    <a:pt x="240" y="10783"/>
                    <a:pt x="240" y="10818"/>
                  </a:cubicBezTo>
                  <a:lnTo>
                    <a:pt x="240" y="10954"/>
                  </a:lnTo>
                  <a:cubicBezTo>
                    <a:pt x="240" y="10988"/>
                    <a:pt x="274" y="11022"/>
                    <a:pt x="342" y="11022"/>
                  </a:cubicBezTo>
                  <a:cubicBezTo>
                    <a:pt x="376" y="11022"/>
                    <a:pt x="410" y="10988"/>
                    <a:pt x="410" y="10954"/>
                  </a:cubicBezTo>
                  <a:lnTo>
                    <a:pt x="410" y="10818"/>
                  </a:lnTo>
                  <a:cubicBezTo>
                    <a:pt x="410" y="10783"/>
                    <a:pt x="376" y="10749"/>
                    <a:pt x="342" y="10749"/>
                  </a:cubicBezTo>
                  <a:close/>
                  <a:moveTo>
                    <a:pt x="88175" y="10920"/>
                  </a:moveTo>
                  <a:cubicBezTo>
                    <a:pt x="88106" y="10920"/>
                    <a:pt x="88072" y="10954"/>
                    <a:pt x="88072" y="10988"/>
                  </a:cubicBezTo>
                  <a:lnTo>
                    <a:pt x="88072" y="11125"/>
                  </a:lnTo>
                  <a:cubicBezTo>
                    <a:pt x="88072" y="11159"/>
                    <a:pt x="88106" y="11193"/>
                    <a:pt x="88175" y="11193"/>
                  </a:cubicBezTo>
                  <a:cubicBezTo>
                    <a:pt x="88209" y="11193"/>
                    <a:pt x="88243" y="11159"/>
                    <a:pt x="88243" y="11125"/>
                  </a:cubicBezTo>
                  <a:lnTo>
                    <a:pt x="88243" y="10988"/>
                  </a:lnTo>
                  <a:cubicBezTo>
                    <a:pt x="88243" y="10954"/>
                    <a:pt x="88209" y="10920"/>
                    <a:pt x="88175" y="10920"/>
                  </a:cubicBezTo>
                  <a:close/>
                  <a:moveTo>
                    <a:pt x="342" y="11329"/>
                  </a:moveTo>
                  <a:cubicBezTo>
                    <a:pt x="274" y="11329"/>
                    <a:pt x="240" y="11364"/>
                    <a:pt x="240" y="11398"/>
                  </a:cubicBezTo>
                  <a:lnTo>
                    <a:pt x="240" y="11500"/>
                  </a:lnTo>
                  <a:cubicBezTo>
                    <a:pt x="240" y="11568"/>
                    <a:pt x="274" y="11602"/>
                    <a:pt x="342" y="11602"/>
                  </a:cubicBezTo>
                  <a:cubicBezTo>
                    <a:pt x="376" y="11602"/>
                    <a:pt x="410" y="11568"/>
                    <a:pt x="410" y="11534"/>
                  </a:cubicBezTo>
                  <a:lnTo>
                    <a:pt x="410" y="11398"/>
                  </a:lnTo>
                  <a:cubicBezTo>
                    <a:pt x="410" y="11364"/>
                    <a:pt x="376" y="11329"/>
                    <a:pt x="342" y="11329"/>
                  </a:cubicBezTo>
                  <a:close/>
                  <a:moveTo>
                    <a:pt x="88175" y="11466"/>
                  </a:moveTo>
                  <a:cubicBezTo>
                    <a:pt x="88106" y="11466"/>
                    <a:pt x="88072" y="11534"/>
                    <a:pt x="88072" y="11568"/>
                  </a:cubicBezTo>
                  <a:lnTo>
                    <a:pt x="88072" y="11671"/>
                  </a:lnTo>
                  <a:cubicBezTo>
                    <a:pt x="88072" y="11739"/>
                    <a:pt x="88106" y="11773"/>
                    <a:pt x="88175" y="11773"/>
                  </a:cubicBezTo>
                  <a:cubicBezTo>
                    <a:pt x="88209" y="11773"/>
                    <a:pt x="88243" y="11739"/>
                    <a:pt x="88243" y="11671"/>
                  </a:cubicBezTo>
                  <a:lnTo>
                    <a:pt x="88243" y="11568"/>
                  </a:lnTo>
                  <a:cubicBezTo>
                    <a:pt x="88243" y="11534"/>
                    <a:pt x="88209" y="11466"/>
                    <a:pt x="88175" y="11466"/>
                  </a:cubicBezTo>
                  <a:close/>
                  <a:moveTo>
                    <a:pt x="342" y="11875"/>
                  </a:moveTo>
                  <a:cubicBezTo>
                    <a:pt x="274" y="11875"/>
                    <a:pt x="240" y="11944"/>
                    <a:pt x="240" y="11978"/>
                  </a:cubicBezTo>
                  <a:lnTo>
                    <a:pt x="240" y="12080"/>
                  </a:lnTo>
                  <a:cubicBezTo>
                    <a:pt x="240" y="12148"/>
                    <a:pt x="274" y="12182"/>
                    <a:pt x="342" y="12182"/>
                  </a:cubicBezTo>
                  <a:cubicBezTo>
                    <a:pt x="376" y="12182"/>
                    <a:pt x="410" y="12148"/>
                    <a:pt x="410" y="12080"/>
                  </a:cubicBezTo>
                  <a:lnTo>
                    <a:pt x="410" y="11978"/>
                  </a:lnTo>
                  <a:cubicBezTo>
                    <a:pt x="410" y="11944"/>
                    <a:pt x="376" y="11875"/>
                    <a:pt x="342" y="11875"/>
                  </a:cubicBezTo>
                  <a:close/>
                  <a:moveTo>
                    <a:pt x="88175" y="12046"/>
                  </a:moveTo>
                  <a:cubicBezTo>
                    <a:pt x="88106" y="12046"/>
                    <a:pt x="88072" y="12080"/>
                    <a:pt x="88072" y="12148"/>
                  </a:cubicBezTo>
                  <a:lnTo>
                    <a:pt x="88072" y="12251"/>
                  </a:lnTo>
                  <a:cubicBezTo>
                    <a:pt x="88072" y="12285"/>
                    <a:pt x="88106" y="12353"/>
                    <a:pt x="88175" y="12353"/>
                  </a:cubicBezTo>
                  <a:cubicBezTo>
                    <a:pt x="88209" y="12353"/>
                    <a:pt x="88243" y="12285"/>
                    <a:pt x="88243" y="12251"/>
                  </a:cubicBezTo>
                  <a:lnTo>
                    <a:pt x="88243" y="12148"/>
                  </a:lnTo>
                  <a:cubicBezTo>
                    <a:pt x="88243" y="12080"/>
                    <a:pt x="88209" y="12046"/>
                    <a:pt x="88175" y="12046"/>
                  </a:cubicBezTo>
                  <a:close/>
                  <a:moveTo>
                    <a:pt x="342" y="12455"/>
                  </a:moveTo>
                  <a:cubicBezTo>
                    <a:pt x="274" y="12455"/>
                    <a:pt x="240" y="12490"/>
                    <a:pt x="240" y="12558"/>
                  </a:cubicBezTo>
                  <a:lnTo>
                    <a:pt x="240" y="12660"/>
                  </a:lnTo>
                  <a:cubicBezTo>
                    <a:pt x="240" y="12694"/>
                    <a:pt x="274" y="12763"/>
                    <a:pt x="342" y="12763"/>
                  </a:cubicBezTo>
                  <a:cubicBezTo>
                    <a:pt x="376" y="12763"/>
                    <a:pt x="410" y="12694"/>
                    <a:pt x="410" y="12660"/>
                  </a:cubicBezTo>
                  <a:lnTo>
                    <a:pt x="410" y="12558"/>
                  </a:lnTo>
                  <a:cubicBezTo>
                    <a:pt x="410" y="12490"/>
                    <a:pt x="376" y="12455"/>
                    <a:pt x="342" y="12455"/>
                  </a:cubicBezTo>
                  <a:close/>
                  <a:moveTo>
                    <a:pt x="88175" y="12626"/>
                  </a:moveTo>
                  <a:cubicBezTo>
                    <a:pt x="88106" y="12626"/>
                    <a:pt x="88072" y="12660"/>
                    <a:pt x="88072" y="12728"/>
                  </a:cubicBezTo>
                  <a:lnTo>
                    <a:pt x="88072" y="12831"/>
                  </a:lnTo>
                  <a:cubicBezTo>
                    <a:pt x="88072" y="12865"/>
                    <a:pt x="88106" y="12899"/>
                    <a:pt x="88175" y="12899"/>
                  </a:cubicBezTo>
                  <a:cubicBezTo>
                    <a:pt x="88209" y="12899"/>
                    <a:pt x="88243" y="12865"/>
                    <a:pt x="88243" y="12831"/>
                  </a:cubicBezTo>
                  <a:lnTo>
                    <a:pt x="88243" y="12728"/>
                  </a:lnTo>
                  <a:cubicBezTo>
                    <a:pt x="88243" y="12660"/>
                    <a:pt x="88209" y="12626"/>
                    <a:pt x="88175" y="12626"/>
                  </a:cubicBezTo>
                  <a:close/>
                  <a:moveTo>
                    <a:pt x="342" y="13036"/>
                  </a:moveTo>
                  <a:cubicBezTo>
                    <a:pt x="274" y="13036"/>
                    <a:pt x="240" y="13070"/>
                    <a:pt x="240" y="13104"/>
                  </a:cubicBezTo>
                  <a:lnTo>
                    <a:pt x="240" y="13240"/>
                  </a:lnTo>
                  <a:cubicBezTo>
                    <a:pt x="240" y="13274"/>
                    <a:pt x="274" y="13309"/>
                    <a:pt x="342" y="13309"/>
                  </a:cubicBezTo>
                  <a:cubicBezTo>
                    <a:pt x="376" y="13309"/>
                    <a:pt x="410" y="13274"/>
                    <a:pt x="410" y="13240"/>
                  </a:cubicBezTo>
                  <a:lnTo>
                    <a:pt x="410" y="13104"/>
                  </a:lnTo>
                  <a:cubicBezTo>
                    <a:pt x="410" y="13070"/>
                    <a:pt x="376" y="13036"/>
                    <a:pt x="342" y="13036"/>
                  </a:cubicBezTo>
                  <a:close/>
                  <a:moveTo>
                    <a:pt x="88175" y="13206"/>
                  </a:moveTo>
                  <a:cubicBezTo>
                    <a:pt x="88106" y="13206"/>
                    <a:pt x="88072" y="13240"/>
                    <a:pt x="88072" y="13274"/>
                  </a:cubicBezTo>
                  <a:lnTo>
                    <a:pt x="88072" y="13411"/>
                  </a:lnTo>
                  <a:cubicBezTo>
                    <a:pt x="88072" y="13445"/>
                    <a:pt x="88106" y="13479"/>
                    <a:pt x="88175" y="13479"/>
                  </a:cubicBezTo>
                  <a:cubicBezTo>
                    <a:pt x="88209" y="13479"/>
                    <a:pt x="88243" y="13445"/>
                    <a:pt x="88243" y="13411"/>
                  </a:cubicBezTo>
                  <a:lnTo>
                    <a:pt x="88243" y="13274"/>
                  </a:lnTo>
                  <a:cubicBezTo>
                    <a:pt x="88243" y="13240"/>
                    <a:pt x="88209" y="13206"/>
                    <a:pt x="88175" y="13206"/>
                  </a:cubicBezTo>
                  <a:close/>
                  <a:moveTo>
                    <a:pt x="342" y="13616"/>
                  </a:moveTo>
                  <a:cubicBezTo>
                    <a:pt x="274" y="13616"/>
                    <a:pt x="240" y="13650"/>
                    <a:pt x="240" y="13684"/>
                  </a:cubicBezTo>
                  <a:lnTo>
                    <a:pt x="240" y="13820"/>
                  </a:lnTo>
                  <a:cubicBezTo>
                    <a:pt x="240" y="13855"/>
                    <a:pt x="274" y="13889"/>
                    <a:pt x="342" y="13889"/>
                  </a:cubicBezTo>
                  <a:cubicBezTo>
                    <a:pt x="376" y="13889"/>
                    <a:pt x="410" y="13855"/>
                    <a:pt x="410" y="13820"/>
                  </a:cubicBezTo>
                  <a:lnTo>
                    <a:pt x="410" y="13684"/>
                  </a:lnTo>
                  <a:cubicBezTo>
                    <a:pt x="410" y="13650"/>
                    <a:pt x="376" y="13616"/>
                    <a:pt x="342" y="13616"/>
                  </a:cubicBezTo>
                  <a:close/>
                  <a:moveTo>
                    <a:pt x="88175" y="13786"/>
                  </a:moveTo>
                  <a:cubicBezTo>
                    <a:pt x="88106" y="13786"/>
                    <a:pt x="88072" y="13820"/>
                    <a:pt x="88072" y="13855"/>
                  </a:cubicBezTo>
                  <a:lnTo>
                    <a:pt x="88072" y="13957"/>
                  </a:lnTo>
                  <a:cubicBezTo>
                    <a:pt x="88072" y="14025"/>
                    <a:pt x="88106" y="14059"/>
                    <a:pt x="88175" y="14059"/>
                  </a:cubicBezTo>
                  <a:cubicBezTo>
                    <a:pt x="88209" y="14059"/>
                    <a:pt x="88243" y="14025"/>
                    <a:pt x="88243" y="13957"/>
                  </a:cubicBezTo>
                  <a:lnTo>
                    <a:pt x="88243" y="13855"/>
                  </a:lnTo>
                  <a:cubicBezTo>
                    <a:pt x="88243" y="13820"/>
                    <a:pt x="88209" y="13786"/>
                    <a:pt x="88175" y="13786"/>
                  </a:cubicBezTo>
                  <a:close/>
                  <a:moveTo>
                    <a:pt x="342" y="14196"/>
                  </a:moveTo>
                  <a:cubicBezTo>
                    <a:pt x="274" y="14196"/>
                    <a:pt x="240" y="14230"/>
                    <a:pt x="240" y="14264"/>
                  </a:cubicBezTo>
                  <a:lnTo>
                    <a:pt x="240" y="14366"/>
                  </a:lnTo>
                  <a:cubicBezTo>
                    <a:pt x="240" y="14435"/>
                    <a:pt x="274" y="14469"/>
                    <a:pt x="342" y="14469"/>
                  </a:cubicBezTo>
                  <a:cubicBezTo>
                    <a:pt x="376" y="14469"/>
                    <a:pt x="410" y="14435"/>
                    <a:pt x="410" y="14366"/>
                  </a:cubicBezTo>
                  <a:lnTo>
                    <a:pt x="410" y="14264"/>
                  </a:lnTo>
                  <a:cubicBezTo>
                    <a:pt x="410" y="14230"/>
                    <a:pt x="376" y="14196"/>
                    <a:pt x="342" y="14196"/>
                  </a:cubicBezTo>
                  <a:close/>
                  <a:moveTo>
                    <a:pt x="88175" y="14332"/>
                  </a:moveTo>
                  <a:cubicBezTo>
                    <a:pt x="88106" y="14332"/>
                    <a:pt x="88072" y="14366"/>
                    <a:pt x="88072" y="14435"/>
                  </a:cubicBezTo>
                  <a:lnTo>
                    <a:pt x="88072" y="14537"/>
                  </a:lnTo>
                  <a:cubicBezTo>
                    <a:pt x="88072" y="14605"/>
                    <a:pt x="88106" y="14639"/>
                    <a:pt x="88175" y="14639"/>
                  </a:cubicBezTo>
                  <a:cubicBezTo>
                    <a:pt x="88209" y="14639"/>
                    <a:pt x="88243" y="14605"/>
                    <a:pt x="88243" y="14537"/>
                  </a:cubicBezTo>
                  <a:lnTo>
                    <a:pt x="88243" y="14435"/>
                  </a:lnTo>
                  <a:cubicBezTo>
                    <a:pt x="88243" y="14366"/>
                    <a:pt x="88209" y="14332"/>
                    <a:pt x="88175" y="14332"/>
                  </a:cubicBezTo>
                  <a:close/>
                  <a:moveTo>
                    <a:pt x="308" y="14742"/>
                  </a:moveTo>
                  <a:cubicBezTo>
                    <a:pt x="274" y="14742"/>
                    <a:pt x="240" y="14776"/>
                    <a:pt x="240" y="14844"/>
                  </a:cubicBezTo>
                  <a:lnTo>
                    <a:pt x="240" y="14946"/>
                  </a:lnTo>
                  <a:cubicBezTo>
                    <a:pt x="240" y="15015"/>
                    <a:pt x="274" y="15049"/>
                    <a:pt x="308" y="15049"/>
                  </a:cubicBezTo>
                  <a:cubicBezTo>
                    <a:pt x="376" y="15049"/>
                    <a:pt x="410" y="15015"/>
                    <a:pt x="410" y="14946"/>
                  </a:cubicBezTo>
                  <a:lnTo>
                    <a:pt x="410" y="14844"/>
                  </a:lnTo>
                  <a:cubicBezTo>
                    <a:pt x="410" y="14776"/>
                    <a:pt x="376" y="14742"/>
                    <a:pt x="308" y="14742"/>
                  </a:cubicBezTo>
                  <a:close/>
                  <a:moveTo>
                    <a:pt x="88175" y="14912"/>
                  </a:moveTo>
                  <a:cubicBezTo>
                    <a:pt x="88106" y="14912"/>
                    <a:pt x="88072" y="14946"/>
                    <a:pt x="88072" y="15015"/>
                  </a:cubicBezTo>
                  <a:lnTo>
                    <a:pt x="88072" y="15117"/>
                  </a:lnTo>
                  <a:cubicBezTo>
                    <a:pt x="88072" y="15151"/>
                    <a:pt x="88106" y="15185"/>
                    <a:pt x="88175" y="15185"/>
                  </a:cubicBezTo>
                  <a:cubicBezTo>
                    <a:pt x="88209" y="15185"/>
                    <a:pt x="88243" y="15151"/>
                    <a:pt x="88243" y="15117"/>
                  </a:cubicBezTo>
                  <a:lnTo>
                    <a:pt x="88243" y="15015"/>
                  </a:lnTo>
                  <a:cubicBezTo>
                    <a:pt x="88243" y="14946"/>
                    <a:pt x="88209" y="14912"/>
                    <a:pt x="88175" y="14912"/>
                  </a:cubicBezTo>
                  <a:close/>
                  <a:moveTo>
                    <a:pt x="308" y="15322"/>
                  </a:moveTo>
                  <a:cubicBezTo>
                    <a:pt x="274" y="15322"/>
                    <a:pt x="240" y="15356"/>
                    <a:pt x="240" y="15424"/>
                  </a:cubicBezTo>
                  <a:lnTo>
                    <a:pt x="240" y="15527"/>
                  </a:lnTo>
                  <a:cubicBezTo>
                    <a:pt x="240" y="15561"/>
                    <a:pt x="274" y="15595"/>
                    <a:pt x="308" y="15595"/>
                  </a:cubicBezTo>
                  <a:cubicBezTo>
                    <a:pt x="376" y="15595"/>
                    <a:pt x="410" y="15561"/>
                    <a:pt x="410" y="15527"/>
                  </a:cubicBezTo>
                  <a:lnTo>
                    <a:pt x="410" y="15424"/>
                  </a:lnTo>
                  <a:cubicBezTo>
                    <a:pt x="410" y="15356"/>
                    <a:pt x="376" y="15322"/>
                    <a:pt x="308" y="15322"/>
                  </a:cubicBezTo>
                  <a:close/>
                  <a:moveTo>
                    <a:pt x="88175" y="15492"/>
                  </a:moveTo>
                  <a:cubicBezTo>
                    <a:pt x="88106" y="15492"/>
                    <a:pt x="88072" y="15527"/>
                    <a:pt x="88072" y="15561"/>
                  </a:cubicBezTo>
                  <a:lnTo>
                    <a:pt x="88072" y="15697"/>
                  </a:lnTo>
                  <a:cubicBezTo>
                    <a:pt x="88072" y="15731"/>
                    <a:pt x="88106" y="15765"/>
                    <a:pt x="88175" y="15765"/>
                  </a:cubicBezTo>
                  <a:cubicBezTo>
                    <a:pt x="88209" y="15765"/>
                    <a:pt x="88243" y="15731"/>
                    <a:pt x="88243" y="15697"/>
                  </a:cubicBezTo>
                  <a:lnTo>
                    <a:pt x="88243" y="15561"/>
                  </a:lnTo>
                  <a:cubicBezTo>
                    <a:pt x="88243" y="15527"/>
                    <a:pt x="88209" y="15492"/>
                    <a:pt x="88175" y="15492"/>
                  </a:cubicBezTo>
                  <a:close/>
                  <a:moveTo>
                    <a:pt x="308" y="15902"/>
                  </a:moveTo>
                  <a:cubicBezTo>
                    <a:pt x="274" y="15902"/>
                    <a:pt x="240" y="15936"/>
                    <a:pt x="240" y="15970"/>
                  </a:cubicBezTo>
                  <a:lnTo>
                    <a:pt x="240" y="16107"/>
                  </a:lnTo>
                  <a:cubicBezTo>
                    <a:pt x="240" y="16141"/>
                    <a:pt x="274" y="16175"/>
                    <a:pt x="308" y="16175"/>
                  </a:cubicBezTo>
                  <a:cubicBezTo>
                    <a:pt x="376" y="16175"/>
                    <a:pt x="410" y="16141"/>
                    <a:pt x="410" y="16107"/>
                  </a:cubicBezTo>
                  <a:lnTo>
                    <a:pt x="410" y="15970"/>
                  </a:lnTo>
                  <a:cubicBezTo>
                    <a:pt x="410" y="15936"/>
                    <a:pt x="376" y="15902"/>
                    <a:pt x="308" y="15902"/>
                  </a:cubicBezTo>
                  <a:close/>
                  <a:moveTo>
                    <a:pt x="88175" y="16073"/>
                  </a:moveTo>
                  <a:cubicBezTo>
                    <a:pt x="88106" y="16073"/>
                    <a:pt x="88072" y="16107"/>
                    <a:pt x="88072" y="16141"/>
                  </a:cubicBezTo>
                  <a:lnTo>
                    <a:pt x="88072" y="16277"/>
                  </a:lnTo>
                  <a:cubicBezTo>
                    <a:pt x="88072" y="16311"/>
                    <a:pt x="88106" y="16345"/>
                    <a:pt x="88175" y="16345"/>
                  </a:cubicBezTo>
                  <a:cubicBezTo>
                    <a:pt x="88209" y="16345"/>
                    <a:pt x="88243" y="16311"/>
                    <a:pt x="88243" y="16277"/>
                  </a:cubicBezTo>
                  <a:lnTo>
                    <a:pt x="88243" y="16141"/>
                  </a:lnTo>
                  <a:cubicBezTo>
                    <a:pt x="88243" y="16107"/>
                    <a:pt x="88209" y="16073"/>
                    <a:pt x="88175" y="16073"/>
                  </a:cubicBezTo>
                  <a:close/>
                  <a:moveTo>
                    <a:pt x="308" y="16482"/>
                  </a:moveTo>
                  <a:cubicBezTo>
                    <a:pt x="274" y="16482"/>
                    <a:pt x="240" y="16516"/>
                    <a:pt x="240" y="16550"/>
                  </a:cubicBezTo>
                  <a:lnTo>
                    <a:pt x="240" y="16653"/>
                  </a:lnTo>
                  <a:cubicBezTo>
                    <a:pt x="240" y="16721"/>
                    <a:pt x="274" y="16755"/>
                    <a:pt x="308" y="16755"/>
                  </a:cubicBezTo>
                  <a:cubicBezTo>
                    <a:pt x="376" y="16755"/>
                    <a:pt x="410" y="16721"/>
                    <a:pt x="410" y="16687"/>
                  </a:cubicBezTo>
                  <a:lnTo>
                    <a:pt x="410" y="16550"/>
                  </a:lnTo>
                  <a:cubicBezTo>
                    <a:pt x="410" y="16516"/>
                    <a:pt x="376" y="16482"/>
                    <a:pt x="308" y="16482"/>
                  </a:cubicBezTo>
                  <a:close/>
                  <a:moveTo>
                    <a:pt x="88175" y="16618"/>
                  </a:moveTo>
                  <a:cubicBezTo>
                    <a:pt x="88106" y="16618"/>
                    <a:pt x="88072" y="16687"/>
                    <a:pt x="88072" y="16721"/>
                  </a:cubicBezTo>
                  <a:lnTo>
                    <a:pt x="88072" y="16823"/>
                  </a:lnTo>
                  <a:cubicBezTo>
                    <a:pt x="88072" y="16891"/>
                    <a:pt x="88106" y="16926"/>
                    <a:pt x="88175" y="16926"/>
                  </a:cubicBezTo>
                  <a:cubicBezTo>
                    <a:pt x="88209" y="16926"/>
                    <a:pt x="88243" y="16891"/>
                    <a:pt x="88243" y="16823"/>
                  </a:cubicBezTo>
                  <a:lnTo>
                    <a:pt x="88243" y="16721"/>
                  </a:lnTo>
                  <a:cubicBezTo>
                    <a:pt x="88243" y="16687"/>
                    <a:pt x="88209" y="16618"/>
                    <a:pt x="88175" y="16618"/>
                  </a:cubicBezTo>
                  <a:close/>
                  <a:moveTo>
                    <a:pt x="308" y="17028"/>
                  </a:moveTo>
                  <a:cubicBezTo>
                    <a:pt x="274" y="17062"/>
                    <a:pt x="240" y="17096"/>
                    <a:pt x="240" y="17130"/>
                  </a:cubicBezTo>
                  <a:lnTo>
                    <a:pt x="240" y="17233"/>
                  </a:lnTo>
                  <a:cubicBezTo>
                    <a:pt x="240" y="17301"/>
                    <a:pt x="274" y="17335"/>
                    <a:pt x="308" y="17335"/>
                  </a:cubicBezTo>
                  <a:cubicBezTo>
                    <a:pt x="376" y="17335"/>
                    <a:pt x="410" y="17301"/>
                    <a:pt x="410" y="17233"/>
                  </a:cubicBezTo>
                  <a:lnTo>
                    <a:pt x="410" y="17130"/>
                  </a:lnTo>
                  <a:cubicBezTo>
                    <a:pt x="410" y="17096"/>
                    <a:pt x="376" y="17028"/>
                    <a:pt x="308" y="17028"/>
                  </a:cubicBezTo>
                  <a:close/>
                  <a:moveTo>
                    <a:pt x="88175" y="17199"/>
                  </a:moveTo>
                  <a:cubicBezTo>
                    <a:pt x="88106" y="17199"/>
                    <a:pt x="88072" y="17233"/>
                    <a:pt x="88072" y="17301"/>
                  </a:cubicBezTo>
                  <a:lnTo>
                    <a:pt x="88072" y="17403"/>
                  </a:lnTo>
                  <a:cubicBezTo>
                    <a:pt x="88072" y="17437"/>
                    <a:pt x="88106" y="17506"/>
                    <a:pt x="88175" y="17506"/>
                  </a:cubicBezTo>
                  <a:cubicBezTo>
                    <a:pt x="88209" y="17506"/>
                    <a:pt x="88243" y="17437"/>
                    <a:pt x="88243" y="17403"/>
                  </a:cubicBezTo>
                  <a:lnTo>
                    <a:pt x="88243" y="17301"/>
                  </a:lnTo>
                  <a:cubicBezTo>
                    <a:pt x="88243" y="17233"/>
                    <a:pt x="88209" y="17199"/>
                    <a:pt x="88175" y="17199"/>
                  </a:cubicBezTo>
                  <a:close/>
                  <a:moveTo>
                    <a:pt x="308" y="17608"/>
                  </a:moveTo>
                  <a:cubicBezTo>
                    <a:pt x="274" y="17608"/>
                    <a:pt x="240" y="17642"/>
                    <a:pt x="240" y="17710"/>
                  </a:cubicBezTo>
                  <a:lnTo>
                    <a:pt x="240" y="17813"/>
                  </a:lnTo>
                  <a:cubicBezTo>
                    <a:pt x="240" y="17847"/>
                    <a:pt x="274" y="17915"/>
                    <a:pt x="308" y="17915"/>
                  </a:cubicBezTo>
                  <a:cubicBezTo>
                    <a:pt x="376" y="17915"/>
                    <a:pt x="410" y="17847"/>
                    <a:pt x="410" y="17813"/>
                  </a:cubicBezTo>
                  <a:lnTo>
                    <a:pt x="410" y="17710"/>
                  </a:lnTo>
                  <a:cubicBezTo>
                    <a:pt x="410" y="17642"/>
                    <a:pt x="376" y="17608"/>
                    <a:pt x="308" y="17608"/>
                  </a:cubicBezTo>
                  <a:close/>
                  <a:moveTo>
                    <a:pt x="88175" y="17779"/>
                  </a:moveTo>
                  <a:cubicBezTo>
                    <a:pt x="88106" y="17779"/>
                    <a:pt x="88072" y="17813"/>
                    <a:pt x="88072" y="17881"/>
                  </a:cubicBezTo>
                  <a:lnTo>
                    <a:pt x="88072" y="17983"/>
                  </a:lnTo>
                  <a:cubicBezTo>
                    <a:pt x="88072" y="18018"/>
                    <a:pt x="88106" y="18052"/>
                    <a:pt x="88175" y="18052"/>
                  </a:cubicBezTo>
                  <a:cubicBezTo>
                    <a:pt x="88209" y="18052"/>
                    <a:pt x="88243" y="18018"/>
                    <a:pt x="88243" y="17983"/>
                  </a:cubicBezTo>
                  <a:lnTo>
                    <a:pt x="88243" y="17847"/>
                  </a:lnTo>
                  <a:cubicBezTo>
                    <a:pt x="88243" y="17813"/>
                    <a:pt x="88209" y="17779"/>
                    <a:pt x="88175" y="17779"/>
                  </a:cubicBezTo>
                  <a:close/>
                  <a:moveTo>
                    <a:pt x="308" y="18188"/>
                  </a:moveTo>
                  <a:cubicBezTo>
                    <a:pt x="274" y="18188"/>
                    <a:pt x="240" y="18222"/>
                    <a:pt x="240" y="18256"/>
                  </a:cubicBezTo>
                  <a:lnTo>
                    <a:pt x="240" y="18393"/>
                  </a:lnTo>
                  <a:cubicBezTo>
                    <a:pt x="240" y="18427"/>
                    <a:pt x="274" y="18461"/>
                    <a:pt x="308" y="18461"/>
                  </a:cubicBezTo>
                  <a:cubicBezTo>
                    <a:pt x="376" y="18461"/>
                    <a:pt x="410" y="18427"/>
                    <a:pt x="410" y="18393"/>
                  </a:cubicBezTo>
                  <a:lnTo>
                    <a:pt x="410" y="18256"/>
                  </a:lnTo>
                  <a:cubicBezTo>
                    <a:pt x="410" y="18222"/>
                    <a:pt x="376" y="18188"/>
                    <a:pt x="308" y="18188"/>
                  </a:cubicBezTo>
                  <a:close/>
                  <a:moveTo>
                    <a:pt x="88175" y="18359"/>
                  </a:moveTo>
                  <a:cubicBezTo>
                    <a:pt x="88106" y="18359"/>
                    <a:pt x="88072" y="18393"/>
                    <a:pt x="88072" y="18427"/>
                  </a:cubicBezTo>
                  <a:lnTo>
                    <a:pt x="88072" y="18563"/>
                  </a:lnTo>
                  <a:cubicBezTo>
                    <a:pt x="88072" y="18598"/>
                    <a:pt x="88106" y="18632"/>
                    <a:pt x="88175" y="18632"/>
                  </a:cubicBezTo>
                  <a:cubicBezTo>
                    <a:pt x="88209" y="18632"/>
                    <a:pt x="88243" y="18598"/>
                    <a:pt x="88243" y="18563"/>
                  </a:cubicBezTo>
                  <a:lnTo>
                    <a:pt x="88243" y="18427"/>
                  </a:lnTo>
                  <a:cubicBezTo>
                    <a:pt x="88243" y="18393"/>
                    <a:pt x="88209" y="18359"/>
                    <a:pt x="88175" y="18359"/>
                  </a:cubicBezTo>
                  <a:close/>
                  <a:moveTo>
                    <a:pt x="308" y="18768"/>
                  </a:moveTo>
                  <a:cubicBezTo>
                    <a:pt x="274" y="18768"/>
                    <a:pt x="240" y="18802"/>
                    <a:pt x="240" y="18836"/>
                  </a:cubicBezTo>
                  <a:lnTo>
                    <a:pt x="240" y="18973"/>
                  </a:lnTo>
                  <a:cubicBezTo>
                    <a:pt x="240" y="19007"/>
                    <a:pt x="274" y="19041"/>
                    <a:pt x="308" y="19041"/>
                  </a:cubicBezTo>
                  <a:cubicBezTo>
                    <a:pt x="342" y="19041"/>
                    <a:pt x="410" y="19007"/>
                    <a:pt x="410" y="18973"/>
                  </a:cubicBezTo>
                  <a:lnTo>
                    <a:pt x="410" y="18836"/>
                  </a:lnTo>
                  <a:cubicBezTo>
                    <a:pt x="410" y="18802"/>
                    <a:pt x="342" y="18768"/>
                    <a:pt x="308" y="18768"/>
                  </a:cubicBezTo>
                  <a:close/>
                  <a:moveTo>
                    <a:pt x="88175" y="18939"/>
                  </a:moveTo>
                  <a:cubicBezTo>
                    <a:pt x="88106" y="18939"/>
                    <a:pt x="88072" y="18973"/>
                    <a:pt x="88072" y="19007"/>
                  </a:cubicBezTo>
                  <a:lnTo>
                    <a:pt x="88072" y="19109"/>
                  </a:lnTo>
                  <a:cubicBezTo>
                    <a:pt x="88072" y="19178"/>
                    <a:pt x="88106" y="19212"/>
                    <a:pt x="88175" y="19212"/>
                  </a:cubicBezTo>
                  <a:cubicBezTo>
                    <a:pt x="88209" y="19212"/>
                    <a:pt x="88243" y="19178"/>
                    <a:pt x="88243" y="19109"/>
                  </a:cubicBezTo>
                  <a:lnTo>
                    <a:pt x="88243" y="19007"/>
                  </a:lnTo>
                  <a:cubicBezTo>
                    <a:pt x="88243" y="18973"/>
                    <a:pt x="88209" y="18939"/>
                    <a:pt x="88175" y="18939"/>
                  </a:cubicBezTo>
                  <a:close/>
                  <a:moveTo>
                    <a:pt x="289" y="19339"/>
                  </a:moveTo>
                  <a:cubicBezTo>
                    <a:pt x="262" y="19339"/>
                    <a:pt x="240" y="19389"/>
                    <a:pt x="240" y="19417"/>
                  </a:cubicBezTo>
                  <a:lnTo>
                    <a:pt x="206" y="19519"/>
                  </a:lnTo>
                  <a:cubicBezTo>
                    <a:pt x="206" y="19587"/>
                    <a:pt x="274" y="19621"/>
                    <a:pt x="308" y="19621"/>
                  </a:cubicBezTo>
                  <a:cubicBezTo>
                    <a:pt x="342" y="19621"/>
                    <a:pt x="410" y="19587"/>
                    <a:pt x="410" y="19519"/>
                  </a:cubicBezTo>
                  <a:lnTo>
                    <a:pt x="410" y="19417"/>
                  </a:lnTo>
                  <a:cubicBezTo>
                    <a:pt x="410" y="19382"/>
                    <a:pt x="342" y="19348"/>
                    <a:pt x="308" y="19348"/>
                  </a:cubicBezTo>
                  <a:cubicBezTo>
                    <a:pt x="301" y="19342"/>
                    <a:pt x="295" y="19339"/>
                    <a:pt x="289" y="19339"/>
                  </a:cubicBezTo>
                  <a:close/>
                  <a:moveTo>
                    <a:pt x="88175" y="19485"/>
                  </a:moveTo>
                  <a:cubicBezTo>
                    <a:pt x="88106" y="19485"/>
                    <a:pt x="88072" y="19519"/>
                    <a:pt x="88072" y="19587"/>
                  </a:cubicBezTo>
                  <a:lnTo>
                    <a:pt x="88072" y="19690"/>
                  </a:lnTo>
                  <a:cubicBezTo>
                    <a:pt x="88072" y="19758"/>
                    <a:pt x="88106" y="19792"/>
                    <a:pt x="88175" y="19792"/>
                  </a:cubicBezTo>
                  <a:cubicBezTo>
                    <a:pt x="88209" y="19792"/>
                    <a:pt x="88243" y="19758"/>
                    <a:pt x="88243" y="19690"/>
                  </a:cubicBezTo>
                  <a:lnTo>
                    <a:pt x="88243" y="19587"/>
                  </a:lnTo>
                  <a:cubicBezTo>
                    <a:pt x="88243" y="19519"/>
                    <a:pt x="88209" y="19485"/>
                    <a:pt x="88175" y="19485"/>
                  </a:cubicBezTo>
                  <a:close/>
                  <a:moveTo>
                    <a:pt x="308" y="19894"/>
                  </a:moveTo>
                  <a:cubicBezTo>
                    <a:pt x="274" y="19894"/>
                    <a:pt x="206" y="19928"/>
                    <a:pt x="206" y="19997"/>
                  </a:cubicBezTo>
                  <a:lnTo>
                    <a:pt x="206" y="20099"/>
                  </a:lnTo>
                  <a:cubicBezTo>
                    <a:pt x="206" y="20167"/>
                    <a:pt x="274" y="20201"/>
                    <a:pt x="308" y="20201"/>
                  </a:cubicBezTo>
                  <a:cubicBezTo>
                    <a:pt x="342" y="20201"/>
                    <a:pt x="376" y="20167"/>
                    <a:pt x="376" y="20099"/>
                  </a:cubicBezTo>
                  <a:lnTo>
                    <a:pt x="376" y="19997"/>
                  </a:lnTo>
                  <a:cubicBezTo>
                    <a:pt x="376" y="19928"/>
                    <a:pt x="342" y="19894"/>
                    <a:pt x="308" y="19894"/>
                  </a:cubicBezTo>
                  <a:close/>
                  <a:moveTo>
                    <a:pt x="88175" y="20065"/>
                  </a:moveTo>
                  <a:cubicBezTo>
                    <a:pt x="88106" y="20065"/>
                    <a:pt x="88072" y="20099"/>
                    <a:pt x="88072" y="20167"/>
                  </a:cubicBezTo>
                  <a:lnTo>
                    <a:pt x="88072" y="20270"/>
                  </a:lnTo>
                  <a:cubicBezTo>
                    <a:pt x="88072" y="20304"/>
                    <a:pt x="88106" y="20338"/>
                    <a:pt x="88175" y="20338"/>
                  </a:cubicBezTo>
                  <a:cubicBezTo>
                    <a:pt x="88209" y="20338"/>
                    <a:pt x="88243" y="20304"/>
                    <a:pt x="88243" y="20270"/>
                  </a:cubicBezTo>
                  <a:lnTo>
                    <a:pt x="88243" y="20167"/>
                  </a:lnTo>
                  <a:cubicBezTo>
                    <a:pt x="88243" y="20099"/>
                    <a:pt x="88209" y="20065"/>
                    <a:pt x="88175" y="20065"/>
                  </a:cubicBezTo>
                  <a:close/>
                  <a:moveTo>
                    <a:pt x="308" y="20474"/>
                  </a:moveTo>
                  <a:cubicBezTo>
                    <a:pt x="274" y="20474"/>
                    <a:pt x="206" y="20509"/>
                    <a:pt x="206" y="20577"/>
                  </a:cubicBezTo>
                  <a:lnTo>
                    <a:pt x="206" y="20679"/>
                  </a:lnTo>
                  <a:cubicBezTo>
                    <a:pt x="206" y="20713"/>
                    <a:pt x="240" y="20747"/>
                    <a:pt x="308" y="20747"/>
                  </a:cubicBezTo>
                  <a:cubicBezTo>
                    <a:pt x="342" y="20747"/>
                    <a:pt x="376" y="20713"/>
                    <a:pt x="376" y="20679"/>
                  </a:cubicBezTo>
                  <a:lnTo>
                    <a:pt x="376" y="20577"/>
                  </a:lnTo>
                  <a:cubicBezTo>
                    <a:pt x="376" y="20509"/>
                    <a:pt x="342" y="20474"/>
                    <a:pt x="308" y="20474"/>
                  </a:cubicBezTo>
                  <a:close/>
                  <a:moveTo>
                    <a:pt x="88175" y="20645"/>
                  </a:moveTo>
                  <a:cubicBezTo>
                    <a:pt x="88106" y="20645"/>
                    <a:pt x="88072" y="20679"/>
                    <a:pt x="88072" y="20713"/>
                  </a:cubicBezTo>
                  <a:lnTo>
                    <a:pt x="88072" y="20850"/>
                  </a:lnTo>
                  <a:cubicBezTo>
                    <a:pt x="88072" y="20884"/>
                    <a:pt x="88106" y="20918"/>
                    <a:pt x="88175" y="20918"/>
                  </a:cubicBezTo>
                  <a:cubicBezTo>
                    <a:pt x="88209" y="20918"/>
                    <a:pt x="88243" y="20884"/>
                    <a:pt x="88243" y="20850"/>
                  </a:cubicBezTo>
                  <a:lnTo>
                    <a:pt x="88243" y="20713"/>
                  </a:lnTo>
                  <a:cubicBezTo>
                    <a:pt x="88243" y="20679"/>
                    <a:pt x="88209" y="20645"/>
                    <a:pt x="88175" y="20645"/>
                  </a:cubicBezTo>
                  <a:close/>
                  <a:moveTo>
                    <a:pt x="308" y="21054"/>
                  </a:moveTo>
                  <a:cubicBezTo>
                    <a:pt x="240" y="21054"/>
                    <a:pt x="206" y="21089"/>
                    <a:pt x="206" y="21123"/>
                  </a:cubicBezTo>
                  <a:lnTo>
                    <a:pt x="206" y="21259"/>
                  </a:lnTo>
                  <a:cubicBezTo>
                    <a:pt x="206" y="21293"/>
                    <a:pt x="240" y="21327"/>
                    <a:pt x="308" y="21327"/>
                  </a:cubicBezTo>
                  <a:cubicBezTo>
                    <a:pt x="342" y="21327"/>
                    <a:pt x="376" y="21293"/>
                    <a:pt x="376" y="21259"/>
                  </a:cubicBezTo>
                  <a:lnTo>
                    <a:pt x="376" y="21123"/>
                  </a:lnTo>
                  <a:cubicBezTo>
                    <a:pt x="376" y="21089"/>
                    <a:pt x="342" y="21054"/>
                    <a:pt x="308" y="21054"/>
                  </a:cubicBezTo>
                  <a:close/>
                  <a:moveTo>
                    <a:pt x="88175" y="21225"/>
                  </a:moveTo>
                  <a:cubicBezTo>
                    <a:pt x="88106" y="21225"/>
                    <a:pt x="88072" y="21259"/>
                    <a:pt x="88072" y="21293"/>
                  </a:cubicBezTo>
                  <a:lnTo>
                    <a:pt x="88072" y="21430"/>
                  </a:lnTo>
                  <a:cubicBezTo>
                    <a:pt x="88072" y="21464"/>
                    <a:pt x="88106" y="21498"/>
                    <a:pt x="88175" y="21498"/>
                  </a:cubicBezTo>
                  <a:cubicBezTo>
                    <a:pt x="88209" y="21498"/>
                    <a:pt x="88243" y="21464"/>
                    <a:pt x="88243" y="21430"/>
                  </a:cubicBezTo>
                  <a:lnTo>
                    <a:pt x="88243" y="21293"/>
                  </a:lnTo>
                  <a:cubicBezTo>
                    <a:pt x="88243" y="21259"/>
                    <a:pt x="88209" y="21225"/>
                    <a:pt x="88175" y="21225"/>
                  </a:cubicBezTo>
                  <a:close/>
                  <a:moveTo>
                    <a:pt x="308" y="21635"/>
                  </a:moveTo>
                  <a:cubicBezTo>
                    <a:pt x="240" y="21635"/>
                    <a:pt x="206" y="21669"/>
                    <a:pt x="206" y="21703"/>
                  </a:cubicBezTo>
                  <a:lnTo>
                    <a:pt x="206" y="21805"/>
                  </a:lnTo>
                  <a:cubicBezTo>
                    <a:pt x="206" y="21873"/>
                    <a:pt x="240" y="21908"/>
                    <a:pt x="308" y="21908"/>
                  </a:cubicBezTo>
                  <a:cubicBezTo>
                    <a:pt x="342" y="21908"/>
                    <a:pt x="376" y="21873"/>
                    <a:pt x="376" y="21839"/>
                  </a:cubicBezTo>
                  <a:lnTo>
                    <a:pt x="376" y="21703"/>
                  </a:lnTo>
                  <a:cubicBezTo>
                    <a:pt x="376" y="21669"/>
                    <a:pt x="342" y="21635"/>
                    <a:pt x="308" y="21635"/>
                  </a:cubicBezTo>
                  <a:close/>
                  <a:moveTo>
                    <a:pt x="88175" y="21771"/>
                  </a:moveTo>
                  <a:cubicBezTo>
                    <a:pt x="88106" y="21771"/>
                    <a:pt x="88072" y="21839"/>
                    <a:pt x="88072" y="21873"/>
                  </a:cubicBezTo>
                  <a:lnTo>
                    <a:pt x="88072" y="21976"/>
                  </a:lnTo>
                  <a:cubicBezTo>
                    <a:pt x="88072" y="22044"/>
                    <a:pt x="88106" y="22078"/>
                    <a:pt x="88175" y="22078"/>
                  </a:cubicBezTo>
                  <a:cubicBezTo>
                    <a:pt x="88209" y="22078"/>
                    <a:pt x="88243" y="22044"/>
                    <a:pt x="88243" y="21976"/>
                  </a:cubicBezTo>
                  <a:lnTo>
                    <a:pt x="88243" y="21873"/>
                  </a:lnTo>
                  <a:cubicBezTo>
                    <a:pt x="88243" y="21839"/>
                    <a:pt x="88209" y="21771"/>
                    <a:pt x="88175" y="21771"/>
                  </a:cubicBezTo>
                  <a:close/>
                  <a:moveTo>
                    <a:pt x="308" y="22181"/>
                  </a:moveTo>
                  <a:cubicBezTo>
                    <a:pt x="240" y="22181"/>
                    <a:pt x="206" y="22249"/>
                    <a:pt x="206" y="22283"/>
                  </a:cubicBezTo>
                  <a:lnTo>
                    <a:pt x="206" y="22385"/>
                  </a:lnTo>
                  <a:cubicBezTo>
                    <a:pt x="206" y="22454"/>
                    <a:pt x="240" y="22488"/>
                    <a:pt x="308" y="22488"/>
                  </a:cubicBezTo>
                  <a:cubicBezTo>
                    <a:pt x="342" y="22488"/>
                    <a:pt x="376" y="22454"/>
                    <a:pt x="376" y="22385"/>
                  </a:cubicBezTo>
                  <a:lnTo>
                    <a:pt x="376" y="22283"/>
                  </a:lnTo>
                  <a:cubicBezTo>
                    <a:pt x="376" y="22249"/>
                    <a:pt x="342" y="22181"/>
                    <a:pt x="308" y="22181"/>
                  </a:cubicBezTo>
                  <a:close/>
                  <a:moveTo>
                    <a:pt x="88175" y="22351"/>
                  </a:moveTo>
                  <a:cubicBezTo>
                    <a:pt x="88106" y="22351"/>
                    <a:pt x="88072" y="22385"/>
                    <a:pt x="88072" y="22454"/>
                  </a:cubicBezTo>
                  <a:lnTo>
                    <a:pt x="88072" y="22556"/>
                  </a:lnTo>
                  <a:cubicBezTo>
                    <a:pt x="88072" y="22590"/>
                    <a:pt x="88106" y="22658"/>
                    <a:pt x="88175" y="22658"/>
                  </a:cubicBezTo>
                  <a:cubicBezTo>
                    <a:pt x="88209" y="22658"/>
                    <a:pt x="88243" y="22590"/>
                    <a:pt x="88243" y="22556"/>
                  </a:cubicBezTo>
                  <a:lnTo>
                    <a:pt x="88243" y="22454"/>
                  </a:lnTo>
                  <a:cubicBezTo>
                    <a:pt x="88243" y="22385"/>
                    <a:pt x="88209" y="22351"/>
                    <a:pt x="88175" y="22351"/>
                  </a:cubicBezTo>
                  <a:close/>
                  <a:moveTo>
                    <a:pt x="308" y="22761"/>
                  </a:moveTo>
                  <a:cubicBezTo>
                    <a:pt x="240" y="22761"/>
                    <a:pt x="206" y="22795"/>
                    <a:pt x="206" y="22863"/>
                  </a:cubicBezTo>
                  <a:lnTo>
                    <a:pt x="206" y="22965"/>
                  </a:lnTo>
                  <a:cubicBezTo>
                    <a:pt x="206" y="22999"/>
                    <a:pt x="240" y="23068"/>
                    <a:pt x="308" y="23068"/>
                  </a:cubicBezTo>
                  <a:cubicBezTo>
                    <a:pt x="342" y="23068"/>
                    <a:pt x="376" y="22999"/>
                    <a:pt x="376" y="22965"/>
                  </a:cubicBezTo>
                  <a:lnTo>
                    <a:pt x="376" y="22863"/>
                  </a:lnTo>
                  <a:cubicBezTo>
                    <a:pt x="376" y="22795"/>
                    <a:pt x="342" y="22761"/>
                    <a:pt x="308" y="22761"/>
                  </a:cubicBezTo>
                  <a:close/>
                  <a:moveTo>
                    <a:pt x="88175" y="22931"/>
                  </a:moveTo>
                  <a:cubicBezTo>
                    <a:pt x="88106" y="22931"/>
                    <a:pt x="88072" y="22965"/>
                    <a:pt x="88072" y="22999"/>
                  </a:cubicBezTo>
                  <a:lnTo>
                    <a:pt x="88072" y="23136"/>
                  </a:lnTo>
                  <a:cubicBezTo>
                    <a:pt x="88072" y="23170"/>
                    <a:pt x="88106" y="23204"/>
                    <a:pt x="88175" y="23204"/>
                  </a:cubicBezTo>
                  <a:cubicBezTo>
                    <a:pt x="88209" y="23204"/>
                    <a:pt x="88243" y="23170"/>
                    <a:pt x="88243" y="23136"/>
                  </a:cubicBezTo>
                  <a:lnTo>
                    <a:pt x="88243" y="22999"/>
                  </a:lnTo>
                  <a:cubicBezTo>
                    <a:pt x="88243" y="22965"/>
                    <a:pt x="88209" y="22931"/>
                    <a:pt x="88175" y="22931"/>
                  </a:cubicBezTo>
                  <a:close/>
                  <a:moveTo>
                    <a:pt x="308" y="23341"/>
                  </a:moveTo>
                  <a:cubicBezTo>
                    <a:pt x="240" y="23341"/>
                    <a:pt x="206" y="23375"/>
                    <a:pt x="206" y="23409"/>
                  </a:cubicBezTo>
                  <a:lnTo>
                    <a:pt x="206" y="23545"/>
                  </a:lnTo>
                  <a:cubicBezTo>
                    <a:pt x="206" y="23580"/>
                    <a:pt x="240" y="23614"/>
                    <a:pt x="308" y="23614"/>
                  </a:cubicBezTo>
                  <a:cubicBezTo>
                    <a:pt x="342" y="23614"/>
                    <a:pt x="376" y="23580"/>
                    <a:pt x="376" y="23545"/>
                  </a:cubicBezTo>
                  <a:lnTo>
                    <a:pt x="376" y="23409"/>
                  </a:lnTo>
                  <a:cubicBezTo>
                    <a:pt x="376" y="23375"/>
                    <a:pt x="342" y="23341"/>
                    <a:pt x="308" y="23341"/>
                  </a:cubicBezTo>
                  <a:close/>
                  <a:moveTo>
                    <a:pt x="88175" y="23511"/>
                  </a:moveTo>
                  <a:cubicBezTo>
                    <a:pt x="88106" y="23511"/>
                    <a:pt x="88072" y="23545"/>
                    <a:pt x="88072" y="23580"/>
                  </a:cubicBezTo>
                  <a:lnTo>
                    <a:pt x="88072" y="23716"/>
                  </a:lnTo>
                  <a:cubicBezTo>
                    <a:pt x="88072" y="23750"/>
                    <a:pt x="88106" y="23784"/>
                    <a:pt x="88175" y="23784"/>
                  </a:cubicBezTo>
                  <a:cubicBezTo>
                    <a:pt x="88209" y="23784"/>
                    <a:pt x="88243" y="23750"/>
                    <a:pt x="88243" y="23716"/>
                  </a:cubicBezTo>
                  <a:lnTo>
                    <a:pt x="88243" y="23580"/>
                  </a:lnTo>
                  <a:cubicBezTo>
                    <a:pt x="88243" y="23545"/>
                    <a:pt x="88209" y="23511"/>
                    <a:pt x="88175" y="23511"/>
                  </a:cubicBezTo>
                  <a:close/>
                  <a:moveTo>
                    <a:pt x="308" y="23921"/>
                  </a:moveTo>
                  <a:cubicBezTo>
                    <a:pt x="240" y="23921"/>
                    <a:pt x="206" y="23955"/>
                    <a:pt x="206" y="23989"/>
                  </a:cubicBezTo>
                  <a:lnTo>
                    <a:pt x="206" y="24126"/>
                  </a:lnTo>
                  <a:cubicBezTo>
                    <a:pt x="206" y="24160"/>
                    <a:pt x="240" y="24194"/>
                    <a:pt x="308" y="24194"/>
                  </a:cubicBezTo>
                  <a:cubicBezTo>
                    <a:pt x="342" y="24194"/>
                    <a:pt x="376" y="24160"/>
                    <a:pt x="376" y="24126"/>
                  </a:cubicBezTo>
                  <a:lnTo>
                    <a:pt x="376" y="23989"/>
                  </a:lnTo>
                  <a:cubicBezTo>
                    <a:pt x="376" y="23955"/>
                    <a:pt x="342" y="23921"/>
                    <a:pt x="308" y="23921"/>
                  </a:cubicBezTo>
                  <a:close/>
                  <a:moveTo>
                    <a:pt x="88175" y="24091"/>
                  </a:moveTo>
                  <a:cubicBezTo>
                    <a:pt x="88106" y="24091"/>
                    <a:pt x="88072" y="24126"/>
                    <a:pt x="88072" y="24160"/>
                  </a:cubicBezTo>
                  <a:lnTo>
                    <a:pt x="88072" y="24262"/>
                  </a:lnTo>
                  <a:cubicBezTo>
                    <a:pt x="88072" y="24330"/>
                    <a:pt x="88106" y="24364"/>
                    <a:pt x="88175" y="24364"/>
                  </a:cubicBezTo>
                  <a:cubicBezTo>
                    <a:pt x="88209" y="24364"/>
                    <a:pt x="88243" y="24330"/>
                    <a:pt x="88243" y="24262"/>
                  </a:cubicBezTo>
                  <a:lnTo>
                    <a:pt x="88243" y="24160"/>
                  </a:lnTo>
                  <a:cubicBezTo>
                    <a:pt x="88243" y="24126"/>
                    <a:pt x="88209" y="24091"/>
                    <a:pt x="88175" y="24091"/>
                  </a:cubicBezTo>
                  <a:close/>
                  <a:moveTo>
                    <a:pt x="308" y="24501"/>
                  </a:moveTo>
                  <a:cubicBezTo>
                    <a:pt x="240" y="24501"/>
                    <a:pt x="206" y="24535"/>
                    <a:pt x="206" y="24569"/>
                  </a:cubicBezTo>
                  <a:lnTo>
                    <a:pt x="206" y="24672"/>
                  </a:lnTo>
                  <a:cubicBezTo>
                    <a:pt x="206" y="24740"/>
                    <a:pt x="240" y="24774"/>
                    <a:pt x="274" y="24774"/>
                  </a:cubicBezTo>
                  <a:cubicBezTo>
                    <a:pt x="342" y="24774"/>
                    <a:pt x="376" y="24740"/>
                    <a:pt x="376" y="24672"/>
                  </a:cubicBezTo>
                  <a:lnTo>
                    <a:pt x="376" y="24569"/>
                  </a:lnTo>
                  <a:cubicBezTo>
                    <a:pt x="376" y="24535"/>
                    <a:pt x="342" y="24501"/>
                    <a:pt x="308" y="24501"/>
                  </a:cubicBezTo>
                  <a:close/>
                  <a:moveTo>
                    <a:pt x="88175" y="24637"/>
                  </a:moveTo>
                  <a:cubicBezTo>
                    <a:pt x="88106" y="24637"/>
                    <a:pt x="88072" y="24672"/>
                    <a:pt x="88072" y="24740"/>
                  </a:cubicBezTo>
                  <a:lnTo>
                    <a:pt x="88072" y="24842"/>
                  </a:lnTo>
                  <a:cubicBezTo>
                    <a:pt x="88072" y="24910"/>
                    <a:pt x="88106" y="24945"/>
                    <a:pt x="88175" y="24945"/>
                  </a:cubicBezTo>
                  <a:cubicBezTo>
                    <a:pt x="88209" y="24945"/>
                    <a:pt x="88243" y="24910"/>
                    <a:pt x="88243" y="24842"/>
                  </a:cubicBezTo>
                  <a:lnTo>
                    <a:pt x="88243" y="24740"/>
                  </a:lnTo>
                  <a:cubicBezTo>
                    <a:pt x="88243" y="24672"/>
                    <a:pt x="88209" y="24637"/>
                    <a:pt x="88175" y="24637"/>
                  </a:cubicBezTo>
                  <a:close/>
                  <a:moveTo>
                    <a:pt x="274" y="25047"/>
                  </a:moveTo>
                  <a:cubicBezTo>
                    <a:pt x="240" y="25047"/>
                    <a:pt x="206" y="25081"/>
                    <a:pt x="206" y="25149"/>
                  </a:cubicBezTo>
                  <a:lnTo>
                    <a:pt x="206" y="25252"/>
                  </a:lnTo>
                  <a:cubicBezTo>
                    <a:pt x="206" y="25320"/>
                    <a:pt x="240" y="25354"/>
                    <a:pt x="274" y="25354"/>
                  </a:cubicBezTo>
                  <a:cubicBezTo>
                    <a:pt x="342" y="25354"/>
                    <a:pt x="376" y="25320"/>
                    <a:pt x="376" y="25252"/>
                  </a:cubicBezTo>
                  <a:lnTo>
                    <a:pt x="376" y="25149"/>
                  </a:lnTo>
                  <a:cubicBezTo>
                    <a:pt x="376" y="25081"/>
                    <a:pt x="342" y="25047"/>
                    <a:pt x="274" y="25047"/>
                  </a:cubicBezTo>
                  <a:close/>
                  <a:moveTo>
                    <a:pt x="88175" y="25218"/>
                  </a:moveTo>
                  <a:cubicBezTo>
                    <a:pt x="88106" y="25218"/>
                    <a:pt x="88072" y="25252"/>
                    <a:pt x="88072" y="25320"/>
                  </a:cubicBezTo>
                  <a:lnTo>
                    <a:pt x="88072" y="25422"/>
                  </a:lnTo>
                  <a:cubicBezTo>
                    <a:pt x="88072" y="25456"/>
                    <a:pt x="88106" y="25490"/>
                    <a:pt x="88175" y="25490"/>
                  </a:cubicBezTo>
                  <a:cubicBezTo>
                    <a:pt x="88209" y="25490"/>
                    <a:pt x="88243" y="25456"/>
                    <a:pt x="88243" y="25422"/>
                  </a:cubicBezTo>
                  <a:lnTo>
                    <a:pt x="88243" y="25320"/>
                  </a:lnTo>
                  <a:cubicBezTo>
                    <a:pt x="88243" y="25252"/>
                    <a:pt x="88209" y="25218"/>
                    <a:pt x="88175" y="25218"/>
                  </a:cubicBezTo>
                  <a:close/>
                  <a:moveTo>
                    <a:pt x="274" y="25627"/>
                  </a:moveTo>
                  <a:cubicBezTo>
                    <a:pt x="240" y="25627"/>
                    <a:pt x="206" y="25661"/>
                    <a:pt x="206" y="25729"/>
                  </a:cubicBezTo>
                  <a:lnTo>
                    <a:pt x="206" y="25832"/>
                  </a:lnTo>
                  <a:cubicBezTo>
                    <a:pt x="206" y="25866"/>
                    <a:pt x="240" y="25900"/>
                    <a:pt x="274" y="25900"/>
                  </a:cubicBezTo>
                  <a:cubicBezTo>
                    <a:pt x="342" y="25900"/>
                    <a:pt x="376" y="25866"/>
                    <a:pt x="376" y="25832"/>
                  </a:cubicBezTo>
                  <a:lnTo>
                    <a:pt x="376" y="25729"/>
                  </a:lnTo>
                  <a:cubicBezTo>
                    <a:pt x="376" y="25661"/>
                    <a:pt x="342" y="25627"/>
                    <a:pt x="274" y="25627"/>
                  </a:cubicBezTo>
                  <a:close/>
                  <a:moveTo>
                    <a:pt x="88175" y="25798"/>
                  </a:moveTo>
                  <a:cubicBezTo>
                    <a:pt x="88106" y="25798"/>
                    <a:pt x="88072" y="25832"/>
                    <a:pt x="88072" y="25866"/>
                  </a:cubicBezTo>
                  <a:lnTo>
                    <a:pt x="88072" y="26002"/>
                  </a:lnTo>
                  <a:cubicBezTo>
                    <a:pt x="88072" y="26036"/>
                    <a:pt x="88106" y="26071"/>
                    <a:pt x="88175" y="26071"/>
                  </a:cubicBezTo>
                  <a:cubicBezTo>
                    <a:pt x="88209" y="26071"/>
                    <a:pt x="88243" y="26036"/>
                    <a:pt x="88243" y="26002"/>
                  </a:cubicBezTo>
                  <a:lnTo>
                    <a:pt x="88243" y="25866"/>
                  </a:lnTo>
                  <a:cubicBezTo>
                    <a:pt x="88243" y="25832"/>
                    <a:pt x="88209" y="25798"/>
                    <a:pt x="88175" y="25798"/>
                  </a:cubicBezTo>
                  <a:close/>
                  <a:moveTo>
                    <a:pt x="274" y="26207"/>
                  </a:moveTo>
                  <a:cubicBezTo>
                    <a:pt x="240" y="26207"/>
                    <a:pt x="206" y="26241"/>
                    <a:pt x="206" y="26275"/>
                  </a:cubicBezTo>
                  <a:lnTo>
                    <a:pt x="206" y="26412"/>
                  </a:lnTo>
                  <a:cubicBezTo>
                    <a:pt x="206" y="26446"/>
                    <a:pt x="240" y="26480"/>
                    <a:pt x="274" y="26480"/>
                  </a:cubicBezTo>
                  <a:cubicBezTo>
                    <a:pt x="342" y="26480"/>
                    <a:pt x="376" y="26446"/>
                    <a:pt x="376" y="26412"/>
                  </a:cubicBezTo>
                  <a:lnTo>
                    <a:pt x="376" y="26275"/>
                  </a:lnTo>
                  <a:cubicBezTo>
                    <a:pt x="376" y="26241"/>
                    <a:pt x="342" y="26207"/>
                    <a:pt x="274" y="26207"/>
                  </a:cubicBezTo>
                  <a:close/>
                  <a:moveTo>
                    <a:pt x="88175" y="26378"/>
                  </a:moveTo>
                  <a:cubicBezTo>
                    <a:pt x="88106" y="26378"/>
                    <a:pt x="88072" y="26412"/>
                    <a:pt x="88072" y="26446"/>
                  </a:cubicBezTo>
                  <a:lnTo>
                    <a:pt x="88072" y="26582"/>
                  </a:lnTo>
                  <a:cubicBezTo>
                    <a:pt x="88072" y="26617"/>
                    <a:pt x="88106" y="26651"/>
                    <a:pt x="88175" y="26651"/>
                  </a:cubicBezTo>
                  <a:cubicBezTo>
                    <a:pt x="88209" y="26651"/>
                    <a:pt x="88243" y="26617"/>
                    <a:pt x="88243" y="26582"/>
                  </a:cubicBezTo>
                  <a:lnTo>
                    <a:pt x="88243" y="26446"/>
                  </a:lnTo>
                  <a:cubicBezTo>
                    <a:pt x="88243" y="26412"/>
                    <a:pt x="88209" y="26378"/>
                    <a:pt x="88175" y="26378"/>
                  </a:cubicBezTo>
                  <a:close/>
                  <a:moveTo>
                    <a:pt x="274" y="26787"/>
                  </a:moveTo>
                  <a:cubicBezTo>
                    <a:pt x="240" y="26787"/>
                    <a:pt x="206" y="26821"/>
                    <a:pt x="206" y="26855"/>
                  </a:cubicBezTo>
                  <a:lnTo>
                    <a:pt x="206" y="26958"/>
                  </a:lnTo>
                  <a:cubicBezTo>
                    <a:pt x="206" y="27026"/>
                    <a:pt x="240" y="27060"/>
                    <a:pt x="274" y="27060"/>
                  </a:cubicBezTo>
                  <a:cubicBezTo>
                    <a:pt x="342" y="27060"/>
                    <a:pt x="376" y="27026"/>
                    <a:pt x="376" y="26992"/>
                  </a:cubicBezTo>
                  <a:lnTo>
                    <a:pt x="376" y="26855"/>
                  </a:lnTo>
                  <a:cubicBezTo>
                    <a:pt x="376" y="26821"/>
                    <a:pt x="342" y="26787"/>
                    <a:pt x="274" y="26787"/>
                  </a:cubicBezTo>
                  <a:close/>
                  <a:moveTo>
                    <a:pt x="88175" y="26924"/>
                  </a:moveTo>
                  <a:cubicBezTo>
                    <a:pt x="88106" y="26924"/>
                    <a:pt x="88072" y="26992"/>
                    <a:pt x="88072" y="27026"/>
                  </a:cubicBezTo>
                  <a:lnTo>
                    <a:pt x="88072" y="27128"/>
                  </a:lnTo>
                  <a:cubicBezTo>
                    <a:pt x="88072" y="27197"/>
                    <a:pt x="88106" y="27231"/>
                    <a:pt x="88175" y="27231"/>
                  </a:cubicBezTo>
                  <a:cubicBezTo>
                    <a:pt x="88209" y="27231"/>
                    <a:pt x="88243" y="27197"/>
                    <a:pt x="88243" y="27128"/>
                  </a:cubicBezTo>
                  <a:lnTo>
                    <a:pt x="88243" y="27026"/>
                  </a:lnTo>
                  <a:cubicBezTo>
                    <a:pt x="88243" y="26992"/>
                    <a:pt x="88209" y="26924"/>
                    <a:pt x="88175" y="26924"/>
                  </a:cubicBezTo>
                  <a:close/>
                  <a:moveTo>
                    <a:pt x="274" y="27333"/>
                  </a:moveTo>
                  <a:cubicBezTo>
                    <a:pt x="240" y="27333"/>
                    <a:pt x="206" y="27401"/>
                    <a:pt x="206" y="27436"/>
                  </a:cubicBezTo>
                  <a:lnTo>
                    <a:pt x="206" y="27538"/>
                  </a:lnTo>
                  <a:cubicBezTo>
                    <a:pt x="206" y="27606"/>
                    <a:pt x="240" y="27640"/>
                    <a:pt x="274" y="27640"/>
                  </a:cubicBezTo>
                  <a:cubicBezTo>
                    <a:pt x="342" y="27640"/>
                    <a:pt x="376" y="27606"/>
                    <a:pt x="376" y="27538"/>
                  </a:cubicBezTo>
                  <a:lnTo>
                    <a:pt x="376" y="27436"/>
                  </a:lnTo>
                  <a:cubicBezTo>
                    <a:pt x="376" y="27401"/>
                    <a:pt x="342" y="27333"/>
                    <a:pt x="274" y="27333"/>
                  </a:cubicBezTo>
                  <a:close/>
                  <a:moveTo>
                    <a:pt x="88175" y="27504"/>
                  </a:moveTo>
                  <a:cubicBezTo>
                    <a:pt x="88106" y="27504"/>
                    <a:pt x="88072" y="27538"/>
                    <a:pt x="88072" y="27606"/>
                  </a:cubicBezTo>
                  <a:lnTo>
                    <a:pt x="88072" y="27708"/>
                  </a:lnTo>
                  <a:cubicBezTo>
                    <a:pt x="88072" y="27743"/>
                    <a:pt x="88106" y="27811"/>
                    <a:pt x="88175" y="27811"/>
                  </a:cubicBezTo>
                  <a:cubicBezTo>
                    <a:pt x="88209" y="27811"/>
                    <a:pt x="88243" y="27743"/>
                    <a:pt x="88243" y="27708"/>
                  </a:cubicBezTo>
                  <a:lnTo>
                    <a:pt x="88243" y="27606"/>
                  </a:lnTo>
                  <a:cubicBezTo>
                    <a:pt x="88243" y="27538"/>
                    <a:pt x="88209" y="27504"/>
                    <a:pt x="88175" y="27504"/>
                  </a:cubicBezTo>
                  <a:close/>
                  <a:moveTo>
                    <a:pt x="274" y="27913"/>
                  </a:moveTo>
                  <a:cubicBezTo>
                    <a:pt x="240" y="27913"/>
                    <a:pt x="206" y="27947"/>
                    <a:pt x="206" y="28016"/>
                  </a:cubicBezTo>
                  <a:lnTo>
                    <a:pt x="206" y="28118"/>
                  </a:lnTo>
                  <a:cubicBezTo>
                    <a:pt x="206" y="28152"/>
                    <a:pt x="240" y="28220"/>
                    <a:pt x="274" y="28220"/>
                  </a:cubicBezTo>
                  <a:cubicBezTo>
                    <a:pt x="342" y="28220"/>
                    <a:pt x="376" y="28152"/>
                    <a:pt x="376" y="28118"/>
                  </a:cubicBezTo>
                  <a:lnTo>
                    <a:pt x="376" y="28016"/>
                  </a:lnTo>
                  <a:cubicBezTo>
                    <a:pt x="376" y="27947"/>
                    <a:pt x="342" y="27913"/>
                    <a:pt x="274" y="27913"/>
                  </a:cubicBezTo>
                  <a:close/>
                  <a:moveTo>
                    <a:pt x="88175" y="28084"/>
                  </a:moveTo>
                  <a:cubicBezTo>
                    <a:pt x="88106" y="28084"/>
                    <a:pt x="88072" y="28118"/>
                    <a:pt x="88072" y="28186"/>
                  </a:cubicBezTo>
                  <a:lnTo>
                    <a:pt x="88072" y="28289"/>
                  </a:lnTo>
                  <a:cubicBezTo>
                    <a:pt x="88072" y="28323"/>
                    <a:pt x="88106" y="28357"/>
                    <a:pt x="88175" y="28357"/>
                  </a:cubicBezTo>
                  <a:cubicBezTo>
                    <a:pt x="88209" y="28357"/>
                    <a:pt x="88243" y="28323"/>
                    <a:pt x="88243" y="28289"/>
                  </a:cubicBezTo>
                  <a:lnTo>
                    <a:pt x="88243" y="28186"/>
                  </a:lnTo>
                  <a:cubicBezTo>
                    <a:pt x="88243" y="28118"/>
                    <a:pt x="88209" y="28084"/>
                    <a:pt x="88175" y="28084"/>
                  </a:cubicBezTo>
                  <a:close/>
                  <a:moveTo>
                    <a:pt x="274" y="28493"/>
                  </a:moveTo>
                  <a:cubicBezTo>
                    <a:pt x="240" y="28493"/>
                    <a:pt x="206" y="28527"/>
                    <a:pt x="206" y="28562"/>
                  </a:cubicBezTo>
                  <a:lnTo>
                    <a:pt x="206" y="28698"/>
                  </a:lnTo>
                  <a:cubicBezTo>
                    <a:pt x="206" y="28732"/>
                    <a:pt x="240" y="28766"/>
                    <a:pt x="274" y="28766"/>
                  </a:cubicBezTo>
                  <a:cubicBezTo>
                    <a:pt x="308" y="28766"/>
                    <a:pt x="376" y="28732"/>
                    <a:pt x="376" y="28698"/>
                  </a:cubicBezTo>
                  <a:lnTo>
                    <a:pt x="376" y="28562"/>
                  </a:lnTo>
                  <a:cubicBezTo>
                    <a:pt x="376" y="28527"/>
                    <a:pt x="342" y="28493"/>
                    <a:pt x="274" y="28493"/>
                  </a:cubicBezTo>
                  <a:close/>
                  <a:moveTo>
                    <a:pt x="88175" y="28664"/>
                  </a:moveTo>
                  <a:cubicBezTo>
                    <a:pt x="88106" y="28664"/>
                    <a:pt x="88072" y="28698"/>
                    <a:pt x="88072" y="28732"/>
                  </a:cubicBezTo>
                  <a:lnTo>
                    <a:pt x="88072" y="28869"/>
                  </a:lnTo>
                  <a:cubicBezTo>
                    <a:pt x="88072" y="28903"/>
                    <a:pt x="88106" y="28937"/>
                    <a:pt x="88175" y="28937"/>
                  </a:cubicBezTo>
                  <a:cubicBezTo>
                    <a:pt x="88209" y="28937"/>
                    <a:pt x="88243" y="28903"/>
                    <a:pt x="88243" y="28869"/>
                  </a:cubicBezTo>
                  <a:lnTo>
                    <a:pt x="88243" y="28732"/>
                  </a:lnTo>
                  <a:cubicBezTo>
                    <a:pt x="88243" y="28698"/>
                    <a:pt x="88209" y="28664"/>
                    <a:pt x="88175" y="28664"/>
                  </a:cubicBezTo>
                  <a:close/>
                  <a:moveTo>
                    <a:pt x="274" y="29073"/>
                  </a:moveTo>
                  <a:cubicBezTo>
                    <a:pt x="240" y="29073"/>
                    <a:pt x="206" y="29108"/>
                    <a:pt x="206" y="29142"/>
                  </a:cubicBezTo>
                  <a:lnTo>
                    <a:pt x="206" y="29278"/>
                  </a:lnTo>
                  <a:cubicBezTo>
                    <a:pt x="206" y="29312"/>
                    <a:pt x="240" y="29346"/>
                    <a:pt x="274" y="29346"/>
                  </a:cubicBezTo>
                  <a:cubicBezTo>
                    <a:pt x="308" y="29346"/>
                    <a:pt x="376" y="29312"/>
                    <a:pt x="376" y="29278"/>
                  </a:cubicBezTo>
                  <a:lnTo>
                    <a:pt x="376" y="29142"/>
                  </a:lnTo>
                  <a:cubicBezTo>
                    <a:pt x="376" y="29108"/>
                    <a:pt x="308" y="29073"/>
                    <a:pt x="274" y="29073"/>
                  </a:cubicBezTo>
                  <a:close/>
                  <a:moveTo>
                    <a:pt x="88175" y="29244"/>
                  </a:moveTo>
                  <a:cubicBezTo>
                    <a:pt x="88106" y="29244"/>
                    <a:pt x="88072" y="29278"/>
                    <a:pt x="88072" y="29312"/>
                  </a:cubicBezTo>
                  <a:lnTo>
                    <a:pt x="88072" y="29415"/>
                  </a:lnTo>
                  <a:cubicBezTo>
                    <a:pt x="88072" y="29483"/>
                    <a:pt x="88106" y="29517"/>
                    <a:pt x="88175" y="29517"/>
                  </a:cubicBezTo>
                  <a:cubicBezTo>
                    <a:pt x="88209" y="29517"/>
                    <a:pt x="88243" y="29483"/>
                    <a:pt x="88243" y="29415"/>
                  </a:cubicBezTo>
                  <a:lnTo>
                    <a:pt x="88243" y="29312"/>
                  </a:lnTo>
                  <a:cubicBezTo>
                    <a:pt x="88243" y="29278"/>
                    <a:pt x="88209" y="29244"/>
                    <a:pt x="88175" y="29244"/>
                  </a:cubicBezTo>
                  <a:close/>
                  <a:moveTo>
                    <a:pt x="274" y="29654"/>
                  </a:moveTo>
                  <a:cubicBezTo>
                    <a:pt x="240" y="29654"/>
                    <a:pt x="171" y="29688"/>
                    <a:pt x="171" y="29722"/>
                  </a:cubicBezTo>
                  <a:lnTo>
                    <a:pt x="171" y="29824"/>
                  </a:lnTo>
                  <a:cubicBezTo>
                    <a:pt x="171" y="29892"/>
                    <a:pt x="240" y="29926"/>
                    <a:pt x="274" y="29926"/>
                  </a:cubicBezTo>
                  <a:cubicBezTo>
                    <a:pt x="308" y="29926"/>
                    <a:pt x="342" y="29892"/>
                    <a:pt x="376" y="29824"/>
                  </a:cubicBezTo>
                  <a:lnTo>
                    <a:pt x="376" y="29722"/>
                  </a:lnTo>
                  <a:cubicBezTo>
                    <a:pt x="376" y="29688"/>
                    <a:pt x="308" y="29654"/>
                    <a:pt x="274" y="29654"/>
                  </a:cubicBezTo>
                  <a:close/>
                  <a:moveTo>
                    <a:pt x="88175" y="29790"/>
                  </a:moveTo>
                  <a:cubicBezTo>
                    <a:pt x="88106" y="29790"/>
                    <a:pt x="88072" y="29824"/>
                    <a:pt x="88072" y="29892"/>
                  </a:cubicBezTo>
                  <a:lnTo>
                    <a:pt x="88072" y="29995"/>
                  </a:lnTo>
                  <a:cubicBezTo>
                    <a:pt x="88072" y="30063"/>
                    <a:pt x="88106" y="30097"/>
                    <a:pt x="88175" y="30097"/>
                  </a:cubicBezTo>
                  <a:cubicBezTo>
                    <a:pt x="88209" y="30097"/>
                    <a:pt x="88243" y="30063"/>
                    <a:pt x="88243" y="29995"/>
                  </a:cubicBezTo>
                  <a:lnTo>
                    <a:pt x="88243" y="29892"/>
                  </a:lnTo>
                  <a:cubicBezTo>
                    <a:pt x="88243" y="29824"/>
                    <a:pt x="88209" y="29790"/>
                    <a:pt x="88175" y="29790"/>
                  </a:cubicBezTo>
                  <a:close/>
                  <a:moveTo>
                    <a:pt x="274" y="30199"/>
                  </a:moveTo>
                  <a:cubicBezTo>
                    <a:pt x="240" y="30199"/>
                    <a:pt x="171" y="30234"/>
                    <a:pt x="171" y="30302"/>
                  </a:cubicBezTo>
                  <a:lnTo>
                    <a:pt x="171" y="30404"/>
                  </a:lnTo>
                  <a:cubicBezTo>
                    <a:pt x="171" y="30472"/>
                    <a:pt x="240" y="30507"/>
                    <a:pt x="274" y="30507"/>
                  </a:cubicBezTo>
                  <a:cubicBezTo>
                    <a:pt x="308" y="30507"/>
                    <a:pt x="342" y="30472"/>
                    <a:pt x="342" y="30404"/>
                  </a:cubicBezTo>
                  <a:lnTo>
                    <a:pt x="342" y="30302"/>
                  </a:lnTo>
                  <a:cubicBezTo>
                    <a:pt x="342" y="30234"/>
                    <a:pt x="308" y="30199"/>
                    <a:pt x="274" y="30199"/>
                  </a:cubicBezTo>
                  <a:close/>
                  <a:moveTo>
                    <a:pt x="88175" y="30370"/>
                  </a:moveTo>
                  <a:cubicBezTo>
                    <a:pt x="88106" y="30370"/>
                    <a:pt x="88072" y="30404"/>
                    <a:pt x="88072" y="30472"/>
                  </a:cubicBezTo>
                  <a:lnTo>
                    <a:pt x="88072" y="30575"/>
                  </a:lnTo>
                  <a:cubicBezTo>
                    <a:pt x="88072" y="30609"/>
                    <a:pt x="88106" y="30643"/>
                    <a:pt x="88175" y="30643"/>
                  </a:cubicBezTo>
                  <a:cubicBezTo>
                    <a:pt x="88209" y="30643"/>
                    <a:pt x="88243" y="30609"/>
                    <a:pt x="88243" y="30575"/>
                  </a:cubicBezTo>
                  <a:lnTo>
                    <a:pt x="88243" y="30472"/>
                  </a:lnTo>
                  <a:cubicBezTo>
                    <a:pt x="88243" y="30404"/>
                    <a:pt x="88209" y="30370"/>
                    <a:pt x="88175" y="30370"/>
                  </a:cubicBezTo>
                  <a:close/>
                  <a:moveTo>
                    <a:pt x="274" y="30780"/>
                  </a:moveTo>
                  <a:cubicBezTo>
                    <a:pt x="240" y="30780"/>
                    <a:pt x="171" y="30814"/>
                    <a:pt x="171" y="30882"/>
                  </a:cubicBezTo>
                  <a:lnTo>
                    <a:pt x="171" y="30984"/>
                  </a:lnTo>
                  <a:cubicBezTo>
                    <a:pt x="171" y="31018"/>
                    <a:pt x="206" y="31053"/>
                    <a:pt x="274" y="31053"/>
                  </a:cubicBezTo>
                  <a:cubicBezTo>
                    <a:pt x="308" y="31053"/>
                    <a:pt x="342" y="31018"/>
                    <a:pt x="342" y="30984"/>
                  </a:cubicBezTo>
                  <a:lnTo>
                    <a:pt x="342" y="30882"/>
                  </a:lnTo>
                  <a:cubicBezTo>
                    <a:pt x="342" y="30814"/>
                    <a:pt x="308" y="30780"/>
                    <a:pt x="274" y="30780"/>
                  </a:cubicBezTo>
                  <a:close/>
                  <a:moveTo>
                    <a:pt x="88175" y="30950"/>
                  </a:moveTo>
                  <a:cubicBezTo>
                    <a:pt x="88106" y="30950"/>
                    <a:pt x="88072" y="30984"/>
                    <a:pt x="88072" y="31018"/>
                  </a:cubicBezTo>
                  <a:lnTo>
                    <a:pt x="88072" y="31155"/>
                  </a:lnTo>
                  <a:cubicBezTo>
                    <a:pt x="88072" y="31189"/>
                    <a:pt x="88106" y="31223"/>
                    <a:pt x="88175" y="31223"/>
                  </a:cubicBezTo>
                  <a:cubicBezTo>
                    <a:pt x="88209" y="31223"/>
                    <a:pt x="88243" y="31189"/>
                    <a:pt x="88243" y="31155"/>
                  </a:cubicBezTo>
                  <a:lnTo>
                    <a:pt x="88243" y="31018"/>
                  </a:lnTo>
                  <a:cubicBezTo>
                    <a:pt x="88243" y="30984"/>
                    <a:pt x="88209" y="30950"/>
                    <a:pt x="88175" y="30950"/>
                  </a:cubicBezTo>
                  <a:close/>
                  <a:moveTo>
                    <a:pt x="274" y="31360"/>
                  </a:moveTo>
                  <a:cubicBezTo>
                    <a:pt x="206" y="31360"/>
                    <a:pt x="171" y="31394"/>
                    <a:pt x="171" y="31428"/>
                  </a:cubicBezTo>
                  <a:lnTo>
                    <a:pt x="171" y="31564"/>
                  </a:lnTo>
                  <a:cubicBezTo>
                    <a:pt x="171" y="31599"/>
                    <a:pt x="206" y="31633"/>
                    <a:pt x="274" y="31633"/>
                  </a:cubicBezTo>
                  <a:cubicBezTo>
                    <a:pt x="308" y="31633"/>
                    <a:pt x="342" y="31599"/>
                    <a:pt x="342" y="31564"/>
                  </a:cubicBezTo>
                  <a:lnTo>
                    <a:pt x="342" y="31428"/>
                  </a:lnTo>
                  <a:cubicBezTo>
                    <a:pt x="342" y="31394"/>
                    <a:pt x="308" y="31360"/>
                    <a:pt x="274" y="31360"/>
                  </a:cubicBezTo>
                  <a:close/>
                  <a:moveTo>
                    <a:pt x="88175" y="31530"/>
                  </a:moveTo>
                  <a:cubicBezTo>
                    <a:pt x="88106" y="31530"/>
                    <a:pt x="88072" y="31564"/>
                    <a:pt x="88072" y="31599"/>
                  </a:cubicBezTo>
                  <a:lnTo>
                    <a:pt x="88072" y="31735"/>
                  </a:lnTo>
                  <a:cubicBezTo>
                    <a:pt x="88072" y="31769"/>
                    <a:pt x="88106" y="31803"/>
                    <a:pt x="88175" y="31803"/>
                  </a:cubicBezTo>
                  <a:cubicBezTo>
                    <a:pt x="88209" y="31803"/>
                    <a:pt x="88243" y="31769"/>
                    <a:pt x="88243" y="31735"/>
                  </a:cubicBezTo>
                  <a:lnTo>
                    <a:pt x="88243" y="31599"/>
                  </a:lnTo>
                  <a:cubicBezTo>
                    <a:pt x="88243" y="31564"/>
                    <a:pt x="88209" y="31530"/>
                    <a:pt x="88175" y="31530"/>
                  </a:cubicBezTo>
                  <a:close/>
                  <a:moveTo>
                    <a:pt x="274" y="31940"/>
                  </a:moveTo>
                  <a:cubicBezTo>
                    <a:pt x="206" y="31940"/>
                    <a:pt x="171" y="31974"/>
                    <a:pt x="171" y="32008"/>
                  </a:cubicBezTo>
                  <a:lnTo>
                    <a:pt x="171" y="32110"/>
                  </a:lnTo>
                  <a:cubicBezTo>
                    <a:pt x="171" y="32179"/>
                    <a:pt x="206" y="32213"/>
                    <a:pt x="274" y="32213"/>
                  </a:cubicBezTo>
                  <a:cubicBezTo>
                    <a:pt x="308" y="32213"/>
                    <a:pt x="342" y="32179"/>
                    <a:pt x="342" y="32110"/>
                  </a:cubicBezTo>
                  <a:lnTo>
                    <a:pt x="342" y="32008"/>
                  </a:lnTo>
                  <a:cubicBezTo>
                    <a:pt x="342" y="31974"/>
                    <a:pt x="308" y="31940"/>
                    <a:pt x="274" y="31940"/>
                  </a:cubicBezTo>
                  <a:close/>
                  <a:moveTo>
                    <a:pt x="88175" y="32076"/>
                  </a:moveTo>
                  <a:cubicBezTo>
                    <a:pt x="88106" y="32076"/>
                    <a:pt x="88072" y="32144"/>
                    <a:pt x="88072" y="32179"/>
                  </a:cubicBezTo>
                  <a:lnTo>
                    <a:pt x="88072" y="32281"/>
                  </a:lnTo>
                  <a:cubicBezTo>
                    <a:pt x="88072" y="32349"/>
                    <a:pt x="88106" y="32383"/>
                    <a:pt x="88175" y="32383"/>
                  </a:cubicBezTo>
                  <a:cubicBezTo>
                    <a:pt x="88209" y="32383"/>
                    <a:pt x="88243" y="32349"/>
                    <a:pt x="88243" y="32281"/>
                  </a:cubicBezTo>
                  <a:lnTo>
                    <a:pt x="88243" y="32179"/>
                  </a:lnTo>
                  <a:cubicBezTo>
                    <a:pt x="88243" y="32144"/>
                    <a:pt x="88209" y="32076"/>
                    <a:pt x="88175" y="32076"/>
                  </a:cubicBezTo>
                  <a:close/>
                  <a:moveTo>
                    <a:pt x="274" y="32486"/>
                  </a:moveTo>
                  <a:cubicBezTo>
                    <a:pt x="206" y="32486"/>
                    <a:pt x="171" y="32554"/>
                    <a:pt x="171" y="32588"/>
                  </a:cubicBezTo>
                  <a:lnTo>
                    <a:pt x="171" y="32690"/>
                  </a:lnTo>
                  <a:cubicBezTo>
                    <a:pt x="171" y="32759"/>
                    <a:pt x="206" y="32793"/>
                    <a:pt x="274" y="32793"/>
                  </a:cubicBezTo>
                  <a:cubicBezTo>
                    <a:pt x="308" y="32793"/>
                    <a:pt x="342" y="32759"/>
                    <a:pt x="342" y="32690"/>
                  </a:cubicBezTo>
                  <a:lnTo>
                    <a:pt x="342" y="32588"/>
                  </a:lnTo>
                  <a:cubicBezTo>
                    <a:pt x="342" y="32554"/>
                    <a:pt x="308" y="32486"/>
                    <a:pt x="274" y="32486"/>
                  </a:cubicBezTo>
                  <a:close/>
                  <a:moveTo>
                    <a:pt x="88175" y="32656"/>
                  </a:moveTo>
                  <a:cubicBezTo>
                    <a:pt x="88106" y="32656"/>
                    <a:pt x="88072" y="32690"/>
                    <a:pt x="88072" y="32759"/>
                  </a:cubicBezTo>
                  <a:lnTo>
                    <a:pt x="88072" y="32861"/>
                  </a:lnTo>
                  <a:cubicBezTo>
                    <a:pt x="88072" y="32895"/>
                    <a:pt x="88106" y="32963"/>
                    <a:pt x="88175" y="32963"/>
                  </a:cubicBezTo>
                  <a:cubicBezTo>
                    <a:pt x="88209" y="32963"/>
                    <a:pt x="88243" y="32895"/>
                    <a:pt x="88243" y="32861"/>
                  </a:cubicBezTo>
                  <a:lnTo>
                    <a:pt x="88243" y="32759"/>
                  </a:lnTo>
                  <a:cubicBezTo>
                    <a:pt x="88243" y="32690"/>
                    <a:pt x="88209" y="32656"/>
                    <a:pt x="88175" y="32656"/>
                  </a:cubicBezTo>
                  <a:close/>
                  <a:moveTo>
                    <a:pt x="274" y="33066"/>
                  </a:moveTo>
                  <a:cubicBezTo>
                    <a:pt x="206" y="33066"/>
                    <a:pt x="171" y="33100"/>
                    <a:pt x="171" y="33168"/>
                  </a:cubicBezTo>
                  <a:lnTo>
                    <a:pt x="171" y="33271"/>
                  </a:lnTo>
                  <a:cubicBezTo>
                    <a:pt x="171" y="33305"/>
                    <a:pt x="206" y="33373"/>
                    <a:pt x="274" y="33373"/>
                  </a:cubicBezTo>
                  <a:cubicBezTo>
                    <a:pt x="308" y="33373"/>
                    <a:pt x="342" y="33305"/>
                    <a:pt x="342" y="33271"/>
                  </a:cubicBezTo>
                  <a:lnTo>
                    <a:pt x="342" y="33168"/>
                  </a:lnTo>
                  <a:cubicBezTo>
                    <a:pt x="342" y="33100"/>
                    <a:pt x="308" y="33066"/>
                    <a:pt x="274" y="33066"/>
                  </a:cubicBezTo>
                  <a:close/>
                  <a:moveTo>
                    <a:pt x="88175" y="33236"/>
                  </a:moveTo>
                  <a:cubicBezTo>
                    <a:pt x="88106" y="33236"/>
                    <a:pt x="88072" y="33271"/>
                    <a:pt x="88072" y="33305"/>
                  </a:cubicBezTo>
                  <a:lnTo>
                    <a:pt x="88072" y="33441"/>
                  </a:lnTo>
                  <a:cubicBezTo>
                    <a:pt x="88072" y="33475"/>
                    <a:pt x="88106" y="33509"/>
                    <a:pt x="88175" y="33509"/>
                  </a:cubicBezTo>
                  <a:cubicBezTo>
                    <a:pt x="88209" y="33509"/>
                    <a:pt x="88243" y="33475"/>
                    <a:pt x="88243" y="33441"/>
                  </a:cubicBezTo>
                  <a:lnTo>
                    <a:pt x="88243" y="33305"/>
                  </a:lnTo>
                  <a:cubicBezTo>
                    <a:pt x="88243" y="33271"/>
                    <a:pt x="88209" y="33236"/>
                    <a:pt x="88175" y="33236"/>
                  </a:cubicBezTo>
                  <a:close/>
                  <a:moveTo>
                    <a:pt x="274" y="33646"/>
                  </a:moveTo>
                  <a:cubicBezTo>
                    <a:pt x="206" y="33646"/>
                    <a:pt x="171" y="33680"/>
                    <a:pt x="171" y="33714"/>
                  </a:cubicBezTo>
                  <a:lnTo>
                    <a:pt x="171" y="33851"/>
                  </a:lnTo>
                  <a:cubicBezTo>
                    <a:pt x="171" y="33885"/>
                    <a:pt x="206" y="33919"/>
                    <a:pt x="274" y="33919"/>
                  </a:cubicBezTo>
                  <a:cubicBezTo>
                    <a:pt x="308" y="33919"/>
                    <a:pt x="342" y="33885"/>
                    <a:pt x="342" y="33851"/>
                  </a:cubicBezTo>
                  <a:lnTo>
                    <a:pt x="342" y="33714"/>
                  </a:lnTo>
                  <a:cubicBezTo>
                    <a:pt x="342" y="33680"/>
                    <a:pt x="308" y="33646"/>
                    <a:pt x="274" y="33646"/>
                  </a:cubicBezTo>
                  <a:close/>
                  <a:moveTo>
                    <a:pt x="88175" y="33817"/>
                  </a:moveTo>
                  <a:cubicBezTo>
                    <a:pt x="88106" y="33817"/>
                    <a:pt x="88072" y="33851"/>
                    <a:pt x="88072" y="33885"/>
                  </a:cubicBezTo>
                  <a:lnTo>
                    <a:pt x="88072" y="34021"/>
                  </a:lnTo>
                  <a:cubicBezTo>
                    <a:pt x="88072" y="34055"/>
                    <a:pt x="88106" y="34090"/>
                    <a:pt x="88175" y="34090"/>
                  </a:cubicBezTo>
                  <a:cubicBezTo>
                    <a:pt x="88209" y="34090"/>
                    <a:pt x="88243" y="34055"/>
                    <a:pt x="88243" y="34021"/>
                  </a:cubicBezTo>
                  <a:lnTo>
                    <a:pt x="88243" y="33885"/>
                  </a:lnTo>
                  <a:cubicBezTo>
                    <a:pt x="88243" y="33851"/>
                    <a:pt x="88209" y="33817"/>
                    <a:pt x="88175" y="33817"/>
                  </a:cubicBezTo>
                  <a:close/>
                  <a:moveTo>
                    <a:pt x="274" y="34226"/>
                  </a:moveTo>
                  <a:cubicBezTo>
                    <a:pt x="206" y="34226"/>
                    <a:pt x="171" y="34260"/>
                    <a:pt x="171" y="34294"/>
                  </a:cubicBezTo>
                  <a:lnTo>
                    <a:pt x="171" y="34431"/>
                  </a:lnTo>
                  <a:cubicBezTo>
                    <a:pt x="171" y="34465"/>
                    <a:pt x="206" y="34499"/>
                    <a:pt x="274" y="34499"/>
                  </a:cubicBezTo>
                  <a:cubicBezTo>
                    <a:pt x="308" y="34499"/>
                    <a:pt x="342" y="34465"/>
                    <a:pt x="342" y="34431"/>
                  </a:cubicBezTo>
                  <a:lnTo>
                    <a:pt x="342" y="34294"/>
                  </a:lnTo>
                  <a:cubicBezTo>
                    <a:pt x="342" y="34260"/>
                    <a:pt x="308" y="34226"/>
                    <a:pt x="274" y="34226"/>
                  </a:cubicBezTo>
                  <a:close/>
                  <a:moveTo>
                    <a:pt x="88175" y="34397"/>
                  </a:moveTo>
                  <a:cubicBezTo>
                    <a:pt x="88106" y="34397"/>
                    <a:pt x="88072" y="34431"/>
                    <a:pt x="88072" y="34465"/>
                  </a:cubicBezTo>
                  <a:lnTo>
                    <a:pt x="88072" y="34567"/>
                  </a:lnTo>
                  <a:cubicBezTo>
                    <a:pt x="88072" y="34635"/>
                    <a:pt x="88106" y="34670"/>
                    <a:pt x="88175" y="34670"/>
                  </a:cubicBezTo>
                  <a:cubicBezTo>
                    <a:pt x="88209" y="34670"/>
                    <a:pt x="88243" y="34635"/>
                    <a:pt x="88243" y="34567"/>
                  </a:cubicBezTo>
                  <a:lnTo>
                    <a:pt x="88243" y="34465"/>
                  </a:lnTo>
                  <a:cubicBezTo>
                    <a:pt x="88243" y="34431"/>
                    <a:pt x="88209" y="34397"/>
                    <a:pt x="88175" y="34397"/>
                  </a:cubicBezTo>
                  <a:close/>
                  <a:moveTo>
                    <a:pt x="220" y="34797"/>
                  </a:moveTo>
                  <a:cubicBezTo>
                    <a:pt x="194" y="34797"/>
                    <a:pt x="171" y="34847"/>
                    <a:pt x="171" y="34874"/>
                  </a:cubicBezTo>
                  <a:lnTo>
                    <a:pt x="171" y="34977"/>
                  </a:lnTo>
                  <a:cubicBezTo>
                    <a:pt x="171" y="35045"/>
                    <a:pt x="206" y="35079"/>
                    <a:pt x="240" y="35079"/>
                  </a:cubicBezTo>
                  <a:cubicBezTo>
                    <a:pt x="308" y="35079"/>
                    <a:pt x="342" y="35045"/>
                    <a:pt x="342" y="34977"/>
                  </a:cubicBezTo>
                  <a:lnTo>
                    <a:pt x="342" y="34874"/>
                  </a:lnTo>
                  <a:cubicBezTo>
                    <a:pt x="342" y="34840"/>
                    <a:pt x="308" y="34806"/>
                    <a:pt x="240" y="34806"/>
                  </a:cubicBezTo>
                  <a:cubicBezTo>
                    <a:pt x="233" y="34800"/>
                    <a:pt x="227" y="34797"/>
                    <a:pt x="220" y="34797"/>
                  </a:cubicBezTo>
                  <a:close/>
                  <a:moveTo>
                    <a:pt x="88175" y="34943"/>
                  </a:moveTo>
                  <a:cubicBezTo>
                    <a:pt x="88106" y="34943"/>
                    <a:pt x="88072" y="34977"/>
                    <a:pt x="88072" y="35045"/>
                  </a:cubicBezTo>
                  <a:lnTo>
                    <a:pt x="88072" y="35147"/>
                  </a:lnTo>
                  <a:cubicBezTo>
                    <a:pt x="88072" y="35216"/>
                    <a:pt x="88106" y="35250"/>
                    <a:pt x="88175" y="35250"/>
                  </a:cubicBezTo>
                  <a:cubicBezTo>
                    <a:pt x="88209" y="35250"/>
                    <a:pt x="88243" y="35216"/>
                    <a:pt x="88243" y="35147"/>
                  </a:cubicBezTo>
                  <a:lnTo>
                    <a:pt x="88243" y="35045"/>
                  </a:lnTo>
                  <a:cubicBezTo>
                    <a:pt x="88243" y="34977"/>
                    <a:pt x="88209" y="34943"/>
                    <a:pt x="88175" y="34943"/>
                  </a:cubicBezTo>
                  <a:close/>
                  <a:moveTo>
                    <a:pt x="240" y="35352"/>
                  </a:moveTo>
                  <a:cubicBezTo>
                    <a:pt x="206" y="35352"/>
                    <a:pt x="171" y="35386"/>
                    <a:pt x="171" y="35454"/>
                  </a:cubicBezTo>
                  <a:lnTo>
                    <a:pt x="171" y="35557"/>
                  </a:lnTo>
                  <a:cubicBezTo>
                    <a:pt x="171" y="35625"/>
                    <a:pt x="206" y="35659"/>
                    <a:pt x="240" y="35659"/>
                  </a:cubicBezTo>
                  <a:cubicBezTo>
                    <a:pt x="308" y="35659"/>
                    <a:pt x="342" y="35625"/>
                    <a:pt x="342" y="35557"/>
                  </a:cubicBezTo>
                  <a:lnTo>
                    <a:pt x="342" y="35454"/>
                  </a:lnTo>
                  <a:cubicBezTo>
                    <a:pt x="342" y="35386"/>
                    <a:pt x="308" y="35352"/>
                    <a:pt x="240" y="35352"/>
                  </a:cubicBezTo>
                  <a:close/>
                  <a:moveTo>
                    <a:pt x="88175" y="35523"/>
                  </a:moveTo>
                  <a:cubicBezTo>
                    <a:pt x="88106" y="35523"/>
                    <a:pt x="88072" y="35557"/>
                    <a:pt x="88072" y="35625"/>
                  </a:cubicBezTo>
                  <a:lnTo>
                    <a:pt x="88072" y="35727"/>
                  </a:lnTo>
                  <a:cubicBezTo>
                    <a:pt x="88072" y="35762"/>
                    <a:pt x="88106" y="35796"/>
                    <a:pt x="88175" y="35796"/>
                  </a:cubicBezTo>
                  <a:cubicBezTo>
                    <a:pt x="88209" y="35796"/>
                    <a:pt x="88243" y="35762"/>
                    <a:pt x="88243" y="35727"/>
                  </a:cubicBezTo>
                  <a:lnTo>
                    <a:pt x="88243" y="35625"/>
                  </a:lnTo>
                  <a:cubicBezTo>
                    <a:pt x="88243" y="35557"/>
                    <a:pt x="88209" y="35523"/>
                    <a:pt x="88175" y="35523"/>
                  </a:cubicBezTo>
                  <a:close/>
                  <a:moveTo>
                    <a:pt x="240" y="35932"/>
                  </a:moveTo>
                  <a:cubicBezTo>
                    <a:pt x="206" y="35932"/>
                    <a:pt x="171" y="35966"/>
                    <a:pt x="171" y="36035"/>
                  </a:cubicBezTo>
                  <a:lnTo>
                    <a:pt x="171" y="36137"/>
                  </a:lnTo>
                  <a:cubicBezTo>
                    <a:pt x="171" y="36171"/>
                    <a:pt x="206" y="36205"/>
                    <a:pt x="240" y="36205"/>
                  </a:cubicBezTo>
                  <a:cubicBezTo>
                    <a:pt x="308" y="36205"/>
                    <a:pt x="342" y="36171"/>
                    <a:pt x="342" y="36137"/>
                  </a:cubicBezTo>
                  <a:lnTo>
                    <a:pt x="342" y="36035"/>
                  </a:lnTo>
                  <a:cubicBezTo>
                    <a:pt x="342" y="35966"/>
                    <a:pt x="308" y="35932"/>
                    <a:pt x="240" y="35932"/>
                  </a:cubicBezTo>
                  <a:close/>
                  <a:moveTo>
                    <a:pt x="88175" y="36103"/>
                  </a:moveTo>
                  <a:cubicBezTo>
                    <a:pt x="88106" y="36103"/>
                    <a:pt x="88072" y="36137"/>
                    <a:pt x="88072" y="36171"/>
                  </a:cubicBezTo>
                  <a:lnTo>
                    <a:pt x="88072" y="36308"/>
                  </a:lnTo>
                  <a:cubicBezTo>
                    <a:pt x="88072" y="36342"/>
                    <a:pt x="88106" y="36376"/>
                    <a:pt x="88175" y="36376"/>
                  </a:cubicBezTo>
                  <a:cubicBezTo>
                    <a:pt x="88209" y="36376"/>
                    <a:pt x="88243" y="36342"/>
                    <a:pt x="88243" y="36308"/>
                  </a:cubicBezTo>
                  <a:lnTo>
                    <a:pt x="88243" y="36171"/>
                  </a:lnTo>
                  <a:cubicBezTo>
                    <a:pt x="88243" y="36137"/>
                    <a:pt x="88209" y="36103"/>
                    <a:pt x="88175" y="36103"/>
                  </a:cubicBezTo>
                  <a:close/>
                  <a:moveTo>
                    <a:pt x="240" y="36512"/>
                  </a:moveTo>
                  <a:cubicBezTo>
                    <a:pt x="206" y="36512"/>
                    <a:pt x="171" y="36546"/>
                    <a:pt x="171" y="36580"/>
                  </a:cubicBezTo>
                  <a:lnTo>
                    <a:pt x="171" y="36717"/>
                  </a:lnTo>
                  <a:cubicBezTo>
                    <a:pt x="171" y="36751"/>
                    <a:pt x="206" y="36785"/>
                    <a:pt x="240" y="36785"/>
                  </a:cubicBezTo>
                  <a:cubicBezTo>
                    <a:pt x="308" y="36785"/>
                    <a:pt x="342" y="36751"/>
                    <a:pt x="342" y="36717"/>
                  </a:cubicBezTo>
                  <a:lnTo>
                    <a:pt x="342" y="36580"/>
                  </a:lnTo>
                  <a:cubicBezTo>
                    <a:pt x="342" y="36546"/>
                    <a:pt x="308" y="36512"/>
                    <a:pt x="240" y="36512"/>
                  </a:cubicBezTo>
                  <a:close/>
                  <a:moveTo>
                    <a:pt x="88175" y="36683"/>
                  </a:moveTo>
                  <a:cubicBezTo>
                    <a:pt x="88106" y="36683"/>
                    <a:pt x="88072" y="36717"/>
                    <a:pt x="88072" y="36751"/>
                  </a:cubicBezTo>
                  <a:lnTo>
                    <a:pt x="88072" y="36888"/>
                  </a:lnTo>
                  <a:cubicBezTo>
                    <a:pt x="88072" y="36922"/>
                    <a:pt x="88106" y="36956"/>
                    <a:pt x="88175" y="36956"/>
                  </a:cubicBezTo>
                  <a:cubicBezTo>
                    <a:pt x="88209" y="36956"/>
                    <a:pt x="88243" y="36922"/>
                    <a:pt x="88243" y="36888"/>
                  </a:cubicBezTo>
                  <a:lnTo>
                    <a:pt x="88243" y="36751"/>
                  </a:lnTo>
                  <a:cubicBezTo>
                    <a:pt x="88243" y="36717"/>
                    <a:pt x="88209" y="36683"/>
                    <a:pt x="88175" y="36683"/>
                  </a:cubicBezTo>
                  <a:close/>
                  <a:moveTo>
                    <a:pt x="240" y="37092"/>
                  </a:moveTo>
                  <a:cubicBezTo>
                    <a:pt x="206" y="37092"/>
                    <a:pt x="171" y="37126"/>
                    <a:pt x="171" y="37161"/>
                  </a:cubicBezTo>
                  <a:lnTo>
                    <a:pt x="171" y="37263"/>
                  </a:lnTo>
                  <a:cubicBezTo>
                    <a:pt x="171" y="37331"/>
                    <a:pt x="206" y="37365"/>
                    <a:pt x="240" y="37365"/>
                  </a:cubicBezTo>
                  <a:cubicBezTo>
                    <a:pt x="308" y="37365"/>
                    <a:pt x="342" y="37331"/>
                    <a:pt x="342" y="37263"/>
                  </a:cubicBezTo>
                  <a:lnTo>
                    <a:pt x="342" y="37161"/>
                  </a:lnTo>
                  <a:cubicBezTo>
                    <a:pt x="342" y="37126"/>
                    <a:pt x="308" y="37092"/>
                    <a:pt x="240" y="37092"/>
                  </a:cubicBezTo>
                  <a:close/>
                  <a:moveTo>
                    <a:pt x="88175" y="37229"/>
                  </a:moveTo>
                  <a:cubicBezTo>
                    <a:pt x="88106" y="37229"/>
                    <a:pt x="88072" y="37297"/>
                    <a:pt x="88072" y="37331"/>
                  </a:cubicBezTo>
                  <a:lnTo>
                    <a:pt x="88072" y="37434"/>
                  </a:lnTo>
                  <a:cubicBezTo>
                    <a:pt x="88072" y="37502"/>
                    <a:pt x="88106" y="37536"/>
                    <a:pt x="88175" y="37536"/>
                  </a:cubicBezTo>
                  <a:cubicBezTo>
                    <a:pt x="88209" y="37536"/>
                    <a:pt x="88243" y="37502"/>
                    <a:pt x="88243" y="37434"/>
                  </a:cubicBezTo>
                  <a:lnTo>
                    <a:pt x="88243" y="37331"/>
                  </a:lnTo>
                  <a:cubicBezTo>
                    <a:pt x="88243" y="37297"/>
                    <a:pt x="88209" y="37229"/>
                    <a:pt x="88175" y="37229"/>
                  </a:cubicBezTo>
                  <a:close/>
                  <a:moveTo>
                    <a:pt x="240" y="37638"/>
                  </a:moveTo>
                  <a:cubicBezTo>
                    <a:pt x="206" y="37638"/>
                    <a:pt x="171" y="37707"/>
                    <a:pt x="171" y="37741"/>
                  </a:cubicBezTo>
                  <a:lnTo>
                    <a:pt x="171" y="37843"/>
                  </a:lnTo>
                  <a:cubicBezTo>
                    <a:pt x="171" y="37911"/>
                    <a:pt x="206" y="37945"/>
                    <a:pt x="240" y="37945"/>
                  </a:cubicBezTo>
                  <a:cubicBezTo>
                    <a:pt x="308" y="37945"/>
                    <a:pt x="342" y="37911"/>
                    <a:pt x="342" y="37843"/>
                  </a:cubicBezTo>
                  <a:lnTo>
                    <a:pt x="342" y="37741"/>
                  </a:lnTo>
                  <a:cubicBezTo>
                    <a:pt x="342" y="37707"/>
                    <a:pt x="308" y="37638"/>
                    <a:pt x="240" y="37638"/>
                  </a:cubicBezTo>
                  <a:close/>
                  <a:moveTo>
                    <a:pt x="88175" y="37809"/>
                  </a:moveTo>
                  <a:cubicBezTo>
                    <a:pt x="88106" y="37809"/>
                    <a:pt x="88072" y="37843"/>
                    <a:pt x="88072" y="37911"/>
                  </a:cubicBezTo>
                  <a:lnTo>
                    <a:pt x="88072" y="38014"/>
                  </a:lnTo>
                  <a:cubicBezTo>
                    <a:pt x="88072" y="38048"/>
                    <a:pt x="88106" y="38116"/>
                    <a:pt x="88175" y="38116"/>
                  </a:cubicBezTo>
                  <a:cubicBezTo>
                    <a:pt x="88209" y="38116"/>
                    <a:pt x="88243" y="38048"/>
                    <a:pt x="88243" y="38014"/>
                  </a:cubicBezTo>
                  <a:lnTo>
                    <a:pt x="88243" y="37911"/>
                  </a:lnTo>
                  <a:cubicBezTo>
                    <a:pt x="88243" y="37843"/>
                    <a:pt x="88209" y="37809"/>
                    <a:pt x="88175" y="37809"/>
                  </a:cubicBezTo>
                  <a:close/>
                  <a:moveTo>
                    <a:pt x="240" y="38218"/>
                  </a:moveTo>
                  <a:cubicBezTo>
                    <a:pt x="206" y="38218"/>
                    <a:pt x="171" y="38253"/>
                    <a:pt x="171" y="38321"/>
                  </a:cubicBezTo>
                  <a:lnTo>
                    <a:pt x="171" y="38423"/>
                  </a:lnTo>
                  <a:cubicBezTo>
                    <a:pt x="171" y="38457"/>
                    <a:pt x="206" y="38526"/>
                    <a:pt x="240" y="38526"/>
                  </a:cubicBezTo>
                  <a:cubicBezTo>
                    <a:pt x="308" y="38526"/>
                    <a:pt x="342" y="38457"/>
                    <a:pt x="342" y="38423"/>
                  </a:cubicBezTo>
                  <a:lnTo>
                    <a:pt x="342" y="38321"/>
                  </a:lnTo>
                  <a:cubicBezTo>
                    <a:pt x="342" y="38253"/>
                    <a:pt x="308" y="38218"/>
                    <a:pt x="240" y="38218"/>
                  </a:cubicBezTo>
                  <a:close/>
                  <a:moveTo>
                    <a:pt x="88175" y="38389"/>
                  </a:moveTo>
                  <a:cubicBezTo>
                    <a:pt x="88106" y="38389"/>
                    <a:pt x="88072" y="38423"/>
                    <a:pt x="88072" y="38457"/>
                  </a:cubicBezTo>
                  <a:lnTo>
                    <a:pt x="88072" y="38594"/>
                  </a:lnTo>
                  <a:cubicBezTo>
                    <a:pt x="88072" y="38628"/>
                    <a:pt x="88106" y="38662"/>
                    <a:pt x="88175" y="38662"/>
                  </a:cubicBezTo>
                  <a:cubicBezTo>
                    <a:pt x="88209" y="38662"/>
                    <a:pt x="88243" y="38628"/>
                    <a:pt x="88243" y="38594"/>
                  </a:cubicBezTo>
                  <a:lnTo>
                    <a:pt x="88243" y="38457"/>
                  </a:lnTo>
                  <a:cubicBezTo>
                    <a:pt x="88243" y="38423"/>
                    <a:pt x="88209" y="38389"/>
                    <a:pt x="88175" y="38389"/>
                  </a:cubicBezTo>
                  <a:close/>
                  <a:moveTo>
                    <a:pt x="240" y="38798"/>
                  </a:moveTo>
                  <a:cubicBezTo>
                    <a:pt x="206" y="38798"/>
                    <a:pt x="171" y="38833"/>
                    <a:pt x="171" y="38867"/>
                  </a:cubicBezTo>
                  <a:lnTo>
                    <a:pt x="171" y="39003"/>
                  </a:lnTo>
                  <a:cubicBezTo>
                    <a:pt x="171" y="39037"/>
                    <a:pt x="206" y="39071"/>
                    <a:pt x="240" y="39071"/>
                  </a:cubicBezTo>
                  <a:cubicBezTo>
                    <a:pt x="274" y="39071"/>
                    <a:pt x="342" y="39037"/>
                    <a:pt x="342" y="39003"/>
                  </a:cubicBezTo>
                  <a:lnTo>
                    <a:pt x="342" y="38867"/>
                  </a:lnTo>
                  <a:cubicBezTo>
                    <a:pt x="342" y="38833"/>
                    <a:pt x="274" y="38798"/>
                    <a:pt x="240" y="38798"/>
                  </a:cubicBezTo>
                  <a:close/>
                  <a:moveTo>
                    <a:pt x="88175" y="38969"/>
                  </a:moveTo>
                  <a:cubicBezTo>
                    <a:pt x="88106" y="38969"/>
                    <a:pt x="88072" y="39003"/>
                    <a:pt x="88072" y="39037"/>
                  </a:cubicBezTo>
                  <a:lnTo>
                    <a:pt x="88072" y="39174"/>
                  </a:lnTo>
                  <a:cubicBezTo>
                    <a:pt x="88072" y="39208"/>
                    <a:pt x="88106" y="39242"/>
                    <a:pt x="88175" y="39242"/>
                  </a:cubicBezTo>
                  <a:cubicBezTo>
                    <a:pt x="88209" y="39242"/>
                    <a:pt x="88243" y="39208"/>
                    <a:pt x="88243" y="39174"/>
                  </a:cubicBezTo>
                  <a:lnTo>
                    <a:pt x="88243" y="39037"/>
                  </a:lnTo>
                  <a:cubicBezTo>
                    <a:pt x="88243" y="39003"/>
                    <a:pt x="88209" y="38969"/>
                    <a:pt x="88175" y="38969"/>
                  </a:cubicBezTo>
                  <a:close/>
                  <a:moveTo>
                    <a:pt x="240" y="39379"/>
                  </a:moveTo>
                  <a:cubicBezTo>
                    <a:pt x="206" y="39379"/>
                    <a:pt x="171" y="39413"/>
                    <a:pt x="171" y="39447"/>
                  </a:cubicBezTo>
                  <a:lnTo>
                    <a:pt x="171" y="39583"/>
                  </a:lnTo>
                  <a:cubicBezTo>
                    <a:pt x="137" y="39617"/>
                    <a:pt x="206" y="39652"/>
                    <a:pt x="240" y="39652"/>
                  </a:cubicBezTo>
                  <a:cubicBezTo>
                    <a:pt x="274" y="39652"/>
                    <a:pt x="342" y="39617"/>
                    <a:pt x="342" y="39583"/>
                  </a:cubicBezTo>
                  <a:lnTo>
                    <a:pt x="342" y="39447"/>
                  </a:lnTo>
                  <a:cubicBezTo>
                    <a:pt x="342" y="39413"/>
                    <a:pt x="274" y="39379"/>
                    <a:pt x="240" y="39379"/>
                  </a:cubicBezTo>
                  <a:close/>
                  <a:moveTo>
                    <a:pt x="88175" y="39549"/>
                  </a:moveTo>
                  <a:cubicBezTo>
                    <a:pt x="88106" y="39549"/>
                    <a:pt x="88072" y="39583"/>
                    <a:pt x="88072" y="39617"/>
                  </a:cubicBezTo>
                  <a:lnTo>
                    <a:pt x="88072" y="39720"/>
                  </a:lnTo>
                  <a:cubicBezTo>
                    <a:pt x="88072" y="39788"/>
                    <a:pt x="88106" y="39822"/>
                    <a:pt x="88175" y="39822"/>
                  </a:cubicBezTo>
                  <a:cubicBezTo>
                    <a:pt x="88209" y="39822"/>
                    <a:pt x="88243" y="39788"/>
                    <a:pt x="88243" y="39720"/>
                  </a:cubicBezTo>
                  <a:lnTo>
                    <a:pt x="88243" y="39617"/>
                  </a:lnTo>
                  <a:cubicBezTo>
                    <a:pt x="88243" y="39583"/>
                    <a:pt x="88209" y="39549"/>
                    <a:pt x="88175" y="39549"/>
                  </a:cubicBezTo>
                  <a:close/>
                  <a:moveTo>
                    <a:pt x="240" y="39925"/>
                  </a:moveTo>
                  <a:cubicBezTo>
                    <a:pt x="206" y="39925"/>
                    <a:pt x="137" y="39993"/>
                    <a:pt x="137" y="40027"/>
                  </a:cubicBezTo>
                  <a:lnTo>
                    <a:pt x="137" y="40129"/>
                  </a:lnTo>
                  <a:cubicBezTo>
                    <a:pt x="137" y="40198"/>
                    <a:pt x="206" y="40232"/>
                    <a:pt x="240" y="40232"/>
                  </a:cubicBezTo>
                  <a:cubicBezTo>
                    <a:pt x="274" y="40232"/>
                    <a:pt x="308" y="40198"/>
                    <a:pt x="342" y="40129"/>
                  </a:cubicBezTo>
                  <a:lnTo>
                    <a:pt x="342" y="40027"/>
                  </a:lnTo>
                  <a:cubicBezTo>
                    <a:pt x="342" y="39993"/>
                    <a:pt x="274" y="39925"/>
                    <a:pt x="240" y="39925"/>
                  </a:cubicBezTo>
                  <a:close/>
                  <a:moveTo>
                    <a:pt x="88175" y="40095"/>
                  </a:moveTo>
                  <a:cubicBezTo>
                    <a:pt x="88106" y="40095"/>
                    <a:pt x="88072" y="40129"/>
                    <a:pt x="88072" y="40198"/>
                  </a:cubicBezTo>
                  <a:lnTo>
                    <a:pt x="88072" y="40300"/>
                  </a:lnTo>
                  <a:cubicBezTo>
                    <a:pt x="88072" y="40368"/>
                    <a:pt x="88106" y="40402"/>
                    <a:pt x="88175" y="40402"/>
                  </a:cubicBezTo>
                  <a:cubicBezTo>
                    <a:pt x="88209" y="40402"/>
                    <a:pt x="88243" y="40368"/>
                    <a:pt x="88243" y="40300"/>
                  </a:cubicBezTo>
                  <a:lnTo>
                    <a:pt x="88243" y="40198"/>
                  </a:lnTo>
                  <a:cubicBezTo>
                    <a:pt x="88243" y="40129"/>
                    <a:pt x="88209" y="40095"/>
                    <a:pt x="88175" y="40095"/>
                  </a:cubicBezTo>
                  <a:close/>
                  <a:moveTo>
                    <a:pt x="240" y="40505"/>
                  </a:moveTo>
                  <a:cubicBezTo>
                    <a:pt x="206" y="40505"/>
                    <a:pt x="137" y="40539"/>
                    <a:pt x="137" y="40607"/>
                  </a:cubicBezTo>
                  <a:lnTo>
                    <a:pt x="137" y="40709"/>
                  </a:lnTo>
                  <a:cubicBezTo>
                    <a:pt x="137" y="40778"/>
                    <a:pt x="206" y="40812"/>
                    <a:pt x="240" y="40812"/>
                  </a:cubicBezTo>
                  <a:cubicBezTo>
                    <a:pt x="274" y="40812"/>
                    <a:pt x="308" y="40778"/>
                    <a:pt x="308" y="40709"/>
                  </a:cubicBezTo>
                  <a:lnTo>
                    <a:pt x="308" y="40607"/>
                  </a:lnTo>
                  <a:cubicBezTo>
                    <a:pt x="308" y="40539"/>
                    <a:pt x="274" y="40505"/>
                    <a:pt x="240" y="40505"/>
                  </a:cubicBezTo>
                  <a:close/>
                  <a:moveTo>
                    <a:pt x="88175" y="40675"/>
                  </a:moveTo>
                  <a:cubicBezTo>
                    <a:pt x="88106" y="40675"/>
                    <a:pt x="88072" y="40709"/>
                    <a:pt x="88072" y="40778"/>
                  </a:cubicBezTo>
                  <a:lnTo>
                    <a:pt x="88072" y="40880"/>
                  </a:lnTo>
                  <a:cubicBezTo>
                    <a:pt x="88072" y="40914"/>
                    <a:pt x="88106" y="40948"/>
                    <a:pt x="88175" y="40948"/>
                  </a:cubicBezTo>
                  <a:cubicBezTo>
                    <a:pt x="88209" y="40948"/>
                    <a:pt x="88243" y="40914"/>
                    <a:pt x="88243" y="40880"/>
                  </a:cubicBezTo>
                  <a:lnTo>
                    <a:pt x="88243" y="40778"/>
                  </a:lnTo>
                  <a:cubicBezTo>
                    <a:pt x="88243" y="40709"/>
                    <a:pt x="88209" y="40675"/>
                    <a:pt x="88175" y="40675"/>
                  </a:cubicBezTo>
                  <a:close/>
                  <a:moveTo>
                    <a:pt x="240" y="41085"/>
                  </a:moveTo>
                  <a:cubicBezTo>
                    <a:pt x="171" y="41085"/>
                    <a:pt x="137" y="41119"/>
                    <a:pt x="137" y="41187"/>
                  </a:cubicBezTo>
                  <a:lnTo>
                    <a:pt x="137" y="41289"/>
                  </a:lnTo>
                  <a:cubicBezTo>
                    <a:pt x="137" y="41317"/>
                    <a:pt x="160" y="41367"/>
                    <a:pt x="204" y="41367"/>
                  </a:cubicBezTo>
                  <a:cubicBezTo>
                    <a:pt x="215" y="41367"/>
                    <a:pt x="227" y="41364"/>
                    <a:pt x="240" y="41358"/>
                  </a:cubicBezTo>
                  <a:cubicBezTo>
                    <a:pt x="274" y="41358"/>
                    <a:pt x="308" y="41324"/>
                    <a:pt x="308" y="41289"/>
                  </a:cubicBezTo>
                  <a:lnTo>
                    <a:pt x="308" y="41187"/>
                  </a:lnTo>
                  <a:cubicBezTo>
                    <a:pt x="308" y="41119"/>
                    <a:pt x="274" y="41085"/>
                    <a:pt x="240" y="41085"/>
                  </a:cubicBezTo>
                  <a:close/>
                  <a:moveTo>
                    <a:pt x="88175" y="41255"/>
                  </a:moveTo>
                  <a:cubicBezTo>
                    <a:pt x="88106" y="41255"/>
                    <a:pt x="88072" y="41289"/>
                    <a:pt x="88072" y="41324"/>
                  </a:cubicBezTo>
                  <a:lnTo>
                    <a:pt x="88072" y="41460"/>
                  </a:lnTo>
                  <a:cubicBezTo>
                    <a:pt x="88072" y="41494"/>
                    <a:pt x="88106" y="41528"/>
                    <a:pt x="88175" y="41528"/>
                  </a:cubicBezTo>
                  <a:cubicBezTo>
                    <a:pt x="88209" y="41528"/>
                    <a:pt x="88243" y="41494"/>
                    <a:pt x="88243" y="41460"/>
                  </a:cubicBezTo>
                  <a:lnTo>
                    <a:pt x="88243" y="41324"/>
                  </a:lnTo>
                  <a:cubicBezTo>
                    <a:pt x="88243" y="41289"/>
                    <a:pt x="88209" y="41255"/>
                    <a:pt x="88175" y="41255"/>
                  </a:cubicBezTo>
                  <a:close/>
                  <a:moveTo>
                    <a:pt x="240" y="41665"/>
                  </a:moveTo>
                  <a:cubicBezTo>
                    <a:pt x="171" y="41665"/>
                    <a:pt x="137" y="41699"/>
                    <a:pt x="137" y="41733"/>
                  </a:cubicBezTo>
                  <a:lnTo>
                    <a:pt x="137" y="41870"/>
                  </a:lnTo>
                  <a:cubicBezTo>
                    <a:pt x="137" y="41904"/>
                    <a:pt x="171" y="41938"/>
                    <a:pt x="240" y="41938"/>
                  </a:cubicBezTo>
                  <a:cubicBezTo>
                    <a:pt x="274" y="41938"/>
                    <a:pt x="308" y="41904"/>
                    <a:pt x="308" y="41870"/>
                  </a:cubicBezTo>
                  <a:lnTo>
                    <a:pt x="308" y="41733"/>
                  </a:lnTo>
                  <a:cubicBezTo>
                    <a:pt x="308" y="41699"/>
                    <a:pt x="274" y="41665"/>
                    <a:pt x="240" y="41665"/>
                  </a:cubicBezTo>
                  <a:close/>
                  <a:moveTo>
                    <a:pt x="88175" y="41835"/>
                  </a:moveTo>
                  <a:cubicBezTo>
                    <a:pt x="88106" y="41835"/>
                    <a:pt x="88072" y="41870"/>
                    <a:pt x="88072" y="41904"/>
                  </a:cubicBezTo>
                  <a:lnTo>
                    <a:pt x="88072" y="42040"/>
                  </a:lnTo>
                  <a:cubicBezTo>
                    <a:pt x="88072" y="42074"/>
                    <a:pt x="88106" y="42108"/>
                    <a:pt x="88175" y="42108"/>
                  </a:cubicBezTo>
                  <a:cubicBezTo>
                    <a:pt x="88209" y="42108"/>
                    <a:pt x="88243" y="42074"/>
                    <a:pt x="88243" y="42040"/>
                  </a:cubicBezTo>
                  <a:lnTo>
                    <a:pt x="88243" y="41904"/>
                  </a:lnTo>
                  <a:cubicBezTo>
                    <a:pt x="88243" y="41870"/>
                    <a:pt x="88209" y="41835"/>
                    <a:pt x="88175" y="41835"/>
                  </a:cubicBezTo>
                  <a:close/>
                  <a:moveTo>
                    <a:pt x="240" y="42245"/>
                  </a:moveTo>
                  <a:cubicBezTo>
                    <a:pt x="171" y="42245"/>
                    <a:pt x="137" y="42279"/>
                    <a:pt x="137" y="42313"/>
                  </a:cubicBezTo>
                  <a:lnTo>
                    <a:pt x="137" y="42416"/>
                  </a:lnTo>
                  <a:cubicBezTo>
                    <a:pt x="137" y="42484"/>
                    <a:pt x="171" y="42518"/>
                    <a:pt x="240" y="42518"/>
                  </a:cubicBezTo>
                  <a:cubicBezTo>
                    <a:pt x="274" y="42518"/>
                    <a:pt x="308" y="42484"/>
                    <a:pt x="308" y="42416"/>
                  </a:cubicBezTo>
                  <a:lnTo>
                    <a:pt x="308" y="42313"/>
                  </a:lnTo>
                  <a:cubicBezTo>
                    <a:pt x="308" y="42279"/>
                    <a:pt x="274" y="42245"/>
                    <a:pt x="240" y="42245"/>
                  </a:cubicBezTo>
                  <a:close/>
                  <a:moveTo>
                    <a:pt x="88175" y="42381"/>
                  </a:moveTo>
                  <a:cubicBezTo>
                    <a:pt x="88106" y="42381"/>
                    <a:pt x="88072" y="42450"/>
                    <a:pt x="88072" y="42484"/>
                  </a:cubicBezTo>
                  <a:lnTo>
                    <a:pt x="88072" y="42586"/>
                  </a:lnTo>
                  <a:cubicBezTo>
                    <a:pt x="88072" y="42654"/>
                    <a:pt x="88106" y="42689"/>
                    <a:pt x="88175" y="42689"/>
                  </a:cubicBezTo>
                  <a:cubicBezTo>
                    <a:pt x="88209" y="42689"/>
                    <a:pt x="88243" y="42654"/>
                    <a:pt x="88243" y="42586"/>
                  </a:cubicBezTo>
                  <a:lnTo>
                    <a:pt x="88243" y="42484"/>
                  </a:lnTo>
                  <a:cubicBezTo>
                    <a:pt x="88243" y="42450"/>
                    <a:pt x="88209" y="42381"/>
                    <a:pt x="88175" y="42381"/>
                  </a:cubicBezTo>
                  <a:close/>
                  <a:moveTo>
                    <a:pt x="240" y="42791"/>
                  </a:moveTo>
                  <a:cubicBezTo>
                    <a:pt x="171" y="42791"/>
                    <a:pt x="137" y="42825"/>
                    <a:pt x="137" y="42893"/>
                  </a:cubicBezTo>
                  <a:lnTo>
                    <a:pt x="137" y="42996"/>
                  </a:lnTo>
                  <a:cubicBezTo>
                    <a:pt x="137" y="43064"/>
                    <a:pt x="171" y="43098"/>
                    <a:pt x="240" y="43098"/>
                  </a:cubicBezTo>
                  <a:cubicBezTo>
                    <a:pt x="274" y="43098"/>
                    <a:pt x="308" y="43064"/>
                    <a:pt x="308" y="42996"/>
                  </a:cubicBezTo>
                  <a:lnTo>
                    <a:pt x="308" y="42893"/>
                  </a:lnTo>
                  <a:cubicBezTo>
                    <a:pt x="308" y="42859"/>
                    <a:pt x="274" y="42825"/>
                    <a:pt x="240" y="42791"/>
                  </a:cubicBezTo>
                  <a:close/>
                  <a:moveTo>
                    <a:pt x="88175" y="42962"/>
                  </a:moveTo>
                  <a:cubicBezTo>
                    <a:pt x="88106" y="42962"/>
                    <a:pt x="88072" y="42996"/>
                    <a:pt x="88072" y="43064"/>
                  </a:cubicBezTo>
                  <a:lnTo>
                    <a:pt x="88072" y="43166"/>
                  </a:lnTo>
                  <a:cubicBezTo>
                    <a:pt x="88072" y="43200"/>
                    <a:pt x="88106" y="43269"/>
                    <a:pt x="88175" y="43269"/>
                  </a:cubicBezTo>
                  <a:cubicBezTo>
                    <a:pt x="88209" y="43269"/>
                    <a:pt x="88243" y="43200"/>
                    <a:pt x="88243" y="43166"/>
                  </a:cubicBezTo>
                  <a:lnTo>
                    <a:pt x="88243" y="43064"/>
                  </a:lnTo>
                  <a:cubicBezTo>
                    <a:pt x="88243" y="42996"/>
                    <a:pt x="88209" y="42962"/>
                    <a:pt x="88175" y="42962"/>
                  </a:cubicBezTo>
                  <a:close/>
                  <a:moveTo>
                    <a:pt x="240" y="43371"/>
                  </a:moveTo>
                  <a:cubicBezTo>
                    <a:pt x="171" y="43371"/>
                    <a:pt x="137" y="43405"/>
                    <a:pt x="137" y="43473"/>
                  </a:cubicBezTo>
                  <a:lnTo>
                    <a:pt x="137" y="43576"/>
                  </a:lnTo>
                  <a:cubicBezTo>
                    <a:pt x="137" y="43610"/>
                    <a:pt x="171" y="43678"/>
                    <a:pt x="240" y="43678"/>
                  </a:cubicBezTo>
                  <a:cubicBezTo>
                    <a:pt x="274" y="43678"/>
                    <a:pt x="308" y="43610"/>
                    <a:pt x="308" y="43576"/>
                  </a:cubicBezTo>
                  <a:lnTo>
                    <a:pt x="308" y="43473"/>
                  </a:lnTo>
                  <a:cubicBezTo>
                    <a:pt x="308" y="43405"/>
                    <a:pt x="274" y="43371"/>
                    <a:pt x="240" y="43371"/>
                  </a:cubicBezTo>
                  <a:close/>
                  <a:moveTo>
                    <a:pt x="88175" y="43542"/>
                  </a:moveTo>
                  <a:cubicBezTo>
                    <a:pt x="88106" y="43542"/>
                    <a:pt x="88072" y="43576"/>
                    <a:pt x="88072" y="43610"/>
                  </a:cubicBezTo>
                  <a:lnTo>
                    <a:pt x="88072" y="43746"/>
                  </a:lnTo>
                  <a:cubicBezTo>
                    <a:pt x="88072" y="43780"/>
                    <a:pt x="88106" y="43815"/>
                    <a:pt x="88175" y="43815"/>
                  </a:cubicBezTo>
                  <a:cubicBezTo>
                    <a:pt x="88209" y="43815"/>
                    <a:pt x="88243" y="43780"/>
                    <a:pt x="88243" y="43746"/>
                  </a:cubicBezTo>
                  <a:lnTo>
                    <a:pt x="88243" y="43610"/>
                  </a:lnTo>
                  <a:cubicBezTo>
                    <a:pt x="88243" y="43576"/>
                    <a:pt x="88209" y="43542"/>
                    <a:pt x="88175" y="43542"/>
                  </a:cubicBezTo>
                  <a:close/>
                  <a:moveTo>
                    <a:pt x="240" y="43951"/>
                  </a:moveTo>
                  <a:cubicBezTo>
                    <a:pt x="171" y="43951"/>
                    <a:pt x="137" y="43985"/>
                    <a:pt x="137" y="44019"/>
                  </a:cubicBezTo>
                  <a:lnTo>
                    <a:pt x="137" y="44156"/>
                  </a:lnTo>
                  <a:cubicBezTo>
                    <a:pt x="137" y="44190"/>
                    <a:pt x="171" y="44224"/>
                    <a:pt x="240" y="44224"/>
                  </a:cubicBezTo>
                  <a:cubicBezTo>
                    <a:pt x="274" y="44224"/>
                    <a:pt x="308" y="44190"/>
                    <a:pt x="308" y="44156"/>
                  </a:cubicBezTo>
                  <a:lnTo>
                    <a:pt x="308" y="44019"/>
                  </a:lnTo>
                  <a:cubicBezTo>
                    <a:pt x="308" y="43985"/>
                    <a:pt x="274" y="43951"/>
                    <a:pt x="240" y="43951"/>
                  </a:cubicBezTo>
                  <a:close/>
                  <a:moveTo>
                    <a:pt x="88175" y="44122"/>
                  </a:moveTo>
                  <a:cubicBezTo>
                    <a:pt x="88106" y="44122"/>
                    <a:pt x="88072" y="44156"/>
                    <a:pt x="88072" y="44190"/>
                  </a:cubicBezTo>
                  <a:lnTo>
                    <a:pt x="88072" y="44326"/>
                  </a:lnTo>
                  <a:cubicBezTo>
                    <a:pt x="88072" y="44361"/>
                    <a:pt x="88106" y="44395"/>
                    <a:pt x="88175" y="44395"/>
                  </a:cubicBezTo>
                  <a:cubicBezTo>
                    <a:pt x="88209" y="44395"/>
                    <a:pt x="88243" y="44361"/>
                    <a:pt x="88243" y="44326"/>
                  </a:cubicBezTo>
                  <a:lnTo>
                    <a:pt x="88243" y="44190"/>
                  </a:lnTo>
                  <a:cubicBezTo>
                    <a:pt x="88243" y="44156"/>
                    <a:pt x="88209" y="44122"/>
                    <a:pt x="88175" y="44122"/>
                  </a:cubicBezTo>
                  <a:close/>
                  <a:moveTo>
                    <a:pt x="240" y="44531"/>
                  </a:moveTo>
                  <a:cubicBezTo>
                    <a:pt x="171" y="44531"/>
                    <a:pt x="137" y="44565"/>
                    <a:pt x="137" y="44599"/>
                  </a:cubicBezTo>
                  <a:lnTo>
                    <a:pt x="137" y="44736"/>
                  </a:lnTo>
                  <a:cubicBezTo>
                    <a:pt x="137" y="44770"/>
                    <a:pt x="171" y="44804"/>
                    <a:pt x="240" y="44804"/>
                  </a:cubicBezTo>
                  <a:cubicBezTo>
                    <a:pt x="274" y="44804"/>
                    <a:pt x="308" y="44770"/>
                    <a:pt x="308" y="44736"/>
                  </a:cubicBezTo>
                  <a:lnTo>
                    <a:pt x="308" y="44599"/>
                  </a:lnTo>
                  <a:cubicBezTo>
                    <a:pt x="308" y="44565"/>
                    <a:pt x="274" y="44531"/>
                    <a:pt x="240" y="44531"/>
                  </a:cubicBezTo>
                  <a:close/>
                  <a:moveTo>
                    <a:pt x="88175" y="44702"/>
                  </a:moveTo>
                  <a:cubicBezTo>
                    <a:pt x="88106" y="44702"/>
                    <a:pt x="88072" y="44736"/>
                    <a:pt x="88072" y="44770"/>
                  </a:cubicBezTo>
                  <a:lnTo>
                    <a:pt x="88072" y="44872"/>
                  </a:lnTo>
                  <a:cubicBezTo>
                    <a:pt x="88072" y="44941"/>
                    <a:pt x="88106" y="44975"/>
                    <a:pt x="88175" y="44975"/>
                  </a:cubicBezTo>
                  <a:cubicBezTo>
                    <a:pt x="88209" y="44975"/>
                    <a:pt x="88243" y="44941"/>
                    <a:pt x="88243" y="44872"/>
                  </a:cubicBezTo>
                  <a:lnTo>
                    <a:pt x="88243" y="44770"/>
                  </a:lnTo>
                  <a:cubicBezTo>
                    <a:pt x="88243" y="44736"/>
                    <a:pt x="88209" y="44702"/>
                    <a:pt x="88175" y="44702"/>
                  </a:cubicBezTo>
                  <a:close/>
                  <a:moveTo>
                    <a:pt x="206" y="45077"/>
                  </a:moveTo>
                  <a:cubicBezTo>
                    <a:pt x="171" y="45077"/>
                    <a:pt x="137" y="45145"/>
                    <a:pt x="137" y="45180"/>
                  </a:cubicBezTo>
                  <a:lnTo>
                    <a:pt x="137" y="45282"/>
                  </a:lnTo>
                  <a:cubicBezTo>
                    <a:pt x="137" y="45350"/>
                    <a:pt x="171" y="45384"/>
                    <a:pt x="206" y="45384"/>
                  </a:cubicBezTo>
                  <a:cubicBezTo>
                    <a:pt x="274" y="45384"/>
                    <a:pt x="308" y="45350"/>
                    <a:pt x="308" y="45282"/>
                  </a:cubicBezTo>
                  <a:lnTo>
                    <a:pt x="308" y="45180"/>
                  </a:lnTo>
                  <a:cubicBezTo>
                    <a:pt x="308" y="45145"/>
                    <a:pt x="274" y="45111"/>
                    <a:pt x="206" y="45077"/>
                  </a:cubicBezTo>
                  <a:close/>
                  <a:moveTo>
                    <a:pt x="88175" y="45248"/>
                  </a:moveTo>
                  <a:cubicBezTo>
                    <a:pt x="88106" y="45248"/>
                    <a:pt x="88072" y="45282"/>
                    <a:pt x="88072" y="45350"/>
                  </a:cubicBezTo>
                  <a:lnTo>
                    <a:pt x="88072" y="45453"/>
                  </a:lnTo>
                  <a:cubicBezTo>
                    <a:pt x="88072" y="45521"/>
                    <a:pt x="88106" y="45555"/>
                    <a:pt x="88175" y="45555"/>
                  </a:cubicBezTo>
                  <a:cubicBezTo>
                    <a:pt x="88209" y="45555"/>
                    <a:pt x="88243" y="45521"/>
                    <a:pt x="88243" y="45453"/>
                  </a:cubicBezTo>
                  <a:lnTo>
                    <a:pt x="88243" y="45350"/>
                  </a:lnTo>
                  <a:cubicBezTo>
                    <a:pt x="88243" y="45282"/>
                    <a:pt x="88209" y="45248"/>
                    <a:pt x="88175" y="45248"/>
                  </a:cubicBezTo>
                  <a:close/>
                  <a:moveTo>
                    <a:pt x="206" y="45657"/>
                  </a:moveTo>
                  <a:cubicBezTo>
                    <a:pt x="171" y="45657"/>
                    <a:pt x="137" y="45691"/>
                    <a:pt x="137" y="45760"/>
                  </a:cubicBezTo>
                  <a:lnTo>
                    <a:pt x="137" y="45862"/>
                  </a:lnTo>
                  <a:cubicBezTo>
                    <a:pt x="137" y="45930"/>
                    <a:pt x="171" y="45964"/>
                    <a:pt x="206" y="45964"/>
                  </a:cubicBezTo>
                  <a:cubicBezTo>
                    <a:pt x="274" y="45964"/>
                    <a:pt x="308" y="45930"/>
                    <a:pt x="308" y="45862"/>
                  </a:cubicBezTo>
                  <a:lnTo>
                    <a:pt x="308" y="45760"/>
                  </a:lnTo>
                  <a:cubicBezTo>
                    <a:pt x="308" y="45691"/>
                    <a:pt x="274" y="45657"/>
                    <a:pt x="206" y="45657"/>
                  </a:cubicBezTo>
                  <a:close/>
                  <a:moveTo>
                    <a:pt x="88175" y="45828"/>
                  </a:moveTo>
                  <a:cubicBezTo>
                    <a:pt x="88106" y="45828"/>
                    <a:pt x="88072" y="45862"/>
                    <a:pt x="88072" y="45930"/>
                  </a:cubicBezTo>
                  <a:lnTo>
                    <a:pt x="88072" y="46033"/>
                  </a:lnTo>
                  <a:cubicBezTo>
                    <a:pt x="88072" y="46067"/>
                    <a:pt x="88106" y="46101"/>
                    <a:pt x="88175" y="46101"/>
                  </a:cubicBezTo>
                  <a:cubicBezTo>
                    <a:pt x="88209" y="46101"/>
                    <a:pt x="88243" y="46067"/>
                    <a:pt x="88243" y="46033"/>
                  </a:cubicBezTo>
                  <a:lnTo>
                    <a:pt x="88243" y="45930"/>
                  </a:lnTo>
                  <a:cubicBezTo>
                    <a:pt x="88243" y="45862"/>
                    <a:pt x="88209" y="45828"/>
                    <a:pt x="88175" y="45828"/>
                  </a:cubicBezTo>
                  <a:close/>
                  <a:moveTo>
                    <a:pt x="206" y="46237"/>
                  </a:moveTo>
                  <a:cubicBezTo>
                    <a:pt x="171" y="46237"/>
                    <a:pt x="137" y="46271"/>
                    <a:pt x="137" y="46340"/>
                  </a:cubicBezTo>
                  <a:lnTo>
                    <a:pt x="137" y="46442"/>
                  </a:lnTo>
                  <a:cubicBezTo>
                    <a:pt x="137" y="46476"/>
                    <a:pt x="171" y="46510"/>
                    <a:pt x="206" y="46510"/>
                  </a:cubicBezTo>
                  <a:cubicBezTo>
                    <a:pt x="274" y="46510"/>
                    <a:pt x="308" y="46476"/>
                    <a:pt x="308" y="46442"/>
                  </a:cubicBezTo>
                  <a:lnTo>
                    <a:pt x="308" y="46340"/>
                  </a:lnTo>
                  <a:cubicBezTo>
                    <a:pt x="308" y="46271"/>
                    <a:pt x="274" y="46237"/>
                    <a:pt x="206" y="46237"/>
                  </a:cubicBezTo>
                  <a:close/>
                  <a:moveTo>
                    <a:pt x="88175" y="46408"/>
                  </a:moveTo>
                  <a:cubicBezTo>
                    <a:pt x="88106" y="46408"/>
                    <a:pt x="88072" y="46442"/>
                    <a:pt x="88072" y="46476"/>
                  </a:cubicBezTo>
                  <a:lnTo>
                    <a:pt x="88072" y="46613"/>
                  </a:lnTo>
                  <a:cubicBezTo>
                    <a:pt x="88072" y="46647"/>
                    <a:pt x="88106" y="46681"/>
                    <a:pt x="88175" y="46681"/>
                  </a:cubicBezTo>
                  <a:cubicBezTo>
                    <a:pt x="88209" y="46681"/>
                    <a:pt x="88243" y="46647"/>
                    <a:pt x="88243" y="46613"/>
                  </a:cubicBezTo>
                  <a:lnTo>
                    <a:pt x="88243" y="46476"/>
                  </a:lnTo>
                  <a:cubicBezTo>
                    <a:pt x="88243" y="46442"/>
                    <a:pt x="88209" y="46408"/>
                    <a:pt x="88175" y="46408"/>
                  </a:cubicBezTo>
                  <a:close/>
                  <a:moveTo>
                    <a:pt x="206" y="46817"/>
                  </a:moveTo>
                  <a:cubicBezTo>
                    <a:pt x="171" y="46817"/>
                    <a:pt x="137" y="46852"/>
                    <a:pt x="137" y="46886"/>
                  </a:cubicBezTo>
                  <a:lnTo>
                    <a:pt x="137" y="47022"/>
                  </a:lnTo>
                  <a:cubicBezTo>
                    <a:pt x="137" y="47056"/>
                    <a:pt x="171" y="47090"/>
                    <a:pt x="206" y="47090"/>
                  </a:cubicBezTo>
                  <a:cubicBezTo>
                    <a:pt x="274" y="47090"/>
                    <a:pt x="308" y="47056"/>
                    <a:pt x="308" y="47022"/>
                  </a:cubicBezTo>
                  <a:lnTo>
                    <a:pt x="308" y="46886"/>
                  </a:lnTo>
                  <a:cubicBezTo>
                    <a:pt x="308" y="46852"/>
                    <a:pt x="274" y="46817"/>
                    <a:pt x="206" y="46817"/>
                  </a:cubicBezTo>
                  <a:close/>
                  <a:moveTo>
                    <a:pt x="88175" y="46988"/>
                  </a:moveTo>
                  <a:cubicBezTo>
                    <a:pt x="88106" y="46988"/>
                    <a:pt x="88072" y="47022"/>
                    <a:pt x="88072" y="47056"/>
                  </a:cubicBezTo>
                  <a:lnTo>
                    <a:pt x="88072" y="47159"/>
                  </a:lnTo>
                  <a:cubicBezTo>
                    <a:pt x="88072" y="47227"/>
                    <a:pt x="88106" y="47261"/>
                    <a:pt x="88175" y="47261"/>
                  </a:cubicBezTo>
                  <a:cubicBezTo>
                    <a:pt x="88209" y="47261"/>
                    <a:pt x="88243" y="47227"/>
                    <a:pt x="88243" y="47159"/>
                  </a:cubicBezTo>
                  <a:lnTo>
                    <a:pt x="88243" y="47056"/>
                  </a:lnTo>
                  <a:cubicBezTo>
                    <a:pt x="88243" y="47022"/>
                    <a:pt x="88209" y="46988"/>
                    <a:pt x="88175" y="46988"/>
                  </a:cubicBezTo>
                  <a:close/>
                  <a:moveTo>
                    <a:pt x="206" y="47398"/>
                  </a:moveTo>
                  <a:cubicBezTo>
                    <a:pt x="171" y="47398"/>
                    <a:pt x="137" y="47432"/>
                    <a:pt x="137" y="47466"/>
                  </a:cubicBezTo>
                  <a:lnTo>
                    <a:pt x="137" y="47568"/>
                  </a:lnTo>
                  <a:cubicBezTo>
                    <a:pt x="137" y="47636"/>
                    <a:pt x="171" y="47671"/>
                    <a:pt x="206" y="47671"/>
                  </a:cubicBezTo>
                  <a:cubicBezTo>
                    <a:pt x="274" y="47671"/>
                    <a:pt x="308" y="47636"/>
                    <a:pt x="308" y="47568"/>
                  </a:cubicBezTo>
                  <a:lnTo>
                    <a:pt x="308" y="47466"/>
                  </a:lnTo>
                  <a:cubicBezTo>
                    <a:pt x="308" y="47432"/>
                    <a:pt x="274" y="47398"/>
                    <a:pt x="206" y="47398"/>
                  </a:cubicBezTo>
                  <a:close/>
                  <a:moveTo>
                    <a:pt x="88175" y="47534"/>
                  </a:moveTo>
                  <a:cubicBezTo>
                    <a:pt x="88106" y="47534"/>
                    <a:pt x="88072" y="47602"/>
                    <a:pt x="88072" y="47636"/>
                  </a:cubicBezTo>
                  <a:lnTo>
                    <a:pt x="88072" y="47739"/>
                  </a:lnTo>
                  <a:cubicBezTo>
                    <a:pt x="88072" y="47807"/>
                    <a:pt x="88106" y="47841"/>
                    <a:pt x="88175" y="47841"/>
                  </a:cubicBezTo>
                  <a:cubicBezTo>
                    <a:pt x="88209" y="47841"/>
                    <a:pt x="88243" y="47807"/>
                    <a:pt x="88243" y="47739"/>
                  </a:cubicBezTo>
                  <a:lnTo>
                    <a:pt x="88243" y="47636"/>
                  </a:lnTo>
                  <a:cubicBezTo>
                    <a:pt x="88243" y="47602"/>
                    <a:pt x="88209" y="47534"/>
                    <a:pt x="88175" y="47534"/>
                  </a:cubicBezTo>
                  <a:close/>
                  <a:moveTo>
                    <a:pt x="206" y="47943"/>
                  </a:moveTo>
                  <a:cubicBezTo>
                    <a:pt x="171" y="47943"/>
                    <a:pt x="137" y="47978"/>
                    <a:pt x="137" y="48046"/>
                  </a:cubicBezTo>
                  <a:lnTo>
                    <a:pt x="137" y="48148"/>
                  </a:lnTo>
                  <a:cubicBezTo>
                    <a:pt x="137" y="48216"/>
                    <a:pt x="171" y="48251"/>
                    <a:pt x="206" y="48251"/>
                  </a:cubicBezTo>
                  <a:cubicBezTo>
                    <a:pt x="274" y="48251"/>
                    <a:pt x="308" y="48216"/>
                    <a:pt x="308" y="48148"/>
                  </a:cubicBezTo>
                  <a:lnTo>
                    <a:pt x="308" y="48046"/>
                  </a:lnTo>
                  <a:cubicBezTo>
                    <a:pt x="308" y="47978"/>
                    <a:pt x="274" y="47943"/>
                    <a:pt x="206" y="47943"/>
                  </a:cubicBezTo>
                  <a:close/>
                  <a:moveTo>
                    <a:pt x="88175" y="48114"/>
                  </a:moveTo>
                  <a:cubicBezTo>
                    <a:pt x="88106" y="48114"/>
                    <a:pt x="88072" y="48148"/>
                    <a:pt x="88072" y="48216"/>
                  </a:cubicBezTo>
                  <a:lnTo>
                    <a:pt x="88072" y="48319"/>
                  </a:lnTo>
                  <a:cubicBezTo>
                    <a:pt x="88072" y="48353"/>
                    <a:pt x="88106" y="48421"/>
                    <a:pt x="88175" y="48421"/>
                  </a:cubicBezTo>
                  <a:cubicBezTo>
                    <a:pt x="88209" y="48421"/>
                    <a:pt x="88243" y="48353"/>
                    <a:pt x="88243" y="48319"/>
                  </a:cubicBezTo>
                  <a:lnTo>
                    <a:pt x="88243" y="48216"/>
                  </a:lnTo>
                  <a:cubicBezTo>
                    <a:pt x="88243" y="48148"/>
                    <a:pt x="88209" y="48114"/>
                    <a:pt x="88175" y="48114"/>
                  </a:cubicBezTo>
                  <a:close/>
                  <a:moveTo>
                    <a:pt x="206" y="48524"/>
                  </a:moveTo>
                  <a:cubicBezTo>
                    <a:pt x="171" y="48524"/>
                    <a:pt x="137" y="48558"/>
                    <a:pt x="137" y="48626"/>
                  </a:cubicBezTo>
                  <a:lnTo>
                    <a:pt x="137" y="48728"/>
                  </a:lnTo>
                  <a:cubicBezTo>
                    <a:pt x="137" y="48762"/>
                    <a:pt x="171" y="48831"/>
                    <a:pt x="206" y="48831"/>
                  </a:cubicBezTo>
                  <a:cubicBezTo>
                    <a:pt x="274" y="48831"/>
                    <a:pt x="308" y="48762"/>
                    <a:pt x="308" y="48728"/>
                  </a:cubicBezTo>
                  <a:lnTo>
                    <a:pt x="308" y="48626"/>
                  </a:lnTo>
                  <a:cubicBezTo>
                    <a:pt x="308" y="48558"/>
                    <a:pt x="274" y="48524"/>
                    <a:pt x="206" y="48524"/>
                  </a:cubicBezTo>
                  <a:close/>
                  <a:moveTo>
                    <a:pt x="88175" y="48694"/>
                  </a:moveTo>
                  <a:cubicBezTo>
                    <a:pt x="88106" y="48694"/>
                    <a:pt x="88072" y="48728"/>
                    <a:pt x="88072" y="48762"/>
                  </a:cubicBezTo>
                  <a:lnTo>
                    <a:pt x="88072" y="48899"/>
                  </a:lnTo>
                  <a:cubicBezTo>
                    <a:pt x="88072" y="48933"/>
                    <a:pt x="88106" y="48967"/>
                    <a:pt x="88175" y="48967"/>
                  </a:cubicBezTo>
                  <a:cubicBezTo>
                    <a:pt x="88209" y="48967"/>
                    <a:pt x="88243" y="48933"/>
                    <a:pt x="88243" y="48899"/>
                  </a:cubicBezTo>
                  <a:lnTo>
                    <a:pt x="88243" y="48762"/>
                  </a:lnTo>
                  <a:cubicBezTo>
                    <a:pt x="88243" y="48728"/>
                    <a:pt x="88209" y="48694"/>
                    <a:pt x="88175" y="48694"/>
                  </a:cubicBezTo>
                  <a:close/>
                  <a:moveTo>
                    <a:pt x="206" y="49104"/>
                  </a:moveTo>
                  <a:cubicBezTo>
                    <a:pt x="171" y="49104"/>
                    <a:pt x="137" y="49138"/>
                    <a:pt x="137" y="49172"/>
                  </a:cubicBezTo>
                  <a:lnTo>
                    <a:pt x="137" y="49308"/>
                  </a:lnTo>
                  <a:cubicBezTo>
                    <a:pt x="137" y="49343"/>
                    <a:pt x="171" y="49377"/>
                    <a:pt x="206" y="49377"/>
                  </a:cubicBezTo>
                  <a:cubicBezTo>
                    <a:pt x="240" y="49377"/>
                    <a:pt x="308" y="49343"/>
                    <a:pt x="308" y="49308"/>
                  </a:cubicBezTo>
                  <a:lnTo>
                    <a:pt x="308" y="49172"/>
                  </a:lnTo>
                  <a:cubicBezTo>
                    <a:pt x="308" y="49138"/>
                    <a:pt x="240" y="49104"/>
                    <a:pt x="206" y="49104"/>
                  </a:cubicBezTo>
                  <a:close/>
                  <a:moveTo>
                    <a:pt x="88175" y="49274"/>
                  </a:moveTo>
                  <a:cubicBezTo>
                    <a:pt x="88106" y="49274"/>
                    <a:pt x="88072" y="49308"/>
                    <a:pt x="88072" y="49343"/>
                  </a:cubicBezTo>
                  <a:lnTo>
                    <a:pt x="88072" y="49479"/>
                  </a:lnTo>
                  <a:cubicBezTo>
                    <a:pt x="88072" y="49513"/>
                    <a:pt x="88106" y="49547"/>
                    <a:pt x="88175" y="49547"/>
                  </a:cubicBezTo>
                  <a:cubicBezTo>
                    <a:pt x="88209" y="49547"/>
                    <a:pt x="88243" y="49513"/>
                    <a:pt x="88243" y="49479"/>
                  </a:cubicBezTo>
                  <a:lnTo>
                    <a:pt x="88243" y="49343"/>
                  </a:lnTo>
                  <a:cubicBezTo>
                    <a:pt x="88243" y="49308"/>
                    <a:pt x="88209" y="49274"/>
                    <a:pt x="88175" y="49274"/>
                  </a:cubicBezTo>
                  <a:close/>
                  <a:moveTo>
                    <a:pt x="206" y="49684"/>
                  </a:moveTo>
                  <a:cubicBezTo>
                    <a:pt x="171" y="49684"/>
                    <a:pt x="137" y="49718"/>
                    <a:pt x="137" y="49752"/>
                  </a:cubicBezTo>
                  <a:lnTo>
                    <a:pt x="103" y="49889"/>
                  </a:lnTo>
                  <a:cubicBezTo>
                    <a:pt x="103" y="49923"/>
                    <a:pt x="171" y="49957"/>
                    <a:pt x="206" y="49957"/>
                  </a:cubicBezTo>
                  <a:cubicBezTo>
                    <a:pt x="240" y="49957"/>
                    <a:pt x="308" y="49923"/>
                    <a:pt x="308" y="49889"/>
                  </a:cubicBezTo>
                  <a:lnTo>
                    <a:pt x="308" y="49752"/>
                  </a:lnTo>
                  <a:cubicBezTo>
                    <a:pt x="308" y="49718"/>
                    <a:pt x="240" y="49684"/>
                    <a:pt x="206" y="49684"/>
                  </a:cubicBezTo>
                  <a:close/>
                  <a:moveTo>
                    <a:pt x="88175" y="49854"/>
                  </a:moveTo>
                  <a:cubicBezTo>
                    <a:pt x="88106" y="49854"/>
                    <a:pt x="88072" y="49889"/>
                    <a:pt x="88072" y="49923"/>
                  </a:cubicBezTo>
                  <a:lnTo>
                    <a:pt x="88072" y="50025"/>
                  </a:lnTo>
                  <a:cubicBezTo>
                    <a:pt x="88072" y="50093"/>
                    <a:pt x="88106" y="50127"/>
                    <a:pt x="88175" y="50127"/>
                  </a:cubicBezTo>
                  <a:cubicBezTo>
                    <a:pt x="88209" y="50127"/>
                    <a:pt x="88243" y="50093"/>
                    <a:pt x="88243" y="50025"/>
                  </a:cubicBezTo>
                  <a:lnTo>
                    <a:pt x="88243" y="49923"/>
                  </a:lnTo>
                  <a:cubicBezTo>
                    <a:pt x="88243" y="49889"/>
                    <a:pt x="88209" y="49854"/>
                    <a:pt x="88175" y="49854"/>
                  </a:cubicBezTo>
                  <a:close/>
                  <a:moveTo>
                    <a:pt x="206" y="50230"/>
                  </a:moveTo>
                  <a:cubicBezTo>
                    <a:pt x="171" y="50230"/>
                    <a:pt x="103" y="50298"/>
                    <a:pt x="103" y="50332"/>
                  </a:cubicBezTo>
                  <a:lnTo>
                    <a:pt x="103" y="50434"/>
                  </a:lnTo>
                  <a:cubicBezTo>
                    <a:pt x="103" y="50503"/>
                    <a:pt x="171" y="50537"/>
                    <a:pt x="206" y="50537"/>
                  </a:cubicBezTo>
                  <a:cubicBezTo>
                    <a:pt x="240" y="50537"/>
                    <a:pt x="274" y="50503"/>
                    <a:pt x="274" y="50434"/>
                  </a:cubicBezTo>
                  <a:lnTo>
                    <a:pt x="274" y="50332"/>
                  </a:lnTo>
                  <a:cubicBezTo>
                    <a:pt x="274" y="50298"/>
                    <a:pt x="240" y="50230"/>
                    <a:pt x="206" y="50230"/>
                  </a:cubicBezTo>
                  <a:close/>
                  <a:moveTo>
                    <a:pt x="88175" y="50400"/>
                  </a:moveTo>
                  <a:cubicBezTo>
                    <a:pt x="88106" y="50400"/>
                    <a:pt x="88072" y="50434"/>
                    <a:pt x="88072" y="50503"/>
                  </a:cubicBezTo>
                  <a:lnTo>
                    <a:pt x="88072" y="50605"/>
                  </a:lnTo>
                  <a:cubicBezTo>
                    <a:pt x="88072" y="50673"/>
                    <a:pt x="88106" y="50707"/>
                    <a:pt x="88175" y="50707"/>
                  </a:cubicBezTo>
                  <a:cubicBezTo>
                    <a:pt x="88209" y="50707"/>
                    <a:pt x="88243" y="50673"/>
                    <a:pt x="88243" y="50605"/>
                  </a:cubicBezTo>
                  <a:lnTo>
                    <a:pt x="88243" y="50503"/>
                  </a:lnTo>
                  <a:cubicBezTo>
                    <a:pt x="88243" y="50434"/>
                    <a:pt x="88209" y="50400"/>
                    <a:pt x="88175" y="50400"/>
                  </a:cubicBezTo>
                  <a:close/>
                  <a:moveTo>
                    <a:pt x="206" y="50810"/>
                  </a:moveTo>
                  <a:cubicBezTo>
                    <a:pt x="171" y="50810"/>
                    <a:pt x="103" y="50844"/>
                    <a:pt x="103" y="50912"/>
                  </a:cubicBezTo>
                  <a:lnTo>
                    <a:pt x="103" y="51015"/>
                  </a:lnTo>
                  <a:cubicBezTo>
                    <a:pt x="103" y="51049"/>
                    <a:pt x="137" y="51117"/>
                    <a:pt x="206" y="51117"/>
                  </a:cubicBezTo>
                  <a:cubicBezTo>
                    <a:pt x="240" y="51117"/>
                    <a:pt x="274" y="51083"/>
                    <a:pt x="274" y="51015"/>
                  </a:cubicBezTo>
                  <a:lnTo>
                    <a:pt x="274" y="50912"/>
                  </a:lnTo>
                  <a:cubicBezTo>
                    <a:pt x="274" y="50844"/>
                    <a:pt x="240" y="50810"/>
                    <a:pt x="206" y="50810"/>
                  </a:cubicBezTo>
                  <a:close/>
                  <a:moveTo>
                    <a:pt x="88175" y="50980"/>
                  </a:moveTo>
                  <a:cubicBezTo>
                    <a:pt x="88106" y="50980"/>
                    <a:pt x="88072" y="51015"/>
                    <a:pt x="88072" y="51083"/>
                  </a:cubicBezTo>
                  <a:lnTo>
                    <a:pt x="88072" y="51185"/>
                  </a:lnTo>
                  <a:cubicBezTo>
                    <a:pt x="88072" y="51219"/>
                    <a:pt x="88106" y="51253"/>
                    <a:pt x="88175" y="51253"/>
                  </a:cubicBezTo>
                  <a:cubicBezTo>
                    <a:pt x="88209" y="51253"/>
                    <a:pt x="88243" y="51219"/>
                    <a:pt x="88243" y="51185"/>
                  </a:cubicBezTo>
                  <a:lnTo>
                    <a:pt x="88243" y="51083"/>
                  </a:lnTo>
                  <a:cubicBezTo>
                    <a:pt x="88243" y="51015"/>
                    <a:pt x="88209" y="50980"/>
                    <a:pt x="88175" y="50980"/>
                  </a:cubicBezTo>
                  <a:close/>
                  <a:moveTo>
                    <a:pt x="206" y="51390"/>
                  </a:moveTo>
                  <a:cubicBezTo>
                    <a:pt x="137" y="51390"/>
                    <a:pt x="103" y="51424"/>
                    <a:pt x="103" y="51492"/>
                  </a:cubicBezTo>
                  <a:lnTo>
                    <a:pt x="103" y="51595"/>
                  </a:lnTo>
                  <a:cubicBezTo>
                    <a:pt x="103" y="51629"/>
                    <a:pt x="137" y="51663"/>
                    <a:pt x="206" y="51663"/>
                  </a:cubicBezTo>
                  <a:cubicBezTo>
                    <a:pt x="240" y="51663"/>
                    <a:pt x="274" y="51629"/>
                    <a:pt x="274" y="51595"/>
                  </a:cubicBezTo>
                  <a:lnTo>
                    <a:pt x="274" y="51492"/>
                  </a:lnTo>
                  <a:cubicBezTo>
                    <a:pt x="274" y="51424"/>
                    <a:pt x="240" y="51390"/>
                    <a:pt x="206" y="51390"/>
                  </a:cubicBezTo>
                  <a:close/>
                  <a:moveTo>
                    <a:pt x="88175" y="51561"/>
                  </a:moveTo>
                  <a:cubicBezTo>
                    <a:pt x="88106" y="51561"/>
                    <a:pt x="88072" y="51595"/>
                    <a:pt x="88072" y="51629"/>
                  </a:cubicBezTo>
                  <a:lnTo>
                    <a:pt x="88072" y="51765"/>
                  </a:lnTo>
                  <a:cubicBezTo>
                    <a:pt x="88072" y="51799"/>
                    <a:pt x="88106" y="51834"/>
                    <a:pt x="88175" y="51834"/>
                  </a:cubicBezTo>
                  <a:cubicBezTo>
                    <a:pt x="88209" y="51834"/>
                    <a:pt x="88243" y="51799"/>
                    <a:pt x="88243" y="51765"/>
                  </a:cubicBezTo>
                  <a:lnTo>
                    <a:pt x="88243" y="51629"/>
                  </a:lnTo>
                  <a:cubicBezTo>
                    <a:pt x="88243" y="51595"/>
                    <a:pt x="88209" y="51561"/>
                    <a:pt x="88175" y="51561"/>
                  </a:cubicBezTo>
                  <a:close/>
                  <a:moveTo>
                    <a:pt x="206" y="51970"/>
                  </a:moveTo>
                  <a:cubicBezTo>
                    <a:pt x="137" y="51970"/>
                    <a:pt x="103" y="52004"/>
                    <a:pt x="103" y="52038"/>
                  </a:cubicBezTo>
                  <a:lnTo>
                    <a:pt x="103" y="52175"/>
                  </a:lnTo>
                  <a:cubicBezTo>
                    <a:pt x="103" y="52209"/>
                    <a:pt x="137" y="52243"/>
                    <a:pt x="206" y="52243"/>
                  </a:cubicBezTo>
                  <a:cubicBezTo>
                    <a:pt x="240" y="52243"/>
                    <a:pt x="274" y="52209"/>
                    <a:pt x="274" y="52175"/>
                  </a:cubicBezTo>
                  <a:lnTo>
                    <a:pt x="274" y="52038"/>
                  </a:lnTo>
                  <a:cubicBezTo>
                    <a:pt x="274" y="52004"/>
                    <a:pt x="240" y="51970"/>
                    <a:pt x="206" y="51970"/>
                  </a:cubicBezTo>
                  <a:close/>
                  <a:moveTo>
                    <a:pt x="88175" y="52141"/>
                  </a:moveTo>
                  <a:cubicBezTo>
                    <a:pt x="88106" y="52141"/>
                    <a:pt x="88072" y="52175"/>
                    <a:pt x="88072" y="52209"/>
                  </a:cubicBezTo>
                  <a:lnTo>
                    <a:pt x="88072" y="52311"/>
                  </a:lnTo>
                  <a:cubicBezTo>
                    <a:pt x="88072" y="52379"/>
                    <a:pt x="88106" y="52414"/>
                    <a:pt x="88175" y="52414"/>
                  </a:cubicBezTo>
                  <a:cubicBezTo>
                    <a:pt x="88209" y="52414"/>
                    <a:pt x="88243" y="52379"/>
                    <a:pt x="88243" y="52311"/>
                  </a:cubicBezTo>
                  <a:lnTo>
                    <a:pt x="88243" y="52209"/>
                  </a:lnTo>
                  <a:cubicBezTo>
                    <a:pt x="88243" y="52175"/>
                    <a:pt x="88209" y="52141"/>
                    <a:pt x="88175" y="52141"/>
                  </a:cubicBezTo>
                  <a:close/>
                  <a:moveTo>
                    <a:pt x="206" y="52550"/>
                  </a:moveTo>
                  <a:cubicBezTo>
                    <a:pt x="137" y="52550"/>
                    <a:pt x="103" y="52584"/>
                    <a:pt x="103" y="52618"/>
                  </a:cubicBezTo>
                  <a:lnTo>
                    <a:pt x="103" y="52721"/>
                  </a:lnTo>
                  <a:cubicBezTo>
                    <a:pt x="103" y="52789"/>
                    <a:pt x="137" y="52823"/>
                    <a:pt x="206" y="52823"/>
                  </a:cubicBezTo>
                  <a:cubicBezTo>
                    <a:pt x="240" y="52823"/>
                    <a:pt x="274" y="52789"/>
                    <a:pt x="274" y="52721"/>
                  </a:cubicBezTo>
                  <a:lnTo>
                    <a:pt x="274" y="52618"/>
                  </a:lnTo>
                  <a:cubicBezTo>
                    <a:pt x="274" y="52584"/>
                    <a:pt x="240" y="52550"/>
                    <a:pt x="206" y="52550"/>
                  </a:cubicBezTo>
                  <a:close/>
                  <a:moveTo>
                    <a:pt x="88175" y="52687"/>
                  </a:moveTo>
                  <a:cubicBezTo>
                    <a:pt x="88106" y="52687"/>
                    <a:pt x="88072" y="52755"/>
                    <a:pt x="88072" y="52789"/>
                  </a:cubicBezTo>
                  <a:lnTo>
                    <a:pt x="88072" y="52891"/>
                  </a:lnTo>
                  <a:cubicBezTo>
                    <a:pt x="88072" y="52960"/>
                    <a:pt x="88106" y="52994"/>
                    <a:pt x="88175" y="52994"/>
                  </a:cubicBezTo>
                  <a:cubicBezTo>
                    <a:pt x="88209" y="52994"/>
                    <a:pt x="88243" y="52960"/>
                    <a:pt x="88243" y="52891"/>
                  </a:cubicBezTo>
                  <a:lnTo>
                    <a:pt x="88243" y="52789"/>
                  </a:lnTo>
                  <a:cubicBezTo>
                    <a:pt x="88243" y="52755"/>
                    <a:pt x="88209" y="52687"/>
                    <a:pt x="88175" y="52687"/>
                  </a:cubicBezTo>
                  <a:close/>
                  <a:moveTo>
                    <a:pt x="206" y="53096"/>
                  </a:moveTo>
                  <a:cubicBezTo>
                    <a:pt x="137" y="53096"/>
                    <a:pt x="103" y="53130"/>
                    <a:pt x="103" y="53198"/>
                  </a:cubicBezTo>
                  <a:lnTo>
                    <a:pt x="103" y="53301"/>
                  </a:lnTo>
                  <a:cubicBezTo>
                    <a:pt x="103" y="53369"/>
                    <a:pt x="137" y="53403"/>
                    <a:pt x="206" y="53403"/>
                  </a:cubicBezTo>
                  <a:cubicBezTo>
                    <a:pt x="240" y="53403"/>
                    <a:pt x="274" y="53369"/>
                    <a:pt x="274" y="53301"/>
                  </a:cubicBezTo>
                  <a:lnTo>
                    <a:pt x="274" y="53198"/>
                  </a:lnTo>
                  <a:cubicBezTo>
                    <a:pt x="274" y="53130"/>
                    <a:pt x="240" y="53096"/>
                    <a:pt x="206" y="53096"/>
                  </a:cubicBezTo>
                  <a:close/>
                  <a:moveTo>
                    <a:pt x="88175" y="53267"/>
                  </a:moveTo>
                  <a:cubicBezTo>
                    <a:pt x="88106" y="53267"/>
                    <a:pt x="88072" y="53301"/>
                    <a:pt x="88072" y="53369"/>
                  </a:cubicBezTo>
                  <a:lnTo>
                    <a:pt x="88072" y="53471"/>
                  </a:lnTo>
                  <a:cubicBezTo>
                    <a:pt x="88072" y="53506"/>
                    <a:pt x="88106" y="53574"/>
                    <a:pt x="88175" y="53574"/>
                  </a:cubicBezTo>
                  <a:cubicBezTo>
                    <a:pt x="88209" y="53574"/>
                    <a:pt x="88243" y="53506"/>
                    <a:pt x="88243" y="53471"/>
                  </a:cubicBezTo>
                  <a:lnTo>
                    <a:pt x="88243" y="53369"/>
                  </a:lnTo>
                  <a:cubicBezTo>
                    <a:pt x="88243" y="53301"/>
                    <a:pt x="88209" y="53267"/>
                    <a:pt x="88175" y="53267"/>
                  </a:cubicBezTo>
                  <a:close/>
                  <a:moveTo>
                    <a:pt x="206" y="53676"/>
                  </a:moveTo>
                  <a:cubicBezTo>
                    <a:pt x="137" y="53676"/>
                    <a:pt x="103" y="53710"/>
                    <a:pt x="103" y="53779"/>
                  </a:cubicBezTo>
                  <a:lnTo>
                    <a:pt x="103" y="53881"/>
                  </a:lnTo>
                  <a:cubicBezTo>
                    <a:pt x="103" y="53915"/>
                    <a:pt x="137" y="53983"/>
                    <a:pt x="206" y="53983"/>
                  </a:cubicBezTo>
                  <a:cubicBezTo>
                    <a:pt x="240" y="53983"/>
                    <a:pt x="274" y="53915"/>
                    <a:pt x="274" y="53881"/>
                  </a:cubicBezTo>
                  <a:lnTo>
                    <a:pt x="274" y="53779"/>
                  </a:lnTo>
                  <a:cubicBezTo>
                    <a:pt x="274" y="53710"/>
                    <a:pt x="240" y="53676"/>
                    <a:pt x="206" y="53676"/>
                  </a:cubicBezTo>
                  <a:close/>
                  <a:moveTo>
                    <a:pt x="88175" y="53847"/>
                  </a:moveTo>
                  <a:cubicBezTo>
                    <a:pt x="88106" y="53847"/>
                    <a:pt x="88072" y="53881"/>
                    <a:pt x="88072" y="53915"/>
                  </a:cubicBezTo>
                  <a:lnTo>
                    <a:pt x="88072" y="54052"/>
                  </a:lnTo>
                  <a:cubicBezTo>
                    <a:pt x="88072" y="54086"/>
                    <a:pt x="88106" y="54120"/>
                    <a:pt x="88175" y="54120"/>
                  </a:cubicBezTo>
                  <a:cubicBezTo>
                    <a:pt x="88209" y="54120"/>
                    <a:pt x="88243" y="54086"/>
                    <a:pt x="88243" y="54052"/>
                  </a:cubicBezTo>
                  <a:lnTo>
                    <a:pt x="88243" y="53915"/>
                  </a:lnTo>
                  <a:cubicBezTo>
                    <a:pt x="88243" y="53881"/>
                    <a:pt x="88209" y="53847"/>
                    <a:pt x="88175" y="53847"/>
                  </a:cubicBezTo>
                  <a:close/>
                  <a:moveTo>
                    <a:pt x="206" y="54256"/>
                  </a:moveTo>
                  <a:cubicBezTo>
                    <a:pt x="137" y="54256"/>
                    <a:pt x="103" y="54290"/>
                    <a:pt x="103" y="54325"/>
                  </a:cubicBezTo>
                  <a:lnTo>
                    <a:pt x="103" y="54461"/>
                  </a:lnTo>
                  <a:cubicBezTo>
                    <a:pt x="103" y="54495"/>
                    <a:pt x="137" y="54529"/>
                    <a:pt x="206" y="54529"/>
                  </a:cubicBezTo>
                  <a:cubicBezTo>
                    <a:pt x="240" y="54529"/>
                    <a:pt x="274" y="54495"/>
                    <a:pt x="274" y="54461"/>
                  </a:cubicBezTo>
                  <a:lnTo>
                    <a:pt x="274" y="54325"/>
                  </a:lnTo>
                  <a:cubicBezTo>
                    <a:pt x="274" y="54290"/>
                    <a:pt x="240" y="54256"/>
                    <a:pt x="206" y="54256"/>
                  </a:cubicBezTo>
                  <a:close/>
                  <a:moveTo>
                    <a:pt x="88175" y="54427"/>
                  </a:moveTo>
                  <a:cubicBezTo>
                    <a:pt x="88106" y="54427"/>
                    <a:pt x="88072" y="54461"/>
                    <a:pt x="88072" y="54495"/>
                  </a:cubicBezTo>
                  <a:lnTo>
                    <a:pt x="88072" y="54632"/>
                  </a:lnTo>
                  <a:cubicBezTo>
                    <a:pt x="88072" y="54666"/>
                    <a:pt x="88106" y="54700"/>
                    <a:pt x="88175" y="54700"/>
                  </a:cubicBezTo>
                  <a:cubicBezTo>
                    <a:pt x="88209" y="54700"/>
                    <a:pt x="88243" y="54666"/>
                    <a:pt x="88243" y="54632"/>
                  </a:cubicBezTo>
                  <a:lnTo>
                    <a:pt x="88243" y="54495"/>
                  </a:lnTo>
                  <a:cubicBezTo>
                    <a:pt x="88243" y="54461"/>
                    <a:pt x="88209" y="54427"/>
                    <a:pt x="88175" y="54427"/>
                  </a:cubicBezTo>
                  <a:close/>
                  <a:moveTo>
                    <a:pt x="206" y="54836"/>
                  </a:moveTo>
                  <a:cubicBezTo>
                    <a:pt x="137" y="54836"/>
                    <a:pt x="103" y="54870"/>
                    <a:pt x="103" y="54905"/>
                  </a:cubicBezTo>
                  <a:lnTo>
                    <a:pt x="103" y="55041"/>
                  </a:lnTo>
                  <a:cubicBezTo>
                    <a:pt x="103" y="55075"/>
                    <a:pt x="137" y="55109"/>
                    <a:pt x="171" y="55109"/>
                  </a:cubicBezTo>
                  <a:cubicBezTo>
                    <a:pt x="240" y="55109"/>
                    <a:pt x="274" y="55075"/>
                    <a:pt x="274" y="55041"/>
                  </a:cubicBezTo>
                  <a:lnTo>
                    <a:pt x="274" y="54905"/>
                  </a:lnTo>
                  <a:cubicBezTo>
                    <a:pt x="274" y="54870"/>
                    <a:pt x="240" y="54836"/>
                    <a:pt x="206" y="54836"/>
                  </a:cubicBezTo>
                  <a:close/>
                  <a:moveTo>
                    <a:pt x="88175" y="55007"/>
                  </a:moveTo>
                  <a:cubicBezTo>
                    <a:pt x="88106" y="55007"/>
                    <a:pt x="88072" y="55041"/>
                    <a:pt x="88072" y="55075"/>
                  </a:cubicBezTo>
                  <a:lnTo>
                    <a:pt x="88072" y="55178"/>
                  </a:lnTo>
                  <a:cubicBezTo>
                    <a:pt x="88072" y="55246"/>
                    <a:pt x="88106" y="55280"/>
                    <a:pt x="88175" y="55280"/>
                  </a:cubicBezTo>
                  <a:cubicBezTo>
                    <a:pt x="88209" y="55280"/>
                    <a:pt x="88243" y="55246"/>
                    <a:pt x="88243" y="55178"/>
                  </a:cubicBezTo>
                  <a:lnTo>
                    <a:pt x="88243" y="55075"/>
                  </a:lnTo>
                  <a:cubicBezTo>
                    <a:pt x="88243" y="55041"/>
                    <a:pt x="88209" y="55007"/>
                    <a:pt x="88175" y="55007"/>
                  </a:cubicBezTo>
                  <a:close/>
                  <a:moveTo>
                    <a:pt x="171" y="55382"/>
                  </a:moveTo>
                  <a:cubicBezTo>
                    <a:pt x="137" y="55382"/>
                    <a:pt x="103" y="55451"/>
                    <a:pt x="103" y="55485"/>
                  </a:cubicBezTo>
                  <a:lnTo>
                    <a:pt x="103" y="55587"/>
                  </a:lnTo>
                  <a:cubicBezTo>
                    <a:pt x="103" y="55655"/>
                    <a:pt x="137" y="55689"/>
                    <a:pt x="171" y="55689"/>
                  </a:cubicBezTo>
                  <a:cubicBezTo>
                    <a:pt x="240" y="55689"/>
                    <a:pt x="274" y="55655"/>
                    <a:pt x="274" y="55587"/>
                  </a:cubicBezTo>
                  <a:lnTo>
                    <a:pt x="274" y="55485"/>
                  </a:lnTo>
                  <a:cubicBezTo>
                    <a:pt x="274" y="55451"/>
                    <a:pt x="240" y="55382"/>
                    <a:pt x="171" y="55382"/>
                  </a:cubicBezTo>
                  <a:close/>
                  <a:moveTo>
                    <a:pt x="88175" y="55553"/>
                  </a:moveTo>
                  <a:cubicBezTo>
                    <a:pt x="88106" y="55553"/>
                    <a:pt x="88072" y="55587"/>
                    <a:pt x="88072" y="55655"/>
                  </a:cubicBezTo>
                  <a:lnTo>
                    <a:pt x="88072" y="55758"/>
                  </a:lnTo>
                  <a:cubicBezTo>
                    <a:pt x="88072" y="55826"/>
                    <a:pt x="88106" y="55860"/>
                    <a:pt x="88175" y="55860"/>
                  </a:cubicBezTo>
                  <a:cubicBezTo>
                    <a:pt x="88209" y="55860"/>
                    <a:pt x="88243" y="55826"/>
                    <a:pt x="88243" y="55758"/>
                  </a:cubicBezTo>
                  <a:lnTo>
                    <a:pt x="88243" y="55655"/>
                  </a:lnTo>
                  <a:cubicBezTo>
                    <a:pt x="88243" y="55587"/>
                    <a:pt x="88209" y="55553"/>
                    <a:pt x="88175" y="55553"/>
                  </a:cubicBezTo>
                  <a:close/>
                  <a:moveTo>
                    <a:pt x="171" y="55962"/>
                  </a:moveTo>
                  <a:cubicBezTo>
                    <a:pt x="137" y="55962"/>
                    <a:pt x="103" y="55997"/>
                    <a:pt x="103" y="56065"/>
                  </a:cubicBezTo>
                  <a:lnTo>
                    <a:pt x="103" y="56167"/>
                  </a:lnTo>
                  <a:cubicBezTo>
                    <a:pt x="103" y="56201"/>
                    <a:pt x="137" y="56270"/>
                    <a:pt x="171" y="56270"/>
                  </a:cubicBezTo>
                  <a:cubicBezTo>
                    <a:pt x="240" y="56270"/>
                    <a:pt x="274" y="56201"/>
                    <a:pt x="274" y="56167"/>
                  </a:cubicBezTo>
                  <a:lnTo>
                    <a:pt x="274" y="56065"/>
                  </a:lnTo>
                  <a:cubicBezTo>
                    <a:pt x="274" y="55997"/>
                    <a:pt x="240" y="55962"/>
                    <a:pt x="171" y="55962"/>
                  </a:cubicBezTo>
                  <a:close/>
                  <a:moveTo>
                    <a:pt x="88175" y="56133"/>
                  </a:moveTo>
                  <a:cubicBezTo>
                    <a:pt x="88106" y="56133"/>
                    <a:pt x="88072" y="56167"/>
                    <a:pt x="88072" y="56235"/>
                  </a:cubicBezTo>
                  <a:lnTo>
                    <a:pt x="88072" y="56338"/>
                  </a:lnTo>
                  <a:cubicBezTo>
                    <a:pt x="88072" y="56372"/>
                    <a:pt x="88106" y="56406"/>
                    <a:pt x="88175" y="56406"/>
                  </a:cubicBezTo>
                  <a:cubicBezTo>
                    <a:pt x="88209" y="56406"/>
                    <a:pt x="88243" y="56372"/>
                    <a:pt x="88243" y="56338"/>
                  </a:cubicBezTo>
                  <a:lnTo>
                    <a:pt x="88243" y="56235"/>
                  </a:lnTo>
                  <a:cubicBezTo>
                    <a:pt x="88243" y="56167"/>
                    <a:pt x="88209" y="56133"/>
                    <a:pt x="88175" y="56133"/>
                  </a:cubicBezTo>
                  <a:close/>
                  <a:moveTo>
                    <a:pt x="171" y="56543"/>
                  </a:moveTo>
                  <a:cubicBezTo>
                    <a:pt x="137" y="56543"/>
                    <a:pt x="103" y="56577"/>
                    <a:pt x="103" y="56645"/>
                  </a:cubicBezTo>
                  <a:lnTo>
                    <a:pt x="103" y="56747"/>
                  </a:lnTo>
                  <a:cubicBezTo>
                    <a:pt x="103" y="56781"/>
                    <a:pt x="137" y="56816"/>
                    <a:pt x="171" y="56816"/>
                  </a:cubicBezTo>
                  <a:cubicBezTo>
                    <a:pt x="240" y="56816"/>
                    <a:pt x="274" y="56781"/>
                    <a:pt x="274" y="56747"/>
                  </a:cubicBezTo>
                  <a:lnTo>
                    <a:pt x="274" y="56645"/>
                  </a:lnTo>
                  <a:cubicBezTo>
                    <a:pt x="274" y="56577"/>
                    <a:pt x="240" y="56543"/>
                    <a:pt x="171" y="56543"/>
                  </a:cubicBezTo>
                  <a:close/>
                  <a:moveTo>
                    <a:pt x="88175" y="56713"/>
                  </a:moveTo>
                  <a:cubicBezTo>
                    <a:pt x="88106" y="56713"/>
                    <a:pt x="88072" y="56747"/>
                    <a:pt x="88072" y="56781"/>
                  </a:cubicBezTo>
                  <a:lnTo>
                    <a:pt x="88072" y="56918"/>
                  </a:lnTo>
                  <a:cubicBezTo>
                    <a:pt x="88072" y="56952"/>
                    <a:pt x="88106" y="56986"/>
                    <a:pt x="88175" y="56986"/>
                  </a:cubicBezTo>
                  <a:cubicBezTo>
                    <a:pt x="88209" y="56986"/>
                    <a:pt x="88243" y="56952"/>
                    <a:pt x="88243" y="56918"/>
                  </a:cubicBezTo>
                  <a:lnTo>
                    <a:pt x="88243" y="56781"/>
                  </a:lnTo>
                  <a:cubicBezTo>
                    <a:pt x="88243" y="56747"/>
                    <a:pt x="88209" y="56713"/>
                    <a:pt x="88175" y="56713"/>
                  </a:cubicBezTo>
                  <a:close/>
                  <a:moveTo>
                    <a:pt x="171" y="57123"/>
                  </a:moveTo>
                  <a:cubicBezTo>
                    <a:pt x="137" y="57123"/>
                    <a:pt x="103" y="57157"/>
                    <a:pt x="103" y="57191"/>
                  </a:cubicBezTo>
                  <a:lnTo>
                    <a:pt x="103" y="57327"/>
                  </a:lnTo>
                  <a:cubicBezTo>
                    <a:pt x="103" y="57361"/>
                    <a:pt x="137" y="57396"/>
                    <a:pt x="171" y="57396"/>
                  </a:cubicBezTo>
                  <a:cubicBezTo>
                    <a:pt x="240" y="57396"/>
                    <a:pt x="274" y="57361"/>
                    <a:pt x="274" y="57327"/>
                  </a:cubicBezTo>
                  <a:lnTo>
                    <a:pt x="274" y="57191"/>
                  </a:lnTo>
                  <a:cubicBezTo>
                    <a:pt x="274" y="57157"/>
                    <a:pt x="240" y="57123"/>
                    <a:pt x="171" y="57123"/>
                  </a:cubicBezTo>
                  <a:close/>
                  <a:moveTo>
                    <a:pt x="88175" y="57293"/>
                  </a:moveTo>
                  <a:cubicBezTo>
                    <a:pt x="88106" y="57293"/>
                    <a:pt x="88072" y="57327"/>
                    <a:pt x="88072" y="57361"/>
                  </a:cubicBezTo>
                  <a:lnTo>
                    <a:pt x="88072" y="57464"/>
                  </a:lnTo>
                  <a:cubicBezTo>
                    <a:pt x="88072" y="57532"/>
                    <a:pt x="88106" y="57566"/>
                    <a:pt x="88175" y="57566"/>
                  </a:cubicBezTo>
                  <a:cubicBezTo>
                    <a:pt x="88209" y="57566"/>
                    <a:pt x="88243" y="57532"/>
                    <a:pt x="88243" y="57464"/>
                  </a:cubicBezTo>
                  <a:lnTo>
                    <a:pt x="88243" y="57361"/>
                  </a:lnTo>
                  <a:cubicBezTo>
                    <a:pt x="88243" y="57327"/>
                    <a:pt x="88209" y="57293"/>
                    <a:pt x="88175" y="57293"/>
                  </a:cubicBezTo>
                  <a:close/>
                  <a:moveTo>
                    <a:pt x="171" y="57703"/>
                  </a:moveTo>
                  <a:cubicBezTo>
                    <a:pt x="137" y="57703"/>
                    <a:pt x="103" y="57737"/>
                    <a:pt x="103" y="57771"/>
                  </a:cubicBezTo>
                  <a:lnTo>
                    <a:pt x="103" y="57873"/>
                  </a:lnTo>
                  <a:cubicBezTo>
                    <a:pt x="103" y="57942"/>
                    <a:pt x="137" y="57976"/>
                    <a:pt x="171" y="57976"/>
                  </a:cubicBezTo>
                  <a:cubicBezTo>
                    <a:pt x="240" y="57976"/>
                    <a:pt x="274" y="57942"/>
                    <a:pt x="274" y="57873"/>
                  </a:cubicBezTo>
                  <a:lnTo>
                    <a:pt x="274" y="57771"/>
                  </a:lnTo>
                  <a:cubicBezTo>
                    <a:pt x="274" y="57737"/>
                    <a:pt x="240" y="57703"/>
                    <a:pt x="171" y="57703"/>
                  </a:cubicBezTo>
                  <a:close/>
                  <a:moveTo>
                    <a:pt x="88175" y="57839"/>
                  </a:moveTo>
                  <a:cubicBezTo>
                    <a:pt x="88106" y="57839"/>
                    <a:pt x="88072" y="57907"/>
                    <a:pt x="88072" y="57942"/>
                  </a:cubicBezTo>
                  <a:lnTo>
                    <a:pt x="88072" y="58044"/>
                  </a:lnTo>
                  <a:cubicBezTo>
                    <a:pt x="88072" y="58112"/>
                    <a:pt x="88106" y="58146"/>
                    <a:pt x="88175" y="58146"/>
                  </a:cubicBezTo>
                  <a:cubicBezTo>
                    <a:pt x="88209" y="58146"/>
                    <a:pt x="88243" y="58112"/>
                    <a:pt x="88243" y="58044"/>
                  </a:cubicBezTo>
                  <a:lnTo>
                    <a:pt x="88243" y="57942"/>
                  </a:lnTo>
                  <a:cubicBezTo>
                    <a:pt x="88243" y="57907"/>
                    <a:pt x="88209" y="57839"/>
                    <a:pt x="88175" y="57839"/>
                  </a:cubicBezTo>
                  <a:close/>
                  <a:moveTo>
                    <a:pt x="171" y="58249"/>
                  </a:moveTo>
                  <a:cubicBezTo>
                    <a:pt x="137" y="58249"/>
                    <a:pt x="103" y="58283"/>
                    <a:pt x="103" y="58351"/>
                  </a:cubicBezTo>
                  <a:lnTo>
                    <a:pt x="103" y="58453"/>
                  </a:lnTo>
                  <a:cubicBezTo>
                    <a:pt x="103" y="58522"/>
                    <a:pt x="137" y="58556"/>
                    <a:pt x="171" y="58556"/>
                  </a:cubicBezTo>
                  <a:cubicBezTo>
                    <a:pt x="240" y="58556"/>
                    <a:pt x="274" y="58522"/>
                    <a:pt x="274" y="58453"/>
                  </a:cubicBezTo>
                  <a:lnTo>
                    <a:pt x="274" y="58351"/>
                  </a:lnTo>
                  <a:cubicBezTo>
                    <a:pt x="274" y="58283"/>
                    <a:pt x="240" y="58249"/>
                    <a:pt x="171" y="58249"/>
                  </a:cubicBezTo>
                  <a:close/>
                  <a:moveTo>
                    <a:pt x="88175" y="58419"/>
                  </a:moveTo>
                  <a:cubicBezTo>
                    <a:pt x="88106" y="58419"/>
                    <a:pt x="88072" y="58453"/>
                    <a:pt x="88072" y="58522"/>
                  </a:cubicBezTo>
                  <a:lnTo>
                    <a:pt x="88072" y="58624"/>
                  </a:lnTo>
                  <a:cubicBezTo>
                    <a:pt x="88072" y="58658"/>
                    <a:pt x="88106" y="58726"/>
                    <a:pt x="88175" y="58726"/>
                  </a:cubicBezTo>
                  <a:cubicBezTo>
                    <a:pt x="88209" y="58726"/>
                    <a:pt x="88243" y="58658"/>
                    <a:pt x="88243" y="58624"/>
                  </a:cubicBezTo>
                  <a:lnTo>
                    <a:pt x="88243" y="58522"/>
                  </a:lnTo>
                  <a:cubicBezTo>
                    <a:pt x="88243" y="58453"/>
                    <a:pt x="88209" y="58419"/>
                    <a:pt x="88175" y="58419"/>
                  </a:cubicBezTo>
                  <a:close/>
                  <a:moveTo>
                    <a:pt x="171" y="58829"/>
                  </a:moveTo>
                  <a:cubicBezTo>
                    <a:pt x="137" y="58829"/>
                    <a:pt x="103" y="58863"/>
                    <a:pt x="103" y="58931"/>
                  </a:cubicBezTo>
                  <a:lnTo>
                    <a:pt x="103" y="59034"/>
                  </a:lnTo>
                  <a:cubicBezTo>
                    <a:pt x="103" y="59068"/>
                    <a:pt x="137" y="59136"/>
                    <a:pt x="171" y="59136"/>
                  </a:cubicBezTo>
                  <a:cubicBezTo>
                    <a:pt x="206" y="59136"/>
                    <a:pt x="274" y="59068"/>
                    <a:pt x="274" y="59034"/>
                  </a:cubicBezTo>
                  <a:lnTo>
                    <a:pt x="274" y="58931"/>
                  </a:lnTo>
                  <a:cubicBezTo>
                    <a:pt x="274" y="58863"/>
                    <a:pt x="240" y="58829"/>
                    <a:pt x="171" y="58829"/>
                  </a:cubicBezTo>
                  <a:close/>
                  <a:moveTo>
                    <a:pt x="88175" y="58999"/>
                  </a:moveTo>
                  <a:cubicBezTo>
                    <a:pt x="88106" y="58999"/>
                    <a:pt x="88072" y="59034"/>
                    <a:pt x="88072" y="59068"/>
                  </a:cubicBezTo>
                  <a:lnTo>
                    <a:pt x="88072" y="59204"/>
                  </a:lnTo>
                  <a:cubicBezTo>
                    <a:pt x="88072" y="59238"/>
                    <a:pt x="88106" y="59272"/>
                    <a:pt x="88175" y="59272"/>
                  </a:cubicBezTo>
                  <a:cubicBezTo>
                    <a:pt x="88209" y="59272"/>
                    <a:pt x="88243" y="59238"/>
                    <a:pt x="88243" y="59204"/>
                  </a:cubicBezTo>
                  <a:lnTo>
                    <a:pt x="88243" y="59068"/>
                  </a:lnTo>
                  <a:cubicBezTo>
                    <a:pt x="88243" y="59034"/>
                    <a:pt x="88209" y="58999"/>
                    <a:pt x="88175" y="58999"/>
                  </a:cubicBezTo>
                  <a:close/>
                  <a:moveTo>
                    <a:pt x="171" y="59409"/>
                  </a:moveTo>
                  <a:cubicBezTo>
                    <a:pt x="137" y="59409"/>
                    <a:pt x="103" y="59443"/>
                    <a:pt x="103" y="59477"/>
                  </a:cubicBezTo>
                  <a:lnTo>
                    <a:pt x="103" y="59614"/>
                  </a:lnTo>
                  <a:cubicBezTo>
                    <a:pt x="103" y="59648"/>
                    <a:pt x="137" y="59682"/>
                    <a:pt x="171" y="59682"/>
                  </a:cubicBezTo>
                  <a:cubicBezTo>
                    <a:pt x="206" y="59682"/>
                    <a:pt x="274" y="59648"/>
                    <a:pt x="274" y="59614"/>
                  </a:cubicBezTo>
                  <a:lnTo>
                    <a:pt x="274" y="59477"/>
                  </a:lnTo>
                  <a:cubicBezTo>
                    <a:pt x="274" y="59443"/>
                    <a:pt x="206" y="59409"/>
                    <a:pt x="171" y="59409"/>
                  </a:cubicBezTo>
                  <a:close/>
                  <a:moveTo>
                    <a:pt x="88175" y="59579"/>
                  </a:moveTo>
                  <a:cubicBezTo>
                    <a:pt x="88106" y="59579"/>
                    <a:pt x="88072" y="59614"/>
                    <a:pt x="88072" y="59648"/>
                  </a:cubicBezTo>
                  <a:lnTo>
                    <a:pt x="88072" y="59784"/>
                  </a:lnTo>
                  <a:cubicBezTo>
                    <a:pt x="88072" y="59818"/>
                    <a:pt x="88106" y="59852"/>
                    <a:pt x="88175" y="59852"/>
                  </a:cubicBezTo>
                  <a:cubicBezTo>
                    <a:pt x="88209" y="59852"/>
                    <a:pt x="88243" y="59818"/>
                    <a:pt x="88243" y="59784"/>
                  </a:cubicBezTo>
                  <a:lnTo>
                    <a:pt x="88243" y="59648"/>
                  </a:lnTo>
                  <a:cubicBezTo>
                    <a:pt x="88243" y="59614"/>
                    <a:pt x="88209" y="59579"/>
                    <a:pt x="88175" y="59579"/>
                  </a:cubicBezTo>
                  <a:close/>
                  <a:moveTo>
                    <a:pt x="171" y="59989"/>
                  </a:moveTo>
                  <a:cubicBezTo>
                    <a:pt x="137" y="59989"/>
                    <a:pt x="69" y="60023"/>
                    <a:pt x="69" y="60057"/>
                  </a:cubicBezTo>
                  <a:lnTo>
                    <a:pt x="69" y="60194"/>
                  </a:lnTo>
                  <a:cubicBezTo>
                    <a:pt x="69" y="60228"/>
                    <a:pt x="137" y="60262"/>
                    <a:pt x="171" y="60262"/>
                  </a:cubicBezTo>
                  <a:cubicBezTo>
                    <a:pt x="206" y="60262"/>
                    <a:pt x="240" y="60228"/>
                    <a:pt x="240" y="60194"/>
                  </a:cubicBezTo>
                  <a:lnTo>
                    <a:pt x="274" y="60057"/>
                  </a:lnTo>
                  <a:cubicBezTo>
                    <a:pt x="274" y="60023"/>
                    <a:pt x="206" y="59989"/>
                    <a:pt x="171" y="59989"/>
                  </a:cubicBezTo>
                  <a:close/>
                  <a:moveTo>
                    <a:pt x="88175" y="60125"/>
                  </a:moveTo>
                  <a:cubicBezTo>
                    <a:pt x="88106" y="60125"/>
                    <a:pt x="88072" y="60194"/>
                    <a:pt x="88072" y="60228"/>
                  </a:cubicBezTo>
                  <a:lnTo>
                    <a:pt x="88072" y="60330"/>
                  </a:lnTo>
                  <a:cubicBezTo>
                    <a:pt x="88072" y="60398"/>
                    <a:pt x="88106" y="60433"/>
                    <a:pt x="88175" y="60433"/>
                  </a:cubicBezTo>
                  <a:cubicBezTo>
                    <a:pt x="88209" y="60433"/>
                    <a:pt x="88243" y="60398"/>
                    <a:pt x="88243" y="60330"/>
                  </a:cubicBezTo>
                  <a:lnTo>
                    <a:pt x="88243" y="60228"/>
                  </a:lnTo>
                  <a:cubicBezTo>
                    <a:pt x="88243" y="60194"/>
                    <a:pt x="88209" y="60125"/>
                    <a:pt x="88175" y="60125"/>
                  </a:cubicBezTo>
                  <a:close/>
                  <a:moveTo>
                    <a:pt x="171" y="60535"/>
                  </a:moveTo>
                  <a:cubicBezTo>
                    <a:pt x="137" y="60535"/>
                    <a:pt x="69" y="60603"/>
                    <a:pt x="69" y="60637"/>
                  </a:cubicBezTo>
                  <a:lnTo>
                    <a:pt x="69" y="60740"/>
                  </a:lnTo>
                  <a:cubicBezTo>
                    <a:pt x="69" y="60808"/>
                    <a:pt x="137" y="60842"/>
                    <a:pt x="171" y="60842"/>
                  </a:cubicBezTo>
                  <a:cubicBezTo>
                    <a:pt x="206" y="60842"/>
                    <a:pt x="240" y="60808"/>
                    <a:pt x="240" y="60740"/>
                  </a:cubicBezTo>
                  <a:lnTo>
                    <a:pt x="240" y="60637"/>
                  </a:lnTo>
                  <a:cubicBezTo>
                    <a:pt x="240" y="60603"/>
                    <a:pt x="206" y="60535"/>
                    <a:pt x="171" y="60535"/>
                  </a:cubicBezTo>
                  <a:close/>
                  <a:moveTo>
                    <a:pt x="88175" y="60706"/>
                  </a:moveTo>
                  <a:cubicBezTo>
                    <a:pt x="88106" y="60706"/>
                    <a:pt x="88072" y="60740"/>
                    <a:pt x="88072" y="60808"/>
                  </a:cubicBezTo>
                  <a:lnTo>
                    <a:pt x="88072" y="60910"/>
                  </a:lnTo>
                  <a:cubicBezTo>
                    <a:pt x="88072" y="60979"/>
                    <a:pt x="88106" y="61013"/>
                    <a:pt x="88175" y="61013"/>
                  </a:cubicBezTo>
                  <a:cubicBezTo>
                    <a:pt x="88209" y="61013"/>
                    <a:pt x="88243" y="60979"/>
                    <a:pt x="88243" y="60910"/>
                  </a:cubicBezTo>
                  <a:lnTo>
                    <a:pt x="88243" y="60808"/>
                  </a:lnTo>
                  <a:cubicBezTo>
                    <a:pt x="88243" y="60740"/>
                    <a:pt x="88209" y="60706"/>
                    <a:pt x="88175" y="60706"/>
                  </a:cubicBezTo>
                  <a:close/>
                  <a:moveTo>
                    <a:pt x="171" y="61115"/>
                  </a:moveTo>
                  <a:cubicBezTo>
                    <a:pt x="137" y="61115"/>
                    <a:pt x="69" y="61149"/>
                    <a:pt x="69" y="61217"/>
                  </a:cubicBezTo>
                  <a:lnTo>
                    <a:pt x="69" y="61320"/>
                  </a:lnTo>
                  <a:cubicBezTo>
                    <a:pt x="69" y="61354"/>
                    <a:pt x="103" y="61422"/>
                    <a:pt x="171" y="61422"/>
                  </a:cubicBezTo>
                  <a:cubicBezTo>
                    <a:pt x="206" y="61422"/>
                    <a:pt x="240" y="61388"/>
                    <a:pt x="240" y="61320"/>
                  </a:cubicBezTo>
                  <a:lnTo>
                    <a:pt x="240" y="61217"/>
                  </a:lnTo>
                  <a:cubicBezTo>
                    <a:pt x="240" y="61149"/>
                    <a:pt x="206" y="61115"/>
                    <a:pt x="171" y="61115"/>
                  </a:cubicBezTo>
                  <a:close/>
                  <a:moveTo>
                    <a:pt x="88175" y="61286"/>
                  </a:moveTo>
                  <a:cubicBezTo>
                    <a:pt x="88106" y="61286"/>
                    <a:pt x="88072" y="61320"/>
                    <a:pt x="88072" y="61388"/>
                  </a:cubicBezTo>
                  <a:lnTo>
                    <a:pt x="88072" y="61490"/>
                  </a:lnTo>
                  <a:cubicBezTo>
                    <a:pt x="88072" y="61524"/>
                    <a:pt x="88106" y="61559"/>
                    <a:pt x="88175" y="61559"/>
                  </a:cubicBezTo>
                  <a:cubicBezTo>
                    <a:pt x="88209" y="61559"/>
                    <a:pt x="88243" y="61524"/>
                    <a:pt x="88243" y="61490"/>
                  </a:cubicBezTo>
                  <a:lnTo>
                    <a:pt x="88243" y="61388"/>
                  </a:lnTo>
                  <a:cubicBezTo>
                    <a:pt x="88243" y="61320"/>
                    <a:pt x="88209" y="61286"/>
                    <a:pt x="88175" y="61286"/>
                  </a:cubicBezTo>
                  <a:close/>
                  <a:moveTo>
                    <a:pt x="171" y="61695"/>
                  </a:moveTo>
                  <a:cubicBezTo>
                    <a:pt x="103" y="61695"/>
                    <a:pt x="69" y="61729"/>
                    <a:pt x="69" y="61797"/>
                  </a:cubicBezTo>
                  <a:lnTo>
                    <a:pt x="69" y="61900"/>
                  </a:lnTo>
                  <a:cubicBezTo>
                    <a:pt x="69" y="61934"/>
                    <a:pt x="103" y="61968"/>
                    <a:pt x="171" y="61968"/>
                  </a:cubicBezTo>
                  <a:cubicBezTo>
                    <a:pt x="206" y="61968"/>
                    <a:pt x="240" y="61934"/>
                    <a:pt x="240" y="61900"/>
                  </a:cubicBezTo>
                  <a:lnTo>
                    <a:pt x="240" y="61797"/>
                  </a:lnTo>
                  <a:cubicBezTo>
                    <a:pt x="240" y="61729"/>
                    <a:pt x="206" y="61695"/>
                    <a:pt x="171" y="61695"/>
                  </a:cubicBezTo>
                  <a:close/>
                  <a:moveTo>
                    <a:pt x="88175" y="61866"/>
                  </a:moveTo>
                  <a:cubicBezTo>
                    <a:pt x="88141" y="61866"/>
                    <a:pt x="88072" y="61900"/>
                    <a:pt x="88072" y="61934"/>
                  </a:cubicBezTo>
                  <a:lnTo>
                    <a:pt x="88072" y="62070"/>
                  </a:lnTo>
                  <a:cubicBezTo>
                    <a:pt x="88072" y="62105"/>
                    <a:pt x="88141" y="62139"/>
                    <a:pt x="88175" y="62139"/>
                  </a:cubicBezTo>
                  <a:cubicBezTo>
                    <a:pt x="88209" y="62139"/>
                    <a:pt x="88243" y="62105"/>
                    <a:pt x="88243" y="62070"/>
                  </a:cubicBezTo>
                  <a:lnTo>
                    <a:pt x="88243" y="61934"/>
                  </a:lnTo>
                  <a:cubicBezTo>
                    <a:pt x="88243" y="61900"/>
                    <a:pt x="88209" y="61866"/>
                    <a:pt x="88175" y="61866"/>
                  </a:cubicBezTo>
                  <a:close/>
                  <a:moveTo>
                    <a:pt x="171" y="62275"/>
                  </a:moveTo>
                  <a:cubicBezTo>
                    <a:pt x="103" y="62275"/>
                    <a:pt x="69" y="62309"/>
                    <a:pt x="69" y="62343"/>
                  </a:cubicBezTo>
                  <a:lnTo>
                    <a:pt x="69" y="62480"/>
                  </a:lnTo>
                  <a:cubicBezTo>
                    <a:pt x="69" y="62514"/>
                    <a:pt x="103" y="62548"/>
                    <a:pt x="171" y="62548"/>
                  </a:cubicBezTo>
                  <a:cubicBezTo>
                    <a:pt x="206" y="62548"/>
                    <a:pt x="240" y="62514"/>
                    <a:pt x="240" y="62480"/>
                  </a:cubicBezTo>
                  <a:lnTo>
                    <a:pt x="240" y="62343"/>
                  </a:lnTo>
                  <a:cubicBezTo>
                    <a:pt x="240" y="62309"/>
                    <a:pt x="206" y="62275"/>
                    <a:pt x="171" y="62275"/>
                  </a:cubicBezTo>
                  <a:close/>
                  <a:moveTo>
                    <a:pt x="88175" y="62446"/>
                  </a:moveTo>
                  <a:cubicBezTo>
                    <a:pt x="88141" y="62446"/>
                    <a:pt x="88072" y="62480"/>
                    <a:pt x="88072" y="62514"/>
                  </a:cubicBezTo>
                  <a:lnTo>
                    <a:pt x="88072" y="62616"/>
                  </a:lnTo>
                  <a:cubicBezTo>
                    <a:pt x="88072" y="62685"/>
                    <a:pt x="88141" y="62719"/>
                    <a:pt x="88175" y="62719"/>
                  </a:cubicBezTo>
                  <a:cubicBezTo>
                    <a:pt x="88209" y="62719"/>
                    <a:pt x="88243" y="62685"/>
                    <a:pt x="88243" y="62616"/>
                  </a:cubicBezTo>
                  <a:lnTo>
                    <a:pt x="88243" y="62514"/>
                  </a:lnTo>
                  <a:cubicBezTo>
                    <a:pt x="88243" y="62480"/>
                    <a:pt x="88209" y="62446"/>
                    <a:pt x="88175" y="62446"/>
                  </a:cubicBezTo>
                  <a:close/>
                  <a:moveTo>
                    <a:pt x="171" y="62855"/>
                  </a:moveTo>
                  <a:cubicBezTo>
                    <a:pt x="103" y="62855"/>
                    <a:pt x="69" y="62889"/>
                    <a:pt x="69" y="62924"/>
                  </a:cubicBezTo>
                  <a:lnTo>
                    <a:pt x="69" y="63026"/>
                  </a:lnTo>
                  <a:cubicBezTo>
                    <a:pt x="69" y="63094"/>
                    <a:pt x="103" y="63128"/>
                    <a:pt x="171" y="63128"/>
                  </a:cubicBezTo>
                  <a:cubicBezTo>
                    <a:pt x="206" y="63128"/>
                    <a:pt x="240" y="63094"/>
                    <a:pt x="240" y="63026"/>
                  </a:cubicBezTo>
                  <a:lnTo>
                    <a:pt x="240" y="62924"/>
                  </a:lnTo>
                  <a:cubicBezTo>
                    <a:pt x="240" y="62889"/>
                    <a:pt x="206" y="62855"/>
                    <a:pt x="171" y="62855"/>
                  </a:cubicBezTo>
                  <a:close/>
                  <a:moveTo>
                    <a:pt x="88175" y="62992"/>
                  </a:moveTo>
                  <a:cubicBezTo>
                    <a:pt x="88141" y="62992"/>
                    <a:pt x="88072" y="63060"/>
                    <a:pt x="88072" y="63094"/>
                  </a:cubicBezTo>
                  <a:lnTo>
                    <a:pt x="88072" y="63197"/>
                  </a:lnTo>
                  <a:cubicBezTo>
                    <a:pt x="88072" y="63265"/>
                    <a:pt x="88141" y="63299"/>
                    <a:pt x="88175" y="63299"/>
                  </a:cubicBezTo>
                  <a:cubicBezTo>
                    <a:pt x="88209" y="63299"/>
                    <a:pt x="88243" y="63265"/>
                    <a:pt x="88243" y="63197"/>
                  </a:cubicBezTo>
                  <a:lnTo>
                    <a:pt x="88243" y="63094"/>
                  </a:lnTo>
                  <a:cubicBezTo>
                    <a:pt x="88243" y="63060"/>
                    <a:pt x="88209" y="62992"/>
                    <a:pt x="88175" y="62992"/>
                  </a:cubicBezTo>
                  <a:close/>
                  <a:moveTo>
                    <a:pt x="171" y="63401"/>
                  </a:moveTo>
                  <a:cubicBezTo>
                    <a:pt x="103" y="63401"/>
                    <a:pt x="69" y="63435"/>
                    <a:pt x="69" y="63504"/>
                  </a:cubicBezTo>
                  <a:lnTo>
                    <a:pt x="69" y="63606"/>
                  </a:lnTo>
                  <a:cubicBezTo>
                    <a:pt x="69" y="63674"/>
                    <a:pt x="103" y="63708"/>
                    <a:pt x="171" y="63708"/>
                  </a:cubicBezTo>
                  <a:cubicBezTo>
                    <a:pt x="206" y="63708"/>
                    <a:pt x="240" y="63674"/>
                    <a:pt x="240" y="63606"/>
                  </a:cubicBezTo>
                  <a:lnTo>
                    <a:pt x="240" y="63504"/>
                  </a:lnTo>
                  <a:cubicBezTo>
                    <a:pt x="240" y="63435"/>
                    <a:pt x="206" y="63401"/>
                    <a:pt x="171" y="63401"/>
                  </a:cubicBezTo>
                  <a:close/>
                  <a:moveTo>
                    <a:pt x="88175" y="63572"/>
                  </a:moveTo>
                  <a:cubicBezTo>
                    <a:pt x="88141" y="63572"/>
                    <a:pt x="88072" y="63606"/>
                    <a:pt x="88072" y="63674"/>
                  </a:cubicBezTo>
                  <a:lnTo>
                    <a:pt x="88072" y="63777"/>
                  </a:lnTo>
                  <a:cubicBezTo>
                    <a:pt x="88072" y="63811"/>
                    <a:pt x="88141" y="63879"/>
                    <a:pt x="88175" y="63879"/>
                  </a:cubicBezTo>
                  <a:cubicBezTo>
                    <a:pt x="88209" y="63879"/>
                    <a:pt x="88243" y="63811"/>
                    <a:pt x="88243" y="63777"/>
                  </a:cubicBezTo>
                  <a:lnTo>
                    <a:pt x="88243" y="63674"/>
                  </a:lnTo>
                  <a:cubicBezTo>
                    <a:pt x="88243" y="63606"/>
                    <a:pt x="88209" y="63572"/>
                    <a:pt x="88175" y="63572"/>
                  </a:cubicBezTo>
                  <a:close/>
                  <a:moveTo>
                    <a:pt x="171" y="63981"/>
                  </a:moveTo>
                  <a:cubicBezTo>
                    <a:pt x="103" y="63981"/>
                    <a:pt x="69" y="64015"/>
                    <a:pt x="69" y="64084"/>
                  </a:cubicBezTo>
                  <a:lnTo>
                    <a:pt x="69" y="64186"/>
                  </a:lnTo>
                  <a:cubicBezTo>
                    <a:pt x="69" y="64220"/>
                    <a:pt x="103" y="64254"/>
                    <a:pt x="171" y="64254"/>
                  </a:cubicBezTo>
                  <a:cubicBezTo>
                    <a:pt x="206" y="64254"/>
                    <a:pt x="240" y="64220"/>
                    <a:pt x="240" y="64186"/>
                  </a:cubicBezTo>
                  <a:lnTo>
                    <a:pt x="240" y="64084"/>
                  </a:lnTo>
                  <a:cubicBezTo>
                    <a:pt x="240" y="64015"/>
                    <a:pt x="206" y="63981"/>
                    <a:pt x="171" y="63981"/>
                  </a:cubicBezTo>
                  <a:close/>
                  <a:moveTo>
                    <a:pt x="88175" y="64152"/>
                  </a:moveTo>
                  <a:cubicBezTo>
                    <a:pt x="88141" y="64152"/>
                    <a:pt x="88072" y="64186"/>
                    <a:pt x="88072" y="64220"/>
                  </a:cubicBezTo>
                  <a:lnTo>
                    <a:pt x="88072" y="64357"/>
                  </a:lnTo>
                  <a:cubicBezTo>
                    <a:pt x="88072" y="64391"/>
                    <a:pt x="88141" y="64425"/>
                    <a:pt x="88175" y="64425"/>
                  </a:cubicBezTo>
                  <a:cubicBezTo>
                    <a:pt x="88209" y="64425"/>
                    <a:pt x="88243" y="64391"/>
                    <a:pt x="88243" y="64357"/>
                  </a:cubicBezTo>
                  <a:lnTo>
                    <a:pt x="88243" y="64220"/>
                  </a:lnTo>
                  <a:cubicBezTo>
                    <a:pt x="88243" y="64186"/>
                    <a:pt x="88209" y="64152"/>
                    <a:pt x="88175" y="64152"/>
                  </a:cubicBezTo>
                  <a:close/>
                  <a:moveTo>
                    <a:pt x="171" y="64561"/>
                  </a:moveTo>
                  <a:cubicBezTo>
                    <a:pt x="103" y="64561"/>
                    <a:pt x="69" y="64596"/>
                    <a:pt x="69" y="64630"/>
                  </a:cubicBezTo>
                  <a:lnTo>
                    <a:pt x="69" y="64766"/>
                  </a:lnTo>
                  <a:cubicBezTo>
                    <a:pt x="69" y="64800"/>
                    <a:pt x="103" y="64834"/>
                    <a:pt x="171" y="64834"/>
                  </a:cubicBezTo>
                  <a:cubicBezTo>
                    <a:pt x="206" y="64834"/>
                    <a:pt x="240" y="64800"/>
                    <a:pt x="240" y="64766"/>
                  </a:cubicBezTo>
                  <a:lnTo>
                    <a:pt x="240" y="64630"/>
                  </a:lnTo>
                  <a:cubicBezTo>
                    <a:pt x="240" y="64596"/>
                    <a:pt x="206" y="64561"/>
                    <a:pt x="171" y="64561"/>
                  </a:cubicBezTo>
                  <a:close/>
                  <a:moveTo>
                    <a:pt x="88175" y="64732"/>
                  </a:moveTo>
                  <a:cubicBezTo>
                    <a:pt x="88141" y="64732"/>
                    <a:pt x="88072" y="64766"/>
                    <a:pt x="88072" y="64800"/>
                  </a:cubicBezTo>
                  <a:lnTo>
                    <a:pt x="88072" y="64937"/>
                  </a:lnTo>
                  <a:cubicBezTo>
                    <a:pt x="88072" y="64971"/>
                    <a:pt x="88141" y="65005"/>
                    <a:pt x="88175" y="65005"/>
                  </a:cubicBezTo>
                  <a:cubicBezTo>
                    <a:pt x="88209" y="65005"/>
                    <a:pt x="88243" y="64971"/>
                    <a:pt x="88243" y="64937"/>
                  </a:cubicBezTo>
                  <a:lnTo>
                    <a:pt x="88243" y="64800"/>
                  </a:lnTo>
                  <a:cubicBezTo>
                    <a:pt x="88243" y="64766"/>
                    <a:pt x="88209" y="64732"/>
                    <a:pt x="88175" y="64732"/>
                  </a:cubicBezTo>
                  <a:close/>
                  <a:moveTo>
                    <a:pt x="137" y="65142"/>
                  </a:moveTo>
                  <a:cubicBezTo>
                    <a:pt x="103" y="65142"/>
                    <a:pt x="69" y="65176"/>
                    <a:pt x="69" y="65210"/>
                  </a:cubicBezTo>
                  <a:lnTo>
                    <a:pt x="69" y="65346"/>
                  </a:lnTo>
                  <a:cubicBezTo>
                    <a:pt x="69" y="65380"/>
                    <a:pt x="103" y="65415"/>
                    <a:pt x="137" y="65415"/>
                  </a:cubicBezTo>
                  <a:cubicBezTo>
                    <a:pt x="206" y="65415"/>
                    <a:pt x="240" y="65380"/>
                    <a:pt x="240" y="65346"/>
                  </a:cubicBezTo>
                  <a:lnTo>
                    <a:pt x="240" y="65210"/>
                  </a:lnTo>
                  <a:cubicBezTo>
                    <a:pt x="240" y="65176"/>
                    <a:pt x="206" y="65142"/>
                    <a:pt x="137" y="65142"/>
                  </a:cubicBezTo>
                  <a:close/>
                  <a:moveTo>
                    <a:pt x="88175" y="65312"/>
                  </a:moveTo>
                  <a:cubicBezTo>
                    <a:pt x="88141" y="65312"/>
                    <a:pt x="88072" y="65346"/>
                    <a:pt x="88072" y="65380"/>
                  </a:cubicBezTo>
                  <a:lnTo>
                    <a:pt x="88072" y="65483"/>
                  </a:lnTo>
                  <a:cubicBezTo>
                    <a:pt x="88072" y="65551"/>
                    <a:pt x="88141" y="65585"/>
                    <a:pt x="88175" y="65585"/>
                  </a:cubicBezTo>
                  <a:cubicBezTo>
                    <a:pt x="88209" y="65585"/>
                    <a:pt x="88243" y="65551"/>
                    <a:pt x="88243" y="65483"/>
                  </a:cubicBezTo>
                  <a:lnTo>
                    <a:pt x="88243" y="65380"/>
                  </a:lnTo>
                  <a:cubicBezTo>
                    <a:pt x="88243" y="65346"/>
                    <a:pt x="88209" y="65312"/>
                    <a:pt x="88175" y="65312"/>
                  </a:cubicBezTo>
                  <a:close/>
                  <a:moveTo>
                    <a:pt x="137" y="65688"/>
                  </a:moveTo>
                  <a:cubicBezTo>
                    <a:pt x="103" y="65688"/>
                    <a:pt x="69" y="65756"/>
                    <a:pt x="69" y="65790"/>
                  </a:cubicBezTo>
                  <a:lnTo>
                    <a:pt x="69" y="65892"/>
                  </a:lnTo>
                  <a:cubicBezTo>
                    <a:pt x="69" y="65960"/>
                    <a:pt x="103" y="65995"/>
                    <a:pt x="137" y="65995"/>
                  </a:cubicBezTo>
                  <a:cubicBezTo>
                    <a:pt x="206" y="65995"/>
                    <a:pt x="240" y="65960"/>
                    <a:pt x="240" y="65892"/>
                  </a:cubicBezTo>
                  <a:lnTo>
                    <a:pt x="240" y="65790"/>
                  </a:lnTo>
                  <a:cubicBezTo>
                    <a:pt x="240" y="65756"/>
                    <a:pt x="206" y="65688"/>
                    <a:pt x="137" y="65688"/>
                  </a:cubicBezTo>
                  <a:close/>
                  <a:moveTo>
                    <a:pt x="88175" y="65858"/>
                  </a:moveTo>
                  <a:cubicBezTo>
                    <a:pt x="88141" y="65858"/>
                    <a:pt x="88072" y="65892"/>
                    <a:pt x="88072" y="65960"/>
                  </a:cubicBezTo>
                  <a:lnTo>
                    <a:pt x="88072" y="66063"/>
                  </a:lnTo>
                  <a:cubicBezTo>
                    <a:pt x="88072" y="66131"/>
                    <a:pt x="88141" y="66165"/>
                    <a:pt x="88175" y="66165"/>
                  </a:cubicBezTo>
                  <a:cubicBezTo>
                    <a:pt x="88209" y="66165"/>
                    <a:pt x="88243" y="66131"/>
                    <a:pt x="88243" y="66063"/>
                  </a:cubicBezTo>
                  <a:lnTo>
                    <a:pt x="88243" y="65960"/>
                  </a:lnTo>
                  <a:cubicBezTo>
                    <a:pt x="88243" y="65892"/>
                    <a:pt x="88209" y="65858"/>
                    <a:pt x="88175" y="65858"/>
                  </a:cubicBezTo>
                  <a:close/>
                  <a:moveTo>
                    <a:pt x="137" y="66268"/>
                  </a:moveTo>
                  <a:cubicBezTo>
                    <a:pt x="103" y="66268"/>
                    <a:pt x="69" y="66302"/>
                    <a:pt x="69" y="66370"/>
                  </a:cubicBezTo>
                  <a:lnTo>
                    <a:pt x="69" y="66472"/>
                  </a:lnTo>
                  <a:cubicBezTo>
                    <a:pt x="69" y="66506"/>
                    <a:pt x="103" y="66575"/>
                    <a:pt x="137" y="66575"/>
                  </a:cubicBezTo>
                  <a:cubicBezTo>
                    <a:pt x="206" y="66575"/>
                    <a:pt x="240" y="66506"/>
                    <a:pt x="240" y="66472"/>
                  </a:cubicBezTo>
                  <a:lnTo>
                    <a:pt x="240" y="66370"/>
                  </a:lnTo>
                  <a:cubicBezTo>
                    <a:pt x="240" y="66302"/>
                    <a:pt x="206" y="66268"/>
                    <a:pt x="137" y="66268"/>
                  </a:cubicBezTo>
                  <a:close/>
                  <a:moveTo>
                    <a:pt x="88175" y="66438"/>
                  </a:moveTo>
                  <a:cubicBezTo>
                    <a:pt x="88141" y="66438"/>
                    <a:pt x="88072" y="66472"/>
                    <a:pt x="88072" y="66541"/>
                  </a:cubicBezTo>
                  <a:lnTo>
                    <a:pt x="88072" y="66643"/>
                  </a:lnTo>
                  <a:cubicBezTo>
                    <a:pt x="88072" y="66677"/>
                    <a:pt x="88141" y="66711"/>
                    <a:pt x="88175" y="66711"/>
                  </a:cubicBezTo>
                  <a:cubicBezTo>
                    <a:pt x="88209" y="66711"/>
                    <a:pt x="88243" y="66677"/>
                    <a:pt x="88243" y="66643"/>
                  </a:cubicBezTo>
                  <a:lnTo>
                    <a:pt x="88243" y="66541"/>
                  </a:lnTo>
                  <a:cubicBezTo>
                    <a:pt x="88243" y="66472"/>
                    <a:pt x="88209" y="66438"/>
                    <a:pt x="88175" y="66438"/>
                  </a:cubicBezTo>
                  <a:close/>
                  <a:moveTo>
                    <a:pt x="137" y="66848"/>
                  </a:moveTo>
                  <a:cubicBezTo>
                    <a:pt x="103" y="66848"/>
                    <a:pt x="69" y="66882"/>
                    <a:pt x="69" y="66950"/>
                  </a:cubicBezTo>
                  <a:lnTo>
                    <a:pt x="69" y="67052"/>
                  </a:lnTo>
                  <a:cubicBezTo>
                    <a:pt x="69" y="67087"/>
                    <a:pt x="103" y="67121"/>
                    <a:pt x="137" y="67121"/>
                  </a:cubicBezTo>
                  <a:cubicBezTo>
                    <a:pt x="206" y="67121"/>
                    <a:pt x="240" y="67087"/>
                    <a:pt x="240" y="67052"/>
                  </a:cubicBezTo>
                  <a:lnTo>
                    <a:pt x="240" y="66950"/>
                  </a:lnTo>
                  <a:cubicBezTo>
                    <a:pt x="240" y="66882"/>
                    <a:pt x="206" y="66848"/>
                    <a:pt x="137" y="66848"/>
                  </a:cubicBezTo>
                  <a:close/>
                  <a:moveTo>
                    <a:pt x="88175" y="67018"/>
                  </a:moveTo>
                  <a:cubicBezTo>
                    <a:pt x="88141" y="67018"/>
                    <a:pt x="88072" y="67052"/>
                    <a:pt x="88072" y="67087"/>
                  </a:cubicBezTo>
                  <a:lnTo>
                    <a:pt x="88072" y="67223"/>
                  </a:lnTo>
                  <a:cubicBezTo>
                    <a:pt x="88072" y="67257"/>
                    <a:pt x="88141" y="67291"/>
                    <a:pt x="88175" y="67291"/>
                  </a:cubicBezTo>
                  <a:cubicBezTo>
                    <a:pt x="88209" y="67291"/>
                    <a:pt x="88243" y="67257"/>
                    <a:pt x="88243" y="67223"/>
                  </a:cubicBezTo>
                  <a:lnTo>
                    <a:pt x="88243" y="67087"/>
                  </a:lnTo>
                  <a:cubicBezTo>
                    <a:pt x="88243" y="67052"/>
                    <a:pt x="88209" y="67018"/>
                    <a:pt x="88175" y="67018"/>
                  </a:cubicBezTo>
                  <a:close/>
                  <a:moveTo>
                    <a:pt x="137" y="67428"/>
                  </a:moveTo>
                  <a:cubicBezTo>
                    <a:pt x="103" y="67428"/>
                    <a:pt x="69" y="67462"/>
                    <a:pt x="69" y="67496"/>
                  </a:cubicBezTo>
                  <a:lnTo>
                    <a:pt x="69" y="67633"/>
                  </a:lnTo>
                  <a:cubicBezTo>
                    <a:pt x="69" y="67667"/>
                    <a:pt x="103" y="67701"/>
                    <a:pt x="137" y="67701"/>
                  </a:cubicBezTo>
                  <a:cubicBezTo>
                    <a:pt x="206" y="67701"/>
                    <a:pt x="240" y="67667"/>
                    <a:pt x="240" y="67633"/>
                  </a:cubicBezTo>
                  <a:lnTo>
                    <a:pt x="240" y="67496"/>
                  </a:lnTo>
                  <a:cubicBezTo>
                    <a:pt x="240" y="67462"/>
                    <a:pt x="206" y="67428"/>
                    <a:pt x="137" y="67428"/>
                  </a:cubicBezTo>
                  <a:close/>
                  <a:moveTo>
                    <a:pt x="88175" y="67598"/>
                  </a:moveTo>
                  <a:cubicBezTo>
                    <a:pt x="88141" y="67598"/>
                    <a:pt x="88072" y="67633"/>
                    <a:pt x="88072" y="67667"/>
                  </a:cubicBezTo>
                  <a:lnTo>
                    <a:pt x="88072" y="67769"/>
                  </a:lnTo>
                  <a:cubicBezTo>
                    <a:pt x="88072" y="67837"/>
                    <a:pt x="88141" y="67871"/>
                    <a:pt x="88175" y="67871"/>
                  </a:cubicBezTo>
                  <a:cubicBezTo>
                    <a:pt x="88209" y="67871"/>
                    <a:pt x="88243" y="67837"/>
                    <a:pt x="88243" y="67769"/>
                  </a:cubicBezTo>
                  <a:lnTo>
                    <a:pt x="88243" y="67667"/>
                  </a:lnTo>
                  <a:cubicBezTo>
                    <a:pt x="88243" y="67633"/>
                    <a:pt x="88209" y="67598"/>
                    <a:pt x="88175" y="67598"/>
                  </a:cubicBezTo>
                  <a:close/>
                  <a:moveTo>
                    <a:pt x="137" y="68008"/>
                  </a:moveTo>
                  <a:cubicBezTo>
                    <a:pt x="103" y="68008"/>
                    <a:pt x="69" y="68042"/>
                    <a:pt x="69" y="68076"/>
                  </a:cubicBezTo>
                  <a:lnTo>
                    <a:pt x="69" y="68178"/>
                  </a:lnTo>
                  <a:cubicBezTo>
                    <a:pt x="69" y="68247"/>
                    <a:pt x="103" y="68281"/>
                    <a:pt x="137" y="68281"/>
                  </a:cubicBezTo>
                  <a:cubicBezTo>
                    <a:pt x="206" y="68281"/>
                    <a:pt x="240" y="68247"/>
                    <a:pt x="240" y="68178"/>
                  </a:cubicBezTo>
                  <a:lnTo>
                    <a:pt x="240" y="68076"/>
                  </a:lnTo>
                  <a:cubicBezTo>
                    <a:pt x="240" y="68042"/>
                    <a:pt x="206" y="68008"/>
                    <a:pt x="137" y="68008"/>
                  </a:cubicBezTo>
                  <a:close/>
                  <a:moveTo>
                    <a:pt x="88175" y="68144"/>
                  </a:moveTo>
                  <a:cubicBezTo>
                    <a:pt x="88141" y="68144"/>
                    <a:pt x="88072" y="68213"/>
                    <a:pt x="88072" y="68247"/>
                  </a:cubicBezTo>
                  <a:lnTo>
                    <a:pt x="88072" y="68349"/>
                  </a:lnTo>
                  <a:cubicBezTo>
                    <a:pt x="88072" y="68417"/>
                    <a:pt x="88141" y="68451"/>
                    <a:pt x="88175" y="68451"/>
                  </a:cubicBezTo>
                  <a:cubicBezTo>
                    <a:pt x="88209" y="68451"/>
                    <a:pt x="88243" y="68417"/>
                    <a:pt x="88243" y="68349"/>
                  </a:cubicBezTo>
                  <a:lnTo>
                    <a:pt x="88243" y="68247"/>
                  </a:lnTo>
                  <a:cubicBezTo>
                    <a:pt x="88243" y="68213"/>
                    <a:pt x="88209" y="68144"/>
                    <a:pt x="88175" y="68144"/>
                  </a:cubicBezTo>
                  <a:close/>
                  <a:moveTo>
                    <a:pt x="137" y="68554"/>
                  </a:moveTo>
                  <a:cubicBezTo>
                    <a:pt x="103" y="68554"/>
                    <a:pt x="69" y="68588"/>
                    <a:pt x="69" y="68656"/>
                  </a:cubicBezTo>
                  <a:lnTo>
                    <a:pt x="69" y="68759"/>
                  </a:lnTo>
                  <a:cubicBezTo>
                    <a:pt x="69" y="68827"/>
                    <a:pt x="103" y="68861"/>
                    <a:pt x="137" y="68861"/>
                  </a:cubicBezTo>
                  <a:cubicBezTo>
                    <a:pt x="206" y="68861"/>
                    <a:pt x="240" y="68827"/>
                    <a:pt x="240" y="68759"/>
                  </a:cubicBezTo>
                  <a:lnTo>
                    <a:pt x="240" y="68656"/>
                  </a:lnTo>
                  <a:cubicBezTo>
                    <a:pt x="240" y="68588"/>
                    <a:pt x="206" y="68554"/>
                    <a:pt x="137" y="68554"/>
                  </a:cubicBezTo>
                  <a:close/>
                  <a:moveTo>
                    <a:pt x="88175" y="68724"/>
                  </a:moveTo>
                  <a:cubicBezTo>
                    <a:pt x="88141" y="68724"/>
                    <a:pt x="88072" y="68759"/>
                    <a:pt x="88072" y="68827"/>
                  </a:cubicBezTo>
                  <a:lnTo>
                    <a:pt x="88072" y="68929"/>
                  </a:lnTo>
                  <a:cubicBezTo>
                    <a:pt x="88072" y="68963"/>
                    <a:pt x="88141" y="69032"/>
                    <a:pt x="88175" y="69032"/>
                  </a:cubicBezTo>
                  <a:cubicBezTo>
                    <a:pt x="88209" y="69032"/>
                    <a:pt x="88243" y="68963"/>
                    <a:pt x="88243" y="68929"/>
                  </a:cubicBezTo>
                  <a:lnTo>
                    <a:pt x="88243" y="68827"/>
                  </a:lnTo>
                  <a:cubicBezTo>
                    <a:pt x="88243" y="68759"/>
                    <a:pt x="88209" y="68724"/>
                    <a:pt x="88175" y="68724"/>
                  </a:cubicBezTo>
                  <a:close/>
                  <a:moveTo>
                    <a:pt x="137" y="69134"/>
                  </a:moveTo>
                  <a:cubicBezTo>
                    <a:pt x="103" y="69134"/>
                    <a:pt x="69" y="69168"/>
                    <a:pt x="69" y="69236"/>
                  </a:cubicBezTo>
                  <a:lnTo>
                    <a:pt x="69" y="69339"/>
                  </a:lnTo>
                  <a:cubicBezTo>
                    <a:pt x="69" y="69373"/>
                    <a:pt x="103" y="69441"/>
                    <a:pt x="137" y="69441"/>
                  </a:cubicBezTo>
                  <a:cubicBezTo>
                    <a:pt x="171" y="69441"/>
                    <a:pt x="240" y="69373"/>
                    <a:pt x="240" y="69339"/>
                  </a:cubicBezTo>
                  <a:lnTo>
                    <a:pt x="240" y="69236"/>
                  </a:lnTo>
                  <a:cubicBezTo>
                    <a:pt x="240" y="69168"/>
                    <a:pt x="171" y="69134"/>
                    <a:pt x="137" y="69134"/>
                  </a:cubicBezTo>
                  <a:close/>
                  <a:moveTo>
                    <a:pt x="88175" y="69305"/>
                  </a:moveTo>
                  <a:cubicBezTo>
                    <a:pt x="88141" y="69305"/>
                    <a:pt x="88072" y="69339"/>
                    <a:pt x="88072" y="69373"/>
                  </a:cubicBezTo>
                  <a:lnTo>
                    <a:pt x="88072" y="69509"/>
                  </a:lnTo>
                  <a:cubicBezTo>
                    <a:pt x="88072" y="69543"/>
                    <a:pt x="88141" y="69578"/>
                    <a:pt x="88175" y="69578"/>
                  </a:cubicBezTo>
                  <a:cubicBezTo>
                    <a:pt x="88209" y="69578"/>
                    <a:pt x="88243" y="69543"/>
                    <a:pt x="88243" y="69509"/>
                  </a:cubicBezTo>
                  <a:lnTo>
                    <a:pt x="88243" y="69373"/>
                  </a:lnTo>
                  <a:cubicBezTo>
                    <a:pt x="88243" y="69339"/>
                    <a:pt x="88209" y="69305"/>
                    <a:pt x="88175" y="69305"/>
                  </a:cubicBezTo>
                  <a:close/>
                  <a:moveTo>
                    <a:pt x="137" y="69714"/>
                  </a:moveTo>
                  <a:cubicBezTo>
                    <a:pt x="103" y="69714"/>
                    <a:pt x="69" y="69748"/>
                    <a:pt x="69" y="69782"/>
                  </a:cubicBezTo>
                  <a:lnTo>
                    <a:pt x="69" y="69919"/>
                  </a:lnTo>
                  <a:cubicBezTo>
                    <a:pt x="35" y="69953"/>
                    <a:pt x="103" y="69987"/>
                    <a:pt x="137" y="69987"/>
                  </a:cubicBezTo>
                  <a:cubicBezTo>
                    <a:pt x="171" y="69987"/>
                    <a:pt x="240" y="69953"/>
                    <a:pt x="240" y="69919"/>
                  </a:cubicBezTo>
                  <a:lnTo>
                    <a:pt x="240" y="69782"/>
                  </a:lnTo>
                  <a:cubicBezTo>
                    <a:pt x="240" y="69748"/>
                    <a:pt x="171" y="69714"/>
                    <a:pt x="137" y="69714"/>
                  </a:cubicBezTo>
                  <a:close/>
                  <a:moveTo>
                    <a:pt x="88175" y="69885"/>
                  </a:moveTo>
                  <a:cubicBezTo>
                    <a:pt x="88141" y="69885"/>
                    <a:pt x="88072" y="69919"/>
                    <a:pt x="88072" y="69953"/>
                  </a:cubicBezTo>
                  <a:lnTo>
                    <a:pt x="88072" y="70089"/>
                  </a:lnTo>
                  <a:cubicBezTo>
                    <a:pt x="88072" y="70124"/>
                    <a:pt x="88141" y="70158"/>
                    <a:pt x="88175" y="70158"/>
                  </a:cubicBezTo>
                  <a:cubicBezTo>
                    <a:pt x="88209" y="70158"/>
                    <a:pt x="88243" y="70124"/>
                    <a:pt x="88243" y="70089"/>
                  </a:cubicBezTo>
                  <a:lnTo>
                    <a:pt x="88243" y="69953"/>
                  </a:lnTo>
                  <a:cubicBezTo>
                    <a:pt x="88243" y="69919"/>
                    <a:pt x="88209" y="69885"/>
                    <a:pt x="88175" y="69885"/>
                  </a:cubicBezTo>
                  <a:close/>
                  <a:moveTo>
                    <a:pt x="137" y="70294"/>
                  </a:moveTo>
                  <a:cubicBezTo>
                    <a:pt x="103" y="70294"/>
                    <a:pt x="35" y="70328"/>
                    <a:pt x="35" y="70362"/>
                  </a:cubicBezTo>
                  <a:lnTo>
                    <a:pt x="35" y="70499"/>
                  </a:lnTo>
                  <a:cubicBezTo>
                    <a:pt x="35" y="70533"/>
                    <a:pt x="103" y="70567"/>
                    <a:pt x="137" y="70567"/>
                  </a:cubicBezTo>
                  <a:cubicBezTo>
                    <a:pt x="171" y="70567"/>
                    <a:pt x="206" y="70533"/>
                    <a:pt x="206" y="70499"/>
                  </a:cubicBezTo>
                  <a:lnTo>
                    <a:pt x="206" y="70362"/>
                  </a:lnTo>
                  <a:cubicBezTo>
                    <a:pt x="206" y="70328"/>
                    <a:pt x="171" y="70294"/>
                    <a:pt x="137" y="70294"/>
                  </a:cubicBezTo>
                  <a:close/>
                  <a:moveTo>
                    <a:pt x="88175" y="70431"/>
                  </a:moveTo>
                  <a:cubicBezTo>
                    <a:pt x="88141" y="70431"/>
                    <a:pt x="88072" y="70499"/>
                    <a:pt x="88072" y="70533"/>
                  </a:cubicBezTo>
                  <a:lnTo>
                    <a:pt x="88072" y="70635"/>
                  </a:lnTo>
                  <a:cubicBezTo>
                    <a:pt x="88072" y="70704"/>
                    <a:pt x="88141" y="70738"/>
                    <a:pt x="88175" y="70738"/>
                  </a:cubicBezTo>
                  <a:cubicBezTo>
                    <a:pt x="88209" y="70738"/>
                    <a:pt x="88243" y="70704"/>
                    <a:pt x="88243" y="70635"/>
                  </a:cubicBezTo>
                  <a:lnTo>
                    <a:pt x="88243" y="70533"/>
                  </a:lnTo>
                  <a:cubicBezTo>
                    <a:pt x="88243" y="70499"/>
                    <a:pt x="88209" y="70431"/>
                    <a:pt x="88175" y="70431"/>
                  </a:cubicBezTo>
                  <a:close/>
                  <a:moveTo>
                    <a:pt x="137" y="70840"/>
                  </a:moveTo>
                  <a:cubicBezTo>
                    <a:pt x="103" y="70840"/>
                    <a:pt x="35" y="70908"/>
                    <a:pt x="35" y="70942"/>
                  </a:cubicBezTo>
                  <a:lnTo>
                    <a:pt x="35" y="71045"/>
                  </a:lnTo>
                  <a:cubicBezTo>
                    <a:pt x="35" y="71113"/>
                    <a:pt x="103" y="71147"/>
                    <a:pt x="137" y="71147"/>
                  </a:cubicBezTo>
                  <a:cubicBezTo>
                    <a:pt x="171" y="71147"/>
                    <a:pt x="206" y="71113"/>
                    <a:pt x="206" y="71045"/>
                  </a:cubicBezTo>
                  <a:lnTo>
                    <a:pt x="206" y="70942"/>
                  </a:lnTo>
                  <a:cubicBezTo>
                    <a:pt x="206" y="70908"/>
                    <a:pt x="171" y="70840"/>
                    <a:pt x="137" y="70840"/>
                  </a:cubicBezTo>
                  <a:close/>
                  <a:moveTo>
                    <a:pt x="88175" y="71011"/>
                  </a:moveTo>
                  <a:cubicBezTo>
                    <a:pt x="88141" y="71011"/>
                    <a:pt x="88072" y="71045"/>
                    <a:pt x="88072" y="71113"/>
                  </a:cubicBezTo>
                  <a:lnTo>
                    <a:pt x="88072" y="71215"/>
                  </a:lnTo>
                  <a:cubicBezTo>
                    <a:pt x="88072" y="71284"/>
                    <a:pt x="88141" y="71318"/>
                    <a:pt x="88175" y="71318"/>
                  </a:cubicBezTo>
                  <a:cubicBezTo>
                    <a:pt x="88209" y="71318"/>
                    <a:pt x="88243" y="71284"/>
                    <a:pt x="88243" y="71215"/>
                  </a:cubicBezTo>
                  <a:lnTo>
                    <a:pt x="88243" y="71113"/>
                  </a:lnTo>
                  <a:cubicBezTo>
                    <a:pt x="88243" y="71045"/>
                    <a:pt x="88209" y="71011"/>
                    <a:pt x="88175" y="71011"/>
                  </a:cubicBezTo>
                  <a:close/>
                  <a:moveTo>
                    <a:pt x="137" y="71420"/>
                  </a:moveTo>
                  <a:cubicBezTo>
                    <a:pt x="69" y="71420"/>
                    <a:pt x="35" y="71454"/>
                    <a:pt x="35" y="71523"/>
                  </a:cubicBezTo>
                  <a:lnTo>
                    <a:pt x="35" y="71625"/>
                  </a:lnTo>
                  <a:cubicBezTo>
                    <a:pt x="35" y="71659"/>
                    <a:pt x="103" y="71727"/>
                    <a:pt x="137" y="71727"/>
                  </a:cubicBezTo>
                  <a:cubicBezTo>
                    <a:pt x="171" y="71727"/>
                    <a:pt x="206" y="71659"/>
                    <a:pt x="206" y="71625"/>
                  </a:cubicBezTo>
                  <a:lnTo>
                    <a:pt x="206" y="71523"/>
                  </a:lnTo>
                  <a:cubicBezTo>
                    <a:pt x="206" y="71454"/>
                    <a:pt x="171" y="71420"/>
                    <a:pt x="137" y="71420"/>
                  </a:cubicBezTo>
                  <a:close/>
                  <a:moveTo>
                    <a:pt x="88175" y="71591"/>
                  </a:moveTo>
                  <a:cubicBezTo>
                    <a:pt x="88141" y="71591"/>
                    <a:pt x="88072" y="71625"/>
                    <a:pt x="88072" y="71693"/>
                  </a:cubicBezTo>
                  <a:lnTo>
                    <a:pt x="88072" y="71796"/>
                  </a:lnTo>
                  <a:cubicBezTo>
                    <a:pt x="88072" y="71830"/>
                    <a:pt x="88141" y="71864"/>
                    <a:pt x="88175" y="71864"/>
                  </a:cubicBezTo>
                  <a:cubicBezTo>
                    <a:pt x="88209" y="71864"/>
                    <a:pt x="88243" y="71830"/>
                    <a:pt x="88243" y="71796"/>
                  </a:cubicBezTo>
                  <a:lnTo>
                    <a:pt x="88243" y="71693"/>
                  </a:lnTo>
                  <a:cubicBezTo>
                    <a:pt x="88243" y="71625"/>
                    <a:pt x="88209" y="71591"/>
                    <a:pt x="88175" y="71591"/>
                  </a:cubicBezTo>
                  <a:close/>
                  <a:moveTo>
                    <a:pt x="137" y="72000"/>
                  </a:moveTo>
                  <a:cubicBezTo>
                    <a:pt x="69" y="72000"/>
                    <a:pt x="35" y="72034"/>
                    <a:pt x="35" y="72103"/>
                  </a:cubicBezTo>
                  <a:lnTo>
                    <a:pt x="35" y="72205"/>
                  </a:lnTo>
                  <a:cubicBezTo>
                    <a:pt x="35" y="72239"/>
                    <a:pt x="69" y="72273"/>
                    <a:pt x="137" y="72273"/>
                  </a:cubicBezTo>
                  <a:cubicBezTo>
                    <a:pt x="171" y="72273"/>
                    <a:pt x="206" y="72239"/>
                    <a:pt x="206" y="72205"/>
                  </a:cubicBezTo>
                  <a:lnTo>
                    <a:pt x="206" y="72103"/>
                  </a:lnTo>
                  <a:cubicBezTo>
                    <a:pt x="206" y="72034"/>
                    <a:pt x="171" y="72000"/>
                    <a:pt x="137" y="72000"/>
                  </a:cubicBezTo>
                  <a:close/>
                  <a:moveTo>
                    <a:pt x="88175" y="72171"/>
                  </a:moveTo>
                  <a:cubicBezTo>
                    <a:pt x="88141" y="72171"/>
                    <a:pt x="88072" y="72205"/>
                    <a:pt x="88072" y="72239"/>
                  </a:cubicBezTo>
                  <a:lnTo>
                    <a:pt x="88072" y="72376"/>
                  </a:lnTo>
                  <a:cubicBezTo>
                    <a:pt x="88072" y="72410"/>
                    <a:pt x="88141" y="72444"/>
                    <a:pt x="88175" y="72444"/>
                  </a:cubicBezTo>
                  <a:cubicBezTo>
                    <a:pt x="88209" y="72444"/>
                    <a:pt x="88243" y="72410"/>
                    <a:pt x="88243" y="72376"/>
                  </a:cubicBezTo>
                  <a:lnTo>
                    <a:pt x="88243" y="72239"/>
                  </a:lnTo>
                  <a:cubicBezTo>
                    <a:pt x="88243" y="72205"/>
                    <a:pt x="88209" y="72171"/>
                    <a:pt x="88175" y="72171"/>
                  </a:cubicBezTo>
                  <a:close/>
                  <a:moveTo>
                    <a:pt x="137" y="72580"/>
                  </a:moveTo>
                  <a:cubicBezTo>
                    <a:pt x="69" y="72580"/>
                    <a:pt x="35" y="72615"/>
                    <a:pt x="35" y="72649"/>
                  </a:cubicBezTo>
                  <a:lnTo>
                    <a:pt x="35" y="72785"/>
                  </a:lnTo>
                  <a:cubicBezTo>
                    <a:pt x="35" y="72819"/>
                    <a:pt x="69" y="72853"/>
                    <a:pt x="137" y="72853"/>
                  </a:cubicBezTo>
                  <a:cubicBezTo>
                    <a:pt x="171" y="72853"/>
                    <a:pt x="206" y="72819"/>
                    <a:pt x="206" y="72785"/>
                  </a:cubicBezTo>
                  <a:lnTo>
                    <a:pt x="206" y="72649"/>
                  </a:lnTo>
                  <a:cubicBezTo>
                    <a:pt x="206" y="72615"/>
                    <a:pt x="171" y="72580"/>
                    <a:pt x="137" y="72580"/>
                  </a:cubicBezTo>
                  <a:close/>
                  <a:moveTo>
                    <a:pt x="88175" y="72751"/>
                  </a:moveTo>
                  <a:cubicBezTo>
                    <a:pt x="88141" y="72751"/>
                    <a:pt x="88072" y="72785"/>
                    <a:pt x="88072" y="72819"/>
                  </a:cubicBezTo>
                  <a:lnTo>
                    <a:pt x="88072" y="72922"/>
                  </a:lnTo>
                  <a:cubicBezTo>
                    <a:pt x="88072" y="72990"/>
                    <a:pt x="88141" y="73024"/>
                    <a:pt x="88175" y="73024"/>
                  </a:cubicBezTo>
                  <a:cubicBezTo>
                    <a:pt x="88209" y="73024"/>
                    <a:pt x="88243" y="72990"/>
                    <a:pt x="88243" y="72922"/>
                  </a:cubicBezTo>
                  <a:lnTo>
                    <a:pt x="88243" y="72819"/>
                  </a:lnTo>
                  <a:cubicBezTo>
                    <a:pt x="88243" y="72785"/>
                    <a:pt x="88209" y="72751"/>
                    <a:pt x="88175" y="72751"/>
                  </a:cubicBezTo>
                  <a:close/>
                  <a:moveTo>
                    <a:pt x="137" y="73160"/>
                  </a:moveTo>
                  <a:cubicBezTo>
                    <a:pt x="69" y="73160"/>
                    <a:pt x="35" y="73195"/>
                    <a:pt x="35" y="73229"/>
                  </a:cubicBezTo>
                  <a:lnTo>
                    <a:pt x="35" y="73331"/>
                  </a:lnTo>
                  <a:cubicBezTo>
                    <a:pt x="35" y="73399"/>
                    <a:pt x="69" y="73433"/>
                    <a:pt x="137" y="73433"/>
                  </a:cubicBezTo>
                  <a:cubicBezTo>
                    <a:pt x="171" y="73433"/>
                    <a:pt x="206" y="73399"/>
                    <a:pt x="206" y="73331"/>
                  </a:cubicBezTo>
                  <a:lnTo>
                    <a:pt x="206" y="73229"/>
                  </a:lnTo>
                  <a:cubicBezTo>
                    <a:pt x="206" y="73195"/>
                    <a:pt x="171" y="73160"/>
                    <a:pt x="137" y="73160"/>
                  </a:cubicBezTo>
                  <a:close/>
                  <a:moveTo>
                    <a:pt x="88175" y="73297"/>
                  </a:moveTo>
                  <a:cubicBezTo>
                    <a:pt x="88141" y="73297"/>
                    <a:pt x="88072" y="73365"/>
                    <a:pt x="88072" y="73399"/>
                  </a:cubicBezTo>
                  <a:lnTo>
                    <a:pt x="88072" y="73502"/>
                  </a:lnTo>
                  <a:cubicBezTo>
                    <a:pt x="88072" y="73570"/>
                    <a:pt x="88141" y="73604"/>
                    <a:pt x="88175" y="73604"/>
                  </a:cubicBezTo>
                  <a:cubicBezTo>
                    <a:pt x="88209" y="73604"/>
                    <a:pt x="88243" y="73570"/>
                    <a:pt x="88243" y="73502"/>
                  </a:cubicBezTo>
                  <a:lnTo>
                    <a:pt x="88243" y="73399"/>
                  </a:lnTo>
                  <a:cubicBezTo>
                    <a:pt x="88243" y="73331"/>
                    <a:pt x="88209" y="73297"/>
                    <a:pt x="88175" y="73297"/>
                  </a:cubicBezTo>
                  <a:close/>
                  <a:moveTo>
                    <a:pt x="137" y="73706"/>
                  </a:moveTo>
                  <a:cubicBezTo>
                    <a:pt x="69" y="73706"/>
                    <a:pt x="35" y="73741"/>
                    <a:pt x="35" y="73809"/>
                  </a:cubicBezTo>
                  <a:lnTo>
                    <a:pt x="35" y="73911"/>
                  </a:lnTo>
                  <a:cubicBezTo>
                    <a:pt x="35" y="73979"/>
                    <a:pt x="69" y="74014"/>
                    <a:pt x="137" y="74014"/>
                  </a:cubicBezTo>
                  <a:cubicBezTo>
                    <a:pt x="171" y="74014"/>
                    <a:pt x="206" y="73979"/>
                    <a:pt x="206" y="73911"/>
                  </a:cubicBezTo>
                  <a:lnTo>
                    <a:pt x="206" y="73809"/>
                  </a:lnTo>
                  <a:cubicBezTo>
                    <a:pt x="206" y="73741"/>
                    <a:pt x="171" y="73706"/>
                    <a:pt x="137" y="73706"/>
                  </a:cubicBezTo>
                  <a:close/>
                  <a:moveTo>
                    <a:pt x="88175" y="73877"/>
                  </a:moveTo>
                  <a:cubicBezTo>
                    <a:pt x="88141" y="73877"/>
                    <a:pt x="88072" y="73911"/>
                    <a:pt x="88072" y="73979"/>
                  </a:cubicBezTo>
                  <a:lnTo>
                    <a:pt x="88072" y="74082"/>
                  </a:lnTo>
                  <a:cubicBezTo>
                    <a:pt x="88072" y="74116"/>
                    <a:pt x="88141" y="74184"/>
                    <a:pt x="88175" y="74184"/>
                  </a:cubicBezTo>
                  <a:cubicBezTo>
                    <a:pt x="88209" y="74184"/>
                    <a:pt x="88243" y="74116"/>
                    <a:pt x="88243" y="74082"/>
                  </a:cubicBezTo>
                  <a:lnTo>
                    <a:pt x="88243" y="73979"/>
                  </a:lnTo>
                  <a:cubicBezTo>
                    <a:pt x="88243" y="73911"/>
                    <a:pt x="88209" y="73877"/>
                    <a:pt x="88175" y="73877"/>
                  </a:cubicBezTo>
                  <a:close/>
                  <a:moveTo>
                    <a:pt x="137" y="74287"/>
                  </a:moveTo>
                  <a:cubicBezTo>
                    <a:pt x="69" y="74287"/>
                    <a:pt x="35" y="74321"/>
                    <a:pt x="35" y="74389"/>
                  </a:cubicBezTo>
                  <a:lnTo>
                    <a:pt x="35" y="74491"/>
                  </a:lnTo>
                  <a:cubicBezTo>
                    <a:pt x="35" y="74525"/>
                    <a:pt x="69" y="74560"/>
                    <a:pt x="137" y="74560"/>
                  </a:cubicBezTo>
                  <a:cubicBezTo>
                    <a:pt x="171" y="74560"/>
                    <a:pt x="206" y="74525"/>
                    <a:pt x="206" y="74491"/>
                  </a:cubicBezTo>
                  <a:lnTo>
                    <a:pt x="206" y="74389"/>
                  </a:lnTo>
                  <a:cubicBezTo>
                    <a:pt x="206" y="74321"/>
                    <a:pt x="171" y="74287"/>
                    <a:pt x="137" y="74287"/>
                  </a:cubicBezTo>
                  <a:close/>
                  <a:moveTo>
                    <a:pt x="88175" y="74457"/>
                  </a:moveTo>
                  <a:cubicBezTo>
                    <a:pt x="88141" y="74457"/>
                    <a:pt x="88072" y="74491"/>
                    <a:pt x="88072" y="74525"/>
                  </a:cubicBezTo>
                  <a:lnTo>
                    <a:pt x="88072" y="74662"/>
                  </a:lnTo>
                  <a:cubicBezTo>
                    <a:pt x="88072" y="74696"/>
                    <a:pt x="88141" y="74730"/>
                    <a:pt x="88175" y="74730"/>
                  </a:cubicBezTo>
                  <a:cubicBezTo>
                    <a:pt x="88209" y="74730"/>
                    <a:pt x="88243" y="74696"/>
                    <a:pt x="88243" y="74662"/>
                  </a:cubicBezTo>
                  <a:lnTo>
                    <a:pt x="88243" y="74525"/>
                  </a:lnTo>
                  <a:cubicBezTo>
                    <a:pt x="88243" y="74491"/>
                    <a:pt x="88209" y="74457"/>
                    <a:pt x="88175" y="74457"/>
                  </a:cubicBezTo>
                  <a:close/>
                  <a:moveTo>
                    <a:pt x="137" y="74867"/>
                  </a:moveTo>
                  <a:cubicBezTo>
                    <a:pt x="69" y="74867"/>
                    <a:pt x="35" y="74901"/>
                    <a:pt x="35" y="74935"/>
                  </a:cubicBezTo>
                  <a:lnTo>
                    <a:pt x="35" y="75071"/>
                  </a:lnTo>
                  <a:cubicBezTo>
                    <a:pt x="35" y="75105"/>
                    <a:pt x="69" y="75140"/>
                    <a:pt x="137" y="75140"/>
                  </a:cubicBezTo>
                  <a:cubicBezTo>
                    <a:pt x="171" y="75140"/>
                    <a:pt x="206" y="75105"/>
                    <a:pt x="206" y="75071"/>
                  </a:cubicBezTo>
                  <a:lnTo>
                    <a:pt x="206" y="74935"/>
                  </a:lnTo>
                  <a:cubicBezTo>
                    <a:pt x="206" y="74901"/>
                    <a:pt x="171" y="74867"/>
                    <a:pt x="137" y="74867"/>
                  </a:cubicBezTo>
                  <a:close/>
                  <a:moveTo>
                    <a:pt x="88175" y="75037"/>
                  </a:moveTo>
                  <a:cubicBezTo>
                    <a:pt x="88141" y="75037"/>
                    <a:pt x="88072" y="75071"/>
                    <a:pt x="88072" y="75105"/>
                  </a:cubicBezTo>
                  <a:lnTo>
                    <a:pt x="88072" y="75242"/>
                  </a:lnTo>
                  <a:cubicBezTo>
                    <a:pt x="88072" y="75276"/>
                    <a:pt x="88141" y="75310"/>
                    <a:pt x="88175" y="75310"/>
                  </a:cubicBezTo>
                  <a:cubicBezTo>
                    <a:pt x="88209" y="75310"/>
                    <a:pt x="88243" y="75276"/>
                    <a:pt x="88243" y="75242"/>
                  </a:cubicBezTo>
                  <a:lnTo>
                    <a:pt x="88243" y="75105"/>
                  </a:lnTo>
                  <a:cubicBezTo>
                    <a:pt x="88243" y="75071"/>
                    <a:pt x="88209" y="75037"/>
                    <a:pt x="88175" y="75037"/>
                  </a:cubicBezTo>
                  <a:close/>
                  <a:moveTo>
                    <a:pt x="103" y="75447"/>
                  </a:moveTo>
                  <a:cubicBezTo>
                    <a:pt x="69" y="75447"/>
                    <a:pt x="35" y="75481"/>
                    <a:pt x="35" y="75515"/>
                  </a:cubicBezTo>
                  <a:lnTo>
                    <a:pt x="35" y="75651"/>
                  </a:lnTo>
                  <a:cubicBezTo>
                    <a:pt x="35" y="75686"/>
                    <a:pt x="69" y="75720"/>
                    <a:pt x="103" y="75720"/>
                  </a:cubicBezTo>
                  <a:cubicBezTo>
                    <a:pt x="171" y="75720"/>
                    <a:pt x="206" y="75686"/>
                    <a:pt x="206" y="75651"/>
                  </a:cubicBezTo>
                  <a:lnTo>
                    <a:pt x="206" y="75515"/>
                  </a:lnTo>
                  <a:cubicBezTo>
                    <a:pt x="206" y="75481"/>
                    <a:pt x="171" y="75447"/>
                    <a:pt x="103" y="75447"/>
                  </a:cubicBezTo>
                  <a:close/>
                  <a:moveTo>
                    <a:pt x="88175" y="75583"/>
                  </a:moveTo>
                  <a:cubicBezTo>
                    <a:pt x="88141" y="75583"/>
                    <a:pt x="88072" y="75651"/>
                    <a:pt x="88072" y="75686"/>
                  </a:cubicBezTo>
                  <a:lnTo>
                    <a:pt x="88072" y="75788"/>
                  </a:lnTo>
                  <a:cubicBezTo>
                    <a:pt x="88072" y="75856"/>
                    <a:pt x="88141" y="75890"/>
                    <a:pt x="88175" y="75890"/>
                  </a:cubicBezTo>
                  <a:cubicBezTo>
                    <a:pt x="88209" y="75890"/>
                    <a:pt x="88243" y="75856"/>
                    <a:pt x="88243" y="75788"/>
                  </a:cubicBezTo>
                  <a:lnTo>
                    <a:pt x="88243" y="75686"/>
                  </a:lnTo>
                  <a:cubicBezTo>
                    <a:pt x="88243" y="75651"/>
                    <a:pt x="88209" y="75583"/>
                    <a:pt x="88175" y="75583"/>
                  </a:cubicBezTo>
                  <a:close/>
                  <a:moveTo>
                    <a:pt x="103" y="75993"/>
                  </a:moveTo>
                  <a:cubicBezTo>
                    <a:pt x="69" y="75993"/>
                    <a:pt x="35" y="76061"/>
                    <a:pt x="35" y="76095"/>
                  </a:cubicBezTo>
                  <a:lnTo>
                    <a:pt x="35" y="76197"/>
                  </a:lnTo>
                  <a:cubicBezTo>
                    <a:pt x="35" y="76266"/>
                    <a:pt x="69" y="76300"/>
                    <a:pt x="103" y="76300"/>
                  </a:cubicBezTo>
                  <a:cubicBezTo>
                    <a:pt x="171" y="76300"/>
                    <a:pt x="206" y="76266"/>
                    <a:pt x="206" y="76197"/>
                  </a:cubicBezTo>
                  <a:lnTo>
                    <a:pt x="206" y="76095"/>
                  </a:lnTo>
                  <a:cubicBezTo>
                    <a:pt x="206" y="76061"/>
                    <a:pt x="171" y="75993"/>
                    <a:pt x="103" y="75993"/>
                  </a:cubicBezTo>
                  <a:close/>
                  <a:moveTo>
                    <a:pt x="88175" y="76163"/>
                  </a:moveTo>
                  <a:cubicBezTo>
                    <a:pt x="88141" y="76163"/>
                    <a:pt x="88072" y="76197"/>
                    <a:pt x="88072" y="76266"/>
                  </a:cubicBezTo>
                  <a:lnTo>
                    <a:pt x="88072" y="76368"/>
                  </a:lnTo>
                  <a:cubicBezTo>
                    <a:pt x="88072" y="76436"/>
                    <a:pt x="88141" y="76470"/>
                    <a:pt x="88175" y="76470"/>
                  </a:cubicBezTo>
                  <a:cubicBezTo>
                    <a:pt x="88209" y="76470"/>
                    <a:pt x="88243" y="76436"/>
                    <a:pt x="88243" y="76368"/>
                  </a:cubicBezTo>
                  <a:lnTo>
                    <a:pt x="88243" y="76266"/>
                  </a:lnTo>
                  <a:cubicBezTo>
                    <a:pt x="88243" y="76197"/>
                    <a:pt x="88209" y="76163"/>
                    <a:pt x="88175" y="76163"/>
                  </a:cubicBezTo>
                  <a:close/>
                  <a:moveTo>
                    <a:pt x="103" y="76573"/>
                  </a:moveTo>
                  <a:cubicBezTo>
                    <a:pt x="69" y="76573"/>
                    <a:pt x="35" y="76607"/>
                    <a:pt x="35" y="76675"/>
                  </a:cubicBezTo>
                  <a:lnTo>
                    <a:pt x="35" y="76778"/>
                  </a:lnTo>
                  <a:cubicBezTo>
                    <a:pt x="35" y="76812"/>
                    <a:pt x="69" y="76880"/>
                    <a:pt x="103" y="76880"/>
                  </a:cubicBezTo>
                  <a:cubicBezTo>
                    <a:pt x="171" y="76880"/>
                    <a:pt x="206" y="76812"/>
                    <a:pt x="206" y="76778"/>
                  </a:cubicBezTo>
                  <a:lnTo>
                    <a:pt x="206" y="76675"/>
                  </a:lnTo>
                  <a:cubicBezTo>
                    <a:pt x="206" y="76607"/>
                    <a:pt x="171" y="76573"/>
                    <a:pt x="103" y="76573"/>
                  </a:cubicBezTo>
                  <a:close/>
                  <a:moveTo>
                    <a:pt x="88175" y="76743"/>
                  </a:moveTo>
                  <a:cubicBezTo>
                    <a:pt x="88141" y="76743"/>
                    <a:pt x="88072" y="76778"/>
                    <a:pt x="88072" y="76846"/>
                  </a:cubicBezTo>
                  <a:lnTo>
                    <a:pt x="88072" y="76948"/>
                  </a:lnTo>
                  <a:cubicBezTo>
                    <a:pt x="88072" y="76982"/>
                    <a:pt x="88141" y="77016"/>
                    <a:pt x="88175" y="77016"/>
                  </a:cubicBezTo>
                  <a:cubicBezTo>
                    <a:pt x="88209" y="77016"/>
                    <a:pt x="88243" y="76982"/>
                    <a:pt x="88277" y="76948"/>
                  </a:cubicBezTo>
                  <a:lnTo>
                    <a:pt x="88277" y="76846"/>
                  </a:lnTo>
                  <a:cubicBezTo>
                    <a:pt x="88277" y="76778"/>
                    <a:pt x="88209" y="76743"/>
                    <a:pt x="88175" y="76743"/>
                  </a:cubicBezTo>
                  <a:close/>
                  <a:moveTo>
                    <a:pt x="103" y="77153"/>
                  </a:moveTo>
                  <a:cubicBezTo>
                    <a:pt x="69" y="77153"/>
                    <a:pt x="35" y="77187"/>
                    <a:pt x="35" y="77255"/>
                  </a:cubicBezTo>
                  <a:lnTo>
                    <a:pt x="35" y="77358"/>
                  </a:lnTo>
                  <a:cubicBezTo>
                    <a:pt x="35" y="77392"/>
                    <a:pt x="69" y="77426"/>
                    <a:pt x="103" y="77426"/>
                  </a:cubicBezTo>
                  <a:cubicBezTo>
                    <a:pt x="171" y="77426"/>
                    <a:pt x="206" y="77392"/>
                    <a:pt x="206" y="77358"/>
                  </a:cubicBezTo>
                  <a:lnTo>
                    <a:pt x="206" y="77255"/>
                  </a:lnTo>
                  <a:cubicBezTo>
                    <a:pt x="206" y="77187"/>
                    <a:pt x="171" y="77153"/>
                    <a:pt x="103" y="77153"/>
                  </a:cubicBezTo>
                  <a:close/>
                  <a:moveTo>
                    <a:pt x="88175" y="77323"/>
                  </a:moveTo>
                  <a:cubicBezTo>
                    <a:pt x="88141" y="77323"/>
                    <a:pt x="88072" y="77358"/>
                    <a:pt x="88072" y="77392"/>
                  </a:cubicBezTo>
                  <a:lnTo>
                    <a:pt x="88072" y="77528"/>
                  </a:lnTo>
                  <a:cubicBezTo>
                    <a:pt x="88072" y="77562"/>
                    <a:pt x="88141" y="77596"/>
                    <a:pt x="88175" y="77596"/>
                  </a:cubicBezTo>
                  <a:cubicBezTo>
                    <a:pt x="88209" y="77596"/>
                    <a:pt x="88243" y="77562"/>
                    <a:pt x="88243" y="77528"/>
                  </a:cubicBezTo>
                  <a:lnTo>
                    <a:pt x="88243" y="77392"/>
                  </a:lnTo>
                  <a:cubicBezTo>
                    <a:pt x="88243" y="77358"/>
                    <a:pt x="88209" y="77323"/>
                    <a:pt x="88175" y="77323"/>
                  </a:cubicBezTo>
                  <a:close/>
                  <a:moveTo>
                    <a:pt x="103" y="77733"/>
                  </a:moveTo>
                  <a:cubicBezTo>
                    <a:pt x="69" y="77733"/>
                    <a:pt x="35" y="77767"/>
                    <a:pt x="35" y="77801"/>
                  </a:cubicBezTo>
                  <a:lnTo>
                    <a:pt x="35" y="77938"/>
                  </a:lnTo>
                  <a:cubicBezTo>
                    <a:pt x="35" y="77972"/>
                    <a:pt x="69" y="78006"/>
                    <a:pt x="103" y="78006"/>
                  </a:cubicBezTo>
                  <a:cubicBezTo>
                    <a:pt x="171" y="78006"/>
                    <a:pt x="206" y="77972"/>
                    <a:pt x="206" y="77938"/>
                  </a:cubicBezTo>
                  <a:lnTo>
                    <a:pt x="206" y="77801"/>
                  </a:lnTo>
                  <a:cubicBezTo>
                    <a:pt x="206" y="77767"/>
                    <a:pt x="171" y="77733"/>
                    <a:pt x="103" y="77733"/>
                  </a:cubicBezTo>
                  <a:close/>
                  <a:moveTo>
                    <a:pt x="88175" y="77904"/>
                  </a:moveTo>
                  <a:cubicBezTo>
                    <a:pt x="88141" y="77904"/>
                    <a:pt x="88072" y="77938"/>
                    <a:pt x="88072" y="77972"/>
                  </a:cubicBezTo>
                  <a:lnTo>
                    <a:pt x="88072" y="78074"/>
                  </a:lnTo>
                  <a:cubicBezTo>
                    <a:pt x="88072" y="78142"/>
                    <a:pt x="88141" y="78177"/>
                    <a:pt x="88175" y="78177"/>
                  </a:cubicBezTo>
                  <a:cubicBezTo>
                    <a:pt x="88209" y="78177"/>
                    <a:pt x="88243" y="78142"/>
                    <a:pt x="88243" y="78074"/>
                  </a:cubicBezTo>
                  <a:lnTo>
                    <a:pt x="88243" y="77972"/>
                  </a:lnTo>
                  <a:cubicBezTo>
                    <a:pt x="88243" y="77938"/>
                    <a:pt x="88209" y="77904"/>
                    <a:pt x="88175" y="77904"/>
                  </a:cubicBezTo>
                  <a:close/>
                  <a:moveTo>
                    <a:pt x="103" y="78313"/>
                  </a:moveTo>
                  <a:cubicBezTo>
                    <a:pt x="69" y="78313"/>
                    <a:pt x="35" y="78347"/>
                    <a:pt x="35" y="78381"/>
                  </a:cubicBezTo>
                  <a:lnTo>
                    <a:pt x="35" y="78484"/>
                  </a:lnTo>
                  <a:cubicBezTo>
                    <a:pt x="35" y="78552"/>
                    <a:pt x="69" y="78586"/>
                    <a:pt x="103" y="78586"/>
                  </a:cubicBezTo>
                  <a:cubicBezTo>
                    <a:pt x="171" y="78586"/>
                    <a:pt x="206" y="78552"/>
                    <a:pt x="206" y="78484"/>
                  </a:cubicBezTo>
                  <a:lnTo>
                    <a:pt x="206" y="78381"/>
                  </a:lnTo>
                  <a:cubicBezTo>
                    <a:pt x="206" y="78347"/>
                    <a:pt x="171" y="78313"/>
                    <a:pt x="103" y="78313"/>
                  </a:cubicBezTo>
                  <a:close/>
                  <a:moveTo>
                    <a:pt x="88175" y="78450"/>
                  </a:moveTo>
                  <a:cubicBezTo>
                    <a:pt x="88141" y="78450"/>
                    <a:pt x="88072" y="78518"/>
                    <a:pt x="88072" y="78552"/>
                  </a:cubicBezTo>
                  <a:lnTo>
                    <a:pt x="88072" y="78654"/>
                  </a:lnTo>
                  <a:cubicBezTo>
                    <a:pt x="88072" y="78723"/>
                    <a:pt x="88141" y="78757"/>
                    <a:pt x="88175" y="78757"/>
                  </a:cubicBezTo>
                  <a:cubicBezTo>
                    <a:pt x="88209" y="78757"/>
                    <a:pt x="88243" y="78723"/>
                    <a:pt x="88243" y="78654"/>
                  </a:cubicBezTo>
                  <a:lnTo>
                    <a:pt x="88243" y="78552"/>
                  </a:lnTo>
                  <a:cubicBezTo>
                    <a:pt x="88243" y="78518"/>
                    <a:pt x="88209" y="78450"/>
                    <a:pt x="88175" y="78450"/>
                  </a:cubicBezTo>
                  <a:close/>
                  <a:moveTo>
                    <a:pt x="103" y="78859"/>
                  </a:moveTo>
                  <a:cubicBezTo>
                    <a:pt x="69" y="78859"/>
                    <a:pt x="35" y="78893"/>
                    <a:pt x="35" y="78961"/>
                  </a:cubicBezTo>
                  <a:lnTo>
                    <a:pt x="35" y="79064"/>
                  </a:lnTo>
                  <a:cubicBezTo>
                    <a:pt x="35" y="79132"/>
                    <a:pt x="69" y="79166"/>
                    <a:pt x="103" y="79166"/>
                  </a:cubicBezTo>
                  <a:cubicBezTo>
                    <a:pt x="137" y="79166"/>
                    <a:pt x="206" y="79132"/>
                    <a:pt x="206" y="79064"/>
                  </a:cubicBezTo>
                  <a:lnTo>
                    <a:pt x="206" y="78961"/>
                  </a:lnTo>
                  <a:cubicBezTo>
                    <a:pt x="206" y="78893"/>
                    <a:pt x="171" y="78859"/>
                    <a:pt x="103" y="78859"/>
                  </a:cubicBezTo>
                  <a:close/>
                  <a:moveTo>
                    <a:pt x="88175" y="79030"/>
                  </a:moveTo>
                  <a:cubicBezTo>
                    <a:pt x="88141" y="79030"/>
                    <a:pt x="88072" y="79064"/>
                    <a:pt x="88072" y="79132"/>
                  </a:cubicBezTo>
                  <a:lnTo>
                    <a:pt x="88072" y="79234"/>
                  </a:lnTo>
                  <a:cubicBezTo>
                    <a:pt x="88072" y="79269"/>
                    <a:pt x="88141" y="79337"/>
                    <a:pt x="88175" y="79337"/>
                  </a:cubicBezTo>
                  <a:cubicBezTo>
                    <a:pt x="88209" y="79337"/>
                    <a:pt x="88243" y="79269"/>
                    <a:pt x="88243" y="79234"/>
                  </a:cubicBezTo>
                  <a:lnTo>
                    <a:pt x="88243" y="79132"/>
                  </a:lnTo>
                  <a:cubicBezTo>
                    <a:pt x="88243" y="79064"/>
                    <a:pt x="88209" y="79030"/>
                    <a:pt x="88175" y="79030"/>
                  </a:cubicBezTo>
                  <a:close/>
                  <a:moveTo>
                    <a:pt x="103" y="79439"/>
                  </a:moveTo>
                  <a:cubicBezTo>
                    <a:pt x="69" y="79439"/>
                    <a:pt x="35" y="79473"/>
                    <a:pt x="35" y="79541"/>
                  </a:cubicBezTo>
                  <a:lnTo>
                    <a:pt x="35" y="79644"/>
                  </a:lnTo>
                  <a:cubicBezTo>
                    <a:pt x="35" y="79678"/>
                    <a:pt x="69" y="79712"/>
                    <a:pt x="103" y="79712"/>
                  </a:cubicBezTo>
                  <a:cubicBezTo>
                    <a:pt x="137" y="79712"/>
                    <a:pt x="206" y="79678"/>
                    <a:pt x="206" y="79644"/>
                  </a:cubicBezTo>
                  <a:lnTo>
                    <a:pt x="206" y="79541"/>
                  </a:lnTo>
                  <a:cubicBezTo>
                    <a:pt x="206" y="79473"/>
                    <a:pt x="137" y="79439"/>
                    <a:pt x="103" y="79439"/>
                  </a:cubicBezTo>
                  <a:close/>
                  <a:moveTo>
                    <a:pt x="88175" y="79610"/>
                  </a:moveTo>
                  <a:cubicBezTo>
                    <a:pt x="88141" y="79610"/>
                    <a:pt x="88072" y="79644"/>
                    <a:pt x="88072" y="79678"/>
                  </a:cubicBezTo>
                  <a:lnTo>
                    <a:pt x="88072" y="79814"/>
                  </a:lnTo>
                  <a:cubicBezTo>
                    <a:pt x="88072" y="79849"/>
                    <a:pt x="88141" y="79883"/>
                    <a:pt x="88175" y="79883"/>
                  </a:cubicBezTo>
                  <a:cubicBezTo>
                    <a:pt x="88209" y="79883"/>
                    <a:pt x="88277" y="79849"/>
                    <a:pt x="88277" y="79814"/>
                  </a:cubicBezTo>
                  <a:lnTo>
                    <a:pt x="88277" y="79678"/>
                  </a:lnTo>
                  <a:cubicBezTo>
                    <a:pt x="88277" y="79644"/>
                    <a:pt x="88209" y="79610"/>
                    <a:pt x="88175" y="79610"/>
                  </a:cubicBezTo>
                  <a:close/>
                  <a:moveTo>
                    <a:pt x="103" y="80019"/>
                  </a:moveTo>
                  <a:cubicBezTo>
                    <a:pt x="69" y="80019"/>
                    <a:pt x="35" y="80053"/>
                    <a:pt x="35" y="80087"/>
                  </a:cubicBezTo>
                  <a:lnTo>
                    <a:pt x="1" y="80224"/>
                  </a:lnTo>
                  <a:cubicBezTo>
                    <a:pt x="1" y="80258"/>
                    <a:pt x="69" y="80292"/>
                    <a:pt x="103" y="80292"/>
                  </a:cubicBezTo>
                  <a:cubicBezTo>
                    <a:pt x="137" y="80292"/>
                    <a:pt x="206" y="80258"/>
                    <a:pt x="206" y="80224"/>
                  </a:cubicBezTo>
                  <a:lnTo>
                    <a:pt x="206" y="80087"/>
                  </a:lnTo>
                  <a:cubicBezTo>
                    <a:pt x="206" y="80053"/>
                    <a:pt x="137" y="80019"/>
                    <a:pt x="103" y="80019"/>
                  </a:cubicBezTo>
                  <a:close/>
                  <a:moveTo>
                    <a:pt x="88175" y="80190"/>
                  </a:moveTo>
                  <a:cubicBezTo>
                    <a:pt x="88141" y="80190"/>
                    <a:pt x="88072" y="80224"/>
                    <a:pt x="88072" y="80258"/>
                  </a:cubicBezTo>
                  <a:lnTo>
                    <a:pt x="88072" y="80395"/>
                  </a:lnTo>
                  <a:cubicBezTo>
                    <a:pt x="88072" y="80429"/>
                    <a:pt x="88141" y="80463"/>
                    <a:pt x="88175" y="80463"/>
                  </a:cubicBezTo>
                  <a:cubicBezTo>
                    <a:pt x="88209" y="80463"/>
                    <a:pt x="88277" y="80429"/>
                    <a:pt x="88277" y="80395"/>
                  </a:cubicBezTo>
                  <a:lnTo>
                    <a:pt x="88277" y="80258"/>
                  </a:lnTo>
                  <a:cubicBezTo>
                    <a:pt x="88277" y="80224"/>
                    <a:pt x="88209" y="80190"/>
                    <a:pt x="88175" y="80190"/>
                  </a:cubicBezTo>
                  <a:close/>
                  <a:moveTo>
                    <a:pt x="103" y="80599"/>
                  </a:moveTo>
                  <a:cubicBezTo>
                    <a:pt x="69" y="80599"/>
                    <a:pt x="1" y="80633"/>
                    <a:pt x="1" y="80668"/>
                  </a:cubicBezTo>
                  <a:lnTo>
                    <a:pt x="1" y="80804"/>
                  </a:lnTo>
                  <a:cubicBezTo>
                    <a:pt x="1" y="80838"/>
                    <a:pt x="69" y="80872"/>
                    <a:pt x="103" y="80872"/>
                  </a:cubicBezTo>
                  <a:cubicBezTo>
                    <a:pt x="137" y="80872"/>
                    <a:pt x="171" y="80838"/>
                    <a:pt x="171" y="80804"/>
                  </a:cubicBezTo>
                  <a:lnTo>
                    <a:pt x="171" y="80668"/>
                  </a:lnTo>
                  <a:cubicBezTo>
                    <a:pt x="171" y="80633"/>
                    <a:pt x="137" y="80599"/>
                    <a:pt x="103" y="80599"/>
                  </a:cubicBezTo>
                  <a:close/>
                  <a:moveTo>
                    <a:pt x="88175" y="80736"/>
                  </a:moveTo>
                  <a:cubicBezTo>
                    <a:pt x="88141" y="80736"/>
                    <a:pt x="88072" y="80804"/>
                    <a:pt x="88072" y="80838"/>
                  </a:cubicBezTo>
                  <a:lnTo>
                    <a:pt x="88072" y="80941"/>
                  </a:lnTo>
                  <a:cubicBezTo>
                    <a:pt x="88072" y="81009"/>
                    <a:pt x="88141" y="81043"/>
                    <a:pt x="88175" y="81043"/>
                  </a:cubicBezTo>
                  <a:cubicBezTo>
                    <a:pt x="88209" y="81043"/>
                    <a:pt x="88277" y="81009"/>
                    <a:pt x="88277" y="80941"/>
                  </a:cubicBezTo>
                  <a:lnTo>
                    <a:pt x="88277" y="80838"/>
                  </a:lnTo>
                  <a:cubicBezTo>
                    <a:pt x="88277" y="80804"/>
                    <a:pt x="88209" y="80736"/>
                    <a:pt x="88175" y="80736"/>
                  </a:cubicBezTo>
                  <a:close/>
                  <a:moveTo>
                    <a:pt x="103" y="81145"/>
                  </a:moveTo>
                  <a:cubicBezTo>
                    <a:pt x="69" y="81145"/>
                    <a:pt x="1" y="81214"/>
                    <a:pt x="1" y="81248"/>
                  </a:cubicBezTo>
                  <a:lnTo>
                    <a:pt x="1" y="81350"/>
                  </a:lnTo>
                  <a:cubicBezTo>
                    <a:pt x="1" y="81418"/>
                    <a:pt x="35" y="81452"/>
                    <a:pt x="103" y="81452"/>
                  </a:cubicBezTo>
                  <a:cubicBezTo>
                    <a:pt x="137" y="81452"/>
                    <a:pt x="171" y="81418"/>
                    <a:pt x="171" y="81350"/>
                  </a:cubicBezTo>
                  <a:lnTo>
                    <a:pt x="171" y="81248"/>
                  </a:lnTo>
                  <a:cubicBezTo>
                    <a:pt x="171" y="81214"/>
                    <a:pt x="137" y="81145"/>
                    <a:pt x="103" y="81145"/>
                  </a:cubicBezTo>
                  <a:close/>
                  <a:moveTo>
                    <a:pt x="88175" y="81316"/>
                  </a:moveTo>
                  <a:cubicBezTo>
                    <a:pt x="88141" y="81316"/>
                    <a:pt x="88072" y="81350"/>
                    <a:pt x="88072" y="81418"/>
                  </a:cubicBezTo>
                  <a:lnTo>
                    <a:pt x="88072" y="81521"/>
                  </a:lnTo>
                  <a:cubicBezTo>
                    <a:pt x="88072" y="81589"/>
                    <a:pt x="88141" y="81623"/>
                    <a:pt x="88175" y="81623"/>
                  </a:cubicBezTo>
                  <a:cubicBezTo>
                    <a:pt x="88209" y="81623"/>
                    <a:pt x="88277" y="81589"/>
                    <a:pt x="88277" y="81521"/>
                  </a:cubicBezTo>
                  <a:lnTo>
                    <a:pt x="88277" y="81418"/>
                  </a:lnTo>
                  <a:cubicBezTo>
                    <a:pt x="88277" y="81350"/>
                    <a:pt x="88209" y="81316"/>
                    <a:pt x="88175" y="81316"/>
                  </a:cubicBezTo>
                  <a:close/>
                  <a:moveTo>
                    <a:pt x="103" y="81725"/>
                  </a:moveTo>
                  <a:cubicBezTo>
                    <a:pt x="35" y="81725"/>
                    <a:pt x="1" y="81759"/>
                    <a:pt x="1" y="81828"/>
                  </a:cubicBezTo>
                  <a:lnTo>
                    <a:pt x="1" y="81930"/>
                  </a:lnTo>
                  <a:cubicBezTo>
                    <a:pt x="1" y="81964"/>
                    <a:pt x="35" y="82032"/>
                    <a:pt x="103" y="82032"/>
                  </a:cubicBezTo>
                  <a:cubicBezTo>
                    <a:pt x="137" y="82032"/>
                    <a:pt x="171" y="81964"/>
                    <a:pt x="171" y="81930"/>
                  </a:cubicBezTo>
                  <a:lnTo>
                    <a:pt x="171" y="81828"/>
                  </a:lnTo>
                  <a:cubicBezTo>
                    <a:pt x="171" y="81759"/>
                    <a:pt x="137" y="81725"/>
                    <a:pt x="103" y="81725"/>
                  </a:cubicBezTo>
                  <a:close/>
                  <a:moveTo>
                    <a:pt x="88175" y="81896"/>
                  </a:moveTo>
                  <a:cubicBezTo>
                    <a:pt x="88141" y="81896"/>
                    <a:pt x="88072" y="81930"/>
                    <a:pt x="88072" y="81998"/>
                  </a:cubicBezTo>
                  <a:lnTo>
                    <a:pt x="88072" y="82101"/>
                  </a:lnTo>
                  <a:cubicBezTo>
                    <a:pt x="88072" y="82135"/>
                    <a:pt x="88141" y="82169"/>
                    <a:pt x="88175" y="82169"/>
                  </a:cubicBezTo>
                  <a:cubicBezTo>
                    <a:pt x="88209" y="82169"/>
                    <a:pt x="88277" y="82135"/>
                    <a:pt x="88277" y="82101"/>
                  </a:cubicBezTo>
                  <a:lnTo>
                    <a:pt x="88277" y="81998"/>
                  </a:lnTo>
                  <a:cubicBezTo>
                    <a:pt x="88277" y="81930"/>
                    <a:pt x="88209" y="81896"/>
                    <a:pt x="88175" y="81896"/>
                  </a:cubicBezTo>
                  <a:close/>
                  <a:moveTo>
                    <a:pt x="103" y="82305"/>
                  </a:moveTo>
                  <a:cubicBezTo>
                    <a:pt x="35" y="82305"/>
                    <a:pt x="1" y="82340"/>
                    <a:pt x="1" y="82374"/>
                  </a:cubicBezTo>
                  <a:lnTo>
                    <a:pt x="1" y="82510"/>
                  </a:lnTo>
                  <a:cubicBezTo>
                    <a:pt x="1" y="82544"/>
                    <a:pt x="35" y="82578"/>
                    <a:pt x="103" y="82578"/>
                  </a:cubicBezTo>
                  <a:cubicBezTo>
                    <a:pt x="137" y="82578"/>
                    <a:pt x="171" y="82544"/>
                    <a:pt x="171" y="82510"/>
                  </a:cubicBezTo>
                  <a:lnTo>
                    <a:pt x="171" y="82408"/>
                  </a:lnTo>
                  <a:cubicBezTo>
                    <a:pt x="171" y="82340"/>
                    <a:pt x="137" y="82305"/>
                    <a:pt x="103" y="82305"/>
                  </a:cubicBezTo>
                  <a:close/>
                  <a:moveTo>
                    <a:pt x="88175" y="82476"/>
                  </a:moveTo>
                  <a:cubicBezTo>
                    <a:pt x="88141" y="82476"/>
                    <a:pt x="88072" y="82510"/>
                    <a:pt x="88072" y="82544"/>
                  </a:cubicBezTo>
                  <a:lnTo>
                    <a:pt x="88072" y="82681"/>
                  </a:lnTo>
                  <a:cubicBezTo>
                    <a:pt x="88072" y="82715"/>
                    <a:pt x="88141" y="82749"/>
                    <a:pt x="88175" y="82749"/>
                  </a:cubicBezTo>
                  <a:cubicBezTo>
                    <a:pt x="88209" y="82749"/>
                    <a:pt x="88277" y="82715"/>
                    <a:pt x="88277" y="82681"/>
                  </a:cubicBezTo>
                  <a:lnTo>
                    <a:pt x="88277" y="82544"/>
                  </a:lnTo>
                  <a:cubicBezTo>
                    <a:pt x="88277" y="82510"/>
                    <a:pt x="88209" y="82476"/>
                    <a:pt x="88175" y="82476"/>
                  </a:cubicBezTo>
                  <a:close/>
                  <a:moveTo>
                    <a:pt x="103" y="82886"/>
                  </a:moveTo>
                  <a:cubicBezTo>
                    <a:pt x="35" y="82886"/>
                    <a:pt x="1" y="82920"/>
                    <a:pt x="1" y="82954"/>
                  </a:cubicBezTo>
                  <a:lnTo>
                    <a:pt x="1" y="83090"/>
                  </a:lnTo>
                  <a:cubicBezTo>
                    <a:pt x="1" y="83124"/>
                    <a:pt x="35" y="83159"/>
                    <a:pt x="103" y="83159"/>
                  </a:cubicBezTo>
                  <a:cubicBezTo>
                    <a:pt x="137" y="83159"/>
                    <a:pt x="171" y="83124"/>
                    <a:pt x="171" y="83090"/>
                  </a:cubicBezTo>
                  <a:lnTo>
                    <a:pt x="171" y="82954"/>
                  </a:lnTo>
                  <a:cubicBezTo>
                    <a:pt x="171" y="82920"/>
                    <a:pt x="137" y="82886"/>
                    <a:pt x="103" y="82886"/>
                  </a:cubicBezTo>
                  <a:close/>
                  <a:moveTo>
                    <a:pt x="88175" y="83056"/>
                  </a:moveTo>
                  <a:cubicBezTo>
                    <a:pt x="88141" y="83056"/>
                    <a:pt x="88072" y="83090"/>
                    <a:pt x="88072" y="83124"/>
                  </a:cubicBezTo>
                  <a:lnTo>
                    <a:pt x="88072" y="83227"/>
                  </a:lnTo>
                  <a:cubicBezTo>
                    <a:pt x="88072" y="83295"/>
                    <a:pt x="88141" y="83329"/>
                    <a:pt x="88175" y="83329"/>
                  </a:cubicBezTo>
                  <a:cubicBezTo>
                    <a:pt x="88209" y="83329"/>
                    <a:pt x="88277" y="83295"/>
                    <a:pt x="88277" y="83227"/>
                  </a:cubicBezTo>
                  <a:lnTo>
                    <a:pt x="88277" y="83124"/>
                  </a:lnTo>
                  <a:cubicBezTo>
                    <a:pt x="88277" y="83090"/>
                    <a:pt x="88209" y="83056"/>
                    <a:pt x="88175" y="83056"/>
                  </a:cubicBezTo>
                  <a:close/>
                  <a:moveTo>
                    <a:pt x="103" y="83466"/>
                  </a:moveTo>
                  <a:cubicBezTo>
                    <a:pt x="35" y="83466"/>
                    <a:pt x="1" y="83500"/>
                    <a:pt x="1" y="83534"/>
                  </a:cubicBezTo>
                  <a:lnTo>
                    <a:pt x="1" y="83636"/>
                  </a:lnTo>
                  <a:cubicBezTo>
                    <a:pt x="1" y="83705"/>
                    <a:pt x="35" y="83739"/>
                    <a:pt x="103" y="83739"/>
                  </a:cubicBezTo>
                  <a:cubicBezTo>
                    <a:pt x="137" y="83739"/>
                    <a:pt x="171" y="83705"/>
                    <a:pt x="171" y="83636"/>
                  </a:cubicBezTo>
                  <a:lnTo>
                    <a:pt x="171" y="83534"/>
                  </a:lnTo>
                  <a:cubicBezTo>
                    <a:pt x="171" y="83500"/>
                    <a:pt x="137" y="83466"/>
                    <a:pt x="103" y="83466"/>
                  </a:cubicBezTo>
                  <a:close/>
                  <a:moveTo>
                    <a:pt x="88175" y="83602"/>
                  </a:moveTo>
                  <a:cubicBezTo>
                    <a:pt x="88141" y="83602"/>
                    <a:pt x="88072" y="83636"/>
                    <a:pt x="88072" y="83705"/>
                  </a:cubicBezTo>
                  <a:lnTo>
                    <a:pt x="88072" y="83807"/>
                  </a:lnTo>
                  <a:cubicBezTo>
                    <a:pt x="88072" y="83875"/>
                    <a:pt x="88141" y="83909"/>
                    <a:pt x="88175" y="83909"/>
                  </a:cubicBezTo>
                  <a:cubicBezTo>
                    <a:pt x="88209" y="83909"/>
                    <a:pt x="88277" y="83875"/>
                    <a:pt x="88277" y="83807"/>
                  </a:cubicBezTo>
                  <a:lnTo>
                    <a:pt x="88277" y="83705"/>
                  </a:lnTo>
                  <a:cubicBezTo>
                    <a:pt x="88277" y="83636"/>
                    <a:pt x="88209" y="83602"/>
                    <a:pt x="88175" y="83602"/>
                  </a:cubicBezTo>
                  <a:close/>
                  <a:moveTo>
                    <a:pt x="103" y="84012"/>
                  </a:moveTo>
                  <a:cubicBezTo>
                    <a:pt x="35" y="84012"/>
                    <a:pt x="1" y="84046"/>
                    <a:pt x="1" y="84114"/>
                  </a:cubicBezTo>
                  <a:lnTo>
                    <a:pt x="1" y="84216"/>
                  </a:lnTo>
                  <a:cubicBezTo>
                    <a:pt x="1" y="84285"/>
                    <a:pt x="35" y="84319"/>
                    <a:pt x="103" y="84319"/>
                  </a:cubicBezTo>
                  <a:cubicBezTo>
                    <a:pt x="137" y="84319"/>
                    <a:pt x="171" y="84285"/>
                    <a:pt x="171" y="84216"/>
                  </a:cubicBezTo>
                  <a:lnTo>
                    <a:pt x="171" y="84114"/>
                  </a:lnTo>
                  <a:cubicBezTo>
                    <a:pt x="171" y="84046"/>
                    <a:pt x="137" y="84012"/>
                    <a:pt x="103" y="84012"/>
                  </a:cubicBezTo>
                  <a:close/>
                  <a:moveTo>
                    <a:pt x="88175" y="84182"/>
                  </a:moveTo>
                  <a:cubicBezTo>
                    <a:pt x="88141" y="84182"/>
                    <a:pt x="88106" y="84216"/>
                    <a:pt x="88106" y="84285"/>
                  </a:cubicBezTo>
                  <a:lnTo>
                    <a:pt x="88106" y="84387"/>
                  </a:lnTo>
                  <a:cubicBezTo>
                    <a:pt x="88106" y="84421"/>
                    <a:pt x="88141" y="84489"/>
                    <a:pt x="88175" y="84489"/>
                  </a:cubicBezTo>
                  <a:cubicBezTo>
                    <a:pt x="88209" y="84489"/>
                    <a:pt x="88277" y="84421"/>
                    <a:pt x="88277" y="84387"/>
                  </a:cubicBezTo>
                  <a:lnTo>
                    <a:pt x="88277" y="84285"/>
                  </a:lnTo>
                  <a:cubicBezTo>
                    <a:pt x="88277" y="84216"/>
                    <a:pt x="88209" y="84182"/>
                    <a:pt x="88175" y="84182"/>
                  </a:cubicBezTo>
                  <a:close/>
                  <a:moveTo>
                    <a:pt x="103" y="84592"/>
                  </a:moveTo>
                  <a:cubicBezTo>
                    <a:pt x="35" y="84592"/>
                    <a:pt x="1" y="84626"/>
                    <a:pt x="1" y="84694"/>
                  </a:cubicBezTo>
                  <a:lnTo>
                    <a:pt x="1" y="84796"/>
                  </a:lnTo>
                  <a:cubicBezTo>
                    <a:pt x="1" y="84831"/>
                    <a:pt x="35" y="84865"/>
                    <a:pt x="103" y="84865"/>
                  </a:cubicBezTo>
                  <a:cubicBezTo>
                    <a:pt x="137" y="84865"/>
                    <a:pt x="171" y="84831"/>
                    <a:pt x="171" y="84796"/>
                  </a:cubicBezTo>
                  <a:lnTo>
                    <a:pt x="171" y="84694"/>
                  </a:lnTo>
                  <a:cubicBezTo>
                    <a:pt x="171" y="84626"/>
                    <a:pt x="137" y="84592"/>
                    <a:pt x="103" y="84592"/>
                  </a:cubicBezTo>
                  <a:close/>
                  <a:moveTo>
                    <a:pt x="88175" y="84762"/>
                  </a:moveTo>
                  <a:cubicBezTo>
                    <a:pt x="88141" y="84762"/>
                    <a:pt x="88106" y="84796"/>
                    <a:pt x="88106" y="84831"/>
                  </a:cubicBezTo>
                  <a:lnTo>
                    <a:pt x="88106" y="84967"/>
                  </a:lnTo>
                  <a:cubicBezTo>
                    <a:pt x="88106" y="85001"/>
                    <a:pt x="88141" y="85035"/>
                    <a:pt x="88175" y="85035"/>
                  </a:cubicBezTo>
                  <a:cubicBezTo>
                    <a:pt x="88209" y="85035"/>
                    <a:pt x="88277" y="85001"/>
                    <a:pt x="88277" y="84967"/>
                  </a:cubicBezTo>
                  <a:lnTo>
                    <a:pt x="88277" y="84831"/>
                  </a:lnTo>
                  <a:cubicBezTo>
                    <a:pt x="88277" y="84796"/>
                    <a:pt x="88209" y="84762"/>
                    <a:pt x="88175" y="84762"/>
                  </a:cubicBezTo>
                  <a:close/>
                  <a:moveTo>
                    <a:pt x="103" y="85172"/>
                  </a:moveTo>
                  <a:cubicBezTo>
                    <a:pt x="35" y="85172"/>
                    <a:pt x="1" y="85206"/>
                    <a:pt x="1" y="85240"/>
                  </a:cubicBezTo>
                  <a:lnTo>
                    <a:pt x="1" y="85377"/>
                  </a:lnTo>
                  <a:cubicBezTo>
                    <a:pt x="1" y="85411"/>
                    <a:pt x="35" y="85445"/>
                    <a:pt x="69" y="85445"/>
                  </a:cubicBezTo>
                  <a:cubicBezTo>
                    <a:pt x="137" y="85445"/>
                    <a:pt x="171" y="85411"/>
                    <a:pt x="171" y="85377"/>
                  </a:cubicBezTo>
                  <a:lnTo>
                    <a:pt x="171" y="85240"/>
                  </a:lnTo>
                  <a:cubicBezTo>
                    <a:pt x="171" y="85206"/>
                    <a:pt x="137" y="85172"/>
                    <a:pt x="103" y="85172"/>
                  </a:cubicBezTo>
                  <a:close/>
                  <a:moveTo>
                    <a:pt x="88175" y="85342"/>
                  </a:moveTo>
                  <a:cubicBezTo>
                    <a:pt x="88141" y="85342"/>
                    <a:pt x="88106" y="85377"/>
                    <a:pt x="88106" y="85411"/>
                  </a:cubicBezTo>
                  <a:lnTo>
                    <a:pt x="88106" y="85547"/>
                  </a:lnTo>
                  <a:cubicBezTo>
                    <a:pt x="88106" y="85581"/>
                    <a:pt x="88141" y="85615"/>
                    <a:pt x="88175" y="85615"/>
                  </a:cubicBezTo>
                  <a:cubicBezTo>
                    <a:pt x="88209" y="85615"/>
                    <a:pt x="88277" y="85581"/>
                    <a:pt x="88277" y="85547"/>
                  </a:cubicBezTo>
                  <a:lnTo>
                    <a:pt x="88277" y="85411"/>
                  </a:lnTo>
                  <a:cubicBezTo>
                    <a:pt x="88277" y="85377"/>
                    <a:pt x="88209" y="85342"/>
                    <a:pt x="88175" y="85342"/>
                  </a:cubicBezTo>
                  <a:close/>
                  <a:moveTo>
                    <a:pt x="69" y="85752"/>
                  </a:moveTo>
                  <a:cubicBezTo>
                    <a:pt x="35" y="85752"/>
                    <a:pt x="1" y="85786"/>
                    <a:pt x="1" y="85820"/>
                  </a:cubicBezTo>
                  <a:lnTo>
                    <a:pt x="1" y="85957"/>
                  </a:lnTo>
                  <a:cubicBezTo>
                    <a:pt x="1" y="85991"/>
                    <a:pt x="35" y="86025"/>
                    <a:pt x="69" y="86025"/>
                  </a:cubicBezTo>
                  <a:cubicBezTo>
                    <a:pt x="137" y="86025"/>
                    <a:pt x="171" y="85991"/>
                    <a:pt x="171" y="85957"/>
                  </a:cubicBezTo>
                  <a:lnTo>
                    <a:pt x="171" y="85820"/>
                  </a:lnTo>
                  <a:cubicBezTo>
                    <a:pt x="171" y="85786"/>
                    <a:pt x="137" y="85752"/>
                    <a:pt x="69" y="85752"/>
                  </a:cubicBezTo>
                  <a:close/>
                  <a:moveTo>
                    <a:pt x="88175" y="85888"/>
                  </a:moveTo>
                  <a:cubicBezTo>
                    <a:pt x="88141" y="85888"/>
                    <a:pt x="88106" y="85957"/>
                    <a:pt x="88106" y="85991"/>
                  </a:cubicBezTo>
                  <a:lnTo>
                    <a:pt x="88106" y="86093"/>
                  </a:lnTo>
                  <a:cubicBezTo>
                    <a:pt x="88106" y="86161"/>
                    <a:pt x="88141" y="86195"/>
                    <a:pt x="88175" y="86195"/>
                  </a:cubicBezTo>
                  <a:cubicBezTo>
                    <a:pt x="88209" y="86195"/>
                    <a:pt x="88277" y="86161"/>
                    <a:pt x="88277" y="86093"/>
                  </a:cubicBezTo>
                  <a:lnTo>
                    <a:pt x="88277" y="85991"/>
                  </a:lnTo>
                  <a:cubicBezTo>
                    <a:pt x="88277" y="85957"/>
                    <a:pt x="88209" y="85888"/>
                    <a:pt x="88175" y="85888"/>
                  </a:cubicBezTo>
                  <a:close/>
                  <a:moveTo>
                    <a:pt x="69" y="86298"/>
                  </a:moveTo>
                  <a:cubicBezTo>
                    <a:pt x="35" y="86298"/>
                    <a:pt x="1" y="86366"/>
                    <a:pt x="1" y="86400"/>
                  </a:cubicBezTo>
                  <a:lnTo>
                    <a:pt x="1" y="86503"/>
                  </a:lnTo>
                  <a:cubicBezTo>
                    <a:pt x="1" y="86571"/>
                    <a:pt x="35" y="86605"/>
                    <a:pt x="69" y="86605"/>
                  </a:cubicBezTo>
                  <a:cubicBezTo>
                    <a:pt x="137" y="86605"/>
                    <a:pt x="171" y="86571"/>
                    <a:pt x="171" y="86503"/>
                  </a:cubicBezTo>
                  <a:lnTo>
                    <a:pt x="171" y="86400"/>
                  </a:lnTo>
                  <a:cubicBezTo>
                    <a:pt x="171" y="86366"/>
                    <a:pt x="137" y="86298"/>
                    <a:pt x="69" y="86298"/>
                  </a:cubicBezTo>
                  <a:close/>
                  <a:moveTo>
                    <a:pt x="88175" y="86468"/>
                  </a:moveTo>
                  <a:cubicBezTo>
                    <a:pt x="88141" y="86468"/>
                    <a:pt x="88106" y="86503"/>
                    <a:pt x="88106" y="86571"/>
                  </a:cubicBezTo>
                  <a:lnTo>
                    <a:pt x="88106" y="86673"/>
                  </a:lnTo>
                  <a:cubicBezTo>
                    <a:pt x="88106" y="86741"/>
                    <a:pt x="88141" y="86776"/>
                    <a:pt x="88175" y="86776"/>
                  </a:cubicBezTo>
                  <a:cubicBezTo>
                    <a:pt x="88209" y="86776"/>
                    <a:pt x="88277" y="86741"/>
                    <a:pt x="88277" y="86673"/>
                  </a:cubicBezTo>
                  <a:lnTo>
                    <a:pt x="88277" y="86571"/>
                  </a:lnTo>
                  <a:cubicBezTo>
                    <a:pt x="88277" y="86503"/>
                    <a:pt x="88209" y="86468"/>
                    <a:pt x="88175" y="86468"/>
                  </a:cubicBezTo>
                  <a:close/>
                  <a:moveTo>
                    <a:pt x="87847" y="86762"/>
                  </a:moveTo>
                  <a:cubicBezTo>
                    <a:pt x="87833" y="86762"/>
                    <a:pt x="87818" y="86766"/>
                    <a:pt x="87799" y="86776"/>
                  </a:cubicBezTo>
                  <a:lnTo>
                    <a:pt x="87697" y="86776"/>
                  </a:lnTo>
                  <a:cubicBezTo>
                    <a:pt x="87663" y="86810"/>
                    <a:pt x="87629" y="86844"/>
                    <a:pt x="87629" y="86878"/>
                  </a:cubicBezTo>
                  <a:cubicBezTo>
                    <a:pt x="87629" y="86946"/>
                    <a:pt x="87663" y="86946"/>
                    <a:pt x="87731" y="86946"/>
                  </a:cubicBezTo>
                  <a:lnTo>
                    <a:pt x="87833" y="86946"/>
                  </a:lnTo>
                  <a:cubicBezTo>
                    <a:pt x="87902" y="86912"/>
                    <a:pt x="87936" y="86878"/>
                    <a:pt x="87902" y="86844"/>
                  </a:cubicBezTo>
                  <a:cubicBezTo>
                    <a:pt x="87902" y="86794"/>
                    <a:pt x="87883" y="86762"/>
                    <a:pt x="87847" y="86762"/>
                  </a:cubicBezTo>
                  <a:close/>
                  <a:moveTo>
                    <a:pt x="87253" y="86878"/>
                  </a:moveTo>
                  <a:lnTo>
                    <a:pt x="87151" y="86912"/>
                  </a:lnTo>
                  <a:cubicBezTo>
                    <a:pt x="87083" y="86912"/>
                    <a:pt x="87049" y="86946"/>
                    <a:pt x="87083" y="87014"/>
                  </a:cubicBezTo>
                  <a:cubicBezTo>
                    <a:pt x="87083" y="87049"/>
                    <a:pt x="87117" y="87083"/>
                    <a:pt x="87151" y="87083"/>
                  </a:cubicBezTo>
                  <a:lnTo>
                    <a:pt x="87185" y="87083"/>
                  </a:lnTo>
                  <a:lnTo>
                    <a:pt x="87287" y="87049"/>
                  </a:lnTo>
                  <a:cubicBezTo>
                    <a:pt x="87322" y="87049"/>
                    <a:pt x="87356" y="86980"/>
                    <a:pt x="87356" y="86946"/>
                  </a:cubicBezTo>
                  <a:cubicBezTo>
                    <a:pt x="87356" y="86912"/>
                    <a:pt x="87287" y="86878"/>
                    <a:pt x="87253" y="86878"/>
                  </a:cubicBezTo>
                  <a:close/>
                  <a:moveTo>
                    <a:pt x="69" y="86878"/>
                  </a:moveTo>
                  <a:cubicBezTo>
                    <a:pt x="35" y="86878"/>
                    <a:pt x="1" y="86912"/>
                    <a:pt x="1" y="86980"/>
                  </a:cubicBezTo>
                  <a:lnTo>
                    <a:pt x="1" y="87083"/>
                  </a:lnTo>
                  <a:cubicBezTo>
                    <a:pt x="1" y="87117"/>
                    <a:pt x="35" y="87185"/>
                    <a:pt x="69" y="87185"/>
                  </a:cubicBezTo>
                  <a:cubicBezTo>
                    <a:pt x="137" y="87185"/>
                    <a:pt x="171" y="87117"/>
                    <a:pt x="171" y="87083"/>
                  </a:cubicBezTo>
                  <a:lnTo>
                    <a:pt x="171" y="86980"/>
                  </a:lnTo>
                  <a:cubicBezTo>
                    <a:pt x="171" y="86912"/>
                    <a:pt x="137" y="86878"/>
                    <a:pt x="69" y="86878"/>
                  </a:cubicBezTo>
                  <a:close/>
                  <a:moveTo>
                    <a:pt x="86673" y="86980"/>
                  </a:moveTo>
                  <a:lnTo>
                    <a:pt x="86571" y="87014"/>
                  </a:lnTo>
                  <a:cubicBezTo>
                    <a:pt x="86537" y="87014"/>
                    <a:pt x="86503" y="87083"/>
                    <a:pt x="86503" y="87117"/>
                  </a:cubicBezTo>
                  <a:cubicBezTo>
                    <a:pt x="86503" y="87151"/>
                    <a:pt x="86571" y="87185"/>
                    <a:pt x="86605" y="87185"/>
                  </a:cubicBezTo>
                  <a:lnTo>
                    <a:pt x="86707" y="87151"/>
                  </a:lnTo>
                  <a:cubicBezTo>
                    <a:pt x="86776" y="87151"/>
                    <a:pt x="86810" y="87117"/>
                    <a:pt x="86776" y="87049"/>
                  </a:cubicBezTo>
                  <a:cubicBezTo>
                    <a:pt x="86776" y="87014"/>
                    <a:pt x="86742" y="86980"/>
                    <a:pt x="86673" y="86980"/>
                  </a:cubicBezTo>
                  <a:close/>
                  <a:moveTo>
                    <a:pt x="86160" y="87103"/>
                  </a:moveTo>
                  <a:cubicBezTo>
                    <a:pt x="86148" y="87103"/>
                    <a:pt x="86136" y="87108"/>
                    <a:pt x="86127" y="87117"/>
                  </a:cubicBezTo>
                  <a:lnTo>
                    <a:pt x="86025" y="87117"/>
                  </a:lnTo>
                  <a:cubicBezTo>
                    <a:pt x="85957" y="87151"/>
                    <a:pt x="85957" y="87185"/>
                    <a:pt x="85957" y="87219"/>
                  </a:cubicBezTo>
                  <a:cubicBezTo>
                    <a:pt x="85957" y="87287"/>
                    <a:pt x="85991" y="87287"/>
                    <a:pt x="86025" y="87287"/>
                  </a:cubicBezTo>
                  <a:lnTo>
                    <a:pt x="86161" y="87287"/>
                  </a:lnTo>
                  <a:cubicBezTo>
                    <a:pt x="86196" y="87253"/>
                    <a:pt x="86230" y="87219"/>
                    <a:pt x="86230" y="87185"/>
                  </a:cubicBezTo>
                  <a:cubicBezTo>
                    <a:pt x="86230" y="87135"/>
                    <a:pt x="86193" y="87103"/>
                    <a:pt x="86160" y="87103"/>
                  </a:cubicBezTo>
                  <a:close/>
                  <a:moveTo>
                    <a:pt x="85581" y="87219"/>
                  </a:moveTo>
                  <a:lnTo>
                    <a:pt x="85445" y="87253"/>
                  </a:lnTo>
                  <a:cubicBezTo>
                    <a:pt x="85411" y="87253"/>
                    <a:pt x="85377" y="87287"/>
                    <a:pt x="85377" y="87356"/>
                  </a:cubicBezTo>
                  <a:cubicBezTo>
                    <a:pt x="85411" y="87390"/>
                    <a:pt x="85445" y="87424"/>
                    <a:pt x="85479" y="87424"/>
                  </a:cubicBezTo>
                  <a:lnTo>
                    <a:pt x="85615" y="87390"/>
                  </a:lnTo>
                  <a:cubicBezTo>
                    <a:pt x="85650" y="87390"/>
                    <a:pt x="85684" y="87322"/>
                    <a:pt x="85684" y="87287"/>
                  </a:cubicBezTo>
                  <a:cubicBezTo>
                    <a:pt x="85650" y="87253"/>
                    <a:pt x="85615" y="87219"/>
                    <a:pt x="85581" y="87219"/>
                  </a:cubicBezTo>
                  <a:close/>
                  <a:moveTo>
                    <a:pt x="85001" y="87322"/>
                  </a:moveTo>
                  <a:lnTo>
                    <a:pt x="84899" y="87356"/>
                  </a:lnTo>
                  <a:cubicBezTo>
                    <a:pt x="84865" y="87356"/>
                    <a:pt x="84831" y="87424"/>
                    <a:pt x="84831" y="87458"/>
                  </a:cubicBezTo>
                  <a:cubicBezTo>
                    <a:pt x="84831" y="87492"/>
                    <a:pt x="84865" y="87526"/>
                    <a:pt x="84899" y="87526"/>
                  </a:cubicBezTo>
                  <a:lnTo>
                    <a:pt x="84933" y="87526"/>
                  </a:lnTo>
                  <a:lnTo>
                    <a:pt x="85035" y="87492"/>
                  </a:lnTo>
                  <a:cubicBezTo>
                    <a:pt x="85104" y="87492"/>
                    <a:pt x="85104" y="87458"/>
                    <a:pt x="85104" y="87390"/>
                  </a:cubicBezTo>
                  <a:cubicBezTo>
                    <a:pt x="85104" y="87356"/>
                    <a:pt x="85069" y="87322"/>
                    <a:pt x="85001" y="87322"/>
                  </a:cubicBezTo>
                  <a:close/>
                  <a:moveTo>
                    <a:pt x="84483" y="87445"/>
                  </a:moveTo>
                  <a:cubicBezTo>
                    <a:pt x="84474" y="87445"/>
                    <a:pt x="84464" y="87449"/>
                    <a:pt x="84455" y="87458"/>
                  </a:cubicBezTo>
                  <a:lnTo>
                    <a:pt x="84319" y="87458"/>
                  </a:lnTo>
                  <a:cubicBezTo>
                    <a:pt x="84285" y="87492"/>
                    <a:pt x="84251" y="87526"/>
                    <a:pt x="84251" y="87560"/>
                  </a:cubicBezTo>
                  <a:cubicBezTo>
                    <a:pt x="84285" y="87629"/>
                    <a:pt x="84319" y="87629"/>
                    <a:pt x="84353" y="87629"/>
                  </a:cubicBezTo>
                  <a:lnTo>
                    <a:pt x="84489" y="87629"/>
                  </a:lnTo>
                  <a:cubicBezTo>
                    <a:pt x="84524" y="87595"/>
                    <a:pt x="84558" y="87560"/>
                    <a:pt x="84558" y="87526"/>
                  </a:cubicBezTo>
                  <a:cubicBezTo>
                    <a:pt x="84533" y="87476"/>
                    <a:pt x="84508" y="87445"/>
                    <a:pt x="84483" y="87445"/>
                  </a:cubicBezTo>
                  <a:close/>
                  <a:moveTo>
                    <a:pt x="69" y="87458"/>
                  </a:moveTo>
                  <a:cubicBezTo>
                    <a:pt x="35" y="87458"/>
                    <a:pt x="1" y="87492"/>
                    <a:pt x="1" y="87526"/>
                  </a:cubicBezTo>
                  <a:lnTo>
                    <a:pt x="1" y="87663"/>
                  </a:lnTo>
                  <a:cubicBezTo>
                    <a:pt x="1" y="87697"/>
                    <a:pt x="35" y="87731"/>
                    <a:pt x="69" y="87731"/>
                  </a:cubicBezTo>
                  <a:cubicBezTo>
                    <a:pt x="137" y="87731"/>
                    <a:pt x="171" y="87697"/>
                    <a:pt x="171" y="87663"/>
                  </a:cubicBezTo>
                  <a:lnTo>
                    <a:pt x="171" y="87560"/>
                  </a:lnTo>
                  <a:cubicBezTo>
                    <a:pt x="171" y="87492"/>
                    <a:pt x="137" y="87458"/>
                    <a:pt x="69" y="87458"/>
                  </a:cubicBezTo>
                  <a:close/>
                  <a:moveTo>
                    <a:pt x="83875" y="87560"/>
                  </a:moveTo>
                  <a:lnTo>
                    <a:pt x="83773" y="87595"/>
                  </a:lnTo>
                  <a:cubicBezTo>
                    <a:pt x="83739" y="87595"/>
                    <a:pt x="83705" y="87629"/>
                    <a:pt x="83705" y="87697"/>
                  </a:cubicBezTo>
                  <a:cubicBezTo>
                    <a:pt x="83705" y="87731"/>
                    <a:pt x="83739" y="87765"/>
                    <a:pt x="83773" y="87765"/>
                  </a:cubicBezTo>
                  <a:lnTo>
                    <a:pt x="83807" y="87765"/>
                  </a:lnTo>
                  <a:lnTo>
                    <a:pt x="83909" y="87731"/>
                  </a:lnTo>
                  <a:cubicBezTo>
                    <a:pt x="83978" y="87731"/>
                    <a:pt x="83978" y="87663"/>
                    <a:pt x="83978" y="87629"/>
                  </a:cubicBezTo>
                  <a:cubicBezTo>
                    <a:pt x="83978" y="87595"/>
                    <a:pt x="83943" y="87560"/>
                    <a:pt x="83875" y="87560"/>
                  </a:cubicBezTo>
                  <a:close/>
                  <a:moveTo>
                    <a:pt x="83329" y="87663"/>
                  </a:moveTo>
                  <a:lnTo>
                    <a:pt x="83227" y="87697"/>
                  </a:lnTo>
                  <a:cubicBezTo>
                    <a:pt x="83159" y="87697"/>
                    <a:pt x="83124" y="87765"/>
                    <a:pt x="83159" y="87799"/>
                  </a:cubicBezTo>
                  <a:cubicBezTo>
                    <a:pt x="83159" y="87833"/>
                    <a:pt x="83193" y="87868"/>
                    <a:pt x="83227" y="87868"/>
                  </a:cubicBezTo>
                  <a:lnTo>
                    <a:pt x="83261" y="87868"/>
                  </a:lnTo>
                  <a:lnTo>
                    <a:pt x="83363" y="87833"/>
                  </a:lnTo>
                  <a:cubicBezTo>
                    <a:pt x="83397" y="87833"/>
                    <a:pt x="83432" y="87799"/>
                    <a:pt x="83432" y="87731"/>
                  </a:cubicBezTo>
                  <a:cubicBezTo>
                    <a:pt x="83397" y="87697"/>
                    <a:pt x="83363" y="87663"/>
                    <a:pt x="83329" y="87663"/>
                  </a:cubicBezTo>
                  <a:close/>
                  <a:moveTo>
                    <a:pt x="82797" y="87786"/>
                  </a:moveTo>
                  <a:cubicBezTo>
                    <a:pt x="82783" y="87786"/>
                    <a:pt x="82767" y="87790"/>
                    <a:pt x="82749" y="87799"/>
                  </a:cubicBezTo>
                  <a:lnTo>
                    <a:pt x="82647" y="87799"/>
                  </a:lnTo>
                  <a:cubicBezTo>
                    <a:pt x="82613" y="87833"/>
                    <a:pt x="82578" y="87868"/>
                    <a:pt x="82578" y="87902"/>
                  </a:cubicBezTo>
                  <a:cubicBezTo>
                    <a:pt x="82578" y="87970"/>
                    <a:pt x="82613" y="87970"/>
                    <a:pt x="82681" y="87970"/>
                  </a:cubicBezTo>
                  <a:lnTo>
                    <a:pt x="82783" y="87970"/>
                  </a:lnTo>
                  <a:cubicBezTo>
                    <a:pt x="82851" y="87936"/>
                    <a:pt x="82886" y="87902"/>
                    <a:pt x="82851" y="87868"/>
                  </a:cubicBezTo>
                  <a:cubicBezTo>
                    <a:pt x="82851" y="87818"/>
                    <a:pt x="82833" y="87786"/>
                    <a:pt x="82797" y="87786"/>
                  </a:cubicBezTo>
                  <a:close/>
                  <a:moveTo>
                    <a:pt x="82203" y="87902"/>
                  </a:moveTo>
                  <a:lnTo>
                    <a:pt x="82101" y="87936"/>
                  </a:lnTo>
                  <a:cubicBezTo>
                    <a:pt x="82033" y="87936"/>
                    <a:pt x="81998" y="87970"/>
                    <a:pt x="82033" y="88038"/>
                  </a:cubicBezTo>
                  <a:cubicBezTo>
                    <a:pt x="82033" y="88072"/>
                    <a:pt x="82067" y="88106"/>
                    <a:pt x="82101" y="88106"/>
                  </a:cubicBezTo>
                  <a:lnTo>
                    <a:pt x="82135" y="88106"/>
                  </a:lnTo>
                  <a:lnTo>
                    <a:pt x="82237" y="88072"/>
                  </a:lnTo>
                  <a:cubicBezTo>
                    <a:pt x="82271" y="88072"/>
                    <a:pt x="82306" y="88004"/>
                    <a:pt x="82306" y="87970"/>
                  </a:cubicBezTo>
                  <a:cubicBezTo>
                    <a:pt x="82306" y="87936"/>
                    <a:pt x="82237" y="87902"/>
                    <a:pt x="82203" y="87902"/>
                  </a:cubicBezTo>
                  <a:close/>
                  <a:moveTo>
                    <a:pt x="137" y="87970"/>
                  </a:moveTo>
                  <a:cubicBezTo>
                    <a:pt x="103" y="87970"/>
                    <a:pt x="35" y="88004"/>
                    <a:pt x="35" y="88072"/>
                  </a:cubicBezTo>
                  <a:cubicBezTo>
                    <a:pt x="35" y="88106"/>
                    <a:pt x="69" y="88141"/>
                    <a:pt x="103" y="88141"/>
                  </a:cubicBezTo>
                  <a:lnTo>
                    <a:pt x="240" y="88175"/>
                  </a:lnTo>
                  <a:cubicBezTo>
                    <a:pt x="274" y="88175"/>
                    <a:pt x="308" y="88141"/>
                    <a:pt x="342" y="88106"/>
                  </a:cubicBezTo>
                  <a:cubicBezTo>
                    <a:pt x="342" y="88038"/>
                    <a:pt x="308" y="88004"/>
                    <a:pt x="240" y="88004"/>
                  </a:cubicBezTo>
                  <a:lnTo>
                    <a:pt x="137" y="87970"/>
                  </a:lnTo>
                  <a:close/>
                  <a:moveTo>
                    <a:pt x="81623" y="88004"/>
                  </a:moveTo>
                  <a:lnTo>
                    <a:pt x="81521" y="88038"/>
                  </a:lnTo>
                  <a:cubicBezTo>
                    <a:pt x="81487" y="88038"/>
                    <a:pt x="81452" y="88106"/>
                    <a:pt x="81452" y="88141"/>
                  </a:cubicBezTo>
                  <a:cubicBezTo>
                    <a:pt x="81452" y="88175"/>
                    <a:pt x="81521" y="88209"/>
                    <a:pt x="81555" y="88209"/>
                  </a:cubicBezTo>
                  <a:lnTo>
                    <a:pt x="81657" y="88175"/>
                  </a:lnTo>
                  <a:cubicBezTo>
                    <a:pt x="81725" y="88175"/>
                    <a:pt x="81760" y="88141"/>
                    <a:pt x="81725" y="88072"/>
                  </a:cubicBezTo>
                  <a:cubicBezTo>
                    <a:pt x="81725" y="88038"/>
                    <a:pt x="81691" y="88004"/>
                    <a:pt x="81623" y="88004"/>
                  </a:cubicBezTo>
                  <a:close/>
                  <a:moveTo>
                    <a:pt x="670" y="88059"/>
                  </a:moveTo>
                  <a:cubicBezTo>
                    <a:pt x="633" y="88059"/>
                    <a:pt x="615" y="88091"/>
                    <a:pt x="615" y="88141"/>
                  </a:cubicBezTo>
                  <a:cubicBezTo>
                    <a:pt x="615" y="88175"/>
                    <a:pt x="649" y="88209"/>
                    <a:pt x="683" y="88243"/>
                  </a:cubicBezTo>
                  <a:lnTo>
                    <a:pt x="820" y="88243"/>
                  </a:lnTo>
                  <a:cubicBezTo>
                    <a:pt x="854" y="88243"/>
                    <a:pt x="888" y="88209"/>
                    <a:pt x="888" y="88175"/>
                  </a:cubicBezTo>
                  <a:cubicBezTo>
                    <a:pt x="888" y="88106"/>
                    <a:pt x="854" y="88072"/>
                    <a:pt x="820" y="88072"/>
                  </a:cubicBezTo>
                  <a:lnTo>
                    <a:pt x="717" y="88072"/>
                  </a:lnTo>
                  <a:cubicBezTo>
                    <a:pt x="699" y="88063"/>
                    <a:pt x="683" y="88059"/>
                    <a:pt x="670" y="88059"/>
                  </a:cubicBezTo>
                  <a:close/>
                  <a:moveTo>
                    <a:pt x="1236" y="88127"/>
                  </a:moveTo>
                  <a:cubicBezTo>
                    <a:pt x="1211" y="88127"/>
                    <a:pt x="1186" y="88159"/>
                    <a:pt x="1161" y="88209"/>
                  </a:cubicBezTo>
                  <a:cubicBezTo>
                    <a:pt x="1161" y="88243"/>
                    <a:pt x="1195" y="88277"/>
                    <a:pt x="1263" y="88311"/>
                  </a:cubicBezTo>
                  <a:lnTo>
                    <a:pt x="1366" y="88311"/>
                  </a:lnTo>
                  <a:cubicBezTo>
                    <a:pt x="1434" y="88311"/>
                    <a:pt x="1468" y="88277"/>
                    <a:pt x="1468" y="88243"/>
                  </a:cubicBezTo>
                  <a:cubicBezTo>
                    <a:pt x="1468" y="88175"/>
                    <a:pt x="1434" y="88141"/>
                    <a:pt x="1400" y="88141"/>
                  </a:cubicBezTo>
                  <a:lnTo>
                    <a:pt x="1263" y="88141"/>
                  </a:lnTo>
                  <a:cubicBezTo>
                    <a:pt x="1254" y="88131"/>
                    <a:pt x="1245" y="88127"/>
                    <a:pt x="1236" y="88127"/>
                  </a:cubicBezTo>
                  <a:close/>
                  <a:moveTo>
                    <a:pt x="81110" y="88127"/>
                  </a:moveTo>
                  <a:cubicBezTo>
                    <a:pt x="81098" y="88127"/>
                    <a:pt x="81086" y="88131"/>
                    <a:pt x="81077" y="88141"/>
                  </a:cubicBezTo>
                  <a:lnTo>
                    <a:pt x="80975" y="88141"/>
                  </a:lnTo>
                  <a:cubicBezTo>
                    <a:pt x="80906" y="88175"/>
                    <a:pt x="80906" y="88209"/>
                    <a:pt x="80906" y="88243"/>
                  </a:cubicBezTo>
                  <a:cubicBezTo>
                    <a:pt x="80906" y="88311"/>
                    <a:pt x="80941" y="88311"/>
                    <a:pt x="80975" y="88311"/>
                  </a:cubicBezTo>
                  <a:lnTo>
                    <a:pt x="81111" y="88311"/>
                  </a:lnTo>
                  <a:cubicBezTo>
                    <a:pt x="81145" y="88277"/>
                    <a:pt x="81179" y="88243"/>
                    <a:pt x="81179" y="88209"/>
                  </a:cubicBezTo>
                  <a:cubicBezTo>
                    <a:pt x="81179" y="88159"/>
                    <a:pt x="81143" y="88127"/>
                    <a:pt x="81110" y="88127"/>
                  </a:cubicBezTo>
                  <a:close/>
                  <a:moveTo>
                    <a:pt x="1811" y="88195"/>
                  </a:moveTo>
                  <a:cubicBezTo>
                    <a:pt x="1778" y="88195"/>
                    <a:pt x="1741" y="88227"/>
                    <a:pt x="1741" y="88277"/>
                  </a:cubicBezTo>
                  <a:cubicBezTo>
                    <a:pt x="1741" y="88311"/>
                    <a:pt x="1775" y="88345"/>
                    <a:pt x="1809" y="88379"/>
                  </a:cubicBezTo>
                  <a:lnTo>
                    <a:pt x="1946" y="88379"/>
                  </a:lnTo>
                  <a:cubicBezTo>
                    <a:pt x="1980" y="88379"/>
                    <a:pt x="2014" y="88345"/>
                    <a:pt x="2014" y="88311"/>
                  </a:cubicBezTo>
                  <a:cubicBezTo>
                    <a:pt x="2048" y="88243"/>
                    <a:pt x="2014" y="88209"/>
                    <a:pt x="1946" y="88209"/>
                  </a:cubicBezTo>
                  <a:lnTo>
                    <a:pt x="1843" y="88209"/>
                  </a:lnTo>
                  <a:cubicBezTo>
                    <a:pt x="1834" y="88200"/>
                    <a:pt x="1823" y="88195"/>
                    <a:pt x="1811" y="88195"/>
                  </a:cubicBezTo>
                  <a:close/>
                  <a:moveTo>
                    <a:pt x="2376" y="88264"/>
                  </a:moveTo>
                  <a:cubicBezTo>
                    <a:pt x="2339" y="88264"/>
                    <a:pt x="2321" y="88295"/>
                    <a:pt x="2321" y="88345"/>
                  </a:cubicBezTo>
                  <a:cubicBezTo>
                    <a:pt x="2321" y="88379"/>
                    <a:pt x="2355" y="88413"/>
                    <a:pt x="2389" y="88448"/>
                  </a:cubicBezTo>
                  <a:lnTo>
                    <a:pt x="2526" y="88448"/>
                  </a:lnTo>
                  <a:cubicBezTo>
                    <a:pt x="2560" y="88448"/>
                    <a:pt x="2594" y="88413"/>
                    <a:pt x="2594" y="88379"/>
                  </a:cubicBezTo>
                  <a:cubicBezTo>
                    <a:pt x="2594" y="88311"/>
                    <a:pt x="2560" y="88277"/>
                    <a:pt x="2526" y="88277"/>
                  </a:cubicBezTo>
                  <a:lnTo>
                    <a:pt x="2424" y="88277"/>
                  </a:lnTo>
                  <a:cubicBezTo>
                    <a:pt x="2405" y="88268"/>
                    <a:pt x="2389" y="88264"/>
                    <a:pt x="2376" y="88264"/>
                  </a:cubicBezTo>
                  <a:close/>
                  <a:moveTo>
                    <a:pt x="80531" y="88243"/>
                  </a:moveTo>
                  <a:lnTo>
                    <a:pt x="80395" y="88277"/>
                  </a:lnTo>
                  <a:cubicBezTo>
                    <a:pt x="80361" y="88277"/>
                    <a:pt x="80326" y="88311"/>
                    <a:pt x="80326" y="88379"/>
                  </a:cubicBezTo>
                  <a:cubicBezTo>
                    <a:pt x="80361" y="88413"/>
                    <a:pt x="80395" y="88448"/>
                    <a:pt x="80429" y="88448"/>
                  </a:cubicBezTo>
                  <a:lnTo>
                    <a:pt x="80565" y="88413"/>
                  </a:lnTo>
                  <a:cubicBezTo>
                    <a:pt x="80599" y="88413"/>
                    <a:pt x="80633" y="88345"/>
                    <a:pt x="80633" y="88311"/>
                  </a:cubicBezTo>
                  <a:cubicBezTo>
                    <a:pt x="80599" y="88277"/>
                    <a:pt x="80565" y="88243"/>
                    <a:pt x="80531" y="88243"/>
                  </a:cubicBezTo>
                  <a:close/>
                  <a:moveTo>
                    <a:pt x="2942" y="88332"/>
                  </a:moveTo>
                  <a:cubicBezTo>
                    <a:pt x="2917" y="88332"/>
                    <a:pt x="2892" y="88364"/>
                    <a:pt x="2867" y="88413"/>
                  </a:cubicBezTo>
                  <a:cubicBezTo>
                    <a:pt x="2867" y="88448"/>
                    <a:pt x="2901" y="88482"/>
                    <a:pt x="2969" y="88516"/>
                  </a:cubicBezTo>
                  <a:lnTo>
                    <a:pt x="3072" y="88516"/>
                  </a:lnTo>
                  <a:cubicBezTo>
                    <a:pt x="3140" y="88516"/>
                    <a:pt x="3174" y="88482"/>
                    <a:pt x="3174" y="88448"/>
                  </a:cubicBezTo>
                  <a:cubicBezTo>
                    <a:pt x="3174" y="88379"/>
                    <a:pt x="3140" y="88345"/>
                    <a:pt x="3106" y="88345"/>
                  </a:cubicBezTo>
                  <a:lnTo>
                    <a:pt x="2969" y="88345"/>
                  </a:lnTo>
                  <a:cubicBezTo>
                    <a:pt x="2960" y="88336"/>
                    <a:pt x="2951" y="88332"/>
                    <a:pt x="2942" y="88332"/>
                  </a:cubicBezTo>
                  <a:close/>
                  <a:moveTo>
                    <a:pt x="79951" y="88345"/>
                  </a:moveTo>
                  <a:lnTo>
                    <a:pt x="79849" y="88379"/>
                  </a:lnTo>
                  <a:cubicBezTo>
                    <a:pt x="79815" y="88379"/>
                    <a:pt x="79780" y="88448"/>
                    <a:pt x="79780" y="88482"/>
                  </a:cubicBezTo>
                  <a:cubicBezTo>
                    <a:pt x="79780" y="88516"/>
                    <a:pt x="79815" y="88550"/>
                    <a:pt x="79849" y="88550"/>
                  </a:cubicBezTo>
                  <a:lnTo>
                    <a:pt x="79883" y="88550"/>
                  </a:lnTo>
                  <a:lnTo>
                    <a:pt x="79985" y="88516"/>
                  </a:lnTo>
                  <a:cubicBezTo>
                    <a:pt x="80053" y="88516"/>
                    <a:pt x="80053" y="88482"/>
                    <a:pt x="80053" y="88413"/>
                  </a:cubicBezTo>
                  <a:cubicBezTo>
                    <a:pt x="80053" y="88379"/>
                    <a:pt x="80019" y="88345"/>
                    <a:pt x="79951" y="88345"/>
                  </a:cubicBezTo>
                  <a:close/>
                  <a:moveTo>
                    <a:pt x="3550" y="88413"/>
                  </a:moveTo>
                  <a:cubicBezTo>
                    <a:pt x="3481" y="88413"/>
                    <a:pt x="3447" y="88448"/>
                    <a:pt x="3447" y="88482"/>
                  </a:cubicBezTo>
                  <a:cubicBezTo>
                    <a:pt x="3447" y="88516"/>
                    <a:pt x="3481" y="88550"/>
                    <a:pt x="3515" y="88584"/>
                  </a:cubicBezTo>
                  <a:lnTo>
                    <a:pt x="3652" y="88584"/>
                  </a:lnTo>
                  <a:cubicBezTo>
                    <a:pt x="3686" y="88584"/>
                    <a:pt x="3720" y="88550"/>
                    <a:pt x="3720" y="88516"/>
                  </a:cubicBezTo>
                  <a:cubicBezTo>
                    <a:pt x="3754" y="88482"/>
                    <a:pt x="3720" y="88413"/>
                    <a:pt x="3652" y="88413"/>
                  </a:cubicBezTo>
                  <a:close/>
                  <a:moveTo>
                    <a:pt x="4094" y="88472"/>
                  </a:moveTo>
                  <a:cubicBezTo>
                    <a:pt x="4050" y="88472"/>
                    <a:pt x="4027" y="88522"/>
                    <a:pt x="4027" y="88550"/>
                  </a:cubicBezTo>
                  <a:cubicBezTo>
                    <a:pt x="4027" y="88584"/>
                    <a:pt x="4061" y="88652"/>
                    <a:pt x="4096" y="88652"/>
                  </a:cubicBezTo>
                  <a:lnTo>
                    <a:pt x="4232" y="88652"/>
                  </a:lnTo>
                  <a:cubicBezTo>
                    <a:pt x="4266" y="88652"/>
                    <a:pt x="4300" y="88618"/>
                    <a:pt x="4300" y="88584"/>
                  </a:cubicBezTo>
                  <a:cubicBezTo>
                    <a:pt x="4300" y="88550"/>
                    <a:pt x="4266" y="88482"/>
                    <a:pt x="4232" y="88482"/>
                  </a:cubicBezTo>
                  <a:lnTo>
                    <a:pt x="4130" y="88482"/>
                  </a:lnTo>
                  <a:cubicBezTo>
                    <a:pt x="4117" y="88475"/>
                    <a:pt x="4105" y="88472"/>
                    <a:pt x="4094" y="88472"/>
                  </a:cubicBezTo>
                  <a:close/>
                  <a:moveTo>
                    <a:pt x="79432" y="88468"/>
                  </a:moveTo>
                  <a:cubicBezTo>
                    <a:pt x="79423" y="88468"/>
                    <a:pt x="79414" y="88473"/>
                    <a:pt x="79405" y="88482"/>
                  </a:cubicBezTo>
                  <a:lnTo>
                    <a:pt x="79269" y="88482"/>
                  </a:lnTo>
                  <a:cubicBezTo>
                    <a:pt x="79234" y="88516"/>
                    <a:pt x="79200" y="88550"/>
                    <a:pt x="79200" y="88584"/>
                  </a:cubicBezTo>
                  <a:cubicBezTo>
                    <a:pt x="79234" y="88652"/>
                    <a:pt x="79269" y="88652"/>
                    <a:pt x="79303" y="88652"/>
                  </a:cubicBezTo>
                  <a:lnTo>
                    <a:pt x="79439" y="88652"/>
                  </a:lnTo>
                  <a:cubicBezTo>
                    <a:pt x="79473" y="88618"/>
                    <a:pt x="79507" y="88584"/>
                    <a:pt x="79507" y="88550"/>
                  </a:cubicBezTo>
                  <a:cubicBezTo>
                    <a:pt x="79482" y="88500"/>
                    <a:pt x="79457" y="88468"/>
                    <a:pt x="79432" y="88468"/>
                  </a:cubicBezTo>
                  <a:close/>
                  <a:moveTo>
                    <a:pt x="4676" y="88550"/>
                  </a:moveTo>
                  <a:cubicBezTo>
                    <a:pt x="4642" y="88550"/>
                    <a:pt x="4607" y="88584"/>
                    <a:pt x="4573" y="88618"/>
                  </a:cubicBezTo>
                  <a:cubicBezTo>
                    <a:pt x="4573" y="88652"/>
                    <a:pt x="4607" y="88721"/>
                    <a:pt x="4676" y="88721"/>
                  </a:cubicBezTo>
                  <a:lnTo>
                    <a:pt x="4778" y="88721"/>
                  </a:lnTo>
                  <a:cubicBezTo>
                    <a:pt x="4812" y="88721"/>
                    <a:pt x="4880" y="88686"/>
                    <a:pt x="4880" y="88652"/>
                  </a:cubicBezTo>
                  <a:cubicBezTo>
                    <a:pt x="4880" y="88618"/>
                    <a:pt x="4846" y="88550"/>
                    <a:pt x="4812" y="88550"/>
                  </a:cubicBezTo>
                  <a:close/>
                  <a:moveTo>
                    <a:pt x="5256" y="88618"/>
                  </a:moveTo>
                  <a:cubicBezTo>
                    <a:pt x="5222" y="88618"/>
                    <a:pt x="5153" y="88652"/>
                    <a:pt x="5153" y="88686"/>
                  </a:cubicBezTo>
                  <a:cubicBezTo>
                    <a:pt x="5153" y="88721"/>
                    <a:pt x="5187" y="88789"/>
                    <a:pt x="5222" y="88789"/>
                  </a:cubicBezTo>
                  <a:lnTo>
                    <a:pt x="5358" y="88789"/>
                  </a:lnTo>
                  <a:cubicBezTo>
                    <a:pt x="5392" y="88789"/>
                    <a:pt x="5426" y="88755"/>
                    <a:pt x="5426" y="88721"/>
                  </a:cubicBezTo>
                  <a:cubicBezTo>
                    <a:pt x="5460" y="88686"/>
                    <a:pt x="5426" y="88618"/>
                    <a:pt x="5358" y="88618"/>
                  </a:cubicBezTo>
                  <a:close/>
                  <a:moveTo>
                    <a:pt x="78825" y="88584"/>
                  </a:moveTo>
                  <a:lnTo>
                    <a:pt x="78723" y="88618"/>
                  </a:lnTo>
                  <a:cubicBezTo>
                    <a:pt x="78688" y="88618"/>
                    <a:pt x="78654" y="88652"/>
                    <a:pt x="78654" y="88721"/>
                  </a:cubicBezTo>
                  <a:cubicBezTo>
                    <a:pt x="78654" y="88755"/>
                    <a:pt x="78688" y="88789"/>
                    <a:pt x="78723" y="88789"/>
                  </a:cubicBezTo>
                  <a:lnTo>
                    <a:pt x="78757" y="88789"/>
                  </a:lnTo>
                  <a:lnTo>
                    <a:pt x="78859" y="88755"/>
                  </a:lnTo>
                  <a:cubicBezTo>
                    <a:pt x="78927" y="88755"/>
                    <a:pt x="78961" y="88686"/>
                    <a:pt x="78927" y="88652"/>
                  </a:cubicBezTo>
                  <a:cubicBezTo>
                    <a:pt x="78927" y="88618"/>
                    <a:pt x="78893" y="88584"/>
                    <a:pt x="78825" y="88584"/>
                  </a:cubicBezTo>
                  <a:close/>
                  <a:moveTo>
                    <a:pt x="5802" y="88686"/>
                  </a:moveTo>
                  <a:cubicBezTo>
                    <a:pt x="5768" y="88686"/>
                    <a:pt x="5733" y="88721"/>
                    <a:pt x="5733" y="88755"/>
                  </a:cubicBezTo>
                  <a:cubicBezTo>
                    <a:pt x="5733" y="88789"/>
                    <a:pt x="5768" y="88857"/>
                    <a:pt x="5802" y="88857"/>
                  </a:cubicBezTo>
                  <a:lnTo>
                    <a:pt x="5938" y="88857"/>
                  </a:lnTo>
                  <a:cubicBezTo>
                    <a:pt x="5972" y="88857"/>
                    <a:pt x="6006" y="88823"/>
                    <a:pt x="6006" y="88789"/>
                  </a:cubicBezTo>
                  <a:cubicBezTo>
                    <a:pt x="6006" y="88755"/>
                    <a:pt x="5972" y="88686"/>
                    <a:pt x="5938" y="88686"/>
                  </a:cubicBezTo>
                  <a:close/>
                  <a:moveTo>
                    <a:pt x="78279" y="88686"/>
                  </a:moveTo>
                  <a:lnTo>
                    <a:pt x="78177" y="88721"/>
                  </a:lnTo>
                  <a:cubicBezTo>
                    <a:pt x="78108" y="88721"/>
                    <a:pt x="78074" y="88789"/>
                    <a:pt x="78108" y="88823"/>
                  </a:cubicBezTo>
                  <a:cubicBezTo>
                    <a:pt x="78108" y="88857"/>
                    <a:pt x="78143" y="88891"/>
                    <a:pt x="78177" y="88891"/>
                  </a:cubicBezTo>
                  <a:lnTo>
                    <a:pt x="78211" y="88891"/>
                  </a:lnTo>
                  <a:lnTo>
                    <a:pt x="78313" y="88857"/>
                  </a:lnTo>
                  <a:cubicBezTo>
                    <a:pt x="78347" y="88857"/>
                    <a:pt x="78381" y="88823"/>
                    <a:pt x="78381" y="88755"/>
                  </a:cubicBezTo>
                  <a:cubicBezTo>
                    <a:pt x="78381" y="88721"/>
                    <a:pt x="78313" y="88686"/>
                    <a:pt x="78279" y="88686"/>
                  </a:cubicBezTo>
                  <a:close/>
                  <a:moveTo>
                    <a:pt x="6382" y="88755"/>
                  </a:moveTo>
                  <a:cubicBezTo>
                    <a:pt x="6348" y="88755"/>
                    <a:pt x="6314" y="88789"/>
                    <a:pt x="6279" y="88823"/>
                  </a:cubicBezTo>
                  <a:cubicBezTo>
                    <a:pt x="6279" y="88857"/>
                    <a:pt x="6314" y="88925"/>
                    <a:pt x="6382" y="88925"/>
                  </a:cubicBezTo>
                  <a:lnTo>
                    <a:pt x="6484" y="88925"/>
                  </a:lnTo>
                  <a:cubicBezTo>
                    <a:pt x="6518" y="88925"/>
                    <a:pt x="6587" y="88891"/>
                    <a:pt x="6587" y="88857"/>
                  </a:cubicBezTo>
                  <a:cubicBezTo>
                    <a:pt x="6587" y="88823"/>
                    <a:pt x="6552" y="88755"/>
                    <a:pt x="6484" y="88755"/>
                  </a:cubicBezTo>
                  <a:close/>
                  <a:moveTo>
                    <a:pt x="6962" y="88823"/>
                  </a:moveTo>
                  <a:cubicBezTo>
                    <a:pt x="6894" y="88823"/>
                    <a:pt x="6860" y="88857"/>
                    <a:pt x="6860" y="88891"/>
                  </a:cubicBezTo>
                  <a:cubicBezTo>
                    <a:pt x="6860" y="88925"/>
                    <a:pt x="6894" y="88994"/>
                    <a:pt x="6928" y="88994"/>
                  </a:cubicBezTo>
                  <a:lnTo>
                    <a:pt x="7064" y="88994"/>
                  </a:lnTo>
                  <a:cubicBezTo>
                    <a:pt x="7098" y="88994"/>
                    <a:pt x="7132" y="88959"/>
                    <a:pt x="7132" y="88925"/>
                  </a:cubicBezTo>
                  <a:cubicBezTo>
                    <a:pt x="7132" y="88891"/>
                    <a:pt x="7132" y="88823"/>
                    <a:pt x="7064" y="88823"/>
                  </a:cubicBezTo>
                  <a:close/>
                  <a:moveTo>
                    <a:pt x="77746" y="88810"/>
                  </a:moveTo>
                  <a:cubicBezTo>
                    <a:pt x="77733" y="88810"/>
                    <a:pt x="77717" y="88814"/>
                    <a:pt x="77699" y="88823"/>
                  </a:cubicBezTo>
                  <a:lnTo>
                    <a:pt x="77597" y="88823"/>
                  </a:lnTo>
                  <a:cubicBezTo>
                    <a:pt x="77562" y="88857"/>
                    <a:pt x="77528" y="88891"/>
                    <a:pt x="77528" y="88925"/>
                  </a:cubicBezTo>
                  <a:cubicBezTo>
                    <a:pt x="77528" y="88959"/>
                    <a:pt x="77562" y="88994"/>
                    <a:pt x="77631" y="88994"/>
                  </a:cubicBezTo>
                  <a:lnTo>
                    <a:pt x="77733" y="88994"/>
                  </a:lnTo>
                  <a:cubicBezTo>
                    <a:pt x="77801" y="88959"/>
                    <a:pt x="77835" y="88925"/>
                    <a:pt x="77801" y="88891"/>
                  </a:cubicBezTo>
                  <a:cubicBezTo>
                    <a:pt x="77801" y="88841"/>
                    <a:pt x="77783" y="88810"/>
                    <a:pt x="77746" y="88810"/>
                  </a:cubicBezTo>
                  <a:close/>
                  <a:moveTo>
                    <a:pt x="7508" y="88891"/>
                  </a:moveTo>
                  <a:cubicBezTo>
                    <a:pt x="7474" y="88891"/>
                    <a:pt x="7440" y="88925"/>
                    <a:pt x="7440" y="88959"/>
                  </a:cubicBezTo>
                  <a:cubicBezTo>
                    <a:pt x="7440" y="88994"/>
                    <a:pt x="7440" y="89062"/>
                    <a:pt x="7508" y="89062"/>
                  </a:cubicBezTo>
                  <a:lnTo>
                    <a:pt x="7644" y="89062"/>
                  </a:lnTo>
                  <a:cubicBezTo>
                    <a:pt x="7678" y="89062"/>
                    <a:pt x="7713" y="89028"/>
                    <a:pt x="7713" y="88994"/>
                  </a:cubicBezTo>
                  <a:cubicBezTo>
                    <a:pt x="7713" y="88959"/>
                    <a:pt x="7678" y="88891"/>
                    <a:pt x="7644" y="88891"/>
                  </a:cubicBezTo>
                  <a:close/>
                  <a:moveTo>
                    <a:pt x="8088" y="88959"/>
                  </a:moveTo>
                  <a:cubicBezTo>
                    <a:pt x="8054" y="88959"/>
                    <a:pt x="8020" y="88994"/>
                    <a:pt x="7986" y="89028"/>
                  </a:cubicBezTo>
                  <a:cubicBezTo>
                    <a:pt x="7986" y="89062"/>
                    <a:pt x="8020" y="89130"/>
                    <a:pt x="8088" y="89130"/>
                  </a:cubicBezTo>
                  <a:lnTo>
                    <a:pt x="8190" y="89130"/>
                  </a:lnTo>
                  <a:cubicBezTo>
                    <a:pt x="8224" y="89130"/>
                    <a:pt x="8259" y="89096"/>
                    <a:pt x="8293" y="89062"/>
                  </a:cubicBezTo>
                  <a:cubicBezTo>
                    <a:pt x="8293" y="89028"/>
                    <a:pt x="8259" y="88959"/>
                    <a:pt x="8190" y="88959"/>
                  </a:cubicBezTo>
                  <a:close/>
                  <a:moveTo>
                    <a:pt x="77153" y="88925"/>
                  </a:moveTo>
                  <a:lnTo>
                    <a:pt x="77051" y="88959"/>
                  </a:lnTo>
                  <a:cubicBezTo>
                    <a:pt x="76982" y="88959"/>
                    <a:pt x="76948" y="88994"/>
                    <a:pt x="76982" y="89062"/>
                  </a:cubicBezTo>
                  <a:cubicBezTo>
                    <a:pt x="76982" y="89096"/>
                    <a:pt x="77016" y="89130"/>
                    <a:pt x="77051" y="89130"/>
                  </a:cubicBezTo>
                  <a:lnTo>
                    <a:pt x="77085" y="89130"/>
                  </a:lnTo>
                  <a:lnTo>
                    <a:pt x="77187" y="89096"/>
                  </a:lnTo>
                  <a:cubicBezTo>
                    <a:pt x="77221" y="89096"/>
                    <a:pt x="77255" y="89028"/>
                    <a:pt x="77255" y="88994"/>
                  </a:cubicBezTo>
                  <a:cubicBezTo>
                    <a:pt x="77255" y="88959"/>
                    <a:pt x="77187" y="88925"/>
                    <a:pt x="77153" y="88925"/>
                  </a:cubicBezTo>
                  <a:close/>
                  <a:moveTo>
                    <a:pt x="8668" y="89028"/>
                  </a:moveTo>
                  <a:cubicBezTo>
                    <a:pt x="8600" y="89028"/>
                    <a:pt x="8566" y="89062"/>
                    <a:pt x="8566" y="89096"/>
                  </a:cubicBezTo>
                  <a:cubicBezTo>
                    <a:pt x="8566" y="89164"/>
                    <a:pt x="8600" y="89198"/>
                    <a:pt x="8634" y="89198"/>
                  </a:cubicBezTo>
                  <a:lnTo>
                    <a:pt x="8770" y="89198"/>
                  </a:lnTo>
                  <a:cubicBezTo>
                    <a:pt x="8805" y="89198"/>
                    <a:pt x="8839" y="89164"/>
                    <a:pt x="8839" y="89130"/>
                  </a:cubicBezTo>
                  <a:cubicBezTo>
                    <a:pt x="8839" y="89096"/>
                    <a:pt x="8805" y="89062"/>
                    <a:pt x="8770" y="89028"/>
                  </a:cubicBezTo>
                  <a:close/>
                  <a:moveTo>
                    <a:pt x="76573" y="89028"/>
                  </a:moveTo>
                  <a:lnTo>
                    <a:pt x="76470" y="89062"/>
                  </a:lnTo>
                  <a:cubicBezTo>
                    <a:pt x="76436" y="89062"/>
                    <a:pt x="76402" y="89130"/>
                    <a:pt x="76402" y="89164"/>
                  </a:cubicBezTo>
                  <a:cubicBezTo>
                    <a:pt x="76402" y="89198"/>
                    <a:pt x="76470" y="89232"/>
                    <a:pt x="76505" y="89232"/>
                  </a:cubicBezTo>
                  <a:lnTo>
                    <a:pt x="76607" y="89198"/>
                  </a:lnTo>
                  <a:cubicBezTo>
                    <a:pt x="76675" y="89198"/>
                    <a:pt x="76709" y="89164"/>
                    <a:pt x="76675" y="89096"/>
                  </a:cubicBezTo>
                  <a:cubicBezTo>
                    <a:pt x="76675" y="89062"/>
                    <a:pt x="76641" y="89028"/>
                    <a:pt x="76573" y="89028"/>
                  </a:cubicBezTo>
                  <a:close/>
                  <a:moveTo>
                    <a:pt x="9214" y="89096"/>
                  </a:moveTo>
                  <a:cubicBezTo>
                    <a:pt x="9180" y="89096"/>
                    <a:pt x="9146" y="89130"/>
                    <a:pt x="9146" y="89164"/>
                  </a:cubicBezTo>
                  <a:cubicBezTo>
                    <a:pt x="9112" y="89232"/>
                    <a:pt x="9146" y="89267"/>
                    <a:pt x="9214" y="89267"/>
                  </a:cubicBezTo>
                  <a:lnTo>
                    <a:pt x="9316" y="89267"/>
                  </a:lnTo>
                  <a:cubicBezTo>
                    <a:pt x="9385" y="89267"/>
                    <a:pt x="9419" y="89232"/>
                    <a:pt x="9419" y="89198"/>
                  </a:cubicBezTo>
                  <a:cubicBezTo>
                    <a:pt x="9419" y="89164"/>
                    <a:pt x="9385" y="89130"/>
                    <a:pt x="9350" y="89096"/>
                  </a:cubicBezTo>
                  <a:close/>
                  <a:moveTo>
                    <a:pt x="9794" y="89164"/>
                  </a:moveTo>
                  <a:cubicBezTo>
                    <a:pt x="9760" y="89164"/>
                    <a:pt x="9692" y="89198"/>
                    <a:pt x="9692" y="89232"/>
                  </a:cubicBezTo>
                  <a:cubicBezTo>
                    <a:pt x="9692" y="89301"/>
                    <a:pt x="9726" y="89335"/>
                    <a:pt x="9760" y="89335"/>
                  </a:cubicBezTo>
                  <a:lnTo>
                    <a:pt x="9896" y="89335"/>
                  </a:lnTo>
                  <a:cubicBezTo>
                    <a:pt x="9931" y="89335"/>
                    <a:pt x="9965" y="89335"/>
                    <a:pt x="9999" y="89267"/>
                  </a:cubicBezTo>
                  <a:cubicBezTo>
                    <a:pt x="9999" y="89232"/>
                    <a:pt x="9965" y="89198"/>
                    <a:pt x="9896" y="89164"/>
                  </a:cubicBezTo>
                  <a:close/>
                  <a:moveTo>
                    <a:pt x="76060" y="89151"/>
                  </a:moveTo>
                  <a:cubicBezTo>
                    <a:pt x="76048" y="89151"/>
                    <a:pt x="76036" y="89155"/>
                    <a:pt x="76027" y="89164"/>
                  </a:cubicBezTo>
                  <a:lnTo>
                    <a:pt x="75925" y="89164"/>
                  </a:lnTo>
                  <a:cubicBezTo>
                    <a:pt x="75856" y="89198"/>
                    <a:pt x="75856" y="89232"/>
                    <a:pt x="75856" y="89267"/>
                  </a:cubicBezTo>
                  <a:cubicBezTo>
                    <a:pt x="75856" y="89301"/>
                    <a:pt x="75890" y="89335"/>
                    <a:pt x="75925" y="89335"/>
                  </a:cubicBezTo>
                  <a:lnTo>
                    <a:pt x="76061" y="89335"/>
                  </a:lnTo>
                  <a:cubicBezTo>
                    <a:pt x="76095" y="89301"/>
                    <a:pt x="76129" y="89267"/>
                    <a:pt x="76129" y="89232"/>
                  </a:cubicBezTo>
                  <a:cubicBezTo>
                    <a:pt x="76129" y="89182"/>
                    <a:pt x="76093" y="89151"/>
                    <a:pt x="76060" y="89151"/>
                  </a:cubicBezTo>
                  <a:close/>
                  <a:moveTo>
                    <a:pt x="10374" y="89232"/>
                  </a:moveTo>
                  <a:cubicBezTo>
                    <a:pt x="10306" y="89232"/>
                    <a:pt x="10272" y="89267"/>
                    <a:pt x="10272" y="89301"/>
                  </a:cubicBezTo>
                  <a:cubicBezTo>
                    <a:pt x="10272" y="89369"/>
                    <a:pt x="10306" y="89403"/>
                    <a:pt x="10340" y="89403"/>
                  </a:cubicBezTo>
                  <a:lnTo>
                    <a:pt x="10477" y="89403"/>
                  </a:lnTo>
                  <a:cubicBezTo>
                    <a:pt x="10511" y="89403"/>
                    <a:pt x="10545" y="89403"/>
                    <a:pt x="10545" y="89335"/>
                  </a:cubicBezTo>
                  <a:cubicBezTo>
                    <a:pt x="10545" y="89301"/>
                    <a:pt x="10511" y="89267"/>
                    <a:pt x="10477" y="89232"/>
                  </a:cubicBezTo>
                  <a:close/>
                  <a:moveTo>
                    <a:pt x="75481" y="89267"/>
                  </a:moveTo>
                  <a:lnTo>
                    <a:pt x="75344" y="89301"/>
                  </a:lnTo>
                  <a:cubicBezTo>
                    <a:pt x="75310" y="89301"/>
                    <a:pt x="75276" y="89335"/>
                    <a:pt x="75276" y="89403"/>
                  </a:cubicBezTo>
                  <a:cubicBezTo>
                    <a:pt x="75310" y="89437"/>
                    <a:pt x="75344" y="89471"/>
                    <a:pt x="75379" y="89471"/>
                  </a:cubicBezTo>
                  <a:lnTo>
                    <a:pt x="75515" y="89437"/>
                  </a:lnTo>
                  <a:cubicBezTo>
                    <a:pt x="75549" y="89437"/>
                    <a:pt x="75583" y="89369"/>
                    <a:pt x="75583" y="89335"/>
                  </a:cubicBezTo>
                  <a:cubicBezTo>
                    <a:pt x="75549" y="89301"/>
                    <a:pt x="75515" y="89267"/>
                    <a:pt x="75481" y="89267"/>
                  </a:cubicBezTo>
                  <a:close/>
                  <a:moveTo>
                    <a:pt x="10920" y="89301"/>
                  </a:moveTo>
                  <a:cubicBezTo>
                    <a:pt x="10886" y="89301"/>
                    <a:pt x="10852" y="89335"/>
                    <a:pt x="10852" y="89369"/>
                  </a:cubicBezTo>
                  <a:cubicBezTo>
                    <a:pt x="10818" y="89437"/>
                    <a:pt x="10852" y="89471"/>
                    <a:pt x="10920" y="89471"/>
                  </a:cubicBezTo>
                  <a:lnTo>
                    <a:pt x="11023" y="89471"/>
                  </a:lnTo>
                  <a:cubicBezTo>
                    <a:pt x="11023" y="89471"/>
                    <a:pt x="11023" y="89505"/>
                    <a:pt x="11023" y="89505"/>
                  </a:cubicBezTo>
                  <a:cubicBezTo>
                    <a:pt x="11091" y="89505"/>
                    <a:pt x="11125" y="89471"/>
                    <a:pt x="11125" y="89403"/>
                  </a:cubicBezTo>
                  <a:cubicBezTo>
                    <a:pt x="11125" y="89369"/>
                    <a:pt x="11091" y="89335"/>
                    <a:pt x="11057" y="89301"/>
                  </a:cubicBezTo>
                  <a:close/>
                  <a:moveTo>
                    <a:pt x="11500" y="89369"/>
                  </a:moveTo>
                  <a:cubicBezTo>
                    <a:pt x="11466" y="89369"/>
                    <a:pt x="11398" y="89403"/>
                    <a:pt x="11398" y="89437"/>
                  </a:cubicBezTo>
                  <a:cubicBezTo>
                    <a:pt x="11398" y="89505"/>
                    <a:pt x="11432" y="89540"/>
                    <a:pt x="11466" y="89540"/>
                  </a:cubicBezTo>
                  <a:lnTo>
                    <a:pt x="11603" y="89574"/>
                  </a:lnTo>
                  <a:cubicBezTo>
                    <a:pt x="11637" y="89574"/>
                    <a:pt x="11671" y="89540"/>
                    <a:pt x="11705" y="89471"/>
                  </a:cubicBezTo>
                  <a:cubicBezTo>
                    <a:pt x="11705" y="89437"/>
                    <a:pt x="11671" y="89403"/>
                    <a:pt x="11603" y="89403"/>
                  </a:cubicBezTo>
                  <a:lnTo>
                    <a:pt x="11500" y="89369"/>
                  </a:lnTo>
                  <a:close/>
                  <a:moveTo>
                    <a:pt x="74901" y="89369"/>
                  </a:moveTo>
                  <a:lnTo>
                    <a:pt x="74798" y="89403"/>
                  </a:lnTo>
                  <a:cubicBezTo>
                    <a:pt x="74764" y="89403"/>
                    <a:pt x="74730" y="89471"/>
                    <a:pt x="74730" y="89505"/>
                  </a:cubicBezTo>
                  <a:cubicBezTo>
                    <a:pt x="74730" y="89540"/>
                    <a:pt x="74764" y="89574"/>
                    <a:pt x="74798" y="89574"/>
                  </a:cubicBezTo>
                  <a:lnTo>
                    <a:pt x="74833" y="89574"/>
                  </a:lnTo>
                  <a:lnTo>
                    <a:pt x="74935" y="89540"/>
                  </a:lnTo>
                  <a:cubicBezTo>
                    <a:pt x="75003" y="89540"/>
                    <a:pt x="75003" y="89505"/>
                    <a:pt x="75003" y="89437"/>
                  </a:cubicBezTo>
                  <a:cubicBezTo>
                    <a:pt x="75003" y="89403"/>
                    <a:pt x="74969" y="89369"/>
                    <a:pt x="74901" y="89369"/>
                  </a:cubicBezTo>
                  <a:close/>
                  <a:moveTo>
                    <a:pt x="12080" y="89437"/>
                  </a:moveTo>
                  <a:cubicBezTo>
                    <a:pt x="12012" y="89437"/>
                    <a:pt x="11978" y="89471"/>
                    <a:pt x="11978" y="89505"/>
                  </a:cubicBezTo>
                  <a:cubicBezTo>
                    <a:pt x="11978" y="89574"/>
                    <a:pt x="12012" y="89608"/>
                    <a:pt x="12046" y="89608"/>
                  </a:cubicBezTo>
                  <a:lnTo>
                    <a:pt x="12149" y="89642"/>
                  </a:lnTo>
                  <a:lnTo>
                    <a:pt x="12183" y="89642"/>
                  </a:lnTo>
                  <a:cubicBezTo>
                    <a:pt x="12217" y="89642"/>
                    <a:pt x="12251" y="89608"/>
                    <a:pt x="12251" y="89540"/>
                  </a:cubicBezTo>
                  <a:cubicBezTo>
                    <a:pt x="12251" y="89505"/>
                    <a:pt x="12217" y="89471"/>
                    <a:pt x="12183" y="89471"/>
                  </a:cubicBezTo>
                  <a:lnTo>
                    <a:pt x="12080" y="89437"/>
                  </a:lnTo>
                  <a:close/>
                  <a:moveTo>
                    <a:pt x="74382" y="89492"/>
                  </a:moveTo>
                  <a:cubicBezTo>
                    <a:pt x="74373" y="89492"/>
                    <a:pt x="74364" y="89496"/>
                    <a:pt x="74355" y="89505"/>
                  </a:cubicBezTo>
                  <a:lnTo>
                    <a:pt x="74218" y="89505"/>
                  </a:lnTo>
                  <a:cubicBezTo>
                    <a:pt x="74184" y="89540"/>
                    <a:pt x="74150" y="89574"/>
                    <a:pt x="74150" y="89608"/>
                  </a:cubicBezTo>
                  <a:cubicBezTo>
                    <a:pt x="74184" y="89642"/>
                    <a:pt x="74218" y="89676"/>
                    <a:pt x="74252" y="89676"/>
                  </a:cubicBezTo>
                  <a:lnTo>
                    <a:pt x="74389" y="89676"/>
                  </a:lnTo>
                  <a:cubicBezTo>
                    <a:pt x="74423" y="89642"/>
                    <a:pt x="74457" y="89608"/>
                    <a:pt x="74457" y="89574"/>
                  </a:cubicBezTo>
                  <a:cubicBezTo>
                    <a:pt x="74432" y="89524"/>
                    <a:pt x="74407" y="89492"/>
                    <a:pt x="74382" y="89492"/>
                  </a:cubicBezTo>
                  <a:close/>
                  <a:moveTo>
                    <a:pt x="12626" y="89505"/>
                  </a:moveTo>
                  <a:cubicBezTo>
                    <a:pt x="12592" y="89505"/>
                    <a:pt x="12558" y="89540"/>
                    <a:pt x="12558" y="89574"/>
                  </a:cubicBezTo>
                  <a:cubicBezTo>
                    <a:pt x="12524" y="89642"/>
                    <a:pt x="12558" y="89676"/>
                    <a:pt x="12626" y="89676"/>
                  </a:cubicBezTo>
                  <a:lnTo>
                    <a:pt x="12729" y="89710"/>
                  </a:lnTo>
                  <a:cubicBezTo>
                    <a:pt x="12797" y="89710"/>
                    <a:pt x="12831" y="89676"/>
                    <a:pt x="12831" y="89608"/>
                  </a:cubicBezTo>
                  <a:cubicBezTo>
                    <a:pt x="12831" y="89574"/>
                    <a:pt x="12797" y="89540"/>
                    <a:pt x="12763" y="89540"/>
                  </a:cubicBezTo>
                  <a:lnTo>
                    <a:pt x="12626" y="89505"/>
                  </a:lnTo>
                  <a:close/>
                  <a:moveTo>
                    <a:pt x="13206" y="89574"/>
                  </a:moveTo>
                  <a:cubicBezTo>
                    <a:pt x="13172" y="89574"/>
                    <a:pt x="13104" y="89608"/>
                    <a:pt x="13104" y="89642"/>
                  </a:cubicBezTo>
                  <a:cubicBezTo>
                    <a:pt x="13104" y="89710"/>
                    <a:pt x="13138" y="89744"/>
                    <a:pt x="13172" y="89744"/>
                  </a:cubicBezTo>
                  <a:lnTo>
                    <a:pt x="13309" y="89778"/>
                  </a:lnTo>
                  <a:cubicBezTo>
                    <a:pt x="13343" y="89778"/>
                    <a:pt x="13377" y="89744"/>
                    <a:pt x="13411" y="89676"/>
                  </a:cubicBezTo>
                  <a:cubicBezTo>
                    <a:pt x="13411" y="89642"/>
                    <a:pt x="13377" y="89608"/>
                    <a:pt x="13309" y="89608"/>
                  </a:cubicBezTo>
                  <a:lnTo>
                    <a:pt x="13206" y="89574"/>
                  </a:lnTo>
                  <a:close/>
                  <a:moveTo>
                    <a:pt x="73775" y="89608"/>
                  </a:moveTo>
                  <a:lnTo>
                    <a:pt x="73672" y="89642"/>
                  </a:lnTo>
                  <a:cubicBezTo>
                    <a:pt x="73638" y="89642"/>
                    <a:pt x="73604" y="89676"/>
                    <a:pt x="73604" y="89744"/>
                  </a:cubicBezTo>
                  <a:cubicBezTo>
                    <a:pt x="73604" y="89778"/>
                    <a:pt x="73638" y="89813"/>
                    <a:pt x="73672" y="89813"/>
                  </a:cubicBezTo>
                  <a:lnTo>
                    <a:pt x="73707" y="89813"/>
                  </a:lnTo>
                  <a:lnTo>
                    <a:pt x="73809" y="89778"/>
                  </a:lnTo>
                  <a:cubicBezTo>
                    <a:pt x="73877" y="89778"/>
                    <a:pt x="73911" y="89710"/>
                    <a:pt x="73877" y="89676"/>
                  </a:cubicBezTo>
                  <a:cubicBezTo>
                    <a:pt x="73877" y="89642"/>
                    <a:pt x="73843" y="89608"/>
                    <a:pt x="73775" y="89608"/>
                  </a:cubicBezTo>
                  <a:close/>
                  <a:moveTo>
                    <a:pt x="13786" y="89642"/>
                  </a:moveTo>
                  <a:cubicBezTo>
                    <a:pt x="13718" y="89642"/>
                    <a:pt x="13684" y="89676"/>
                    <a:pt x="13684" y="89710"/>
                  </a:cubicBezTo>
                  <a:cubicBezTo>
                    <a:pt x="13684" y="89778"/>
                    <a:pt x="13718" y="89813"/>
                    <a:pt x="13752" y="89813"/>
                  </a:cubicBezTo>
                  <a:lnTo>
                    <a:pt x="13855" y="89847"/>
                  </a:lnTo>
                  <a:lnTo>
                    <a:pt x="13889" y="89847"/>
                  </a:lnTo>
                  <a:cubicBezTo>
                    <a:pt x="13923" y="89847"/>
                    <a:pt x="13957" y="89813"/>
                    <a:pt x="13957" y="89744"/>
                  </a:cubicBezTo>
                  <a:cubicBezTo>
                    <a:pt x="13957" y="89710"/>
                    <a:pt x="13923" y="89676"/>
                    <a:pt x="13889" y="89676"/>
                  </a:cubicBezTo>
                  <a:lnTo>
                    <a:pt x="13786" y="89642"/>
                  </a:lnTo>
                  <a:close/>
                  <a:moveTo>
                    <a:pt x="73229" y="89710"/>
                  </a:moveTo>
                  <a:lnTo>
                    <a:pt x="73126" y="89744"/>
                  </a:lnTo>
                  <a:cubicBezTo>
                    <a:pt x="73058" y="89744"/>
                    <a:pt x="73024" y="89813"/>
                    <a:pt x="73058" y="89847"/>
                  </a:cubicBezTo>
                  <a:cubicBezTo>
                    <a:pt x="73058" y="89881"/>
                    <a:pt x="73092" y="89915"/>
                    <a:pt x="73126" y="89915"/>
                  </a:cubicBezTo>
                  <a:lnTo>
                    <a:pt x="73161" y="89915"/>
                  </a:lnTo>
                  <a:lnTo>
                    <a:pt x="73263" y="89881"/>
                  </a:lnTo>
                  <a:cubicBezTo>
                    <a:pt x="73297" y="89881"/>
                    <a:pt x="73331" y="89847"/>
                    <a:pt x="73331" y="89778"/>
                  </a:cubicBezTo>
                  <a:cubicBezTo>
                    <a:pt x="73331" y="89744"/>
                    <a:pt x="73263" y="89710"/>
                    <a:pt x="73229" y="89710"/>
                  </a:cubicBezTo>
                  <a:close/>
                  <a:moveTo>
                    <a:pt x="72696" y="89833"/>
                  </a:moveTo>
                  <a:cubicBezTo>
                    <a:pt x="72683" y="89833"/>
                    <a:pt x="72667" y="89838"/>
                    <a:pt x="72649" y="89847"/>
                  </a:cubicBezTo>
                  <a:lnTo>
                    <a:pt x="72546" y="89847"/>
                  </a:lnTo>
                  <a:cubicBezTo>
                    <a:pt x="72512" y="89881"/>
                    <a:pt x="72478" y="89915"/>
                    <a:pt x="72478" y="89949"/>
                  </a:cubicBezTo>
                  <a:cubicBezTo>
                    <a:pt x="72478" y="89983"/>
                    <a:pt x="72512" y="90017"/>
                    <a:pt x="72580" y="90017"/>
                  </a:cubicBezTo>
                  <a:lnTo>
                    <a:pt x="72683" y="90017"/>
                  </a:lnTo>
                  <a:cubicBezTo>
                    <a:pt x="72751" y="89983"/>
                    <a:pt x="72785" y="89949"/>
                    <a:pt x="72751" y="89915"/>
                  </a:cubicBezTo>
                  <a:cubicBezTo>
                    <a:pt x="72751" y="89865"/>
                    <a:pt x="72733" y="89833"/>
                    <a:pt x="72696" y="89833"/>
                  </a:cubicBezTo>
                  <a:close/>
                  <a:moveTo>
                    <a:pt x="72103" y="89949"/>
                  </a:moveTo>
                  <a:lnTo>
                    <a:pt x="72000" y="89983"/>
                  </a:lnTo>
                  <a:cubicBezTo>
                    <a:pt x="71932" y="89983"/>
                    <a:pt x="71898" y="90017"/>
                    <a:pt x="71932" y="90086"/>
                  </a:cubicBezTo>
                  <a:cubicBezTo>
                    <a:pt x="71932" y="90120"/>
                    <a:pt x="71966" y="90154"/>
                    <a:pt x="72000" y="90154"/>
                  </a:cubicBezTo>
                  <a:lnTo>
                    <a:pt x="72034" y="90154"/>
                  </a:lnTo>
                  <a:lnTo>
                    <a:pt x="72137" y="90120"/>
                  </a:lnTo>
                  <a:cubicBezTo>
                    <a:pt x="72171" y="90120"/>
                    <a:pt x="72205" y="90051"/>
                    <a:pt x="72205" y="90017"/>
                  </a:cubicBezTo>
                  <a:cubicBezTo>
                    <a:pt x="72205" y="89983"/>
                    <a:pt x="72137" y="89949"/>
                    <a:pt x="72103" y="89949"/>
                  </a:cubicBezTo>
                  <a:close/>
                  <a:moveTo>
                    <a:pt x="71557" y="90051"/>
                  </a:moveTo>
                  <a:lnTo>
                    <a:pt x="71420" y="90086"/>
                  </a:lnTo>
                  <a:cubicBezTo>
                    <a:pt x="71386" y="90086"/>
                    <a:pt x="71352" y="90154"/>
                    <a:pt x="71352" y="90188"/>
                  </a:cubicBezTo>
                  <a:cubicBezTo>
                    <a:pt x="71352" y="90222"/>
                    <a:pt x="71420" y="90256"/>
                    <a:pt x="71454" y="90256"/>
                  </a:cubicBezTo>
                  <a:lnTo>
                    <a:pt x="71591" y="90222"/>
                  </a:lnTo>
                  <a:cubicBezTo>
                    <a:pt x="71625" y="90222"/>
                    <a:pt x="71659" y="90188"/>
                    <a:pt x="71625" y="90120"/>
                  </a:cubicBezTo>
                  <a:cubicBezTo>
                    <a:pt x="71625" y="90086"/>
                    <a:pt x="71591" y="90051"/>
                    <a:pt x="71557" y="90051"/>
                  </a:cubicBezTo>
                  <a:close/>
                  <a:moveTo>
                    <a:pt x="71009" y="90175"/>
                  </a:moveTo>
                  <a:cubicBezTo>
                    <a:pt x="70997" y="90175"/>
                    <a:pt x="70986" y="90179"/>
                    <a:pt x="70977" y="90188"/>
                  </a:cubicBezTo>
                  <a:lnTo>
                    <a:pt x="70874" y="90188"/>
                  </a:lnTo>
                  <a:cubicBezTo>
                    <a:pt x="70806" y="90222"/>
                    <a:pt x="70806" y="90256"/>
                    <a:pt x="70806" y="90290"/>
                  </a:cubicBezTo>
                  <a:cubicBezTo>
                    <a:pt x="70806" y="90324"/>
                    <a:pt x="70840" y="90359"/>
                    <a:pt x="70874" y="90359"/>
                  </a:cubicBezTo>
                  <a:lnTo>
                    <a:pt x="71011" y="90359"/>
                  </a:lnTo>
                  <a:cubicBezTo>
                    <a:pt x="71045" y="90324"/>
                    <a:pt x="71079" y="90290"/>
                    <a:pt x="71079" y="90256"/>
                  </a:cubicBezTo>
                  <a:cubicBezTo>
                    <a:pt x="71079" y="90206"/>
                    <a:pt x="71042" y="90175"/>
                    <a:pt x="71009" y="90175"/>
                  </a:cubicBezTo>
                  <a:close/>
                  <a:moveTo>
                    <a:pt x="70431" y="90290"/>
                  </a:moveTo>
                  <a:lnTo>
                    <a:pt x="70294" y="90324"/>
                  </a:lnTo>
                  <a:cubicBezTo>
                    <a:pt x="70260" y="90324"/>
                    <a:pt x="70226" y="90359"/>
                    <a:pt x="70226" y="90427"/>
                  </a:cubicBezTo>
                  <a:cubicBezTo>
                    <a:pt x="70260" y="90461"/>
                    <a:pt x="70294" y="90495"/>
                    <a:pt x="70328" y="90495"/>
                  </a:cubicBezTo>
                  <a:lnTo>
                    <a:pt x="70465" y="90461"/>
                  </a:lnTo>
                  <a:cubicBezTo>
                    <a:pt x="70499" y="90461"/>
                    <a:pt x="70533" y="90393"/>
                    <a:pt x="70533" y="90359"/>
                  </a:cubicBezTo>
                  <a:cubicBezTo>
                    <a:pt x="70499" y="90324"/>
                    <a:pt x="70465" y="90290"/>
                    <a:pt x="70431" y="90290"/>
                  </a:cubicBezTo>
                  <a:close/>
                  <a:moveTo>
                    <a:pt x="69851" y="90393"/>
                  </a:moveTo>
                  <a:lnTo>
                    <a:pt x="69748" y="90427"/>
                  </a:lnTo>
                  <a:cubicBezTo>
                    <a:pt x="69714" y="90427"/>
                    <a:pt x="69680" y="90495"/>
                    <a:pt x="69680" y="90529"/>
                  </a:cubicBezTo>
                  <a:cubicBezTo>
                    <a:pt x="69680" y="90563"/>
                    <a:pt x="69714" y="90597"/>
                    <a:pt x="69748" y="90597"/>
                  </a:cubicBezTo>
                  <a:lnTo>
                    <a:pt x="69782" y="90597"/>
                  </a:lnTo>
                  <a:lnTo>
                    <a:pt x="69885" y="90563"/>
                  </a:lnTo>
                  <a:cubicBezTo>
                    <a:pt x="69953" y="90563"/>
                    <a:pt x="69953" y="90529"/>
                    <a:pt x="69953" y="90461"/>
                  </a:cubicBezTo>
                  <a:cubicBezTo>
                    <a:pt x="69953" y="90427"/>
                    <a:pt x="69885" y="90393"/>
                    <a:pt x="69851" y="90393"/>
                  </a:cubicBezTo>
                  <a:close/>
                  <a:moveTo>
                    <a:pt x="69332" y="90516"/>
                  </a:moveTo>
                  <a:cubicBezTo>
                    <a:pt x="69323" y="90516"/>
                    <a:pt x="69314" y="90520"/>
                    <a:pt x="69305" y="90529"/>
                  </a:cubicBezTo>
                  <a:lnTo>
                    <a:pt x="69168" y="90529"/>
                  </a:lnTo>
                  <a:cubicBezTo>
                    <a:pt x="69134" y="90563"/>
                    <a:pt x="69100" y="90597"/>
                    <a:pt x="69100" y="90632"/>
                  </a:cubicBezTo>
                  <a:cubicBezTo>
                    <a:pt x="69134" y="90666"/>
                    <a:pt x="69168" y="90700"/>
                    <a:pt x="69202" y="90700"/>
                  </a:cubicBezTo>
                  <a:lnTo>
                    <a:pt x="69339" y="90700"/>
                  </a:lnTo>
                  <a:cubicBezTo>
                    <a:pt x="69373" y="90666"/>
                    <a:pt x="69407" y="90632"/>
                    <a:pt x="69407" y="90597"/>
                  </a:cubicBezTo>
                  <a:cubicBezTo>
                    <a:pt x="69382" y="90547"/>
                    <a:pt x="69357" y="90516"/>
                    <a:pt x="69332" y="90516"/>
                  </a:cubicBezTo>
                  <a:close/>
                  <a:moveTo>
                    <a:pt x="68725" y="90632"/>
                  </a:moveTo>
                  <a:lnTo>
                    <a:pt x="68622" y="90666"/>
                  </a:lnTo>
                  <a:cubicBezTo>
                    <a:pt x="68588" y="90666"/>
                    <a:pt x="68554" y="90700"/>
                    <a:pt x="68554" y="90768"/>
                  </a:cubicBezTo>
                  <a:cubicBezTo>
                    <a:pt x="68554" y="90802"/>
                    <a:pt x="68588" y="90836"/>
                    <a:pt x="68622" y="90836"/>
                  </a:cubicBezTo>
                  <a:lnTo>
                    <a:pt x="68656" y="90836"/>
                  </a:lnTo>
                  <a:lnTo>
                    <a:pt x="68759" y="90802"/>
                  </a:lnTo>
                  <a:cubicBezTo>
                    <a:pt x="68827" y="90802"/>
                    <a:pt x="68861" y="90734"/>
                    <a:pt x="68827" y="90700"/>
                  </a:cubicBezTo>
                  <a:cubicBezTo>
                    <a:pt x="68827" y="90666"/>
                    <a:pt x="68793" y="90632"/>
                    <a:pt x="68725" y="90632"/>
                  </a:cubicBezTo>
                  <a:close/>
                  <a:moveTo>
                    <a:pt x="68179" y="90734"/>
                  </a:moveTo>
                  <a:lnTo>
                    <a:pt x="68076" y="90768"/>
                  </a:lnTo>
                  <a:cubicBezTo>
                    <a:pt x="68008" y="90768"/>
                    <a:pt x="67974" y="90836"/>
                    <a:pt x="68008" y="90870"/>
                  </a:cubicBezTo>
                  <a:cubicBezTo>
                    <a:pt x="68008" y="90904"/>
                    <a:pt x="68042" y="90939"/>
                    <a:pt x="68076" y="90939"/>
                  </a:cubicBezTo>
                  <a:lnTo>
                    <a:pt x="68110" y="90939"/>
                  </a:lnTo>
                  <a:lnTo>
                    <a:pt x="68213" y="90904"/>
                  </a:lnTo>
                  <a:cubicBezTo>
                    <a:pt x="68247" y="90904"/>
                    <a:pt x="68281" y="90870"/>
                    <a:pt x="68281" y="90802"/>
                  </a:cubicBezTo>
                  <a:cubicBezTo>
                    <a:pt x="68281" y="90768"/>
                    <a:pt x="68213" y="90734"/>
                    <a:pt x="68179" y="90734"/>
                  </a:cubicBezTo>
                  <a:close/>
                  <a:moveTo>
                    <a:pt x="67646" y="90857"/>
                  </a:moveTo>
                  <a:cubicBezTo>
                    <a:pt x="67633" y="90857"/>
                    <a:pt x="67617" y="90861"/>
                    <a:pt x="67598" y="90870"/>
                  </a:cubicBezTo>
                  <a:lnTo>
                    <a:pt x="67496" y="90870"/>
                  </a:lnTo>
                  <a:cubicBezTo>
                    <a:pt x="67462" y="90904"/>
                    <a:pt x="67428" y="90939"/>
                    <a:pt x="67428" y="90973"/>
                  </a:cubicBezTo>
                  <a:cubicBezTo>
                    <a:pt x="67428" y="91007"/>
                    <a:pt x="67462" y="91041"/>
                    <a:pt x="67530" y="91041"/>
                  </a:cubicBezTo>
                  <a:lnTo>
                    <a:pt x="67633" y="91041"/>
                  </a:lnTo>
                  <a:cubicBezTo>
                    <a:pt x="67701" y="91007"/>
                    <a:pt x="67735" y="90973"/>
                    <a:pt x="67701" y="90939"/>
                  </a:cubicBezTo>
                  <a:cubicBezTo>
                    <a:pt x="67701" y="90889"/>
                    <a:pt x="67683" y="90857"/>
                    <a:pt x="67646" y="90857"/>
                  </a:cubicBezTo>
                  <a:close/>
                  <a:moveTo>
                    <a:pt x="67053" y="90973"/>
                  </a:moveTo>
                  <a:lnTo>
                    <a:pt x="66950" y="91007"/>
                  </a:lnTo>
                  <a:cubicBezTo>
                    <a:pt x="66882" y="91007"/>
                    <a:pt x="66848" y="91041"/>
                    <a:pt x="66882" y="91109"/>
                  </a:cubicBezTo>
                  <a:cubicBezTo>
                    <a:pt x="66882" y="91143"/>
                    <a:pt x="66916" y="91177"/>
                    <a:pt x="66950" y="91177"/>
                  </a:cubicBezTo>
                  <a:lnTo>
                    <a:pt x="66984" y="91177"/>
                  </a:lnTo>
                  <a:lnTo>
                    <a:pt x="67087" y="91143"/>
                  </a:lnTo>
                  <a:cubicBezTo>
                    <a:pt x="67121" y="91143"/>
                    <a:pt x="67155" y="91075"/>
                    <a:pt x="67155" y="91041"/>
                  </a:cubicBezTo>
                  <a:cubicBezTo>
                    <a:pt x="67155" y="91007"/>
                    <a:pt x="67087" y="90973"/>
                    <a:pt x="67053" y="90973"/>
                  </a:cubicBezTo>
                  <a:close/>
                  <a:moveTo>
                    <a:pt x="66472" y="91075"/>
                  </a:moveTo>
                  <a:lnTo>
                    <a:pt x="66370" y="91109"/>
                  </a:lnTo>
                  <a:cubicBezTo>
                    <a:pt x="66336" y="91109"/>
                    <a:pt x="66302" y="91177"/>
                    <a:pt x="66302" y="91212"/>
                  </a:cubicBezTo>
                  <a:cubicBezTo>
                    <a:pt x="66302" y="91246"/>
                    <a:pt x="66370" y="91280"/>
                    <a:pt x="66404" y="91280"/>
                  </a:cubicBezTo>
                  <a:lnTo>
                    <a:pt x="66541" y="91246"/>
                  </a:lnTo>
                  <a:cubicBezTo>
                    <a:pt x="66575" y="91246"/>
                    <a:pt x="66609" y="91212"/>
                    <a:pt x="66575" y="91143"/>
                  </a:cubicBezTo>
                  <a:cubicBezTo>
                    <a:pt x="66575" y="91109"/>
                    <a:pt x="66541" y="91075"/>
                    <a:pt x="66472" y="91075"/>
                  </a:cubicBezTo>
                  <a:close/>
                  <a:moveTo>
                    <a:pt x="65959" y="91198"/>
                  </a:moveTo>
                  <a:cubicBezTo>
                    <a:pt x="65947" y="91198"/>
                    <a:pt x="65936" y="91202"/>
                    <a:pt x="65926" y="91212"/>
                  </a:cubicBezTo>
                  <a:lnTo>
                    <a:pt x="65824" y="91212"/>
                  </a:lnTo>
                  <a:cubicBezTo>
                    <a:pt x="65756" y="91246"/>
                    <a:pt x="65756" y="91280"/>
                    <a:pt x="65756" y="91314"/>
                  </a:cubicBezTo>
                  <a:cubicBezTo>
                    <a:pt x="65756" y="91348"/>
                    <a:pt x="65790" y="91382"/>
                    <a:pt x="65824" y="91382"/>
                  </a:cubicBezTo>
                  <a:lnTo>
                    <a:pt x="65858" y="91382"/>
                  </a:lnTo>
                  <a:lnTo>
                    <a:pt x="65961" y="91348"/>
                  </a:lnTo>
                  <a:cubicBezTo>
                    <a:pt x="65995" y="91348"/>
                    <a:pt x="66029" y="91314"/>
                    <a:pt x="66029" y="91280"/>
                  </a:cubicBezTo>
                  <a:cubicBezTo>
                    <a:pt x="66029" y="91230"/>
                    <a:pt x="65992" y="91198"/>
                    <a:pt x="65959" y="91198"/>
                  </a:cubicBezTo>
                  <a:close/>
                  <a:moveTo>
                    <a:pt x="65380" y="91314"/>
                  </a:moveTo>
                  <a:lnTo>
                    <a:pt x="65244" y="91348"/>
                  </a:lnTo>
                  <a:cubicBezTo>
                    <a:pt x="65210" y="91348"/>
                    <a:pt x="65176" y="91382"/>
                    <a:pt x="65176" y="91450"/>
                  </a:cubicBezTo>
                  <a:cubicBezTo>
                    <a:pt x="65210" y="91485"/>
                    <a:pt x="65244" y="91519"/>
                    <a:pt x="65278" y="91519"/>
                  </a:cubicBezTo>
                  <a:cubicBezTo>
                    <a:pt x="65278" y="91519"/>
                    <a:pt x="65278" y="91519"/>
                    <a:pt x="65278" y="91485"/>
                  </a:cubicBezTo>
                  <a:lnTo>
                    <a:pt x="65415" y="91485"/>
                  </a:lnTo>
                  <a:cubicBezTo>
                    <a:pt x="65449" y="91485"/>
                    <a:pt x="65483" y="91416"/>
                    <a:pt x="65483" y="91382"/>
                  </a:cubicBezTo>
                  <a:cubicBezTo>
                    <a:pt x="65449" y="91348"/>
                    <a:pt x="65415" y="91314"/>
                    <a:pt x="65380" y="91314"/>
                  </a:cubicBezTo>
                  <a:close/>
                  <a:moveTo>
                    <a:pt x="30166" y="91450"/>
                  </a:moveTo>
                  <a:cubicBezTo>
                    <a:pt x="30097" y="91450"/>
                    <a:pt x="30063" y="91485"/>
                    <a:pt x="30063" y="91519"/>
                  </a:cubicBezTo>
                  <a:cubicBezTo>
                    <a:pt x="30063" y="91553"/>
                    <a:pt x="30097" y="91621"/>
                    <a:pt x="30131" y="91621"/>
                  </a:cubicBezTo>
                  <a:lnTo>
                    <a:pt x="30268" y="91621"/>
                  </a:lnTo>
                  <a:cubicBezTo>
                    <a:pt x="30302" y="91621"/>
                    <a:pt x="30336" y="91587"/>
                    <a:pt x="30336" y="91553"/>
                  </a:cubicBezTo>
                  <a:cubicBezTo>
                    <a:pt x="30336" y="91519"/>
                    <a:pt x="30302" y="91450"/>
                    <a:pt x="30268" y="91450"/>
                  </a:cubicBezTo>
                  <a:close/>
                  <a:moveTo>
                    <a:pt x="64800" y="91416"/>
                  </a:moveTo>
                  <a:lnTo>
                    <a:pt x="64698" y="91450"/>
                  </a:lnTo>
                  <a:cubicBezTo>
                    <a:pt x="64664" y="91450"/>
                    <a:pt x="64630" y="91485"/>
                    <a:pt x="64630" y="91553"/>
                  </a:cubicBezTo>
                  <a:cubicBezTo>
                    <a:pt x="64630" y="91587"/>
                    <a:pt x="64664" y="91621"/>
                    <a:pt x="64698" y="91621"/>
                  </a:cubicBezTo>
                  <a:lnTo>
                    <a:pt x="64732" y="91621"/>
                  </a:lnTo>
                  <a:lnTo>
                    <a:pt x="64835" y="91587"/>
                  </a:lnTo>
                  <a:cubicBezTo>
                    <a:pt x="64903" y="91587"/>
                    <a:pt x="64903" y="91553"/>
                    <a:pt x="64903" y="91485"/>
                  </a:cubicBezTo>
                  <a:cubicBezTo>
                    <a:pt x="64903" y="91450"/>
                    <a:pt x="64869" y="91416"/>
                    <a:pt x="64800" y="91416"/>
                  </a:cubicBezTo>
                  <a:close/>
                  <a:moveTo>
                    <a:pt x="30684" y="91505"/>
                  </a:moveTo>
                  <a:cubicBezTo>
                    <a:pt x="30659" y="91505"/>
                    <a:pt x="30634" y="91537"/>
                    <a:pt x="30609" y="91587"/>
                  </a:cubicBezTo>
                  <a:cubicBezTo>
                    <a:pt x="30609" y="91621"/>
                    <a:pt x="30643" y="91655"/>
                    <a:pt x="30712" y="91689"/>
                  </a:cubicBezTo>
                  <a:lnTo>
                    <a:pt x="30814" y="91689"/>
                  </a:lnTo>
                  <a:cubicBezTo>
                    <a:pt x="30882" y="91689"/>
                    <a:pt x="30916" y="91655"/>
                    <a:pt x="30916" y="91621"/>
                  </a:cubicBezTo>
                  <a:cubicBezTo>
                    <a:pt x="30916" y="91553"/>
                    <a:pt x="30882" y="91519"/>
                    <a:pt x="30848" y="91519"/>
                  </a:cubicBezTo>
                  <a:lnTo>
                    <a:pt x="30712" y="91519"/>
                  </a:lnTo>
                  <a:cubicBezTo>
                    <a:pt x="30702" y="91510"/>
                    <a:pt x="30693" y="91505"/>
                    <a:pt x="30684" y="91505"/>
                  </a:cubicBezTo>
                  <a:close/>
                  <a:moveTo>
                    <a:pt x="64282" y="91539"/>
                  </a:moveTo>
                  <a:cubicBezTo>
                    <a:pt x="64273" y="91539"/>
                    <a:pt x="64264" y="91544"/>
                    <a:pt x="64254" y="91553"/>
                  </a:cubicBezTo>
                  <a:lnTo>
                    <a:pt x="64118" y="91553"/>
                  </a:lnTo>
                  <a:cubicBezTo>
                    <a:pt x="64084" y="91553"/>
                    <a:pt x="64050" y="91621"/>
                    <a:pt x="64050" y="91655"/>
                  </a:cubicBezTo>
                  <a:cubicBezTo>
                    <a:pt x="64084" y="91689"/>
                    <a:pt x="64118" y="91723"/>
                    <a:pt x="64152" y="91723"/>
                  </a:cubicBezTo>
                  <a:lnTo>
                    <a:pt x="64289" y="91689"/>
                  </a:lnTo>
                  <a:cubicBezTo>
                    <a:pt x="64323" y="91689"/>
                    <a:pt x="64357" y="91655"/>
                    <a:pt x="64357" y="91621"/>
                  </a:cubicBezTo>
                  <a:cubicBezTo>
                    <a:pt x="64332" y="91571"/>
                    <a:pt x="64307" y="91539"/>
                    <a:pt x="64282" y="91539"/>
                  </a:cubicBezTo>
                  <a:close/>
                  <a:moveTo>
                    <a:pt x="31292" y="91553"/>
                  </a:moveTo>
                  <a:cubicBezTo>
                    <a:pt x="31223" y="91553"/>
                    <a:pt x="31189" y="91587"/>
                    <a:pt x="31189" y="91621"/>
                  </a:cubicBezTo>
                  <a:cubicBezTo>
                    <a:pt x="31189" y="91689"/>
                    <a:pt x="31223" y="91723"/>
                    <a:pt x="31257" y="91723"/>
                  </a:cubicBezTo>
                  <a:lnTo>
                    <a:pt x="31394" y="91758"/>
                  </a:lnTo>
                  <a:cubicBezTo>
                    <a:pt x="31428" y="91758"/>
                    <a:pt x="31462" y="91723"/>
                    <a:pt x="31462" y="91655"/>
                  </a:cubicBezTo>
                  <a:cubicBezTo>
                    <a:pt x="31496" y="91621"/>
                    <a:pt x="31462" y="91587"/>
                    <a:pt x="31394" y="91587"/>
                  </a:cubicBezTo>
                  <a:lnTo>
                    <a:pt x="31292" y="91553"/>
                  </a:lnTo>
                  <a:close/>
                  <a:moveTo>
                    <a:pt x="31872" y="91621"/>
                  </a:moveTo>
                  <a:cubicBezTo>
                    <a:pt x="31803" y="91621"/>
                    <a:pt x="31769" y="91655"/>
                    <a:pt x="31769" y="91689"/>
                  </a:cubicBezTo>
                  <a:cubicBezTo>
                    <a:pt x="31769" y="91758"/>
                    <a:pt x="31803" y="91792"/>
                    <a:pt x="31838" y="91792"/>
                  </a:cubicBezTo>
                  <a:lnTo>
                    <a:pt x="31974" y="91792"/>
                  </a:lnTo>
                  <a:cubicBezTo>
                    <a:pt x="32008" y="91792"/>
                    <a:pt x="32042" y="91758"/>
                    <a:pt x="32042" y="91723"/>
                  </a:cubicBezTo>
                  <a:cubicBezTo>
                    <a:pt x="32042" y="91689"/>
                    <a:pt x="32008" y="91621"/>
                    <a:pt x="31974" y="91621"/>
                  </a:cubicBezTo>
                  <a:close/>
                  <a:moveTo>
                    <a:pt x="32418" y="91689"/>
                  </a:moveTo>
                  <a:cubicBezTo>
                    <a:pt x="32384" y="91689"/>
                    <a:pt x="32349" y="91689"/>
                    <a:pt x="32349" y="91758"/>
                  </a:cubicBezTo>
                  <a:cubicBezTo>
                    <a:pt x="32315" y="91792"/>
                    <a:pt x="32349" y="91826"/>
                    <a:pt x="32418" y="91860"/>
                  </a:cubicBezTo>
                  <a:lnTo>
                    <a:pt x="32520" y="91860"/>
                  </a:lnTo>
                  <a:cubicBezTo>
                    <a:pt x="32588" y="91860"/>
                    <a:pt x="32622" y="91826"/>
                    <a:pt x="32622" y="91792"/>
                  </a:cubicBezTo>
                  <a:cubicBezTo>
                    <a:pt x="32622" y="91723"/>
                    <a:pt x="32588" y="91689"/>
                    <a:pt x="32554" y="91689"/>
                  </a:cubicBezTo>
                  <a:close/>
                  <a:moveTo>
                    <a:pt x="63674" y="91655"/>
                  </a:moveTo>
                  <a:lnTo>
                    <a:pt x="63572" y="91689"/>
                  </a:lnTo>
                  <a:cubicBezTo>
                    <a:pt x="63538" y="91689"/>
                    <a:pt x="63504" y="91723"/>
                    <a:pt x="63504" y="91792"/>
                  </a:cubicBezTo>
                  <a:cubicBezTo>
                    <a:pt x="63504" y="91826"/>
                    <a:pt x="63538" y="91860"/>
                    <a:pt x="63606" y="91860"/>
                  </a:cubicBezTo>
                  <a:cubicBezTo>
                    <a:pt x="63606" y="91860"/>
                    <a:pt x="63606" y="91860"/>
                    <a:pt x="63606" y="91826"/>
                  </a:cubicBezTo>
                  <a:lnTo>
                    <a:pt x="63708" y="91826"/>
                  </a:lnTo>
                  <a:cubicBezTo>
                    <a:pt x="63777" y="91826"/>
                    <a:pt x="63811" y="91758"/>
                    <a:pt x="63777" y="91723"/>
                  </a:cubicBezTo>
                  <a:cubicBezTo>
                    <a:pt x="63777" y="91655"/>
                    <a:pt x="63743" y="91655"/>
                    <a:pt x="63674" y="91655"/>
                  </a:cubicBezTo>
                  <a:close/>
                  <a:moveTo>
                    <a:pt x="32998" y="91723"/>
                  </a:moveTo>
                  <a:cubicBezTo>
                    <a:pt x="32964" y="91723"/>
                    <a:pt x="32895" y="91758"/>
                    <a:pt x="32895" y="91826"/>
                  </a:cubicBezTo>
                  <a:cubicBezTo>
                    <a:pt x="32895" y="91860"/>
                    <a:pt x="32930" y="91894"/>
                    <a:pt x="32964" y="91894"/>
                  </a:cubicBezTo>
                  <a:lnTo>
                    <a:pt x="33100" y="91928"/>
                  </a:lnTo>
                  <a:cubicBezTo>
                    <a:pt x="33134" y="91928"/>
                    <a:pt x="33168" y="91894"/>
                    <a:pt x="33202" y="91826"/>
                  </a:cubicBezTo>
                  <a:cubicBezTo>
                    <a:pt x="33202" y="91792"/>
                    <a:pt x="33168" y="91758"/>
                    <a:pt x="33100" y="91758"/>
                  </a:cubicBezTo>
                  <a:lnTo>
                    <a:pt x="32998" y="91723"/>
                  </a:lnTo>
                  <a:close/>
                  <a:moveTo>
                    <a:pt x="33578" y="91792"/>
                  </a:moveTo>
                  <a:cubicBezTo>
                    <a:pt x="33510" y="91792"/>
                    <a:pt x="33475" y="91826"/>
                    <a:pt x="33475" y="91860"/>
                  </a:cubicBezTo>
                  <a:cubicBezTo>
                    <a:pt x="33475" y="91928"/>
                    <a:pt x="33510" y="91962"/>
                    <a:pt x="33544" y="91962"/>
                  </a:cubicBezTo>
                  <a:lnTo>
                    <a:pt x="33680" y="91962"/>
                  </a:lnTo>
                  <a:cubicBezTo>
                    <a:pt x="33714" y="91962"/>
                    <a:pt x="33748" y="91928"/>
                    <a:pt x="33748" y="91894"/>
                  </a:cubicBezTo>
                  <a:cubicBezTo>
                    <a:pt x="33748" y="91860"/>
                    <a:pt x="33714" y="91792"/>
                    <a:pt x="33680" y="91792"/>
                  </a:cubicBezTo>
                  <a:close/>
                  <a:moveTo>
                    <a:pt x="63128" y="91758"/>
                  </a:moveTo>
                  <a:lnTo>
                    <a:pt x="63026" y="91792"/>
                  </a:lnTo>
                  <a:cubicBezTo>
                    <a:pt x="62958" y="91792"/>
                    <a:pt x="62924" y="91826"/>
                    <a:pt x="62958" y="91894"/>
                  </a:cubicBezTo>
                  <a:cubicBezTo>
                    <a:pt x="62958" y="91928"/>
                    <a:pt x="62992" y="91962"/>
                    <a:pt x="63026" y="91962"/>
                  </a:cubicBezTo>
                  <a:lnTo>
                    <a:pt x="63060" y="91962"/>
                  </a:lnTo>
                  <a:lnTo>
                    <a:pt x="63162" y="91928"/>
                  </a:lnTo>
                  <a:cubicBezTo>
                    <a:pt x="63197" y="91928"/>
                    <a:pt x="63231" y="91894"/>
                    <a:pt x="63231" y="91826"/>
                  </a:cubicBezTo>
                  <a:cubicBezTo>
                    <a:pt x="63231" y="91792"/>
                    <a:pt x="63162" y="91758"/>
                    <a:pt x="63128" y="91758"/>
                  </a:cubicBezTo>
                  <a:close/>
                  <a:moveTo>
                    <a:pt x="34124" y="91860"/>
                  </a:moveTo>
                  <a:cubicBezTo>
                    <a:pt x="34090" y="91860"/>
                    <a:pt x="34056" y="91894"/>
                    <a:pt x="34056" y="91928"/>
                  </a:cubicBezTo>
                  <a:cubicBezTo>
                    <a:pt x="34021" y="91962"/>
                    <a:pt x="34056" y="92031"/>
                    <a:pt x="34124" y="92031"/>
                  </a:cubicBezTo>
                  <a:lnTo>
                    <a:pt x="34226" y="92031"/>
                  </a:lnTo>
                  <a:cubicBezTo>
                    <a:pt x="34294" y="92031"/>
                    <a:pt x="34329" y="91996"/>
                    <a:pt x="34329" y="91962"/>
                  </a:cubicBezTo>
                  <a:cubicBezTo>
                    <a:pt x="34329" y="91894"/>
                    <a:pt x="34294" y="91860"/>
                    <a:pt x="34260" y="91860"/>
                  </a:cubicBezTo>
                  <a:close/>
                  <a:moveTo>
                    <a:pt x="62596" y="91881"/>
                  </a:moveTo>
                  <a:cubicBezTo>
                    <a:pt x="62582" y="91881"/>
                    <a:pt x="62567" y="91885"/>
                    <a:pt x="62548" y="91894"/>
                  </a:cubicBezTo>
                  <a:lnTo>
                    <a:pt x="62446" y="91894"/>
                  </a:lnTo>
                  <a:cubicBezTo>
                    <a:pt x="62412" y="91894"/>
                    <a:pt x="62378" y="91962"/>
                    <a:pt x="62378" y="91996"/>
                  </a:cubicBezTo>
                  <a:cubicBezTo>
                    <a:pt x="62378" y="92031"/>
                    <a:pt x="62412" y="92065"/>
                    <a:pt x="62480" y="92065"/>
                  </a:cubicBezTo>
                  <a:lnTo>
                    <a:pt x="62582" y="92031"/>
                  </a:lnTo>
                  <a:cubicBezTo>
                    <a:pt x="62651" y="92031"/>
                    <a:pt x="62685" y="91996"/>
                    <a:pt x="62651" y="91962"/>
                  </a:cubicBezTo>
                  <a:cubicBezTo>
                    <a:pt x="62651" y="91912"/>
                    <a:pt x="62632" y="91881"/>
                    <a:pt x="62596" y="91881"/>
                  </a:cubicBezTo>
                  <a:close/>
                  <a:moveTo>
                    <a:pt x="34704" y="91894"/>
                  </a:moveTo>
                  <a:cubicBezTo>
                    <a:pt x="34670" y="91894"/>
                    <a:pt x="34602" y="91928"/>
                    <a:pt x="34602" y="91996"/>
                  </a:cubicBezTo>
                  <a:cubicBezTo>
                    <a:pt x="34602" y="92031"/>
                    <a:pt x="34636" y="92065"/>
                    <a:pt x="34704" y="92065"/>
                  </a:cubicBezTo>
                  <a:lnTo>
                    <a:pt x="34806" y="92099"/>
                  </a:lnTo>
                  <a:cubicBezTo>
                    <a:pt x="34840" y="92099"/>
                    <a:pt x="34909" y="92065"/>
                    <a:pt x="34909" y="91996"/>
                  </a:cubicBezTo>
                  <a:cubicBezTo>
                    <a:pt x="34909" y="91962"/>
                    <a:pt x="34875" y="91928"/>
                    <a:pt x="34806" y="91928"/>
                  </a:cubicBezTo>
                  <a:lnTo>
                    <a:pt x="34704" y="91894"/>
                  </a:lnTo>
                  <a:close/>
                  <a:moveTo>
                    <a:pt x="35284" y="91962"/>
                  </a:moveTo>
                  <a:cubicBezTo>
                    <a:pt x="35216" y="91962"/>
                    <a:pt x="35182" y="91996"/>
                    <a:pt x="35182" y="92031"/>
                  </a:cubicBezTo>
                  <a:cubicBezTo>
                    <a:pt x="35182" y="92099"/>
                    <a:pt x="35216" y="92133"/>
                    <a:pt x="35250" y="92133"/>
                  </a:cubicBezTo>
                  <a:lnTo>
                    <a:pt x="35386" y="92133"/>
                  </a:lnTo>
                  <a:cubicBezTo>
                    <a:pt x="35420" y="92133"/>
                    <a:pt x="35455" y="92099"/>
                    <a:pt x="35455" y="92065"/>
                  </a:cubicBezTo>
                  <a:cubicBezTo>
                    <a:pt x="35455" y="92031"/>
                    <a:pt x="35420" y="91996"/>
                    <a:pt x="35386" y="91962"/>
                  </a:cubicBezTo>
                  <a:close/>
                  <a:moveTo>
                    <a:pt x="35830" y="92031"/>
                  </a:moveTo>
                  <a:cubicBezTo>
                    <a:pt x="35796" y="92031"/>
                    <a:pt x="35762" y="92065"/>
                    <a:pt x="35762" y="92099"/>
                  </a:cubicBezTo>
                  <a:cubicBezTo>
                    <a:pt x="35762" y="92133"/>
                    <a:pt x="35796" y="92201"/>
                    <a:pt x="35830" y="92201"/>
                  </a:cubicBezTo>
                  <a:lnTo>
                    <a:pt x="35966" y="92201"/>
                  </a:lnTo>
                  <a:cubicBezTo>
                    <a:pt x="36001" y="92201"/>
                    <a:pt x="36035" y="92167"/>
                    <a:pt x="36035" y="92133"/>
                  </a:cubicBezTo>
                  <a:cubicBezTo>
                    <a:pt x="36035" y="92065"/>
                    <a:pt x="36001" y="92031"/>
                    <a:pt x="35966" y="92031"/>
                  </a:cubicBezTo>
                  <a:close/>
                  <a:moveTo>
                    <a:pt x="62002" y="91996"/>
                  </a:moveTo>
                  <a:lnTo>
                    <a:pt x="61900" y="92031"/>
                  </a:lnTo>
                  <a:cubicBezTo>
                    <a:pt x="61832" y="92031"/>
                    <a:pt x="61798" y="92065"/>
                    <a:pt x="61832" y="92099"/>
                  </a:cubicBezTo>
                  <a:cubicBezTo>
                    <a:pt x="61832" y="92167"/>
                    <a:pt x="61866" y="92201"/>
                    <a:pt x="61900" y="92201"/>
                  </a:cubicBezTo>
                  <a:cubicBezTo>
                    <a:pt x="61900" y="92201"/>
                    <a:pt x="61934" y="92167"/>
                    <a:pt x="61934" y="92167"/>
                  </a:cubicBezTo>
                  <a:lnTo>
                    <a:pt x="62036" y="92167"/>
                  </a:lnTo>
                  <a:cubicBezTo>
                    <a:pt x="62071" y="92167"/>
                    <a:pt x="62105" y="92099"/>
                    <a:pt x="62105" y="92065"/>
                  </a:cubicBezTo>
                  <a:cubicBezTo>
                    <a:pt x="62105" y="91996"/>
                    <a:pt x="62036" y="91996"/>
                    <a:pt x="62002" y="91996"/>
                  </a:cubicBezTo>
                  <a:close/>
                  <a:moveTo>
                    <a:pt x="36410" y="92065"/>
                  </a:moveTo>
                  <a:cubicBezTo>
                    <a:pt x="36376" y="92065"/>
                    <a:pt x="36342" y="92099"/>
                    <a:pt x="36308" y="92167"/>
                  </a:cubicBezTo>
                  <a:cubicBezTo>
                    <a:pt x="36308" y="92201"/>
                    <a:pt x="36342" y="92235"/>
                    <a:pt x="36410" y="92235"/>
                  </a:cubicBezTo>
                  <a:lnTo>
                    <a:pt x="36512" y="92269"/>
                  </a:lnTo>
                  <a:cubicBezTo>
                    <a:pt x="36547" y="92269"/>
                    <a:pt x="36615" y="92235"/>
                    <a:pt x="36615" y="92167"/>
                  </a:cubicBezTo>
                  <a:cubicBezTo>
                    <a:pt x="36615" y="92133"/>
                    <a:pt x="36581" y="92099"/>
                    <a:pt x="36512" y="92099"/>
                  </a:cubicBezTo>
                  <a:lnTo>
                    <a:pt x="36410" y="92065"/>
                  </a:lnTo>
                  <a:close/>
                  <a:moveTo>
                    <a:pt x="36990" y="92133"/>
                  </a:moveTo>
                  <a:cubicBezTo>
                    <a:pt x="36922" y="92133"/>
                    <a:pt x="36888" y="92167"/>
                    <a:pt x="36888" y="92201"/>
                  </a:cubicBezTo>
                  <a:cubicBezTo>
                    <a:pt x="36888" y="92269"/>
                    <a:pt x="36922" y="92304"/>
                    <a:pt x="36956" y="92304"/>
                  </a:cubicBezTo>
                  <a:lnTo>
                    <a:pt x="37093" y="92304"/>
                  </a:lnTo>
                  <a:cubicBezTo>
                    <a:pt x="37127" y="92304"/>
                    <a:pt x="37161" y="92269"/>
                    <a:pt x="37161" y="92235"/>
                  </a:cubicBezTo>
                  <a:cubicBezTo>
                    <a:pt x="37195" y="92201"/>
                    <a:pt x="37161" y="92167"/>
                    <a:pt x="37093" y="92133"/>
                  </a:cubicBezTo>
                  <a:close/>
                  <a:moveTo>
                    <a:pt x="61456" y="92099"/>
                  </a:moveTo>
                  <a:lnTo>
                    <a:pt x="61320" y="92133"/>
                  </a:lnTo>
                  <a:cubicBezTo>
                    <a:pt x="61286" y="92133"/>
                    <a:pt x="61252" y="92167"/>
                    <a:pt x="61252" y="92235"/>
                  </a:cubicBezTo>
                  <a:cubicBezTo>
                    <a:pt x="61286" y="92269"/>
                    <a:pt x="61320" y="92304"/>
                    <a:pt x="61354" y="92304"/>
                  </a:cubicBezTo>
                  <a:lnTo>
                    <a:pt x="61490" y="92269"/>
                  </a:lnTo>
                  <a:cubicBezTo>
                    <a:pt x="61525" y="92269"/>
                    <a:pt x="61559" y="92235"/>
                    <a:pt x="61525" y="92167"/>
                  </a:cubicBezTo>
                  <a:cubicBezTo>
                    <a:pt x="61525" y="92133"/>
                    <a:pt x="61490" y="92099"/>
                    <a:pt x="61456" y="92099"/>
                  </a:cubicBezTo>
                  <a:close/>
                  <a:moveTo>
                    <a:pt x="37570" y="92201"/>
                  </a:moveTo>
                  <a:cubicBezTo>
                    <a:pt x="37502" y="92201"/>
                    <a:pt x="37468" y="92235"/>
                    <a:pt x="37468" y="92269"/>
                  </a:cubicBezTo>
                  <a:cubicBezTo>
                    <a:pt x="37468" y="92304"/>
                    <a:pt x="37502" y="92372"/>
                    <a:pt x="37536" y="92372"/>
                  </a:cubicBezTo>
                  <a:lnTo>
                    <a:pt x="37673" y="92372"/>
                  </a:lnTo>
                  <a:cubicBezTo>
                    <a:pt x="37707" y="92372"/>
                    <a:pt x="37741" y="92338"/>
                    <a:pt x="37741" y="92304"/>
                  </a:cubicBezTo>
                  <a:cubicBezTo>
                    <a:pt x="37741" y="92235"/>
                    <a:pt x="37707" y="92201"/>
                    <a:pt x="37673" y="92201"/>
                  </a:cubicBezTo>
                  <a:close/>
                  <a:moveTo>
                    <a:pt x="60912" y="92221"/>
                  </a:moveTo>
                  <a:cubicBezTo>
                    <a:pt x="60899" y="92221"/>
                    <a:pt x="60886" y="92225"/>
                    <a:pt x="60876" y="92235"/>
                  </a:cubicBezTo>
                  <a:lnTo>
                    <a:pt x="60774" y="92235"/>
                  </a:lnTo>
                  <a:cubicBezTo>
                    <a:pt x="60706" y="92235"/>
                    <a:pt x="60706" y="92304"/>
                    <a:pt x="60706" y="92338"/>
                  </a:cubicBezTo>
                  <a:cubicBezTo>
                    <a:pt x="60706" y="92372"/>
                    <a:pt x="60740" y="92406"/>
                    <a:pt x="60774" y="92406"/>
                  </a:cubicBezTo>
                  <a:lnTo>
                    <a:pt x="60808" y="92406"/>
                  </a:lnTo>
                  <a:lnTo>
                    <a:pt x="60910" y="92372"/>
                  </a:lnTo>
                  <a:cubicBezTo>
                    <a:pt x="60945" y="92372"/>
                    <a:pt x="60979" y="92338"/>
                    <a:pt x="60979" y="92269"/>
                  </a:cubicBezTo>
                  <a:cubicBezTo>
                    <a:pt x="60979" y="92245"/>
                    <a:pt x="60945" y="92221"/>
                    <a:pt x="60912" y="92221"/>
                  </a:cubicBezTo>
                  <a:close/>
                  <a:moveTo>
                    <a:pt x="38116" y="92235"/>
                  </a:moveTo>
                  <a:cubicBezTo>
                    <a:pt x="38082" y="92235"/>
                    <a:pt x="38048" y="92269"/>
                    <a:pt x="38014" y="92338"/>
                  </a:cubicBezTo>
                  <a:cubicBezTo>
                    <a:pt x="38014" y="92372"/>
                    <a:pt x="38048" y="92406"/>
                    <a:pt x="38116" y="92406"/>
                  </a:cubicBezTo>
                  <a:lnTo>
                    <a:pt x="38219" y="92440"/>
                  </a:lnTo>
                  <a:cubicBezTo>
                    <a:pt x="38287" y="92440"/>
                    <a:pt x="38321" y="92406"/>
                    <a:pt x="38321" y="92372"/>
                  </a:cubicBezTo>
                  <a:cubicBezTo>
                    <a:pt x="38321" y="92304"/>
                    <a:pt x="38287" y="92269"/>
                    <a:pt x="38253" y="92269"/>
                  </a:cubicBezTo>
                  <a:lnTo>
                    <a:pt x="38116" y="92235"/>
                  </a:lnTo>
                  <a:close/>
                  <a:moveTo>
                    <a:pt x="38696" y="92304"/>
                  </a:moveTo>
                  <a:cubicBezTo>
                    <a:pt x="38662" y="92304"/>
                    <a:pt x="38594" y="92338"/>
                    <a:pt x="38594" y="92372"/>
                  </a:cubicBezTo>
                  <a:cubicBezTo>
                    <a:pt x="38594" y="92440"/>
                    <a:pt x="38628" y="92474"/>
                    <a:pt x="38662" y="92474"/>
                  </a:cubicBezTo>
                  <a:lnTo>
                    <a:pt x="38799" y="92474"/>
                  </a:lnTo>
                  <a:cubicBezTo>
                    <a:pt x="38799" y="92474"/>
                    <a:pt x="38799" y="92508"/>
                    <a:pt x="38799" y="92508"/>
                  </a:cubicBezTo>
                  <a:cubicBezTo>
                    <a:pt x="38833" y="92508"/>
                    <a:pt x="38867" y="92474"/>
                    <a:pt x="38867" y="92406"/>
                  </a:cubicBezTo>
                  <a:cubicBezTo>
                    <a:pt x="38901" y="92372"/>
                    <a:pt x="38867" y="92338"/>
                    <a:pt x="38799" y="92304"/>
                  </a:cubicBezTo>
                  <a:close/>
                  <a:moveTo>
                    <a:pt x="60330" y="92338"/>
                  </a:moveTo>
                  <a:lnTo>
                    <a:pt x="60194" y="92372"/>
                  </a:lnTo>
                  <a:cubicBezTo>
                    <a:pt x="60160" y="92372"/>
                    <a:pt x="60126" y="92406"/>
                    <a:pt x="60126" y="92440"/>
                  </a:cubicBezTo>
                  <a:cubicBezTo>
                    <a:pt x="60160" y="92508"/>
                    <a:pt x="60194" y="92508"/>
                    <a:pt x="60228" y="92508"/>
                  </a:cubicBezTo>
                  <a:lnTo>
                    <a:pt x="60364" y="92508"/>
                  </a:lnTo>
                  <a:cubicBezTo>
                    <a:pt x="60399" y="92474"/>
                    <a:pt x="60433" y="92440"/>
                    <a:pt x="60433" y="92406"/>
                  </a:cubicBezTo>
                  <a:cubicBezTo>
                    <a:pt x="60399" y="92338"/>
                    <a:pt x="60364" y="92338"/>
                    <a:pt x="60330" y="92338"/>
                  </a:cubicBezTo>
                  <a:close/>
                  <a:moveTo>
                    <a:pt x="39276" y="92372"/>
                  </a:moveTo>
                  <a:cubicBezTo>
                    <a:pt x="39208" y="92372"/>
                    <a:pt x="39174" y="92406"/>
                    <a:pt x="39174" y="92440"/>
                  </a:cubicBezTo>
                  <a:cubicBezTo>
                    <a:pt x="39174" y="92474"/>
                    <a:pt x="39208" y="92542"/>
                    <a:pt x="39242" y="92542"/>
                  </a:cubicBezTo>
                  <a:lnTo>
                    <a:pt x="39379" y="92542"/>
                  </a:lnTo>
                  <a:cubicBezTo>
                    <a:pt x="39413" y="92542"/>
                    <a:pt x="39447" y="92508"/>
                    <a:pt x="39447" y="92474"/>
                  </a:cubicBezTo>
                  <a:cubicBezTo>
                    <a:pt x="39447" y="92440"/>
                    <a:pt x="39413" y="92372"/>
                    <a:pt x="39379" y="92372"/>
                  </a:cubicBezTo>
                  <a:close/>
                  <a:moveTo>
                    <a:pt x="39796" y="92427"/>
                  </a:moveTo>
                  <a:cubicBezTo>
                    <a:pt x="39772" y="92427"/>
                    <a:pt x="39754" y="92458"/>
                    <a:pt x="39754" y="92508"/>
                  </a:cubicBezTo>
                  <a:cubicBezTo>
                    <a:pt x="39720" y="92542"/>
                    <a:pt x="39754" y="92577"/>
                    <a:pt x="39822" y="92611"/>
                  </a:cubicBezTo>
                  <a:lnTo>
                    <a:pt x="39925" y="92611"/>
                  </a:lnTo>
                  <a:cubicBezTo>
                    <a:pt x="39993" y="92611"/>
                    <a:pt x="40027" y="92577"/>
                    <a:pt x="40027" y="92542"/>
                  </a:cubicBezTo>
                  <a:cubicBezTo>
                    <a:pt x="40027" y="92474"/>
                    <a:pt x="39993" y="92440"/>
                    <a:pt x="39959" y="92440"/>
                  </a:cubicBezTo>
                  <a:lnTo>
                    <a:pt x="39822" y="92440"/>
                  </a:lnTo>
                  <a:cubicBezTo>
                    <a:pt x="39813" y="92431"/>
                    <a:pt x="39804" y="92427"/>
                    <a:pt x="39796" y="92427"/>
                  </a:cubicBezTo>
                  <a:close/>
                  <a:moveTo>
                    <a:pt x="59750" y="92440"/>
                  </a:moveTo>
                  <a:lnTo>
                    <a:pt x="59648" y="92474"/>
                  </a:lnTo>
                  <a:cubicBezTo>
                    <a:pt x="59614" y="92474"/>
                    <a:pt x="59580" y="92508"/>
                    <a:pt x="59580" y="92577"/>
                  </a:cubicBezTo>
                  <a:cubicBezTo>
                    <a:pt x="59580" y="92611"/>
                    <a:pt x="59614" y="92645"/>
                    <a:pt x="59648" y="92645"/>
                  </a:cubicBezTo>
                  <a:lnTo>
                    <a:pt x="59682" y="92645"/>
                  </a:lnTo>
                  <a:lnTo>
                    <a:pt x="59784" y="92611"/>
                  </a:lnTo>
                  <a:cubicBezTo>
                    <a:pt x="59853" y="92611"/>
                    <a:pt x="59853" y="92542"/>
                    <a:pt x="59853" y="92508"/>
                  </a:cubicBezTo>
                  <a:cubicBezTo>
                    <a:pt x="59853" y="92474"/>
                    <a:pt x="59784" y="92440"/>
                    <a:pt x="59750" y="92440"/>
                  </a:cubicBezTo>
                  <a:close/>
                  <a:moveTo>
                    <a:pt x="40402" y="92474"/>
                  </a:moveTo>
                  <a:cubicBezTo>
                    <a:pt x="40368" y="92474"/>
                    <a:pt x="40300" y="92508"/>
                    <a:pt x="40300" y="92542"/>
                  </a:cubicBezTo>
                  <a:cubicBezTo>
                    <a:pt x="40300" y="92611"/>
                    <a:pt x="40334" y="92645"/>
                    <a:pt x="40368" y="92645"/>
                  </a:cubicBezTo>
                  <a:lnTo>
                    <a:pt x="40505" y="92679"/>
                  </a:lnTo>
                  <a:cubicBezTo>
                    <a:pt x="40539" y="92679"/>
                    <a:pt x="40573" y="92645"/>
                    <a:pt x="40607" y="92577"/>
                  </a:cubicBezTo>
                  <a:cubicBezTo>
                    <a:pt x="40607" y="92542"/>
                    <a:pt x="40573" y="92508"/>
                    <a:pt x="40505" y="92508"/>
                  </a:cubicBezTo>
                  <a:lnTo>
                    <a:pt x="40402" y="92474"/>
                  </a:lnTo>
                  <a:close/>
                  <a:moveTo>
                    <a:pt x="40983" y="92542"/>
                  </a:moveTo>
                  <a:cubicBezTo>
                    <a:pt x="40914" y="92542"/>
                    <a:pt x="40880" y="92577"/>
                    <a:pt x="40880" y="92611"/>
                  </a:cubicBezTo>
                  <a:cubicBezTo>
                    <a:pt x="40880" y="92679"/>
                    <a:pt x="40914" y="92713"/>
                    <a:pt x="40948" y="92713"/>
                  </a:cubicBezTo>
                  <a:lnTo>
                    <a:pt x="41085" y="92713"/>
                  </a:lnTo>
                  <a:cubicBezTo>
                    <a:pt x="41119" y="92713"/>
                    <a:pt x="41153" y="92679"/>
                    <a:pt x="41153" y="92645"/>
                  </a:cubicBezTo>
                  <a:cubicBezTo>
                    <a:pt x="41153" y="92611"/>
                    <a:pt x="41119" y="92542"/>
                    <a:pt x="41085" y="92542"/>
                  </a:cubicBezTo>
                  <a:close/>
                  <a:moveTo>
                    <a:pt x="59234" y="92562"/>
                  </a:moveTo>
                  <a:cubicBezTo>
                    <a:pt x="59224" y="92562"/>
                    <a:pt x="59214" y="92567"/>
                    <a:pt x="59204" y="92577"/>
                  </a:cubicBezTo>
                  <a:lnTo>
                    <a:pt x="59068" y="92577"/>
                  </a:lnTo>
                  <a:cubicBezTo>
                    <a:pt x="59034" y="92577"/>
                    <a:pt x="58999" y="92645"/>
                    <a:pt x="58999" y="92679"/>
                  </a:cubicBezTo>
                  <a:cubicBezTo>
                    <a:pt x="59034" y="92713"/>
                    <a:pt x="59068" y="92747"/>
                    <a:pt x="59102" y="92747"/>
                  </a:cubicBezTo>
                  <a:lnTo>
                    <a:pt x="59238" y="92713"/>
                  </a:lnTo>
                  <a:cubicBezTo>
                    <a:pt x="59272" y="92713"/>
                    <a:pt x="59307" y="92679"/>
                    <a:pt x="59307" y="92611"/>
                  </a:cubicBezTo>
                  <a:cubicBezTo>
                    <a:pt x="59282" y="92587"/>
                    <a:pt x="59258" y="92562"/>
                    <a:pt x="59234" y="92562"/>
                  </a:cubicBezTo>
                  <a:close/>
                  <a:moveTo>
                    <a:pt x="41502" y="92597"/>
                  </a:moveTo>
                  <a:cubicBezTo>
                    <a:pt x="41479" y="92597"/>
                    <a:pt x="41460" y="92629"/>
                    <a:pt x="41460" y="92679"/>
                  </a:cubicBezTo>
                  <a:cubicBezTo>
                    <a:pt x="41426" y="92713"/>
                    <a:pt x="41460" y="92747"/>
                    <a:pt x="41529" y="92781"/>
                  </a:cubicBezTo>
                  <a:lnTo>
                    <a:pt x="41631" y="92781"/>
                  </a:lnTo>
                  <a:cubicBezTo>
                    <a:pt x="41699" y="92781"/>
                    <a:pt x="41733" y="92747"/>
                    <a:pt x="41733" y="92713"/>
                  </a:cubicBezTo>
                  <a:cubicBezTo>
                    <a:pt x="41733" y="92645"/>
                    <a:pt x="41699" y="92611"/>
                    <a:pt x="41665" y="92611"/>
                  </a:cubicBezTo>
                  <a:lnTo>
                    <a:pt x="41529" y="92611"/>
                  </a:lnTo>
                  <a:cubicBezTo>
                    <a:pt x="41519" y="92601"/>
                    <a:pt x="41510" y="92597"/>
                    <a:pt x="41502" y="92597"/>
                  </a:cubicBezTo>
                  <a:close/>
                  <a:moveTo>
                    <a:pt x="42109" y="92645"/>
                  </a:moveTo>
                  <a:cubicBezTo>
                    <a:pt x="42074" y="92645"/>
                    <a:pt x="42006" y="92679"/>
                    <a:pt x="42006" y="92747"/>
                  </a:cubicBezTo>
                  <a:cubicBezTo>
                    <a:pt x="42006" y="92781"/>
                    <a:pt x="42040" y="92815"/>
                    <a:pt x="42109" y="92815"/>
                  </a:cubicBezTo>
                  <a:lnTo>
                    <a:pt x="42211" y="92850"/>
                  </a:lnTo>
                  <a:cubicBezTo>
                    <a:pt x="42245" y="92850"/>
                    <a:pt x="42279" y="92815"/>
                    <a:pt x="42313" y="92747"/>
                  </a:cubicBezTo>
                  <a:cubicBezTo>
                    <a:pt x="42313" y="92713"/>
                    <a:pt x="42279" y="92679"/>
                    <a:pt x="42211" y="92679"/>
                  </a:cubicBezTo>
                  <a:lnTo>
                    <a:pt x="42109" y="92645"/>
                  </a:lnTo>
                  <a:close/>
                  <a:moveTo>
                    <a:pt x="58522" y="92679"/>
                  </a:moveTo>
                  <a:cubicBezTo>
                    <a:pt x="58488" y="92713"/>
                    <a:pt x="58454" y="92747"/>
                    <a:pt x="58454" y="92781"/>
                  </a:cubicBezTo>
                  <a:cubicBezTo>
                    <a:pt x="58454" y="92850"/>
                    <a:pt x="58488" y="92850"/>
                    <a:pt x="58556" y="92850"/>
                  </a:cubicBezTo>
                  <a:lnTo>
                    <a:pt x="58658" y="92850"/>
                  </a:lnTo>
                  <a:cubicBezTo>
                    <a:pt x="58727" y="92815"/>
                    <a:pt x="58761" y="92781"/>
                    <a:pt x="58727" y="92747"/>
                  </a:cubicBezTo>
                  <a:cubicBezTo>
                    <a:pt x="58727" y="92679"/>
                    <a:pt x="58692" y="92679"/>
                    <a:pt x="58624" y="92679"/>
                  </a:cubicBezTo>
                  <a:close/>
                  <a:moveTo>
                    <a:pt x="42689" y="92713"/>
                  </a:moveTo>
                  <a:cubicBezTo>
                    <a:pt x="42620" y="92713"/>
                    <a:pt x="42586" y="92747"/>
                    <a:pt x="42586" y="92781"/>
                  </a:cubicBezTo>
                  <a:cubicBezTo>
                    <a:pt x="42586" y="92850"/>
                    <a:pt x="42620" y="92884"/>
                    <a:pt x="42655" y="92884"/>
                  </a:cubicBezTo>
                  <a:lnTo>
                    <a:pt x="42791" y="92884"/>
                  </a:lnTo>
                  <a:cubicBezTo>
                    <a:pt x="42825" y="92884"/>
                    <a:pt x="42859" y="92850"/>
                    <a:pt x="42859" y="92815"/>
                  </a:cubicBezTo>
                  <a:cubicBezTo>
                    <a:pt x="42859" y="92781"/>
                    <a:pt x="42825" y="92713"/>
                    <a:pt x="42791" y="92713"/>
                  </a:cubicBezTo>
                  <a:close/>
                  <a:moveTo>
                    <a:pt x="43235" y="92781"/>
                  </a:moveTo>
                  <a:cubicBezTo>
                    <a:pt x="43201" y="92781"/>
                    <a:pt x="43166" y="92815"/>
                    <a:pt x="43166" y="92850"/>
                  </a:cubicBezTo>
                  <a:cubicBezTo>
                    <a:pt x="43166" y="92884"/>
                    <a:pt x="43201" y="92952"/>
                    <a:pt x="43235" y="92952"/>
                  </a:cubicBezTo>
                  <a:lnTo>
                    <a:pt x="43371" y="92952"/>
                  </a:lnTo>
                  <a:cubicBezTo>
                    <a:pt x="43405" y="92952"/>
                    <a:pt x="43439" y="92918"/>
                    <a:pt x="43439" y="92884"/>
                  </a:cubicBezTo>
                  <a:cubicBezTo>
                    <a:pt x="43439" y="92815"/>
                    <a:pt x="43405" y="92781"/>
                    <a:pt x="43371" y="92781"/>
                  </a:cubicBezTo>
                  <a:close/>
                  <a:moveTo>
                    <a:pt x="58078" y="92781"/>
                  </a:moveTo>
                  <a:lnTo>
                    <a:pt x="57976" y="92815"/>
                  </a:lnTo>
                  <a:cubicBezTo>
                    <a:pt x="57908" y="92815"/>
                    <a:pt x="57873" y="92850"/>
                    <a:pt x="57908" y="92918"/>
                  </a:cubicBezTo>
                  <a:cubicBezTo>
                    <a:pt x="57908" y="92952"/>
                    <a:pt x="57942" y="92986"/>
                    <a:pt x="57976" y="92986"/>
                  </a:cubicBezTo>
                  <a:lnTo>
                    <a:pt x="58010" y="92986"/>
                  </a:lnTo>
                  <a:lnTo>
                    <a:pt x="58112" y="92952"/>
                  </a:lnTo>
                  <a:cubicBezTo>
                    <a:pt x="58146" y="92952"/>
                    <a:pt x="58181" y="92884"/>
                    <a:pt x="58181" y="92850"/>
                  </a:cubicBezTo>
                  <a:cubicBezTo>
                    <a:pt x="58181" y="92815"/>
                    <a:pt x="58112" y="92781"/>
                    <a:pt x="58078" y="92781"/>
                  </a:cubicBezTo>
                  <a:close/>
                  <a:moveTo>
                    <a:pt x="43815" y="92815"/>
                  </a:moveTo>
                  <a:cubicBezTo>
                    <a:pt x="43781" y="92815"/>
                    <a:pt x="43746" y="92850"/>
                    <a:pt x="43712" y="92918"/>
                  </a:cubicBezTo>
                  <a:cubicBezTo>
                    <a:pt x="43712" y="92952"/>
                    <a:pt x="43746" y="92986"/>
                    <a:pt x="43815" y="92986"/>
                  </a:cubicBezTo>
                  <a:lnTo>
                    <a:pt x="43917" y="93020"/>
                  </a:lnTo>
                  <a:cubicBezTo>
                    <a:pt x="43951" y="93020"/>
                    <a:pt x="44019" y="92986"/>
                    <a:pt x="44019" y="92918"/>
                  </a:cubicBezTo>
                  <a:cubicBezTo>
                    <a:pt x="44019" y="92884"/>
                    <a:pt x="43985" y="92850"/>
                    <a:pt x="43917" y="92850"/>
                  </a:cubicBezTo>
                  <a:lnTo>
                    <a:pt x="43815" y="92815"/>
                  </a:lnTo>
                  <a:close/>
                  <a:moveTo>
                    <a:pt x="44395" y="92884"/>
                  </a:moveTo>
                  <a:cubicBezTo>
                    <a:pt x="44327" y="92884"/>
                    <a:pt x="44292" y="92918"/>
                    <a:pt x="44292" y="92952"/>
                  </a:cubicBezTo>
                  <a:cubicBezTo>
                    <a:pt x="44292" y="93020"/>
                    <a:pt x="44327" y="93054"/>
                    <a:pt x="44361" y="93054"/>
                  </a:cubicBezTo>
                  <a:lnTo>
                    <a:pt x="44497" y="93054"/>
                  </a:lnTo>
                  <a:cubicBezTo>
                    <a:pt x="44531" y="93054"/>
                    <a:pt x="44565" y="93020"/>
                    <a:pt x="44565" y="92986"/>
                  </a:cubicBezTo>
                  <a:cubicBezTo>
                    <a:pt x="44600" y="92952"/>
                    <a:pt x="44565" y="92884"/>
                    <a:pt x="44497" y="92884"/>
                  </a:cubicBezTo>
                  <a:close/>
                  <a:moveTo>
                    <a:pt x="57498" y="92884"/>
                  </a:moveTo>
                  <a:lnTo>
                    <a:pt x="57396" y="92918"/>
                  </a:lnTo>
                  <a:cubicBezTo>
                    <a:pt x="57362" y="92918"/>
                    <a:pt x="57327" y="92986"/>
                    <a:pt x="57327" y="93020"/>
                  </a:cubicBezTo>
                  <a:cubicBezTo>
                    <a:pt x="57327" y="93054"/>
                    <a:pt x="57362" y="93088"/>
                    <a:pt x="57430" y="93088"/>
                  </a:cubicBezTo>
                  <a:lnTo>
                    <a:pt x="57532" y="93054"/>
                  </a:lnTo>
                  <a:cubicBezTo>
                    <a:pt x="57600" y="93054"/>
                    <a:pt x="57635" y="93020"/>
                    <a:pt x="57600" y="92952"/>
                  </a:cubicBezTo>
                  <a:cubicBezTo>
                    <a:pt x="57600" y="92918"/>
                    <a:pt x="57566" y="92884"/>
                    <a:pt x="57498" y="92884"/>
                  </a:cubicBezTo>
                  <a:close/>
                  <a:moveTo>
                    <a:pt x="44975" y="92952"/>
                  </a:moveTo>
                  <a:cubicBezTo>
                    <a:pt x="44907" y="92952"/>
                    <a:pt x="44873" y="92986"/>
                    <a:pt x="44873" y="93020"/>
                  </a:cubicBezTo>
                  <a:cubicBezTo>
                    <a:pt x="44873" y="93054"/>
                    <a:pt x="44907" y="93122"/>
                    <a:pt x="44941" y="93122"/>
                  </a:cubicBezTo>
                  <a:lnTo>
                    <a:pt x="45077" y="93122"/>
                  </a:lnTo>
                  <a:cubicBezTo>
                    <a:pt x="45111" y="93122"/>
                    <a:pt x="45146" y="93088"/>
                    <a:pt x="45146" y="93054"/>
                  </a:cubicBezTo>
                  <a:cubicBezTo>
                    <a:pt x="45146" y="92986"/>
                    <a:pt x="45111" y="92952"/>
                    <a:pt x="45077" y="92952"/>
                  </a:cubicBezTo>
                  <a:close/>
                  <a:moveTo>
                    <a:pt x="45521" y="92986"/>
                  </a:moveTo>
                  <a:cubicBezTo>
                    <a:pt x="45487" y="92986"/>
                    <a:pt x="45453" y="93020"/>
                    <a:pt x="45419" y="93088"/>
                  </a:cubicBezTo>
                  <a:cubicBezTo>
                    <a:pt x="45419" y="93122"/>
                    <a:pt x="45453" y="93157"/>
                    <a:pt x="45521" y="93157"/>
                  </a:cubicBezTo>
                  <a:lnTo>
                    <a:pt x="45623" y="93191"/>
                  </a:lnTo>
                  <a:cubicBezTo>
                    <a:pt x="45692" y="93191"/>
                    <a:pt x="45726" y="93157"/>
                    <a:pt x="45726" y="93088"/>
                  </a:cubicBezTo>
                  <a:cubicBezTo>
                    <a:pt x="45726" y="93054"/>
                    <a:pt x="45692" y="93020"/>
                    <a:pt x="45657" y="93020"/>
                  </a:cubicBezTo>
                  <a:lnTo>
                    <a:pt x="45521" y="92986"/>
                  </a:lnTo>
                  <a:close/>
                  <a:moveTo>
                    <a:pt x="56850" y="93020"/>
                  </a:moveTo>
                  <a:cubicBezTo>
                    <a:pt x="56781" y="93054"/>
                    <a:pt x="56747" y="93088"/>
                    <a:pt x="56781" y="93122"/>
                  </a:cubicBezTo>
                  <a:cubicBezTo>
                    <a:pt x="56781" y="93191"/>
                    <a:pt x="56816" y="93191"/>
                    <a:pt x="56850" y="93191"/>
                  </a:cubicBezTo>
                  <a:lnTo>
                    <a:pt x="56986" y="93191"/>
                  </a:lnTo>
                  <a:cubicBezTo>
                    <a:pt x="57020" y="93157"/>
                    <a:pt x="57054" y="93122"/>
                    <a:pt x="57054" y="93088"/>
                  </a:cubicBezTo>
                  <a:cubicBezTo>
                    <a:pt x="57054" y="93020"/>
                    <a:pt x="56986" y="93020"/>
                    <a:pt x="56952" y="93020"/>
                  </a:cubicBezTo>
                  <a:close/>
                  <a:moveTo>
                    <a:pt x="46101" y="93054"/>
                  </a:moveTo>
                  <a:cubicBezTo>
                    <a:pt x="46067" y="93054"/>
                    <a:pt x="45999" y="93088"/>
                    <a:pt x="45999" y="93122"/>
                  </a:cubicBezTo>
                  <a:cubicBezTo>
                    <a:pt x="45999" y="93191"/>
                    <a:pt x="46033" y="93225"/>
                    <a:pt x="46067" y="93225"/>
                  </a:cubicBezTo>
                  <a:lnTo>
                    <a:pt x="46203" y="93225"/>
                  </a:lnTo>
                  <a:cubicBezTo>
                    <a:pt x="46237" y="93225"/>
                    <a:pt x="46272" y="93191"/>
                    <a:pt x="46272" y="93157"/>
                  </a:cubicBezTo>
                  <a:cubicBezTo>
                    <a:pt x="46306" y="93122"/>
                    <a:pt x="46272" y="93088"/>
                    <a:pt x="46203" y="93054"/>
                  </a:cubicBezTo>
                  <a:close/>
                  <a:moveTo>
                    <a:pt x="46681" y="93122"/>
                  </a:moveTo>
                  <a:cubicBezTo>
                    <a:pt x="46613" y="93122"/>
                    <a:pt x="46579" y="93157"/>
                    <a:pt x="46579" y="93191"/>
                  </a:cubicBezTo>
                  <a:cubicBezTo>
                    <a:pt x="46579" y="93225"/>
                    <a:pt x="46613" y="93293"/>
                    <a:pt x="46647" y="93293"/>
                  </a:cubicBezTo>
                  <a:lnTo>
                    <a:pt x="46783" y="93293"/>
                  </a:lnTo>
                  <a:cubicBezTo>
                    <a:pt x="46818" y="93293"/>
                    <a:pt x="46852" y="93259"/>
                    <a:pt x="46852" y="93225"/>
                  </a:cubicBezTo>
                  <a:cubicBezTo>
                    <a:pt x="46852" y="93157"/>
                    <a:pt x="46818" y="93122"/>
                    <a:pt x="46783" y="93122"/>
                  </a:cubicBezTo>
                  <a:close/>
                  <a:moveTo>
                    <a:pt x="56406" y="93122"/>
                  </a:moveTo>
                  <a:lnTo>
                    <a:pt x="56270" y="93157"/>
                  </a:lnTo>
                  <a:cubicBezTo>
                    <a:pt x="56236" y="93157"/>
                    <a:pt x="56201" y="93191"/>
                    <a:pt x="56201" y="93259"/>
                  </a:cubicBezTo>
                  <a:cubicBezTo>
                    <a:pt x="56236" y="93293"/>
                    <a:pt x="56270" y="93327"/>
                    <a:pt x="56304" y="93327"/>
                  </a:cubicBezTo>
                  <a:lnTo>
                    <a:pt x="56440" y="93293"/>
                  </a:lnTo>
                  <a:cubicBezTo>
                    <a:pt x="56474" y="93293"/>
                    <a:pt x="56509" y="93225"/>
                    <a:pt x="56474" y="93191"/>
                  </a:cubicBezTo>
                  <a:cubicBezTo>
                    <a:pt x="56474" y="93157"/>
                    <a:pt x="56440" y="93122"/>
                    <a:pt x="56406" y="93122"/>
                  </a:cubicBezTo>
                  <a:close/>
                  <a:moveTo>
                    <a:pt x="47227" y="93157"/>
                  </a:moveTo>
                  <a:cubicBezTo>
                    <a:pt x="47193" y="93157"/>
                    <a:pt x="47159" y="93191"/>
                    <a:pt x="47159" y="93259"/>
                  </a:cubicBezTo>
                  <a:cubicBezTo>
                    <a:pt x="47125" y="93293"/>
                    <a:pt x="47159" y="93327"/>
                    <a:pt x="47227" y="93327"/>
                  </a:cubicBezTo>
                  <a:lnTo>
                    <a:pt x="47329" y="93361"/>
                  </a:lnTo>
                  <a:cubicBezTo>
                    <a:pt x="47398" y="93361"/>
                    <a:pt x="47432" y="93327"/>
                    <a:pt x="47432" y="93293"/>
                  </a:cubicBezTo>
                  <a:cubicBezTo>
                    <a:pt x="47432" y="93225"/>
                    <a:pt x="47398" y="93191"/>
                    <a:pt x="47364" y="93191"/>
                  </a:cubicBezTo>
                  <a:lnTo>
                    <a:pt x="47227" y="93157"/>
                  </a:lnTo>
                  <a:close/>
                  <a:moveTo>
                    <a:pt x="47807" y="93225"/>
                  </a:moveTo>
                  <a:cubicBezTo>
                    <a:pt x="47773" y="93225"/>
                    <a:pt x="47705" y="93259"/>
                    <a:pt x="47705" y="93293"/>
                  </a:cubicBezTo>
                  <a:cubicBezTo>
                    <a:pt x="47705" y="93361"/>
                    <a:pt x="47739" y="93395"/>
                    <a:pt x="47773" y="93395"/>
                  </a:cubicBezTo>
                  <a:lnTo>
                    <a:pt x="47910" y="93395"/>
                  </a:lnTo>
                  <a:cubicBezTo>
                    <a:pt x="47944" y="93395"/>
                    <a:pt x="47978" y="93395"/>
                    <a:pt x="48012" y="93327"/>
                  </a:cubicBezTo>
                  <a:cubicBezTo>
                    <a:pt x="48012" y="93293"/>
                    <a:pt x="47978" y="93259"/>
                    <a:pt x="47910" y="93225"/>
                  </a:cubicBezTo>
                  <a:close/>
                  <a:moveTo>
                    <a:pt x="55826" y="93225"/>
                  </a:moveTo>
                  <a:lnTo>
                    <a:pt x="55724" y="93259"/>
                  </a:lnTo>
                  <a:cubicBezTo>
                    <a:pt x="55655" y="93259"/>
                    <a:pt x="55655" y="93327"/>
                    <a:pt x="55655" y="93361"/>
                  </a:cubicBezTo>
                  <a:cubicBezTo>
                    <a:pt x="55655" y="93395"/>
                    <a:pt x="55690" y="93430"/>
                    <a:pt x="55724" y="93430"/>
                  </a:cubicBezTo>
                  <a:lnTo>
                    <a:pt x="55758" y="93430"/>
                  </a:lnTo>
                  <a:lnTo>
                    <a:pt x="55860" y="93395"/>
                  </a:lnTo>
                  <a:cubicBezTo>
                    <a:pt x="55894" y="93395"/>
                    <a:pt x="55928" y="93361"/>
                    <a:pt x="55928" y="93293"/>
                  </a:cubicBezTo>
                  <a:cubicBezTo>
                    <a:pt x="55928" y="93259"/>
                    <a:pt x="55860" y="93225"/>
                    <a:pt x="55826" y="93225"/>
                  </a:cubicBezTo>
                  <a:close/>
                  <a:moveTo>
                    <a:pt x="48387" y="93293"/>
                  </a:moveTo>
                  <a:cubicBezTo>
                    <a:pt x="48319" y="93293"/>
                    <a:pt x="48285" y="93327"/>
                    <a:pt x="48285" y="93361"/>
                  </a:cubicBezTo>
                  <a:cubicBezTo>
                    <a:pt x="48285" y="93395"/>
                    <a:pt x="48319" y="93464"/>
                    <a:pt x="48353" y="93464"/>
                  </a:cubicBezTo>
                  <a:lnTo>
                    <a:pt x="48490" y="93464"/>
                  </a:lnTo>
                  <a:cubicBezTo>
                    <a:pt x="48524" y="93464"/>
                    <a:pt x="48558" y="93430"/>
                    <a:pt x="48558" y="93395"/>
                  </a:cubicBezTo>
                  <a:cubicBezTo>
                    <a:pt x="48558" y="93361"/>
                    <a:pt x="48524" y="93293"/>
                    <a:pt x="48490" y="93293"/>
                  </a:cubicBezTo>
                  <a:close/>
                  <a:moveTo>
                    <a:pt x="48906" y="93348"/>
                  </a:moveTo>
                  <a:cubicBezTo>
                    <a:pt x="48883" y="93348"/>
                    <a:pt x="48865" y="93380"/>
                    <a:pt x="48865" y="93430"/>
                  </a:cubicBezTo>
                  <a:cubicBezTo>
                    <a:pt x="48831" y="93464"/>
                    <a:pt x="48865" y="93498"/>
                    <a:pt x="48933" y="93532"/>
                  </a:cubicBezTo>
                  <a:lnTo>
                    <a:pt x="49036" y="93532"/>
                  </a:lnTo>
                  <a:cubicBezTo>
                    <a:pt x="49104" y="93532"/>
                    <a:pt x="49138" y="93498"/>
                    <a:pt x="49138" y="93464"/>
                  </a:cubicBezTo>
                  <a:cubicBezTo>
                    <a:pt x="49138" y="93395"/>
                    <a:pt x="49104" y="93361"/>
                    <a:pt x="49070" y="93361"/>
                  </a:cubicBezTo>
                  <a:lnTo>
                    <a:pt x="48933" y="93361"/>
                  </a:lnTo>
                  <a:cubicBezTo>
                    <a:pt x="48924" y="93352"/>
                    <a:pt x="48915" y="93348"/>
                    <a:pt x="48906" y="93348"/>
                  </a:cubicBezTo>
                  <a:close/>
                  <a:moveTo>
                    <a:pt x="55144" y="93361"/>
                  </a:moveTo>
                  <a:cubicBezTo>
                    <a:pt x="55109" y="93395"/>
                    <a:pt x="55075" y="93430"/>
                    <a:pt x="55075" y="93464"/>
                  </a:cubicBezTo>
                  <a:cubicBezTo>
                    <a:pt x="55109" y="93532"/>
                    <a:pt x="55144" y="93532"/>
                    <a:pt x="55178" y="93532"/>
                  </a:cubicBezTo>
                  <a:lnTo>
                    <a:pt x="55314" y="93532"/>
                  </a:lnTo>
                  <a:cubicBezTo>
                    <a:pt x="55348" y="93498"/>
                    <a:pt x="55382" y="93464"/>
                    <a:pt x="55382" y="93430"/>
                  </a:cubicBezTo>
                  <a:cubicBezTo>
                    <a:pt x="55348" y="93361"/>
                    <a:pt x="55314" y="93361"/>
                    <a:pt x="55280" y="93361"/>
                  </a:cubicBezTo>
                  <a:close/>
                  <a:moveTo>
                    <a:pt x="49513" y="93395"/>
                  </a:moveTo>
                  <a:cubicBezTo>
                    <a:pt x="49479" y="93395"/>
                    <a:pt x="49411" y="93430"/>
                    <a:pt x="49411" y="93464"/>
                  </a:cubicBezTo>
                  <a:cubicBezTo>
                    <a:pt x="49411" y="93532"/>
                    <a:pt x="49445" y="93566"/>
                    <a:pt x="49513" y="93566"/>
                  </a:cubicBezTo>
                  <a:lnTo>
                    <a:pt x="49616" y="93600"/>
                  </a:lnTo>
                  <a:cubicBezTo>
                    <a:pt x="49650" y="93600"/>
                    <a:pt x="49718" y="93566"/>
                    <a:pt x="49718" y="93498"/>
                  </a:cubicBezTo>
                  <a:cubicBezTo>
                    <a:pt x="49718" y="93464"/>
                    <a:pt x="49684" y="93430"/>
                    <a:pt x="49616" y="93430"/>
                  </a:cubicBezTo>
                  <a:lnTo>
                    <a:pt x="49513" y="93395"/>
                  </a:lnTo>
                  <a:close/>
                  <a:moveTo>
                    <a:pt x="50093" y="93464"/>
                  </a:moveTo>
                  <a:cubicBezTo>
                    <a:pt x="50025" y="93464"/>
                    <a:pt x="49991" y="93498"/>
                    <a:pt x="49991" y="93532"/>
                  </a:cubicBezTo>
                  <a:cubicBezTo>
                    <a:pt x="49991" y="93600"/>
                    <a:pt x="50025" y="93634"/>
                    <a:pt x="50059" y="93634"/>
                  </a:cubicBezTo>
                  <a:lnTo>
                    <a:pt x="50196" y="93634"/>
                  </a:lnTo>
                  <a:cubicBezTo>
                    <a:pt x="50230" y="93634"/>
                    <a:pt x="50264" y="93600"/>
                    <a:pt x="50264" y="93566"/>
                  </a:cubicBezTo>
                  <a:cubicBezTo>
                    <a:pt x="50264" y="93532"/>
                    <a:pt x="50230" y="93464"/>
                    <a:pt x="50196" y="93464"/>
                  </a:cubicBezTo>
                  <a:close/>
                  <a:moveTo>
                    <a:pt x="54700" y="93464"/>
                  </a:moveTo>
                  <a:lnTo>
                    <a:pt x="54598" y="93498"/>
                  </a:lnTo>
                  <a:cubicBezTo>
                    <a:pt x="54563" y="93498"/>
                    <a:pt x="54529" y="93532"/>
                    <a:pt x="54529" y="93600"/>
                  </a:cubicBezTo>
                  <a:cubicBezTo>
                    <a:pt x="54529" y="93634"/>
                    <a:pt x="54563" y="93668"/>
                    <a:pt x="54598" y="93668"/>
                  </a:cubicBezTo>
                  <a:lnTo>
                    <a:pt x="54632" y="93668"/>
                  </a:lnTo>
                  <a:lnTo>
                    <a:pt x="54734" y="93634"/>
                  </a:lnTo>
                  <a:cubicBezTo>
                    <a:pt x="54802" y="93634"/>
                    <a:pt x="54802" y="93566"/>
                    <a:pt x="54802" y="93532"/>
                  </a:cubicBezTo>
                  <a:cubicBezTo>
                    <a:pt x="54802" y="93498"/>
                    <a:pt x="54768" y="93464"/>
                    <a:pt x="54700" y="93464"/>
                  </a:cubicBezTo>
                  <a:close/>
                  <a:moveTo>
                    <a:pt x="50613" y="93519"/>
                  </a:moveTo>
                  <a:cubicBezTo>
                    <a:pt x="50589" y="93519"/>
                    <a:pt x="50571" y="93550"/>
                    <a:pt x="50571" y="93600"/>
                  </a:cubicBezTo>
                  <a:cubicBezTo>
                    <a:pt x="50571" y="93634"/>
                    <a:pt x="50605" y="93668"/>
                    <a:pt x="50639" y="93703"/>
                  </a:cubicBezTo>
                  <a:lnTo>
                    <a:pt x="50776" y="93703"/>
                  </a:lnTo>
                  <a:cubicBezTo>
                    <a:pt x="50810" y="93703"/>
                    <a:pt x="50844" y="93668"/>
                    <a:pt x="50844" y="93634"/>
                  </a:cubicBezTo>
                  <a:cubicBezTo>
                    <a:pt x="50844" y="93566"/>
                    <a:pt x="50810" y="93532"/>
                    <a:pt x="50776" y="93532"/>
                  </a:cubicBezTo>
                  <a:lnTo>
                    <a:pt x="50639" y="93532"/>
                  </a:lnTo>
                  <a:cubicBezTo>
                    <a:pt x="50630" y="93523"/>
                    <a:pt x="50621" y="93519"/>
                    <a:pt x="50613" y="93519"/>
                  </a:cubicBezTo>
                  <a:close/>
                  <a:moveTo>
                    <a:pt x="51219" y="93566"/>
                  </a:moveTo>
                  <a:cubicBezTo>
                    <a:pt x="51185" y="93566"/>
                    <a:pt x="51151" y="93600"/>
                    <a:pt x="51117" y="93668"/>
                  </a:cubicBezTo>
                  <a:cubicBezTo>
                    <a:pt x="51117" y="93703"/>
                    <a:pt x="51151" y="93737"/>
                    <a:pt x="51219" y="93737"/>
                  </a:cubicBezTo>
                  <a:lnTo>
                    <a:pt x="51322" y="93771"/>
                  </a:lnTo>
                  <a:cubicBezTo>
                    <a:pt x="51356" y="93771"/>
                    <a:pt x="51424" y="93737"/>
                    <a:pt x="51424" y="93668"/>
                  </a:cubicBezTo>
                  <a:cubicBezTo>
                    <a:pt x="51424" y="93634"/>
                    <a:pt x="51390" y="93600"/>
                    <a:pt x="51322" y="93600"/>
                  </a:cubicBezTo>
                  <a:lnTo>
                    <a:pt x="51219" y="93566"/>
                  </a:lnTo>
                  <a:close/>
                  <a:moveTo>
                    <a:pt x="54154" y="93566"/>
                  </a:moveTo>
                  <a:lnTo>
                    <a:pt x="54018" y="93600"/>
                  </a:lnTo>
                  <a:cubicBezTo>
                    <a:pt x="53983" y="93600"/>
                    <a:pt x="53949" y="93668"/>
                    <a:pt x="53949" y="93703"/>
                  </a:cubicBezTo>
                  <a:cubicBezTo>
                    <a:pt x="53983" y="93737"/>
                    <a:pt x="54018" y="93771"/>
                    <a:pt x="54052" y="93771"/>
                  </a:cubicBezTo>
                  <a:lnTo>
                    <a:pt x="54188" y="93737"/>
                  </a:lnTo>
                  <a:cubicBezTo>
                    <a:pt x="54222" y="93737"/>
                    <a:pt x="54256" y="93703"/>
                    <a:pt x="54256" y="93634"/>
                  </a:cubicBezTo>
                  <a:cubicBezTo>
                    <a:pt x="54222" y="93600"/>
                    <a:pt x="54188" y="93566"/>
                    <a:pt x="54154" y="93566"/>
                  </a:cubicBezTo>
                  <a:close/>
                  <a:moveTo>
                    <a:pt x="51800" y="93634"/>
                  </a:moveTo>
                  <a:cubicBezTo>
                    <a:pt x="51731" y="93634"/>
                    <a:pt x="51697" y="93668"/>
                    <a:pt x="51697" y="93703"/>
                  </a:cubicBezTo>
                  <a:cubicBezTo>
                    <a:pt x="51697" y="93771"/>
                    <a:pt x="51731" y="93805"/>
                    <a:pt x="51765" y="93805"/>
                  </a:cubicBezTo>
                  <a:lnTo>
                    <a:pt x="51902" y="93805"/>
                  </a:lnTo>
                  <a:cubicBezTo>
                    <a:pt x="51936" y="93805"/>
                    <a:pt x="51970" y="93771"/>
                    <a:pt x="51970" y="93737"/>
                  </a:cubicBezTo>
                  <a:cubicBezTo>
                    <a:pt x="52004" y="93703"/>
                    <a:pt x="51970" y="93634"/>
                    <a:pt x="51902" y="93634"/>
                  </a:cubicBezTo>
                  <a:close/>
                  <a:moveTo>
                    <a:pt x="52380" y="93703"/>
                  </a:moveTo>
                  <a:cubicBezTo>
                    <a:pt x="52311" y="93703"/>
                    <a:pt x="52277" y="93703"/>
                    <a:pt x="52277" y="93771"/>
                  </a:cubicBezTo>
                  <a:cubicBezTo>
                    <a:pt x="52277" y="93805"/>
                    <a:pt x="52311" y="93839"/>
                    <a:pt x="52346" y="93873"/>
                  </a:cubicBezTo>
                  <a:lnTo>
                    <a:pt x="52482" y="93873"/>
                  </a:lnTo>
                  <a:cubicBezTo>
                    <a:pt x="52516" y="93873"/>
                    <a:pt x="52550" y="93839"/>
                    <a:pt x="52550" y="93805"/>
                  </a:cubicBezTo>
                  <a:cubicBezTo>
                    <a:pt x="52550" y="93737"/>
                    <a:pt x="52516" y="93703"/>
                    <a:pt x="52482" y="93703"/>
                  </a:cubicBezTo>
                  <a:close/>
                  <a:moveTo>
                    <a:pt x="53621" y="93689"/>
                  </a:moveTo>
                  <a:cubicBezTo>
                    <a:pt x="53608" y="93689"/>
                    <a:pt x="53592" y="93693"/>
                    <a:pt x="53574" y="93703"/>
                  </a:cubicBezTo>
                  <a:lnTo>
                    <a:pt x="53472" y="93703"/>
                  </a:lnTo>
                  <a:cubicBezTo>
                    <a:pt x="53437" y="93737"/>
                    <a:pt x="53403" y="93771"/>
                    <a:pt x="53403" y="93805"/>
                  </a:cubicBezTo>
                  <a:cubicBezTo>
                    <a:pt x="53403" y="93873"/>
                    <a:pt x="53437" y="93873"/>
                    <a:pt x="53506" y="93873"/>
                  </a:cubicBezTo>
                  <a:lnTo>
                    <a:pt x="53608" y="93873"/>
                  </a:lnTo>
                  <a:cubicBezTo>
                    <a:pt x="53676" y="93839"/>
                    <a:pt x="53710" y="93805"/>
                    <a:pt x="53676" y="93771"/>
                  </a:cubicBezTo>
                  <a:cubicBezTo>
                    <a:pt x="53676" y="93721"/>
                    <a:pt x="53658" y="93689"/>
                    <a:pt x="53621" y="93689"/>
                  </a:cubicBezTo>
                  <a:close/>
                  <a:moveTo>
                    <a:pt x="52926" y="93737"/>
                  </a:moveTo>
                  <a:cubicBezTo>
                    <a:pt x="52891" y="93737"/>
                    <a:pt x="52857" y="93771"/>
                    <a:pt x="52823" y="93839"/>
                  </a:cubicBezTo>
                  <a:cubicBezTo>
                    <a:pt x="52823" y="93873"/>
                    <a:pt x="52857" y="93907"/>
                    <a:pt x="52926" y="93907"/>
                  </a:cubicBezTo>
                  <a:lnTo>
                    <a:pt x="53028" y="93941"/>
                  </a:lnTo>
                  <a:cubicBezTo>
                    <a:pt x="53096" y="93941"/>
                    <a:pt x="53130" y="93907"/>
                    <a:pt x="53130" y="93839"/>
                  </a:cubicBezTo>
                  <a:cubicBezTo>
                    <a:pt x="53130" y="93805"/>
                    <a:pt x="53096" y="93771"/>
                    <a:pt x="53062" y="93771"/>
                  </a:cubicBezTo>
                  <a:lnTo>
                    <a:pt x="52926" y="9373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0" name="Google Shape;1772;p45">
              <a:extLst>
                <a:ext uri="{FF2B5EF4-FFF2-40B4-BE49-F238E27FC236}">
                  <a16:creationId xmlns:a16="http://schemas.microsoft.com/office/drawing/2014/main" id="{C2D2AD98-DE2F-F183-A871-D19D412A1120}"/>
                </a:ext>
              </a:extLst>
            </p:cNvPr>
            <p:cNvSpPr/>
            <p:nvPr/>
          </p:nvSpPr>
          <p:spPr>
            <a:xfrm>
              <a:off x="1942007" y="3420151"/>
              <a:ext cx="296591" cy="42609"/>
            </a:xfrm>
            <a:custGeom>
              <a:avLst/>
              <a:gdLst/>
              <a:ahLst/>
              <a:cxnLst/>
              <a:rect l="l" t="t" r="r" b="b"/>
              <a:pathLst>
                <a:path w="13309" h="1912" extrusionOk="0">
                  <a:moveTo>
                    <a:pt x="13207" y="1"/>
                  </a:moveTo>
                  <a:lnTo>
                    <a:pt x="69" y="1741"/>
                  </a:lnTo>
                  <a:cubicBezTo>
                    <a:pt x="35" y="1741"/>
                    <a:pt x="1" y="1775"/>
                    <a:pt x="1" y="1843"/>
                  </a:cubicBezTo>
                  <a:cubicBezTo>
                    <a:pt x="1" y="1878"/>
                    <a:pt x="35" y="1912"/>
                    <a:pt x="69" y="1912"/>
                  </a:cubicBezTo>
                  <a:lnTo>
                    <a:pt x="103" y="1912"/>
                  </a:lnTo>
                  <a:lnTo>
                    <a:pt x="13207" y="171"/>
                  </a:lnTo>
                  <a:cubicBezTo>
                    <a:pt x="13275" y="171"/>
                    <a:pt x="13309" y="137"/>
                    <a:pt x="13309" y="69"/>
                  </a:cubicBezTo>
                  <a:cubicBezTo>
                    <a:pt x="13275" y="35"/>
                    <a:pt x="13241" y="1"/>
                    <a:pt x="1320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1" name="Google Shape;1773;p45">
              <a:extLst>
                <a:ext uri="{FF2B5EF4-FFF2-40B4-BE49-F238E27FC236}">
                  <a16:creationId xmlns:a16="http://schemas.microsoft.com/office/drawing/2014/main" id="{34C4154C-94EF-C5E2-2436-A63B8EDA9566}"/>
                </a:ext>
              </a:extLst>
            </p:cNvPr>
            <p:cNvSpPr/>
            <p:nvPr/>
          </p:nvSpPr>
          <p:spPr>
            <a:xfrm>
              <a:off x="1625671" y="3458949"/>
              <a:ext cx="310274" cy="39556"/>
            </a:xfrm>
            <a:custGeom>
              <a:avLst/>
              <a:gdLst/>
              <a:ahLst/>
              <a:cxnLst/>
              <a:rect l="l" t="t" r="r" b="b"/>
              <a:pathLst>
                <a:path w="13923" h="1775" extrusionOk="0">
                  <a:moveTo>
                    <a:pt x="13821" y="0"/>
                  </a:moveTo>
                  <a:lnTo>
                    <a:pt x="13718" y="34"/>
                  </a:lnTo>
                  <a:cubicBezTo>
                    <a:pt x="13650" y="34"/>
                    <a:pt x="13616" y="68"/>
                    <a:pt x="13650" y="102"/>
                  </a:cubicBezTo>
                  <a:cubicBezTo>
                    <a:pt x="13650" y="171"/>
                    <a:pt x="13684" y="205"/>
                    <a:pt x="13718" y="205"/>
                  </a:cubicBezTo>
                  <a:lnTo>
                    <a:pt x="13855" y="171"/>
                  </a:lnTo>
                  <a:cubicBezTo>
                    <a:pt x="13889" y="171"/>
                    <a:pt x="13923" y="137"/>
                    <a:pt x="13923" y="68"/>
                  </a:cubicBezTo>
                  <a:cubicBezTo>
                    <a:pt x="13923" y="34"/>
                    <a:pt x="13889" y="0"/>
                    <a:pt x="13821" y="0"/>
                  </a:cubicBezTo>
                  <a:close/>
                  <a:moveTo>
                    <a:pt x="13138" y="68"/>
                  </a:moveTo>
                  <a:cubicBezTo>
                    <a:pt x="13104" y="102"/>
                    <a:pt x="13070" y="137"/>
                    <a:pt x="13070" y="171"/>
                  </a:cubicBezTo>
                  <a:cubicBezTo>
                    <a:pt x="13070" y="239"/>
                    <a:pt x="13104" y="239"/>
                    <a:pt x="13138" y="239"/>
                  </a:cubicBezTo>
                  <a:lnTo>
                    <a:pt x="13275" y="239"/>
                  </a:lnTo>
                  <a:cubicBezTo>
                    <a:pt x="13309" y="239"/>
                    <a:pt x="13343" y="205"/>
                    <a:pt x="13343" y="137"/>
                  </a:cubicBezTo>
                  <a:cubicBezTo>
                    <a:pt x="13343" y="102"/>
                    <a:pt x="13309" y="68"/>
                    <a:pt x="13275" y="68"/>
                  </a:cubicBezTo>
                  <a:close/>
                  <a:moveTo>
                    <a:pt x="12592" y="137"/>
                  </a:moveTo>
                  <a:cubicBezTo>
                    <a:pt x="12524" y="171"/>
                    <a:pt x="12490" y="205"/>
                    <a:pt x="12490" y="239"/>
                  </a:cubicBezTo>
                  <a:cubicBezTo>
                    <a:pt x="12490" y="273"/>
                    <a:pt x="12558" y="307"/>
                    <a:pt x="12592" y="307"/>
                  </a:cubicBezTo>
                  <a:lnTo>
                    <a:pt x="12695" y="307"/>
                  </a:lnTo>
                  <a:cubicBezTo>
                    <a:pt x="12763" y="307"/>
                    <a:pt x="12797" y="273"/>
                    <a:pt x="12797" y="205"/>
                  </a:cubicBezTo>
                  <a:cubicBezTo>
                    <a:pt x="12763" y="171"/>
                    <a:pt x="12729" y="137"/>
                    <a:pt x="12695" y="137"/>
                  </a:cubicBezTo>
                  <a:close/>
                  <a:moveTo>
                    <a:pt x="12012" y="205"/>
                  </a:moveTo>
                  <a:cubicBezTo>
                    <a:pt x="11944" y="239"/>
                    <a:pt x="11910" y="273"/>
                    <a:pt x="11944" y="307"/>
                  </a:cubicBezTo>
                  <a:cubicBezTo>
                    <a:pt x="11944" y="341"/>
                    <a:pt x="11978" y="375"/>
                    <a:pt x="12012" y="375"/>
                  </a:cubicBezTo>
                  <a:lnTo>
                    <a:pt x="12149" y="375"/>
                  </a:lnTo>
                  <a:cubicBezTo>
                    <a:pt x="12183" y="375"/>
                    <a:pt x="12217" y="341"/>
                    <a:pt x="12217" y="273"/>
                  </a:cubicBezTo>
                  <a:cubicBezTo>
                    <a:pt x="12217" y="239"/>
                    <a:pt x="12183" y="205"/>
                    <a:pt x="12114" y="205"/>
                  </a:cubicBezTo>
                  <a:close/>
                  <a:moveTo>
                    <a:pt x="11432" y="273"/>
                  </a:moveTo>
                  <a:cubicBezTo>
                    <a:pt x="11398" y="273"/>
                    <a:pt x="11364" y="341"/>
                    <a:pt x="11364" y="375"/>
                  </a:cubicBezTo>
                  <a:cubicBezTo>
                    <a:pt x="11364" y="410"/>
                    <a:pt x="11398" y="444"/>
                    <a:pt x="11432" y="444"/>
                  </a:cubicBezTo>
                  <a:lnTo>
                    <a:pt x="11568" y="444"/>
                  </a:lnTo>
                  <a:cubicBezTo>
                    <a:pt x="11603" y="444"/>
                    <a:pt x="11637" y="410"/>
                    <a:pt x="11637" y="341"/>
                  </a:cubicBezTo>
                  <a:cubicBezTo>
                    <a:pt x="11637" y="307"/>
                    <a:pt x="11603" y="273"/>
                    <a:pt x="11568" y="273"/>
                  </a:cubicBezTo>
                  <a:close/>
                  <a:moveTo>
                    <a:pt x="10886" y="341"/>
                  </a:moveTo>
                  <a:cubicBezTo>
                    <a:pt x="10818" y="341"/>
                    <a:pt x="10784" y="410"/>
                    <a:pt x="10784" y="444"/>
                  </a:cubicBezTo>
                  <a:cubicBezTo>
                    <a:pt x="10784" y="478"/>
                    <a:pt x="10852" y="512"/>
                    <a:pt x="10886" y="512"/>
                  </a:cubicBezTo>
                  <a:lnTo>
                    <a:pt x="10988" y="512"/>
                  </a:lnTo>
                  <a:cubicBezTo>
                    <a:pt x="11057" y="512"/>
                    <a:pt x="11091" y="444"/>
                    <a:pt x="11091" y="410"/>
                  </a:cubicBezTo>
                  <a:cubicBezTo>
                    <a:pt x="11091" y="375"/>
                    <a:pt x="11023" y="341"/>
                    <a:pt x="10988" y="341"/>
                  </a:cubicBezTo>
                  <a:close/>
                  <a:moveTo>
                    <a:pt x="10306" y="410"/>
                  </a:moveTo>
                  <a:cubicBezTo>
                    <a:pt x="10238" y="410"/>
                    <a:pt x="10238" y="478"/>
                    <a:pt x="10238" y="512"/>
                  </a:cubicBezTo>
                  <a:cubicBezTo>
                    <a:pt x="10238" y="546"/>
                    <a:pt x="10272" y="580"/>
                    <a:pt x="10306" y="580"/>
                  </a:cubicBezTo>
                  <a:lnTo>
                    <a:pt x="10442" y="580"/>
                  </a:lnTo>
                  <a:cubicBezTo>
                    <a:pt x="10477" y="580"/>
                    <a:pt x="10511" y="512"/>
                    <a:pt x="10511" y="478"/>
                  </a:cubicBezTo>
                  <a:cubicBezTo>
                    <a:pt x="10511" y="444"/>
                    <a:pt x="10477" y="410"/>
                    <a:pt x="10408" y="410"/>
                  </a:cubicBezTo>
                  <a:close/>
                  <a:moveTo>
                    <a:pt x="9726" y="478"/>
                  </a:moveTo>
                  <a:cubicBezTo>
                    <a:pt x="9692" y="478"/>
                    <a:pt x="9658" y="546"/>
                    <a:pt x="9658" y="580"/>
                  </a:cubicBezTo>
                  <a:cubicBezTo>
                    <a:pt x="9658" y="614"/>
                    <a:pt x="9692" y="648"/>
                    <a:pt x="9760" y="648"/>
                  </a:cubicBezTo>
                  <a:lnTo>
                    <a:pt x="9862" y="648"/>
                  </a:lnTo>
                  <a:cubicBezTo>
                    <a:pt x="9931" y="648"/>
                    <a:pt x="9965" y="580"/>
                    <a:pt x="9931" y="546"/>
                  </a:cubicBezTo>
                  <a:cubicBezTo>
                    <a:pt x="9931" y="512"/>
                    <a:pt x="9896" y="478"/>
                    <a:pt x="9862" y="478"/>
                  </a:cubicBezTo>
                  <a:close/>
                  <a:moveTo>
                    <a:pt x="9180" y="546"/>
                  </a:moveTo>
                  <a:cubicBezTo>
                    <a:pt x="9112" y="546"/>
                    <a:pt x="9078" y="614"/>
                    <a:pt x="9078" y="648"/>
                  </a:cubicBezTo>
                  <a:cubicBezTo>
                    <a:pt x="9078" y="683"/>
                    <a:pt x="9146" y="717"/>
                    <a:pt x="9180" y="717"/>
                  </a:cubicBezTo>
                  <a:lnTo>
                    <a:pt x="9282" y="717"/>
                  </a:lnTo>
                  <a:cubicBezTo>
                    <a:pt x="9350" y="717"/>
                    <a:pt x="9385" y="648"/>
                    <a:pt x="9385" y="614"/>
                  </a:cubicBezTo>
                  <a:cubicBezTo>
                    <a:pt x="9385" y="580"/>
                    <a:pt x="9316" y="546"/>
                    <a:pt x="9282" y="546"/>
                  </a:cubicBezTo>
                  <a:close/>
                  <a:moveTo>
                    <a:pt x="8750" y="601"/>
                  </a:moveTo>
                  <a:cubicBezTo>
                    <a:pt x="8736" y="601"/>
                    <a:pt x="8720" y="605"/>
                    <a:pt x="8702" y="614"/>
                  </a:cubicBezTo>
                  <a:lnTo>
                    <a:pt x="8600" y="614"/>
                  </a:lnTo>
                  <a:cubicBezTo>
                    <a:pt x="8566" y="614"/>
                    <a:pt x="8532" y="648"/>
                    <a:pt x="8532" y="717"/>
                  </a:cubicBezTo>
                  <a:cubicBezTo>
                    <a:pt x="8532" y="751"/>
                    <a:pt x="8566" y="785"/>
                    <a:pt x="8600" y="785"/>
                  </a:cubicBezTo>
                  <a:lnTo>
                    <a:pt x="8736" y="785"/>
                  </a:lnTo>
                  <a:cubicBezTo>
                    <a:pt x="8770" y="785"/>
                    <a:pt x="8805" y="717"/>
                    <a:pt x="8805" y="683"/>
                  </a:cubicBezTo>
                  <a:cubicBezTo>
                    <a:pt x="8805" y="633"/>
                    <a:pt x="8786" y="601"/>
                    <a:pt x="8750" y="601"/>
                  </a:cubicBezTo>
                  <a:close/>
                  <a:moveTo>
                    <a:pt x="8183" y="669"/>
                  </a:moveTo>
                  <a:cubicBezTo>
                    <a:pt x="8174" y="669"/>
                    <a:pt x="8165" y="673"/>
                    <a:pt x="8156" y="683"/>
                  </a:cubicBezTo>
                  <a:lnTo>
                    <a:pt x="8020" y="683"/>
                  </a:lnTo>
                  <a:cubicBezTo>
                    <a:pt x="7986" y="683"/>
                    <a:pt x="7951" y="717"/>
                    <a:pt x="7951" y="785"/>
                  </a:cubicBezTo>
                  <a:cubicBezTo>
                    <a:pt x="7951" y="819"/>
                    <a:pt x="7986" y="853"/>
                    <a:pt x="8054" y="853"/>
                  </a:cubicBezTo>
                  <a:lnTo>
                    <a:pt x="8156" y="853"/>
                  </a:lnTo>
                  <a:cubicBezTo>
                    <a:pt x="8224" y="819"/>
                    <a:pt x="8259" y="785"/>
                    <a:pt x="8224" y="751"/>
                  </a:cubicBezTo>
                  <a:cubicBezTo>
                    <a:pt x="8224" y="701"/>
                    <a:pt x="8206" y="669"/>
                    <a:pt x="8183" y="669"/>
                  </a:cubicBezTo>
                  <a:close/>
                  <a:moveTo>
                    <a:pt x="7609" y="737"/>
                  </a:moveTo>
                  <a:cubicBezTo>
                    <a:pt x="7597" y="737"/>
                    <a:pt x="7585" y="742"/>
                    <a:pt x="7576" y="751"/>
                  </a:cubicBezTo>
                  <a:lnTo>
                    <a:pt x="7474" y="751"/>
                  </a:lnTo>
                  <a:cubicBezTo>
                    <a:pt x="7405" y="751"/>
                    <a:pt x="7371" y="785"/>
                    <a:pt x="7371" y="853"/>
                  </a:cubicBezTo>
                  <a:cubicBezTo>
                    <a:pt x="7371" y="887"/>
                    <a:pt x="7440" y="921"/>
                    <a:pt x="7474" y="921"/>
                  </a:cubicBezTo>
                  <a:lnTo>
                    <a:pt x="7576" y="921"/>
                  </a:lnTo>
                  <a:cubicBezTo>
                    <a:pt x="7644" y="887"/>
                    <a:pt x="7678" y="853"/>
                    <a:pt x="7678" y="819"/>
                  </a:cubicBezTo>
                  <a:cubicBezTo>
                    <a:pt x="7678" y="769"/>
                    <a:pt x="7642" y="737"/>
                    <a:pt x="7609" y="737"/>
                  </a:cubicBezTo>
                  <a:close/>
                  <a:moveTo>
                    <a:pt x="7044" y="806"/>
                  </a:moveTo>
                  <a:cubicBezTo>
                    <a:pt x="7030" y="806"/>
                    <a:pt x="7014" y="810"/>
                    <a:pt x="6996" y="819"/>
                  </a:cubicBezTo>
                  <a:lnTo>
                    <a:pt x="6894" y="819"/>
                  </a:lnTo>
                  <a:cubicBezTo>
                    <a:pt x="6860" y="819"/>
                    <a:pt x="6825" y="853"/>
                    <a:pt x="6825" y="921"/>
                  </a:cubicBezTo>
                  <a:cubicBezTo>
                    <a:pt x="6825" y="956"/>
                    <a:pt x="6860" y="990"/>
                    <a:pt x="6894" y="990"/>
                  </a:cubicBezTo>
                  <a:lnTo>
                    <a:pt x="7030" y="990"/>
                  </a:lnTo>
                  <a:cubicBezTo>
                    <a:pt x="7064" y="956"/>
                    <a:pt x="7098" y="921"/>
                    <a:pt x="7098" y="887"/>
                  </a:cubicBezTo>
                  <a:cubicBezTo>
                    <a:pt x="7098" y="837"/>
                    <a:pt x="7080" y="806"/>
                    <a:pt x="7044" y="806"/>
                  </a:cubicBezTo>
                  <a:close/>
                  <a:moveTo>
                    <a:pt x="6450" y="853"/>
                  </a:moveTo>
                  <a:lnTo>
                    <a:pt x="6314" y="887"/>
                  </a:lnTo>
                  <a:cubicBezTo>
                    <a:pt x="6279" y="887"/>
                    <a:pt x="6245" y="921"/>
                    <a:pt x="6245" y="990"/>
                  </a:cubicBezTo>
                  <a:cubicBezTo>
                    <a:pt x="6245" y="1024"/>
                    <a:pt x="6279" y="1058"/>
                    <a:pt x="6348" y="1058"/>
                  </a:cubicBezTo>
                  <a:lnTo>
                    <a:pt x="6450" y="1024"/>
                  </a:lnTo>
                  <a:cubicBezTo>
                    <a:pt x="6518" y="1024"/>
                    <a:pt x="6552" y="990"/>
                    <a:pt x="6518" y="956"/>
                  </a:cubicBezTo>
                  <a:cubicBezTo>
                    <a:pt x="6518" y="887"/>
                    <a:pt x="6484" y="853"/>
                    <a:pt x="6450" y="853"/>
                  </a:cubicBezTo>
                  <a:close/>
                  <a:moveTo>
                    <a:pt x="5870" y="921"/>
                  </a:moveTo>
                  <a:lnTo>
                    <a:pt x="5768" y="956"/>
                  </a:lnTo>
                  <a:cubicBezTo>
                    <a:pt x="5699" y="956"/>
                    <a:pt x="5665" y="990"/>
                    <a:pt x="5665" y="1058"/>
                  </a:cubicBezTo>
                  <a:cubicBezTo>
                    <a:pt x="5699" y="1092"/>
                    <a:pt x="5733" y="1126"/>
                    <a:pt x="5768" y="1126"/>
                  </a:cubicBezTo>
                  <a:lnTo>
                    <a:pt x="5870" y="1092"/>
                  </a:lnTo>
                  <a:cubicBezTo>
                    <a:pt x="5938" y="1092"/>
                    <a:pt x="5972" y="1058"/>
                    <a:pt x="5972" y="1024"/>
                  </a:cubicBezTo>
                  <a:cubicBezTo>
                    <a:pt x="5972" y="956"/>
                    <a:pt x="5904" y="921"/>
                    <a:pt x="5870" y="921"/>
                  </a:cubicBezTo>
                  <a:close/>
                  <a:moveTo>
                    <a:pt x="5290" y="990"/>
                  </a:moveTo>
                  <a:lnTo>
                    <a:pt x="5187" y="1024"/>
                  </a:lnTo>
                  <a:cubicBezTo>
                    <a:pt x="5153" y="1024"/>
                    <a:pt x="5119" y="1058"/>
                    <a:pt x="5119" y="1126"/>
                  </a:cubicBezTo>
                  <a:cubicBezTo>
                    <a:pt x="5119" y="1160"/>
                    <a:pt x="5153" y="1194"/>
                    <a:pt x="5187" y="1194"/>
                  </a:cubicBezTo>
                  <a:lnTo>
                    <a:pt x="5324" y="1160"/>
                  </a:lnTo>
                  <a:cubicBezTo>
                    <a:pt x="5358" y="1160"/>
                    <a:pt x="5392" y="1126"/>
                    <a:pt x="5392" y="1092"/>
                  </a:cubicBezTo>
                  <a:cubicBezTo>
                    <a:pt x="5392" y="1024"/>
                    <a:pt x="5358" y="990"/>
                    <a:pt x="5290" y="990"/>
                  </a:cubicBezTo>
                  <a:close/>
                  <a:moveTo>
                    <a:pt x="4744" y="1058"/>
                  </a:moveTo>
                  <a:lnTo>
                    <a:pt x="4607" y="1092"/>
                  </a:lnTo>
                  <a:cubicBezTo>
                    <a:pt x="4573" y="1092"/>
                    <a:pt x="4539" y="1126"/>
                    <a:pt x="4539" y="1194"/>
                  </a:cubicBezTo>
                  <a:cubicBezTo>
                    <a:pt x="4539" y="1229"/>
                    <a:pt x="4573" y="1263"/>
                    <a:pt x="4642" y="1263"/>
                  </a:cubicBezTo>
                  <a:lnTo>
                    <a:pt x="4744" y="1229"/>
                  </a:lnTo>
                  <a:cubicBezTo>
                    <a:pt x="4812" y="1229"/>
                    <a:pt x="4846" y="1194"/>
                    <a:pt x="4812" y="1160"/>
                  </a:cubicBezTo>
                  <a:cubicBezTo>
                    <a:pt x="4812" y="1092"/>
                    <a:pt x="4778" y="1058"/>
                    <a:pt x="4744" y="1058"/>
                  </a:cubicBezTo>
                  <a:close/>
                  <a:moveTo>
                    <a:pt x="4164" y="1126"/>
                  </a:moveTo>
                  <a:lnTo>
                    <a:pt x="4061" y="1160"/>
                  </a:lnTo>
                  <a:cubicBezTo>
                    <a:pt x="3993" y="1160"/>
                    <a:pt x="3959" y="1194"/>
                    <a:pt x="3959" y="1229"/>
                  </a:cubicBezTo>
                  <a:cubicBezTo>
                    <a:pt x="3993" y="1297"/>
                    <a:pt x="4027" y="1331"/>
                    <a:pt x="4061" y="1331"/>
                  </a:cubicBezTo>
                  <a:lnTo>
                    <a:pt x="4164" y="1297"/>
                  </a:lnTo>
                  <a:cubicBezTo>
                    <a:pt x="4232" y="1297"/>
                    <a:pt x="4266" y="1263"/>
                    <a:pt x="4266" y="1194"/>
                  </a:cubicBezTo>
                  <a:cubicBezTo>
                    <a:pt x="4266" y="1160"/>
                    <a:pt x="4198" y="1126"/>
                    <a:pt x="4164" y="1126"/>
                  </a:cubicBezTo>
                  <a:close/>
                  <a:moveTo>
                    <a:pt x="3584" y="1194"/>
                  </a:moveTo>
                  <a:lnTo>
                    <a:pt x="3481" y="1229"/>
                  </a:lnTo>
                  <a:cubicBezTo>
                    <a:pt x="3447" y="1229"/>
                    <a:pt x="3413" y="1263"/>
                    <a:pt x="3413" y="1297"/>
                  </a:cubicBezTo>
                  <a:cubicBezTo>
                    <a:pt x="3413" y="1365"/>
                    <a:pt x="3447" y="1399"/>
                    <a:pt x="3481" y="1399"/>
                  </a:cubicBezTo>
                  <a:lnTo>
                    <a:pt x="3515" y="1399"/>
                  </a:lnTo>
                  <a:lnTo>
                    <a:pt x="3618" y="1365"/>
                  </a:lnTo>
                  <a:cubicBezTo>
                    <a:pt x="3652" y="1365"/>
                    <a:pt x="3686" y="1331"/>
                    <a:pt x="3686" y="1263"/>
                  </a:cubicBezTo>
                  <a:cubicBezTo>
                    <a:pt x="3686" y="1229"/>
                    <a:pt x="3652" y="1194"/>
                    <a:pt x="3584" y="1194"/>
                  </a:cubicBezTo>
                  <a:close/>
                  <a:moveTo>
                    <a:pt x="3038" y="1263"/>
                  </a:moveTo>
                  <a:lnTo>
                    <a:pt x="2901" y="1297"/>
                  </a:lnTo>
                  <a:cubicBezTo>
                    <a:pt x="2867" y="1297"/>
                    <a:pt x="2833" y="1331"/>
                    <a:pt x="2833" y="1365"/>
                  </a:cubicBezTo>
                  <a:cubicBezTo>
                    <a:pt x="2833" y="1433"/>
                    <a:pt x="2867" y="1467"/>
                    <a:pt x="2935" y="1467"/>
                  </a:cubicBezTo>
                  <a:lnTo>
                    <a:pt x="3038" y="1433"/>
                  </a:lnTo>
                  <a:cubicBezTo>
                    <a:pt x="3106" y="1433"/>
                    <a:pt x="3140" y="1399"/>
                    <a:pt x="3106" y="1331"/>
                  </a:cubicBezTo>
                  <a:cubicBezTo>
                    <a:pt x="3106" y="1297"/>
                    <a:pt x="3072" y="1263"/>
                    <a:pt x="3038" y="1263"/>
                  </a:cubicBezTo>
                  <a:close/>
                  <a:moveTo>
                    <a:pt x="2458" y="1331"/>
                  </a:moveTo>
                  <a:lnTo>
                    <a:pt x="2355" y="1365"/>
                  </a:lnTo>
                  <a:cubicBezTo>
                    <a:pt x="2287" y="1365"/>
                    <a:pt x="2253" y="1399"/>
                    <a:pt x="2253" y="1433"/>
                  </a:cubicBezTo>
                  <a:cubicBezTo>
                    <a:pt x="2287" y="1502"/>
                    <a:pt x="2321" y="1536"/>
                    <a:pt x="2355" y="1536"/>
                  </a:cubicBezTo>
                  <a:cubicBezTo>
                    <a:pt x="2355" y="1536"/>
                    <a:pt x="2355" y="1536"/>
                    <a:pt x="2355" y="1502"/>
                  </a:cubicBezTo>
                  <a:lnTo>
                    <a:pt x="2458" y="1502"/>
                  </a:lnTo>
                  <a:cubicBezTo>
                    <a:pt x="2526" y="1502"/>
                    <a:pt x="2560" y="1467"/>
                    <a:pt x="2560" y="1399"/>
                  </a:cubicBezTo>
                  <a:cubicBezTo>
                    <a:pt x="2560" y="1365"/>
                    <a:pt x="2492" y="1331"/>
                    <a:pt x="2458" y="1331"/>
                  </a:cubicBezTo>
                  <a:close/>
                  <a:moveTo>
                    <a:pt x="1775" y="1399"/>
                  </a:moveTo>
                  <a:cubicBezTo>
                    <a:pt x="1741" y="1433"/>
                    <a:pt x="1707" y="1467"/>
                    <a:pt x="1707" y="1502"/>
                  </a:cubicBezTo>
                  <a:cubicBezTo>
                    <a:pt x="1707" y="1570"/>
                    <a:pt x="1741" y="1570"/>
                    <a:pt x="1775" y="1570"/>
                  </a:cubicBezTo>
                  <a:lnTo>
                    <a:pt x="1912" y="1570"/>
                  </a:lnTo>
                  <a:cubicBezTo>
                    <a:pt x="1946" y="1570"/>
                    <a:pt x="1980" y="1536"/>
                    <a:pt x="1980" y="1467"/>
                  </a:cubicBezTo>
                  <a:cubicBezTo>
                    <a:pt x="1980" y="1433"/>
                    <a:pt x="1946" y="1399"/>
                    <a:pt x="1878" y="1399"/>
                  </a:cubicBezTo>
                  <a:close/>
                  <a:moveTo>
                    <a:pt x="1195" y="1467"/>
                  </a:moveTo>
                  <a:cubicBezTo>
                    <a:pt x="1161" y="1502"/>
                    <a:pt x="1127" y="1536"/>
                    <a:pt x="1127" y="1570"/>
                  </a:cubicBezTo>
                  <a:cubicBezTo>
                    <a:pt x="1127" y="1604"/>
                    <a:pt x="1161" y="1638"/>
                    <a:pt x="1229" y="1638"/>
                  </a:cubicBezTo>
                  <a:lnTo>
                    <a:pt x="1332" y="1638"/>
                  </a:lnTo>
                  <a:cubicBezTo>
                    <a:pt x="1400" y="1638"/>
                    <a:pt x="1434" y="1604"/>
                    <a:pt x="1400" y="1536"/>
                  </a:cubicBezTo>
                  <a:cubicBezTo>
                    <a:pt x="1400" y="1502"/>
                    <a:pt x="1366" y="1467"/>
                    <a:pt x="1332" y="1467"/>
                  </a:cubicBezTo>
                  <a:close/>
                  <a:moveTo>
                    <a:pt x="649" y="1536"/>
                  </a:moveTo>
                  <a:cubicBezTo>
                    <a:pt x="581" y="1570"/>
                    <a:pt x="547" y="1604"/>
                    <a:pt x="547" y="1638"/>
                  </a:cubicBezTo>
                  <a:cubicBezTo>
                    <a:pt x="581" y="1672"/>
                    <a:pt x="615" y="1706"/>
                    <a:pt x="649" y="1706"/>
                  </a:cubicBezTo>
                  <a:lnTo>
                    <a:pt x="786" y="1706"/>
                  </a:lnTo>
                  <a:cubicBezTo>
                    <a:pt x="820" y="1706"/>
                    <a:pt x="854" y="1672"/>
                    <a:pt x="854" y="1604"/>
                  </a:cubicBezTo>
                  <a:cubicBezTo>
                    <a:pt x="854" y="1570"/>
                    <a:pt x="786" y="1536"/>
                    <a:pt x="751" y="1536"/>
                  </a:cubicBezTo>
                  <a:close/>
                  <a:moveTo>
                    <a:pt x="69" y="1604"/>
                  </a:moveTo>
                  <a:cubicBezTo>
                    <a:pt x="35" y="1604"/>
                    <a:pt x="1" y="1672"/>
                    <a:pt x="1" y="1706"/>
                  </a:cubicBezTo>
                  <a:cubicBezTo>
                    <a:pt x="1" y="1740"/>
                    <a:pt x="35" y="1775"/>
                    <a:pt x="69" y="1775"/>
                  </a:cubicBezTo>
                  <a:lnTo>
                    <a:pt x="206" y="1775"/>
                  </a:lnTo>
                  <a:cubicBezTo>
                    <a:pt x="240" y="1775"/>
                    <a:pt x="274" y="1740"/>
                    <a:pt x="274" y="1672"/>
                  </a:cubicBezTo>
                  <a:cubicBezTo>
                    <a:pt x="274" y="1638"/>
                    <a:pt x="240" y="1604"/>
                    <a:pt x="171" y="160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2" name="Google Shape;1774;p45">
              <a:extLst>
                <a:ext uri="{FF2B5EF4-FFF2-40B4-BE49-F238E27FC236}">
                  <a16:creationId xmlns:a16="http://schemas.microsoft.com/office/drawing/2014/main" id="{53830E6A-6F00-4414-7E3F-0777AFB9C9E8}"/>
                </a:ext>
              </a:extLst>
            </p:cNvPr>
            <p:cNvSpPr/>
            <p:nvPr/>
          </p:nvSpPr>
          <p:spPr>
            <a:xfrm>
              <a:off x="786151" y="3420151"/>
              <a:ext cx="721677" cy="89006"/>
            </a:xfrm>
            <a:custGeom>
              <a:avLst/>
              <a:gdLst/>
              <a:ahLst/>
              <a:cxnLst/>
              <a:rect l="l" t="t" r="r" b="b"/>
              <a:pathLst>
                <a:path w="32384" h="3994" extrusionOk="0">
                  <a:moveTo>
                    <a:pt x="32281" y="1"/>
                  </a:moveTo>
                  <a:lnTo>
                    <a:pt x="103" y="3823"/>
                  </a:lnTo>
                  <a:cubicBezTo>
                    <a:pt x="35" y="3823"/>
                    <a:pt x="1" y="3891"/>
                    <a:pt x="1" y="3925"/>
                  </a:cubicBezTo>
                  <a:cubicBezTo>
                    <a:pt x="35" y="3959"/>
                    <a:pt x="69" y="3993"/>
                    <a:pt x="103" y="3993"/>
                  </a:cubicBezTo>
                  <a:lnTo>
                    <a:pt x="32315" y="171"/>
                  </a:lnTo>
                  <a:cubicBezTo>
                    <a:pt x="32350" y="171"/>
                    <a:pt x="32384" y="137"/>
                    <a:pt x="32384" y="69"/>
                  </a:cubicBezTo>
                  <a:cubicBezTo>
                    <a:pt x="32384" y="35"/>
                    <a:pt x="32350" y="1"/>
                    <a:pt x="3228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" name="Google Shape;1775;p45">
              <a:extLst>
                <a:ext uri="{FF2B5EF4-FFF2-40B4-BE49-F238E27FC236}">
                  <a16:creationId xmlns:a16="http://schemas.microsoft.com/office/drawing/2014/main" id="{37CB45BF-A6F8-3495-AA6F-7E0EA030D8DB}"/>
                </a:ext>
              </a:extLst>
            </p:cNvPr>
            <p:cNvSpPr/>
            <p:nvPr/>
          </p:nvSpPr>
          <p:spPr>
            <a:xfrm>
              <a:off x="1516185" y="3328136"/>
              <a:ext cx="2193089" cy="99659"/>
            </a:xfrm>
            <a:custGeom>
              <a:avLst/>
              <a:gdLst/>
              <a:ahLst/>
              <a:cxnLst/>
              <a:rect l="l" t="t" r="r" b="b"/>
              <a:pathLst>
                <a:path w="98411" h="4472" extrusionOk="0">
                  <a:moveTo>
                    <a:pt x="38798" y="1"/>
                  </a:moveTo>
                  <a:cubicBezTo>
                    <a:pt x="38764" y="1"/>
                    <a:pt x="38730" y="35"/>
                    <a:pt x="38730" y="103"/>
                  </a:cubicBezTo>
                  <a:cubicBezTo>
                    <a:pt x="38730" y="137"/>
                    <a:pt x="38764" y="172"/>
                    <a:pt x="38798" y="172"/>
                  </a:cubicBezTo>
                  <a:lnTo>
                    <a:pt x="38934" y="172"/>
                  </a:lnTo>
                  <a:cubicBezTo>
                    <a:pt x="38969" y="172"/>
                    <a:pt x="39003" y="137"/>
                    <a:pt x="39003" y="69"/>
                  </a:cubicBezTo>
                  <a:cubicBezTo>
                    <a:pt x="39003" y="35"/>
                    <a:pt x="38969" y="1"/>
                    <a:pt x="38934" y="1"/>
                  </a:cubicBezTo>
                  <a:close/>
                  <a:moveTo>
                    <a:pt x="39359" y="26"/>
                  </a:moveTo>
                  <a:cubicBezTo>
                    <a:pt x="39332" y="26"/>
                    <a:pt x="39310" y="76"/>
                    <a:pt x="39310" y="103"/>
                  </a:cubicBezTo>
                  <a:cubicBezTo>
                    <a:pt x="39310" y="137"/>
                    <a:pt x="39344" y="206"/>
                    <a:pt x="39378" y="206"/>
                  </a:cubicBezTo>
                  <a:lnTo>
                    <a:pt x="39515" y="206"/>
                  </a:lnTo>
                  <a:cubicBezTo>
                    <a:pt x="39549" y="206"/>
                    <a:pt x="39583" y="172"/>
                    <a:pt x="39583" y="137"/>
                  </a:cubicBezTo>
                  <a:cubicBezTo>
                    <a:pt x="39583" y="69"/>
                    <a:pt x="39549" y="35"/>
                    <a:pt x="39515" y="35"/>
                  </a:cubicBezTo>
                  <a:lnTo>
                    <a:pt x="39378" y="35"/>
                  </a:lnTo>
                  <a:cubicBezTo>
                    <a:pt x="39372" y="29"/>
                    <a:pt x="39365" y="26"/>
                    <a:pt x="39359" y="26"/>
                  </a:cubicBezTo>
                  <a:close/>
                  <a:moveTo>
                    <a:pt x="38354" y="35"/>
                  </a:moveTo>
                  <a:lnTo>
                    <a:pt x="38252" y="69"/>
                  </a:lnTo>
                  <a:cubicBezTo>
                    <a:pt x="38184" y="69"/>
                    <a:pt x="38150" y="103"/>
                    <a:pt x="38150" y="137"/>
                  </a:cubicBezTo>
                  <a:cubicBezTo>
                    <a:pt x="38150" y="206"/>
                    <a:pt x="38218" y="240"/>
                    <a:pt x="38252" y="240"/>
                  </a:cubicBezTo>
                  <a:lnTo>
                    <a:pt x="38354" y="206"/>
                  </a:lnTo>
                  <a:cubicBezTo>
                    <a:pt x="38423" y="206"/>
                    <a:pt x="38457" y="172"/>
                    <a:pt x="38457" y="137"/>
                  </a:cubicBezTo>
                  <a:cubicBezTo>
                    <a:pt x="38457" y="69"/>
                    <a:pt x="38388" y="35"/>
                    <a:pt x="38354" y="35"/>
                  </a:cubicBezTo>
                  <a:close/>
                  <a:moveTo>
                    <a:pt x="39958" y="69"/>
                  </a:moveTo>
                  <a:cubicBezTo>
                    <a:pt x="39924" y="69"/>
                    <a:pt x="39890" y="103"/>
                    <a:pt x="39856" y="137"/>
                  </a:cubicBezTo>
                  <a:cubicBezTo>
                    <a:pt x="39856" y="206"/>
                    <a:pt x="39890" y="240"/>
                    <a:pt x="39958" y="240"/>
                  </a:cubicBezTo>
                  <a:lnTo>
                    <a:pt x="40060" y="240"/>
                  </a:lnTo>
                  <a:cubicBezTo>
                    <a:pt x="40129" y="240"/>
                    <a:pt x="40163" y="206"/>
                    <a:pt x="40163" y="172"/>
                  </a:cubicBezTo>
                  <a:cubicBezTo>
                    <a:pt x="40163" y="103"/>
                    <a:pt x="40129" y="69"/>
                    <a:pt x="40060" y="69"/>
                  </a:cubicBezTo>
                  <a:close/>
                  <a:moveTo>
                    <a:pt x="37672" y="103"/>
                  </a:moveTo>
                  <a:cubicBezTo>
                    <a:pt x="37604" y="137"/>
                    <a:pt x="37570" y="172"/>
                    <a:pt x="37604" y="206"/>
                  </a:cubicBezTo>
                  <a:cubicBezTo>
                    <a:pt x="37604" y="274"/>
                    <a:pt x="37638" y="274"/>
                    <a:pt x="37672" y="274"/>
                  </a:cubicBezTo>
                  <a:lnTo>
                    <a:pt x="37808" y="274"/>
                  </a:lnTo>
                  <a:cubicBezTo>
                    <a:pt x="37843" y="274"/>
                    <a:pt x="37877" y="240"/>
                    <a:pt x="37877" y="172"/>
                  </a:cubicBezTo>
                  <a:cubicBezTo>
                    <a:pt x="37877" y="137"/>
                    <a:pt x="37843" y="103"/>
                    <a:pt x="37774" y="103"/>
                  </a:cubicBezTo>
                  <a:close/>
                  <a:moveTo>
                    <a:pt x="40538" y="103"/>
                  </a:moveTo>
                  <a:cubicBezTo>
                    <a:pt x="40470" y="103"/>
                    <a:pt x="40436" y="137"/>
                    <a:pt x="40436" y="172"/>
                  </a:cubicBezTo>
                  <a:cubicBezTo>
                    <a:pt x="40436" y="240"/>
                    <a:pt x="40470" y="274"/>
                    <a:pt x="40538" y="274"/>
                  </a:cubicBezTo>
                  <a:lnTo>
                    <a:pt x="40641" y="274"/>
                  </a:lnTo>
                  <a:cubicBezTo>
                    <a:pt x="40675" y="274"/>
                    <a:pt x="40709" y="240"/>
                    <a:pt x="40743" y="206"/>
                  </a:cubicBezTo>
                  <a:cubicBezTo>
                    <a:pt x="40743" y="172"/>
                    <a:pt x="40709" y="103"/>
                    <a:pt x="40641" y="103"/>
                  </a:cubicBezTo>
                  <a:close/>
                  <a:moveTo>
                    <a:pt x="37092" y="172"/>
                  </a:moveTo>
                  <a:cubicBezTo>
                    <a:pt x="37058" y="172"/>
                    <a:pt x="37024" y="240"/>
                    <a:pt x="37024" y="274"/>
                  </a:cubicBezTo>
                  <a:cubicBezTo>
                    <a:pt x="37024" y="308"/>
                    <a:pt x="37058" y="342"/>
                    <a:pt x="37092" y="342"/>
                  </a:cubicBezTo>
                  <a:lnTo>
                    <a:pt x="37228" y="342"/>
                  </a:lnTo>
                  <a:cubicBezTo>
                    <a:pt x="37262" y="342"/>
                    <a:pt x="37297" y="308"/>
                    <a:pt x="37297" y="240"/>
                  </a:cubicBezTo>
                  <a:cubicBezTo>
                    <a:pt x="37297" y="206"/>
                    <a:pt x="37262" y="172"/>
                    <a:pt x="37228" y="172"/>
                  </a:cubicBezTo>
                  <a:close/>
                  <a:moveTo>
                    <a:pt x="41118" y="137"/>
                  </a:moveTo>
                  <a:cubicBezTo>
                    <a:pt x="41050" y="137"/>
                    <a:pt x="41016" y="172"/>
                    <a:pt x="41016" y="240"/>
                  </a:cubicBezTo>
                  <a:cubicBezTo>
                    <a:pt x="41016" y="274"/>
                    <a:pt x="41050" y="308"/>
                    <a:pt x="41084" y="308"/>
                  </a:cubicBezTo>
                  <a:lnTo>
                    <a:pt x="41221" y="342"/>
                  </a:lnTo>
                  <a:cubicBezTo>
                    <a:pt x="41255" y="342"/>
                    <a:pt x="41289" y="308"/>
                    <a:pt x="41289" y="240"/>
                  </a:cubicBezTo>
                  <a:cubicBezTo>
                    <a:pt x="41289" y="206"/>
                    <a:pt x="41255" y="172"/>
                    <a:pt x="41221" y="172"/>
                  </a:cubicBezTo>
                  <a:lnTo>
                    <a:pt x="41118" y="137"/>
                  </a:lnTo>
                  <a:close/>
                  <a:moveTo>
                    <a:pt x="41664" y="172"/>
                  </a:moveTo>
                  <a:cubicBezTo>
                    <a:pt x="41630" y="172"/>
                    <a:pt x="41596" y="206"/>
                    <a:pt x="41596" y="274"/>
                  </a:cubicBezTo>
                  <a:cubicBezTo>
                    <a:pt x="41596" y="308"/>
                    <a:pt x="41630" y="342"/>
                    <a:pt x="41664" y="376"/>
                  </a:cubicBezTo>
                  <a:lnTo>
                    <a:pt x="41801" y="376"/>
                  </a:lnTo>
                  <a:cubicBezTo>
                    <a:pt x="41835" y="376"/>
                    <a:pt x="41869" y="342"/>
                    <a:pt x="41869" y="274"/>
                  </a:cubicBezTo>
                  <a:cubicBezTo>
                    <a:pt x="41869" y="240"/>
                    <a:pt x="41835" y="206"/>
                    <a:pt x="41801" y="206"/>
                  </a:cubicBezTo>
                  <a:lnTo>
                    <a:pt x="41664" y="172"/>
                  </a:lnTo>
                  <a:close/>
                  <a:moveTo>
                    <a:pt x="36546" y="240"/>
                  </a:moveTo>
                  <a:cubicBezTo>
                    <a:pt x="36478" y="240"/>
                    <a:pt x="36443" y="274"/>
                    <a:pt x="36443" y="342"/>
                  </a:cubicBezTo>
                  <a:cubicBezTo>
                    <a:pt x="36443" y="376"/>
                    <a:pt x="36512" y="410"/>
                    <a:pt x="36546" y="410"/>
                  </a:cubicBezTo>
                  <a:lnTo>
                    <a:pt x="36648" y="410"/>
                  </a:lnTo>
                  <a:cubicBezTo>
                    <a:pt x="36716" y="410"/>
                    <a:pt x="36751" y="342"/>
                    <a:pt x="36751" y="308"/>
                  </a:cubicBezTo>
                  <a:cubicBezTo>
                    <a:pt x="36716" y="274"/>
                    <a:pt x="36682" y="240"/>
                    <a:pt x="36648" y="240"/>
                  </a:cubicBezTo>
                  <a:close/>
                  <a:moveTo>
                    <a:pt x="42222" y="230"/>
                  </a:moveTo>
                  <a:cubicBezTo>
                    <a:pt x="42187" y="230"/>
                    <a:pt x="42142" y="280"/>
                    <a:pt x="42142" y="308"/>
                  </a:cubicBezTo>
                  <a:cubicBezTo>
                    <a:pt x="42142" y="342"/>
                    <a:pt x="42176" y="410"/>
                    <a:pt x="42244" y="410"/>
                  </a:cubicBezTo>
                  <a:lnTo>
                    <a:pt x="42347" y="410"/>
                  </a:lnTo>
                  <a:cubicBezTo>
                    <a:pt x="42415" y="410"/>
                    <a:pt x="42449" y="376"/>
                    <a:pt x="42449" y="342"/>
                  </a:cubicBezTo>
                  <a:cubicBezTo>
                    <a:pt x="42449" y="274"/>
                    <a:pt x="42415" y="240"/>
                    <a:pt x="42347" y="240"/>
                  </a:cubicBezTo>
                  <a:lnTo>
                    <a:pt x="42244" y="240"/>
                  </a:lnTo>
                  <a:cubicBezTo>
                    <a:pt x="42238" y="233"/>
                    <a:pt x="42230" y="230"/>
                    <a:pt x="42222" y="230"/>
                  </a:cubicBezTo>
                  <a:close/>
                  <a:moveTo>
                    <a:pt x="42824" y="274"/>
                  </a:moveTo>
                  <a:cubicBezTo>
                    <a:pt x="42756" y="274"/>
                    <a:pt x="42722" y="308"/>
                    <a:pt x="42722" y="342"/>
                  </a:cubicBezTo>
                  <a:cubicBezTo>
                    <a:pt x="42722" y="410"/>
                    <a:pt x="42756" y="445"/>
                    <a:pt x="42790" y="445"/>
                  </a:cubicBezTo>
                  <a:lnTo>
                    <a:pt x="42927" y="445"/>
                  </a:lnTo>
                  <a:cubicBezTo>
                    <a:pt x="42961" y="445"/>
                    <a:pt x="42995" y="410"/>
                    <a:pt x="42995" y="376"/>
                  </a:cubicBezTo>
                  <a:cubicBezTo>
                    <a:pt x="43029" y="308"/>
                    <a:pt x="42995" y="274"/>
                    <a:pt x="42927" y="274"/>
                  </a:cubicBezTo>
                  <a:close/>
                  <a:moveTo>
                    <a:pt x="36068" y="274"/>
                  </a:moveTo>
                  <a:lnTo>
                    <a:pt x="35966" y="308"/>
                  </a:lnTo>
                  <a:cubicBezTo>
                    <a:pt x="35897" y="308"/>
                    <a:pt x="35863" y="342"/>
                    <a:pt x="35897" y="410"/>
                  </a:cubicBezTo>
                  <a:cubicBezTo>
                    <a:pt x="35897" y="445"/>
                    <a:pt x="35932" y="479"/>
                    <a:pt x="35966" y="479"/>
                  </a:cubicBezTo>
                  <a:lnTo>
                    <a:pt x="36102" y="445"/>
                  </a:lnTo>
                  <a:cubicBezTo>
                    <a:pt x="36136" y="445"/>
                    <a:pt x="36170" y="410"/>
                    <a:pt x="36170" y="376"/>
                  </a:cubicBezTo>
                  <a:cubicBezTo>
                    <a:pt x="36170" y="308"/>
                    <a:pt x="36136" y="274"/>
                    <a:pt x="36068" y="274"/>
                  </a:cubicBezTo>
                  <a:close/>
                  <a:moveTo>
                    <a:pt x="43405" y="308"/>
                  </a:moveTo>
                  <a:cubicBezTo>
                    <a:pt x="43336" y="308"/>
                    <a:pt x="43302" y="342"/>
                    <a:pt x="43302" y="376"/>
                  </a:cubicBezTo>
                  <a:cubicBezTo>
                    <a:pt x="43302" y="445"/>
                    <a:pt x="43336" y="479"/>
                    <a:pt x="43370" y="479"/>
                  </a:cubicBezTo>
                  <a:lnTo>
                    <a:pt x="43507" y="479"/>
                  </a:lnTo>
                  <a:cubicBezTo>
                    <a:pt x="43541" y="479"/>
                    <a:pt x="43575" y="445"/>
                    <a:pt x="43575" y="410"/>
                  </a:cubicBezTo>
                  <a:cubicBezTo>
                    <a:pt x="43575" y="376"/>
                    <a:pt x="43541" y="308"/>
                    <a:pt x="43507" y="308"/>
                  </a:cubicBezTo>
                  <a:close/>
                  <a:moveTo>
                    <a:pt x="35488" y="342"/>
                  </a:moveTo>
                  <a:lnTo>
                    <a:pt x="35386" y="376"/>
                  </a:lnTo>
                  <a:cubicBezTo>
                    <a:pt x="35352" y="376"/>
                    <a:pt x="35317" y="410"/>
                    <a:pt x="35317" y="445"/>
                  </a:cubicBezTo>
                  <a:cubicBezTo>
                    <a:pt x="35317" y="513"/>
                    <a:pt x="35352" y="547"/>
                    <a:pt x="35386" y="547"/>
                  </a:cubicBezTo>
                  <a:lnTo>
                    <a:pt x="35420" y="547"/>
                  </a:lnTo>
                  <a:lnTo>
                    <a:pt x="35522" y="513"/>
                  </a:lnTo>
                  <a:cubicBezTo>
                    <a:pt x="35556" y="513"/>
                    <a:pt x="35590" y="479"/>
                    <a:pt x="35590" y="410"/>
                  </a:cubicBezTo>
                  <a:cubicBezTo>
                    <a:pt x="35590" y="376"/>
                    <a:pt x="35556" y="342"/>
                    <a:pt x="35488" y="342"/>
                  </a:cubicBezTo>
                  <a:close/>
                  <a:moveTo>
                    <a:pt x="43951" y="342"/>
                  </a:moveTo>
                  <a:cubicBezTo>
                    <a:pt x="43916" y="342"/>
                    <a:pt x="43882" y="376"/>
                    <a:pt x="43882" y="445"/>
                  </a:cubicBezTo>
                  <a:cubicBezTo>
                    <a:pt x="43848" y="479"/>
                    <a:pt x="43916" y="513"/>
                    <a:pt x="43951" y="513"/>
                  </a:cubicBezTo>
                  <a:lnTo>
                    <a:pt x="44053" y="547"/>
                  </a:lnTo>
                  <a:cubicBezTo>
                    <a:pt x="44121" y="547"/>
                    <a:pt x="44155" y="513"/>
                    <a:pt x="44155" y="445"/>
                  </a:cubicBezTo>
                  <a:cubicBezTo>
                    <a:pt x="44155" y="410"/>
                    <a:pt x="44121" y="376"/>
                    <a:pt x="44087" y="376"/>
                  </a:cubicBezTo>
                  <a:lnTo>
                    <a:pt x="43951" y="342"/>
                  </a:lnTo>
                  <a:close/>
                  <a:moveTo>
                    <a:pt x="34806" y="410"/>
                  </a:moveTo>
                  <a:cubicBezTo>
                    <a:pt x="34771" y="445"/>
                    <a:pt x="34737" y="479"/>
                    <a:pt x="34737" y="513"/>
                  </a:cubicBezTo>
                  <a:cubicBezTo>
                    <a:pt x="34737" y="547"/>
                    <a:pt x="34771" y="581"/>
                    <a:pt x="34840" y="581"/>
                  </a:cubicBezTo>
                  <a:lnTo>
                    <a:pt x="34942" y="581"/>
                  </a:lnTo>
                  <a:cubicBezTo>
                    <a:pt x="35010" y="581"/>
                    <a:pt x="35044" y="547"/>
                    <a:pt x="35044" y="479"/>
                  </a:cubicBezTo>
                  <a:cubicBezTo>
                    <a:pt x="35010" y="445"/>
                    <a:pt x="34976" y="410"/>
                    <a:pt x="34942" y="410"/>
                  </a:cubicBezTo>
                  <a:close/>
                  <a:moveTo>
                    <a:pt x="44531" y="410"/>
                  </a:moveTo>
                  <a:cubicBezTo>
                    <a:pt x="44496" y="410"/>
                    <a:pt x="44428" y="445"/>
                    <a:pt x="44428" y="479"/>
                  </a:cubicBezTo>
                  <a:cubicBezTo>
                    <a:pt x="44428" y="513"/>
                    <a:pt x="44462" y="581"/>
                    <a:pt x="44531" y="581"/>
                  </a:cubicBezTo>
                  <a:lnTo>
                    <a:pt x="44633" y="581"/>
                  </a:lnTo>
                  <a:cubicBezTo>
                    <a:pt x="44667" y="581"/>
                    <a:pt x="44735" y="547"/>
                    <a:pt x="44735" y="513"/>
                  </a:cubicBezTo>
                  <a:cubicBezTo>
                    <a:pt x="44735" y="445"/>
                    <a:pt x="44701" y="410"/>
                    <a:pt x="44633" y="410"/>
                  </a:cubicBezTo>
                  <a:close/>
                  <a:moveTo>
                    <a:pt x="45111" y="445"/>
                  </a:moveTo>
                  <a:cubicBezTo>
                    <a:pt x="45042" y="445"/>
                    <a:pt x="45008" y="479"/>
                    <a:pt x="45008" y="513"/>
                  </a:cubicBezTo>
                  <a:cubicBezTo>
                    <a:pt x="45008" y="581"/>
                    <a:pt x="45042" y="615"/>
                    <a:pt x="45077" y="615"/>
                  </a:cubicBezTo>
                  <a:lnTo>
                    <a:pt x="45213" y="615"/>
                  </a:lnTo>
                  <a:cubicBezTo>
                    <a:pt x="45247" y="615"/>
                    <a:pt x="45281" y="581"/>
                    <a:pt x="45281" y="547"/>
                  </a:cubicBezTo>
                  <a:cubicBezTo>
                    <a:pt x="45315" y="479"/>
                    <a:pt x="45247" y="445"/>
                    <a:pt x="45213" y="445"/>
                  </a:cubicBezTo>
                  <a:close/>
                  <a:moveTo>
                    <a:pt x="34260" y="479"/>
                  </a:moveTo>
                  <a:cubicBezTo>
                    <a:pt x="34191" y="479"/>
                    <a:pt x="34157" y="547"/>
                    <a:pt x="34191" y="581"/>
                  </a:cubicBezTo>
                  <a:cubicBezTo>
                    <a:pt x="34191" y="615"/>
                    <a:pt x="34225" y="649"/>
                    <a:pt x="34260" y="649"/>
                  </a:cubicBezTo>
                  <a:lnTo>
                    <a:pt x="34396" y="649"/>
                  </a:lnTo>
                  <a:cubicBezTo>
                    <a:pt x="34430" y="649"/>
                    <a:pt x="34464" y="581"/>
                    <a:pt x="34464" y="547"/>
                  </a:cubicBezTo>
                  <a:cubicBezTo>
                    <a:pt x="34464" y="513"/>
                    <a:pt x="34430" y="479"/>
                    <a:pt x="34362" y="479"/>
                  </a:cubicBezTo>
                  <a:close/>
                  <a:moveTo>
                    <a:pt x="45657" y="479"/>
                  </a:moveTo>
                  <a:cubicBezTo>
                    <a:pt x="45623" y="479"/>
                    <a:pt x="45588" y="513"/>
                    <a:pt x="45588" y="547"/>
                  </a:cubicBezTo>
                  <a:cubicBezTo>
                    <a:pt x="45588" y="615"/>
                    <a:pt x="45623" y="649"/>
                    <a:pt x="45657" y="649"/>
                  </a:cubicBezTo>
                  <a:lnTo>
                    <a:pt x="45793" y="649"/>
                  </a:lnTo>
                  <a:cubicBezTo>
                    <a:pt x="45827" y="649"/>
                    <a:pt x="45861" y="615"/>
                    <a:pt x="45861" y="581"/>
                  </a:cubicBezTo>
                  <a:cubicBezTo>
                    <a:pt x="45861" y="547"/>
                    <a:pt x="45827" y="479"/>
                    <a:pt x="45793" y="479"/>
                  </a:cubicBezTo>
                  <a:close/>
                  <a:moveTo>
                    <a:pt x="33829" y="534"/>
                  </a:moveTo>
                  <a:cubicBezTo>
                    <a:pt x="33816" y="534"/>
                    <a:pt x="33800" y="538"/>
                    <a:pt x="33782" y="547"/>
                  </a:cubicBezTo>
                  <a:lnTo>
                    <a:pt x="33679" y="547"/>
                  </a:lnTo>
                  <a:cubicBezTo>
                    <a:pt x="33645" y="547"/>
                    <a:pt x="33611" y="581"/>
                    <a:pt x="33611" y="649"/>
                  </a:cubicBezTo>
                  <a:cubicBezTo>
                    <a:pt x="33611" y="683"/>
                    <a:pt x="33645" y="718"/>
                    <a:pt x="33679" y="718"/>
                  </a:cubicBezTo>
                  <a:lnTo>
                    <a:pt x="33816" y="718"/>
                  </a:lnTo>
                  <a:cubicBezTo>
                    <a:pt x="33850" y="683"/>
                    <a:pt x="33884" y="649"/>
                    <a:pt x="33884" y="615"/>
                  </a:cubicBezTo>
                  <a:cubicBezTo>
                    <a:pt x="33884" y="565"/>
                    <a:pt x="33866" y="534"/>
                    <a:pt x="33829" y="534"/>
                  </a:cubicBezTo>
                  <a:close/>
                  <a:moveTo>
                    <a:pt x="46237" y="513"/>
                  </a:moveTo>
                  <a:cubicBezTo>
                    <a:pt x="46203" y="513"/>
                    <a:pt x="46169" y="547"/>
                    <a:pt x="46169" y="615"/>
                  </a:cubicBezTo>
                  <a:cubicBezTo>
                    <a:pt x="46134" y="649"/>
                    <a:pt x="46169" y="683"/>
                    <a:pt x="46237" y="683"/>
                  </a:cubicBezTo>
                  <a:lnTo>
                    <a:pt x="46339" y="718"/>
                  </a:lnTo>
                  <a:cubicBezTo>
                    <a:pt x="46407" y="718"/>
                    <a:pt x="46442" y="683"/>
                    <a:pt x="46442" y="615"/>
                  </a:cubicBezTo>
                  <a:cubicBezTo>
                    <a:pt x="46442" y="581"/>
                    <a:pt x="46407" y="547"/>
                    <a:pt x="46373" y="547"/>
                  </a:cubicBezTo>
                  <a:lnTo>
                    <a:pt x="46237" y="513"/>
                  </a:lnTo>
                  <a:close/>
                  <a:moveTo>
                    <a:pt x="46817" y="547"/>
                  </a:moveTo>
                  <a:cubicBezTo>
                    <a:pt x="46749" y="547"/>
                    <a:pt x="46714" y="581"/>
                    <a:pt x="46714" y="649"/>
                  </a:cubicBezTo>
                  <a:cubicBezTo>
                    <a:pt x="46714" y="683"/>
                    <a:pt x="46749" y="718"/>
                    <a:pt x="46817" y="752"/>
                  </a:cubicBezTo>
                  <a:lnTo>
                    <a:pt x="46919" y="752"/>
                  </a:lnTo>
                  <a:cubicBezTo>
                    <a:pt x="46953" y="752"/>
                    <a:pt x="47022" y="718"/>
                    <a:pt x="47022" y="649"/>
                  </a:cubicBezTo>
                  <a:cubicBezTo>
                    <a:pt x="47022" y="615"/>
                    <a:pt x="46987" y="581"/>
                    <a:pt x="46919" y="581"/>
                  </a:cubicBezTo>
                  <a:lnTo>
                    <a:pt x="46817" y="547"/>
                  </a:lnTo>
                  <a:close/>
                  <a:moveTo>
                    <a:pt x="33236" y="581"/>
                  </a:moveTo>
                  <a:lnTo>
                    <a:pt x="33099" y="615"/>
                  </a:lnTo>
                  <a:cubicBezTo>
                    <a:pt x="33065" y="615"/>
                    <a:pt x="33031" y="649"/>
                    <a:pt x="33031" y="718"/>
                  </a:cubicBezTo>
                  <a:cubicBezTo>
                    <a:pt x="33031" y="752"/>
                    <a:pt x="33065" y="786"/>
                    <a:pt x="33134" y="786"/>
                  </a:cubicBezTo>
                  <a:lnTo>
                    <a:pt x="33236" y="752"/>
                  </a:lnTo>
                  <a:cubicBezTo>
                    <a:pt x="33304" y="752"/>
                    <a:pt x="33338" y="718"/>
                    <a:pt x="33338" y="683"/>
                  </a:cubicBezTo>
                  <a:cubicBezTo>
                    <a:pt x="33304" y="615"/>
                    <a:pt x="33270" y="581"/>
                    <a:pt x="33236" y="581"/>
                  </a:cubicBezTo>
                  <a:close/>
                  <a:moveTo>
                    <a:pt x="47397" y="615"/>
                  </a:moveTo>
                  <a:cubicBezTo>
                    <a:pt x="47329" y="615"/>
                    <a:pt x="47295" y="649"/>
                    <a:pt x="47295" y="683"/>
                  </a:cubicBezTo>
                  <a:cubicBezTo>
                    <a:pt x="47295" y="718"/>
                    <a:pt x="47329" y="786"/>
                    <a:pt x="47363" y="786"/>
                  </a:cubicBezTo>
                  <a:lnTo>
                    <a:pt x="47499" y="786"/>
                  </a:lnTo>
                  <a:cubicBezTo>
                    <a:pt x="47533" y="786"/>
                    <a:pt x="47568" y="752"/>
                    <a:pt x="47568" y="718"/>
                  </a:cubicBezTo>
                  <a:cubicBezTo>
                    <a:pt x="47568" y="649"/>
                    <a:pt x="47533" y="615"/>
                    <a:pt x="47499" y="615"/>
                  </a:cubicBezTo>
                  <a:close/>
                  <a:moveTo>
                    <a:pt x="47943" y="649"/>
                  </a:moveTo>
                  <a:cubicBezTo>
                    <a:pt x="47909" y="649"/>
                    <a:pt x="47875" y="683"/>
                    <a:pt x="47875" y="718"/>
                  </a:cubicBezTo>
                  <a:cubicBezTo>
                    <a:pt x="47875" y="786"/>
                    <a:pt x="47909" y="820"/>
                    <a:pt x="47943" y="820"/>
                  </a:cubicBezTo>
                  <a:lnTo>
                    <a:pt x="48079" y="820"/>
                  </a:lnTo>
                  <a:cubicBezTo>
                    <a:pt x="48114" y="820"/>
                    <a:pt x="48148" y="786"/>
                    <a:pt x="48148" y="752"/>
                  </a:cubicBezTo>
                  <a:cubicBezTo>
                    <a:pt x="48148" y="683"/>
                    <a:pt x="48114" y="649"/>
                    <a:pt x="48079" y="649"/>
                  </a:cubicBezTo>
                  <a:close/>
                  <a:moveTo>
                    <a:pt x="32656" y="649"/>
                  </a:moveTo>
                  <a:lnTo>
                    <a:pt x="32553" y="683"/>
                  </a:lnTo>
                  <a:cubicBezTo>
                    <a:pt x="32485" y="683"/>
                    <a:pt x="32451" y="718"/>
                    <a:pt x="32485" y="752"/>
                  </a:cubicBezTo>
                  <a:cubicBezTo>
                    <a:pt x="32485" y="820"/>
                    <a:pt x="32519" y="854"/>
                    <a:pt x="32553" y="854"/>
                  </a:cubicBezTo>
                  <a:lnTo>
                    <a:pt x="32690" y="820"/>
                  </a:lnTo>
                  <a:cubicBezTo>
                    <a:pt x="32724" y="820"/>
                    <a:pt x="32758" y="786"/>
                    <a:pt x="32758" y="718"/>
                  </a:cubicBezTo>
                  <a:cubicBezTo>
                    <a:pt x="32758" y="683"/>
                    <a:pt x="32724" y="649"/>
                    <a:pt x="32656" y="649"/>
                  </a:cubicBezTo>
                  <a:close/>
                  <a:moveTo>
                    <a:pt x="48523" y="683"/>
                  </a:moveTo>
                  <a:cubicBezTo>
                    <a:pt x="48489" y="683"/>
                    <a:pt x="48455" y="718"/>
                    <a:pt x="48421" y="752"/>
                  </a:cubicBezTo>
                  <a:cubicBezTo>
                    <a:pt x="48421" y="820"/>
                    <a:pt x="48455" y="854"/>
                    <a:pt x="48523" y="854"/>
                  </a:cubicBezTo>
                  <a:lnTo>
                    <a:pt x="48625" y="854"/>
                  </a:lnTo>
                  <a:cubicBezTo>
                    <a:pt x="48694" y="854"/>
                    <a:pt x="48728" y="820"/>
                    <a:pt x="48728" y="786"/>
                  </a:cubicBezTo>
                  <a:cubicBezTo>
                    <a:pt x="48728" y="752"/>
                    <a:pt x="48694" y="683"/>
                    <a:pt x="48625" y="683"/>
                  </a:cubicBezTo>
                  <a:close/>
                  <a:moveTo>
                    <a:pt x="31973" y="718"/>
                  </a:moveTo>
                  <a:cubicBezTo>
                    <a:pt x="31939" y="718"/>
                    <a:pt x="31905" y="786"/>
                    <a:pt x="31905" y="820"/>
                  </a:cubicBezTo>
                  <a:cubicBezTo>
                    <a:pt x="31905" y="854"/>
                    <a:pt x="31939" y="888"/>
                    <a:pt x="31973" y="888"/>
                  </a:cubicBezTo>
                  <a:lnTo>
                    <a:pt x="32110" y="888"/>
                  </a:lnTo>
                  <a:cubicBezTo>
                    <a:pt x="32144" y="888"/>
                    <a:pt x="32178" y="854"/>
                    <a:pt x="32178" y="786"/>
                  </a:cubicBezTo>
                  <a:cubicBezTo>
                    <a:pt x="32178" y="752"/>
                    <a:pt x="32144" y="718"/>
                    <a:pt x="32076" y="718"/>
                  </a:cubicBezTo>
                  <a:close/>
                  <a:moveTo>
                    <a:pt x="49103" y="718"/>
                  </a:moveTo>
                  <a:cubicBezTo>
                    <a:pt x="49035" y="718"/>
                    <a:pt x="49001" y="752"/>
                    <a:pt x="49001" y="820"/>
                  </a:cubicBezTo>
                  <a:cubicBezTo>
                    <a:pt x="49001" y="854"/>
                    <a:pt x="49035" y="888"/>
                    <a:pt x="49103" y="888"/>
                  </a:cubicBezTo>
                  <a:lnTo>
                    <a:pt x="49205" y="922"/>
                  </a:lnTo>
                  <a:cubicBezTo>
                    <a:pt x="49240" y="922"/>
                    <a:pt x="49274" y="888"/>
                    <a:pt x="49308" y="820"/>
                  </a:cubicBezTo>
                  <a:cubicBezTo>
                    <a:pt x="49308" y="786"/>
                    <a:pt x="49274" y="752"/>
                    <a:pt x="49205" y="752"/>
                  </a:cubicBezTo>
                  <a:lnTo>
                    <a:pt x="49103" y="718"/>
                  </a:lnTo>
                  <a:close/>
                  <a:moveTo>
                    <a:pt x="31393" y="786"/>
                  </a:moveTo>
                  <a:cubicBezTo>
                    <a:pt x="31359" y="786"/>
                    <a:pt x="31325" y="820"/>
                    <a:pt x="31325" y="888"/>
                  </a:cubicBezTo>
                  <a:cubicBezTo>
                    <a:pt x="31325" y="922"/>
                    <a:pt x="31359" y="956"/>
                    <a:pt x="31427" y="956"/>
                  </a:cubicBezTo>
                  <a:lnTo>
                    <a:pt x="31530" y="956"/>
                  </a:lnTo>
                  <a:cubicBezTo>
                    <a:pt x="31598" y="956"/>
                    <a:pt x="31632" y="888"/>
                    <a:pt x="31598" y="854"/>
                  </a:cubicBezTo>
                  <a:cubicBezTo>
                    <a:pt x="31598" y="820"/>
                    <a:pt x="31564" y="786"/>
                    <a:pt x="31530" y="786"/>
                  </a:cubicBezTo>
                  <a:close/>
                  <a:moveTo>
                    <a:pt x="49636" y="772"/>
                  </a:moveTo>
                  <a:cubicBezTo>
                    <a:pt x="49599" y="772"/>
                    <a:pt x="49581" y="804"/>
                    <a:pt x="49581" y="854"/>
                  </a:cubicBezTo>
                  <a:cubicBezTo>
                    <a:pt x="49581" y="888"/>
                    <a:pt x="49615" y="922"/>
                    <a:pt x="49649" y="956"/>
                  </a:cubicBezTo>
                  <a:lnTo>
                    <a:pt x="49786" y="956"/>
                  </a:lnTo>
                  <a:cubicBezTo>
                    <a:pt x="49820" y="956"/>
                    <a:pt x="49854" y="922"/>
                    <a:pt x="49854" y="854"/>
                  </a:cubicBezTo>
                  <a:cubicBezTo>
                    <a:pt x="49854" y="820"/>
                    <a:pt x="49820" y="786"/>
                    <a:pt x="49786" y="786"/>
                  </a:cubicBezTo>
                  <a:lnTo>
                    <a:pt x="49683" y="786"/>
                  </a:lnTo>
                  <a:cubicBezTo>
                    <a:pt x="49665" y="777"/>
                    <a:pt x="49649" y="772"/>
                    <a:pt x="49636" y="772"/>
                  </a:cubicBezTo>
                  <a:close/>
                  <a:moveTo>
                    <a:pt x="50229" y="820"/>
                  </a:moveTo>
                  <a:cubicBezTo>
                    <a:pt x="50195" y="820"/>
                    <a:pt x="50161" y="854"/>
                    <a:pt x="50161" y="888"/>
                  </a:cubicBezTo>
                  <a:cubicBezTo>
                    <a:pt x="50161" y="956"/>
                    <a:pt x="50195" y="991"/>
                    <a:pt x="50229" y="991"/>
                  </a:cubicBezTo>
                  <a:lnTo>
                    <a:pt x="50332" y="991"/>
                  </a:lnTo>
                  <a:cubicBezTo>
                    <a:pt x="50400" y="991"/>
                    <a:pt x="50434" y="956"/>
                    <a:pt x="50434" y="922"/>
                  </a:cubicBezTo>
                  <a:cubicBezTo>
                    <a:pt x="50434" y="854"/>
                    <a:pt x="50400" y="820"/>
                    <a:pt x="50366" y="820"/>
                  </a:cubicBezTo>
                  <a:close/>
                  <a:moveTo>
                    <a:pt x="30982" y="841"/>
                  </a:moveTo>
                  <a:cubicBezTo>
                    <a:pt x="30970" y="841"/>
                    <a:pt x="30959" y="845"/>
                    <a:pt x="30950" y="854"/>
                  </a:cubicBezTo>
                  <a:lnTo>
                    <a:pt x="30847" y="854"/>
                  </a:lnTo>
                  <a:cubicBezTo>
                    <a:pt x="30779" y="854"/>
                    <a:pt x="30745" y="888"/>
                    <a:pt x="30745" y="956"/>
                  </a:cubicBezTo>
                  <a:cubicBezTo>
                    <a:pt x="30779" y="991"/>
                    <a:pt x="30813" y="1025"/>
                    <a:pt x="30847" y="1025"/>
                  </a:cubicBezTo>
                  <a:lnTo>
                    <a:pt x="30984" y="1025"/>
                  </a:lnTo>
                  <a:cubicBezTo>
                    <a:pt x="31018" y="991"/>
                    <a:pt x="31052" y="956"/>
                    <a:pt x="31052" y="922"/>
                  </a:cubicBezTo>
                  <a:cubicBezTo>
                    <a:pt x="31052" y="872"/>
                    <a:pt x="31015" y="841"/>
                    <a:pt x="30982" y="841"/>
                  </a:cubicBezTo>
                  <a:close/>
                  <a:moveTo>
                    <a:pt x="50809" y="854"/>
                  </a:moveTo>
                  <a:cubicBezTo>
                    <a:pt x="50741" y="854"/>
                    <a:pt x="50707" y="888"/>
                    <a:pt x="50707" y="922"/>
                  </a:cubicBezTo>
                  <a:cubicBezTo>
                    <a:pt x="50707" y="991"/>
                    <a:pt x="50741" y="1025"/>
                    <a:pt x="50809" y="1025"/>
                  </a:cubicBezTo>
                  <a:lnTo>
                    <a:pt x="50912" y="1025"/>
                  </a:lnTo>
                  <a:cubicBezTo>
                    <a:pt x="50980" y="1025"/>
                    <a:pt x="51014" y="991"/>
                    <a:pt x="51014" y="956"/>
                  </a:cubicBezTo>
                  <a:cubicBezTo>
                    <a:pt x="51014" y="922"/>
                    <a:pt x="50980" y="854"/>
                    <a:pt x="50912" y="854"/>
                  </a:cubicBezTo>
                  <a:close/>
                  <a:moveTo>
                    <a:pt x="51389" y="888"/>
                  </a:moveTo>
                  <a:cubicBezTo>
                    <a:pt x="51321" y="888"/>
                    <a:pt x="51287" y="922"/>
                    <a:pt x="51287" y="991"/>
                  </a:cubicBezTo>
                  <a:cubicBezTo>
                    <a:pt x="51287" y="1025"/>
                    <a:pt x="51321" y="1059"/>
                    <a:pt x="51355" y="1059"/>
                  </a:cubicBezTo>
                  <a:lnTo>
                    <a:pt x="51492" y="1059"/>
                  </a:lnTo>
                  <a:cubicBezTo>
                    <a:pt x="51526" y="1059"/>
                    <a:pt x="51560" y="1025"/>
                    <a:pt x="51560" y="991"/>
                  </a:cubicBezTo>
                  <a:cubicBezTo>
                    <a:pt x="51594" y="956"/>
                    <a:pt x="51560" y="922"/>
                    <a:pt x="51492" y="888"/>
                  </a:cubicBezTo>
                  <a:close/>
                  <a:moveTo>
                    <a:pt x="30370" y="888"/>
                  </a:moveTo>
                  <a:lnTo>
                    <a:pt x="30267" y="922"/>
                  </a:lnTo>
                  <a:cubicBezTo>
                    <a:pt x="30233" y="922"/>
                    <a:pt x="30199" y="956"/>
                    <a:pt x="30199" y="991"/>
                  </a:cubicBezTo>
                  <a:cubicBezTo>
                    <a:pt x="30199" y="1059"/>
                    <a:pt x="30233" y="1093"/>
                    <a:pt x="30267" y="1093"/>
                  </a:cubicBezTo>
                  <a:lnTo>
                    <a:pt x="30301" y="1093"/>
                  </a:lnTo>
                  <a:lnTo>
                    <a:pt x="30404" y="1059"/>
                  </a:lnTo>
                  <a:cubicBezTo>
                    <a:pt x="30438" y="1059"/>
                    <a:pt x="30472" y="1025"/>
                    <a:pt x="30472" y="991"/>
                  </a:cubicBezTo>
                  <a:cubicBezTo>
                    <a:pt x="30472" y="922"/>
                    <a:pt x="30438" y="888"/>
                    <a:pt x="30370" y="888"/>
                  </a:cubicBezTo>
                  <a:close/>
                  <a:moveTo>
                    <a:pt x="29687" y="956"/>
                  </a:moveTo>
                  <a:cubicBezTo>
                    <a:pt x="29653" y="991"/>
                    <a:pt x="29619" y="1025"/>
                    <a:pt x="29619" y="1059"/>
                  </a:cubicBezTo>
                  <a:cubicBezTo>
                    <a:pt x="29619" y="1127"/>
                    <a:pt x="29653" y="1127"/>
                    <a:pt x="29721" y="1127"/>
                  </a:cubicBezTo>
                  <a:lnTo>
                    <a:pt x="29824" y="1127"/>
                  </a:lnTo>
                  <a:cubicBezTo>
                    <a:pt x="29892" y="1127"/>
                    <a:pt x="29926" y="1093"/>
                    <a:pt x="29892" y="1025"/>
                  </a:cubicBezTo>
                  <a:cubicBezTo>
                    <a:pt x="29892" y="991"/>
                    <a:pt x="29858" y="956"/>
                    <a:pt x="29824" y="956"/>
                  </a:cubicBezTo>
                  <a:close/>
                  <a:moveTo>
                    <a:pt x="51969" y="922"/>
                  </a:moveTo>
                  <a:cubicBezTo>
                    <a:pt x="51901" y="922"/>
                    <a:pt x="51867" y="956"/>
                    <a:pt x="51867" y="1025"/>
                  </a:cubicBezTo>
                  <a:cubicBezTo>
                    <a:pt x="51867" y="1059"/>
                    <a:pt x="51901" y="1093"/>
                    <a:pt x="51935" y="1093"/>
                  </a:cubicBezTo>
                  <a:lnTo>
                    <a:pt x="52072" y="1127"/>
                  </a:lnTo>
                  <a:cubicBezTo>
                    <a:pt x="52106" y="1127"/>
                    <a:pt x="52140" y="1093"/>
                    <a:pt x="52140" y="1025"/>
                  </a:cubicBezTo>
                  <a:cubicBezTo>
                    <a:pt x="52140" y="991"/>
                    <a:pt x="52106" y="956"/>
                    <a:pt x="52072" y="956"/>
                  </a:cubicBezTo>
                  <a:lnTo>
                    <a:pt x="51969" y="922"/>
                  </a:lnTo>
                  <a:close/>
                  <a:moveTo>
                    <a:pt x="52515" y="991"/>
                  </a:moveTo>
                  <a:cubicBezTo>
                    <a:pt x="52481" y="991"/>
                    <a:pt x="52447" y="1025"/>
                    <a:pt x="52447" y="1059"/>
                  </a:cubicBezTo>
                  <a:cubicBezTo>
                    <a:pt x="52413" y="1093"/>
                    <a:pt x="52481" y="1161"/>
                    <a:pt x="52515" y="1161"/>
                  </a:cubicBezTo>
                  <a:lnTo>
                    <a:pt x="52618" y="1161"/>
                  </a:lnTo>
                  <a:cubicBezTo>
                    <a:pt x="52686" y="1161"/>
                    <a:pt x="52720" y="1127"/>
                    <a:pt x="52720" y="1093"/>
                  </a:cubicBezTo>
                  <a:cubicBezTo>
                    <a:pt x="52720" y="1025"/>
                    <a:pt x="52686" y="991"/>
                    <a:pt x="52652" y="991"/>
                  </a:cubicBezTo>
                  <a:close/>
                  <a:moveTo>
                    <a:pt x="29141" y="1025"/>
                  </a:moveTo>
                  <a:cubicBezTo>
                    <a:pt x="29073" y="1025"/>
                    <a:pt x="29039" y="1093"/>
                    <a:pt x="29039" y="1127"/>
                  </a:cubicBezTo>
                  <a:cubicBezTo>
                    <a:pt x="29073" y="1161"/>
                    <a:pt x="29107" y="1195"/>
                    <a:pt x="29141" y="1195"/>
                  </a:cubicBezTo>
                  <a:lnTo>
                    <a:pt x="29278" y="1195"/>
                  </a:lnTo>
                  <a:cubicBezTo>
                    <a:pt x="29312" y="1195"/>
                    <a:pt x="29346" y="1127"/>
                    <a:pt x="29346" y="1093"/>
                  </a:cubicBezTo>
                  <a:cubicBezTo>
                    <a:pt x="29346" y="1059"/>
                    <a:pt x="29278" y="1025"/>
                    <a:pt x="29244" y="1025"/>
                  </a:cubicBezTo>
                  <a:close/>
                  <a:moveTo>
                    <a:pt x="53095" y="1025"/>
                  </a:moveTo>
                  <a:cubicBezTo>
                    <a:pt x="53027" y="1025"/>
                    <a:pt x="52993" y="1059"/>
                    <a:pt x="52993" y="1093"/>
                  </a:cubicBezTo>
                  <a:cubicBezTo>
                    <a:pt x="52993" y="1161"/>
                    <a:pt x="53027" y="1195"/>
                    <a:pt x="53095" y="1195"/>
                  </a:cubicBezTo>
                  <a:lnTo>
                    <a:pt x="53198" y="1195"/>
                  </a:lnTo>
                  <a:cubicBezTo>
                    <a:pt x="53232" y="1195"/>
                    <a:pt x="53300" y="1161"/>
                    <a:pt x="53300" y="1127"/>
                  </a:cubicBezTo>
                  <a:cubicBezTo>
                    <a:pt x="53300" y="1059"/>
                    <a:pt x="53266" y="1025"/>
                    <a:pt x="53198" y="1025"/>
                  </a:cubicBezTo>
                  <a:close/>
                  <a:moveTo>
                    <a:pt x="53676" y="1059"/>
                  </a:moveTo>
                  <a:cubicBezTo>
                    <a:pt x="53607" y="1059"/>
                    <a:pt x="53573" y="1093"/>
                    <a:pt x="53573" y="1127"/>
                  </a:cubicBezTo>
                  <a:cubicBezTo>
                    <a:pt x="53573" y="1195"/>
                    <a:pt x="53607" y="1229"/>
                    <a:pt x="53641" y="1229"/>
                  </a:cubicBezTo>
                  <a:lnTo>
                    <a:pt x="53778" y="1229"/>
                  </a:lnTo>
                  <a:cubicBezTo>
                    <a:pt x="53812" y="1229"/>
                    <a:pt x="53846" y="1195"/>
                    <a:pt x="53846" y="1161"/>
                  </a:cubicBezTo>
                  <a:cubicBezTo>
                    <a:pt x="53846" y="1127"/>
                    <a:pt x="53812" y="1059"/>
                    <a:pt x="53778" y="1059"/>
                  </a:cubicBezTo>
                  <a:close/>
                  <a:moveTo>
                    <a:pt x="28561" y="1093"/>
                  </a:moveTo>
                  <a:cubicBezTo>
                    <a:pt x="28527" y="1093"/>
                    <a:pt x="28493" y="1127"/>
                    <a:pt x="28493" y="1195"/>
                  </a:cubicBezTo>
                  <a:cubicBezTo>
                    <a:pt x="28493" y="1229"/>
                    <a:pt x="28527" y="1263"/>
                    <a:pt x="28561" y="1263"/>
                  </a:cubicBezTo>
                  <a:lnTo>
                    <a:pt x="28698" y="1263"/>
                  </a:lnTo>
                  <a:cubicBezTo>
                    <a:pt x="28732" y="1263"/>
                    <a:pt x="28766" y="1195"/>
                    <a:pt x="28766" y="1161"/>
                  </a:cubicBezTo>
                  <a:cubicBezTo>
                    <a:pt x="28766" y="1127"/>
                    <a:pt x="28732" y="1093"/>
                    <a:pt x="28663" y="1093"/>
                  </a:cubicBezTo>
                  <a:close/>
                  <a:moveTo>
                    <a:pt x="54222" y="1093"/>
                  </a:moveTo>
                  <a:cubicBezTo>
                    <a:pt x="54187" y="1093"/>
                    <a:pt x="54153" y="1127"/>
                    <a:pt x="54153" y="1195"/>
                  </a:cubicBezTo>
                  <a:cubicBezTo>
                    <a:pt x="54153" y="1229"/>
                    <a:pt x="54187" y="1263"/>
                    <a:pt x="54222" y="1263"/>
                  </a:cubicBezTo>
                  <a:lnTo>
                    <a:pt x="54324" y="1298"/>
                  </a:lnTo>
                  <a:lnTo>
                    <a:pt x="54358" y="1298"/>
                  </a:lnTo>
                  <a:cubicBezTo>
                    <a:pt x="54392" y="1298"/>
                    <a:pt x="54426" y="1263"/>
                    <a:pt x="54426" y="1195"/>
                  </a:cubicBezTo>
                  <a:cubicBezTo>
                    <a:pt x="54426" y="1161"/>
                    <a:pt x="54392" y="1127"/>
                    <a:pt x="54358" y="1127"/>
                  </a:cubicBezTo>
                  <a:lnTo>
                    <a:pt x="54222" y="1093"/>
                  </a:lnTo>
                  <a:close/>
                  <a:moveTo>
                    <a:pt x="28117" y="1127"/>
                  </a:moveTo>
                  <a:lnTo>
                    <a:pt x="27981" y="1161"/>
                  </a:lnTo>
                  <a:cubicBezTo>
                    <a:pt x="27947" y="1161"/>
                    <a:pt x="27913" y="1195"/>
                    <a:pt x="27913" y="1263"/>
                  </a:cubicBezTo>
                  <a:cubicBezTo>
                    <a:pt x="27913" y="1298"/>
                    <a:pt x="27947" y="1332"/>
                    <a:pt x="28015" y="1332"/>
                  </a:cubicBezTo>
                  <a:lnTo>
                    <a:pt x="28117" y="1298"/>
                  </a:lnTo>
                  <a:cubicBezTo>
                    <a:pt x="28186" y="1298"/>
                    <a:pt x="28220" y="1263"/>
                    <a:pt x="28186" y="1229"/>
                  </a:cubicBezTo>
                  <a:cubicBezTo>
                    <a:pt x="28186" y="1161"/>
                    <a:pt x="28152" y="1127"/>
                    <a:pt x="28117" y="1127"/>
                  </a:cubicBezTo>
                  <a:close/>
                  <a:moveTo>
                    <a:pt x="54774" y="1148"/>
                  </a:moveTo>
                  <a:cubicBezTo>
                    <a:pt x="54749" y="1148"/>
                    <a:pt x="54724" y="1179"/>
                    <a:pt x="54699" y="1229"/>
                  </a:cubicBezTo>
                  <a:cubicBezTo>
                    <a:pt x="54699" y="1263"/>
                    <a:pt x="54733" y="1298"/>
                    <a:pt x="54802" y="1332"/>
                  </a:cubicBezTo>
                  <a:lnTo>
                    <a:pt x="54904" y="1332"/>
                  </a:lnTo>
                  <a:cubicBezTo>
                    <a:pt x="54972" y="1332"/>
                    <a:pt x="55006" y="1298"/>
                    <a:pt x="55006" y="1229"/>
                  </a:cubicBezTo>
                  <a:cubicBezTo>
                    <a:pt x="55006" y="1195"/>
                    <a:pt x="54972" y="1161"/>
                    <a:pt x="54938" y="1161"/>
                  </a:cubicBezTo>
                  <a:lnTo>
                    <a:pt x="54802" y="1161"/>
                  </a:lnTo>
                  <a:cubicBezTo>
                    <a:pt x="54792" y="1152"/>
                    <a:pt x="54783" y="1148"/>
                    <a:pt x="54774" y="1148"/>
                  </a:cubicBezTo>
                  <a:close/>
                  <a:moveTo>
                    <a:pt x="55382" y="1195"/>
                  </a:moveTo>
                  <a:cubicBezTo>
                    <a:pt x="55313" y="1195"/>
                    <a:pt x="55279" y="1229"/>
                    <a:pt x="55279" y="1263"/>
                  </a:cubicBezTo>
                  <a:cubicBezTo>
                    <a:pt x="55279" y="1298"/>
                    <a:pt x="55313" y="1366"/>
                    <a:pt x="55382" y="1366"/>
                  </a:cubicBezTo>
                  <a:lnTo>
                    <a:pt x="55484" y="1366"/>
                  </a:lnTo>
                  <a:cubicBezTo>
                    <a:pt x="55518" y="1366"/>
                    <a:pt x="55586" y="1332"/>
                    <a:pt x="55586" y="1298"/>
                  </a:cubicBezTo>
                  <a:cubicBezTo>
                    <a:pt x="55586" y="1229"/>
                    <a:pt x="55552" y="1195"/>
                    <a:pt x="55484" y="1195"/>
                  </a:cubicBezTo>
                  <a:close/>
                  <a:moveTo>
                    <a:pt x="27537" y="1195"/>
                  </a:moveTo>
                  <a:lnTo>
                    <a:pt x="27435" y="1229"/>
                  </a:lnTo>
                  <a:cubicBezTo>
                    <a:pt x="27367" y="1229"/>
                    <a:pt x="27333" y="1263"/>
                    <a:pt x="27333" y="1298"/>
                  </a:cubicBezTo>
                  <a:cubicBezTo>
                    <a:pt x="27333" y="1366"/>
                    <a:pt x="27401" y="1400"/>
                    <a:pt x="27435" y="1400"/>
                  </a:cubicBezTo>
                  <a:lnTo>
                    <a:pt x="27537" y="1366"/>
                  </a:lnTo>
                  <a:cubicBezTo>
                    <a:pt x="27606" y="1366"/>
                    <a:pt x="27640" y="1332"/>
                    <a:pt x="27640" y="1263"/>
                  </a:cubicBezTo>
                  <a:cubicBezTo>
                    <a:pt x="27640" y="1229"/>
                    <a:pt x="27571" y="1195"/>
                    <a:pt x="27537" y="1195"/>
                  </a:cubicBezTo>
                  <a:close/>
                  <a:moveTo>
                    <a:pt x="55962" y="1229"/>
                  </a:moveTo>
                  <a:cubicBezTo>
                    <a:pt x="55894" y="1229"/>
                    <a:pt x="55859" y="1263"/>
                    <a:pt x="55859" y="1298"/>
                  </a:cubicBezTo>
                  <a:cubicBezTo>
                    <a:pt x="55859" y="1366"/>
                    <a:pt x="55894" y="1400"/>
                    <a:pt x="55928" y="1400"/>
                  </a:cubicBezTo>
                  <a:lnTo>
                    <a:pt x="56064" y="1400"/>
                  </a:lnTo>
                  <a:cubicBezTo>
                    <a:pt x="56098" y="1400"/>
                    <a:pt x="56132" y="1366"/>
                    <a:pt x="56132" y="1332"/>
                  </a:cubicBezTo>
                  <a:cubicBezTo>
                    <a:pt x="56132" y="1298"/>
                    <a:pt x="56098" y="1229"/>
                    <a:pt x="56064" y="1229"/>
                  </a:cubicBezTo>
                  <a:close/>
                  <a:moveTo>
                    <a:pt x="26855" y="1263"/>
                  </a:moveTo>
                  <a:cubicBezTo>
                    <a:pt x="26821" y="1298"/>
                    <a:pt x="26787" y="1332"/>
                    <a:pt x="26787" y="1366"/>
                  </a:cubicBezTo>
                  <a:cubicBezTo>
                    <a:pt x="26787" y="1400"/>
                    <a:pt x="26821" y="1434"/>
                    <a:pt x="26855" y="1434"/>
                  </a:cubicBezTo>
                  <a:lnTo>
                    <a:pt x="26991" y="1434"/>
                  </a:lnTo>
                  <a:cubicBezTo>
                    <a:pt x="27026" y="1434"/>
                    <a:pt x="27060" y="1400"/>
                    <a:pt x="27060" y="1332"/>
                  </a:cubicBezTo>
                  <a:cubicBezTo>
                    <a:pt x="27060" y="1298"/>
                    <a:pt x="27026" y="1263"/>
                    <a:pt x="26957" y="1263"/>
                  </a:cubicBezTo>
                  <a:close/>
                  <a:moveTo>
                    <a:pt x="56508" y="1263"/>
                  </a:moveTo>
                  <a:cubicBezTo>
                    <a:pt x="56474" y="1263"/>
                    <a:pt x="56440" y="1298"/>
                    <a:pt x="56440" y="1366"/>
                  </a:cubicBezTo>
                  <a:cubicBezTo>
                    <a:pt x="56440" y="1400"/>
                    <a:pt x="56474" y="1434"/>
                    <a:pt x="56508" y="1434"/>
                  </a:cubicBezTo>
                  <a:lnTo>
                    <a:pt x="56644" y="1434"/>
                  </a:lnTo>
                  <a:cubicBezTo>
                    <a:pt x="56678" y="1434"/>
                    <a:pt x="56713" y="1400"/>
                    <a:pt x="56713" y="1366"/>
                  </a:cubicBezTo>
                  <a:cubicBezTo>
                    <a:pt x="56713" y="1332"/>
                    <a:pt x="56678" y="1298"/>
                    <a:pt x="56644" y="1263"/>
                  </a:cubicBezTo>
                  <a:close/>
                  <a:moveTo>
                    <a:pt x="26275" y="1332"/>
                  </a:moveTo>
                  <a:cubicBezTo>
                    <a:pt x="26241" y="1332"/>
                    <a:pt x="26207" y="1400"/>
                    <a:pt x="26207" y="1434"/>
                  </a:cubicBezTo>
                  <a:cubicBezTo>
                    <a:pt x="26207" y="1468"/>
                    <a:pt x="26241" y="1502"/>
                    <a:pt x="26309" y="1502"/>
                  </a:cubicBezTo>
                  <a:lnTo>
                    <a:pt x="26411" y="1502"/>
                  </a:lnTo>
                  <a:cubicBezTo>
                    <a:pt x="26445" y="1502"/>
                    <a:pt x="26480" y="1434"/>
                    <a:pt x="26480" y="1400"/>
                  </a:cubicBezTo>
                  <a:cubicBezTo>
                    <a:pt x="26480" y="1366"/>
                    <a:pt x="26445" y="1332"/>
                    <a:pt x="26411" y="1332"/>
                  </a:cubicBezTo>
                  <a:close/>
                  <a:moveTo>
                    <a:pt x="57088" y="1298"/>
                  </a:moveTo>
                  <a:cubicBezTo>
                    <a:pt x="57054" y="1298"/>
                    <a:pt x="57020" y="1332"/>
                    <a:pt x="56986" y="1400"/>
                  </a:cubicBezTo>
                  <a:cubicBezTo>
                    <a:pt x="56986" y="1434"/>
                    <a:pt x="57020" y="1468"/>
                    <a:pt x="57088" y="1468"/>
                  </a:cubicBezTo>
                  <a:lnTo>
                    <a:pt x="57190" y="1502"/>
                  </a:lnTo>
                  <a:cubicBezTo>
                    <a:pt x="57259" y="1502"/>
                    <a:pt x="57293" y="1468"/>
                    <a:pt x="57293" y="1400"/>
                  </a:cubicBezTo>
                  <a:cubicBezTo>
                    <a:pt x="57293" y="1366"/>
                    <a:pt x="57259" y="1332"/>
                    <a:pt x="57190" y="1332"/>
                  </a:cubicBezTo>
                  <a:lnTo>
                    <a:pt x="57088" y="1298"/>
                  </a:lnTo>
                  <a:close/>
                  <a:moveTo>
                    <a:pt x="57668" y="1366"/>
                  </a:moveTo>
                  <a:cubicBezTo>
                    <a:pt x="57634" y="1366"/>
                    <a:pt x="57566" y="1400"/>
                    <a:pt x="57566" y="1434"/>
                  </a:cubicBezTo>
                  <a:cubicBezTo>
                    <a:pt x="57566" y="1468"/>
                    <a:pt x="57600" y="1536"/>
                    <a:pt x="57634" y="1536"/>
                  </a:cubicBezTo>
                  <a:lnTo>
                    <a:pt x="57770" y="1536"/>
                  </a:lnTo>
                  <a:cubicBezTo>
                    <a:pt x="57804" y="1536"/>
                    <a:pt x="57839" y="1502"/>
                    <a:pt x="57873" y="1468"/>
                  </a:cubicBezTo>
                  <a:cubicBezTo>
                    <a:pt x="57873" y="1400"/>
                    <a:pt x="57839" y="1366"/>
                    <a:pt x="57770" y="1366"/>
                  </a:cubicBezTo>
                  <a:close/>
                  <a:moveTo>
                    <a:pt x="25729" y="1400"/>
                  </a:moveTo>
                  <a:cubicBezTo>
                    <a:pt x="25661" y="1400"/>
                    <a:pt x="25626" y="1434"/>
                    <a:pt x="25626" y="1502"/>
                  </a:cubicBezTo>
                  <a:cubicBezTo>
                    <a:pt x="25626" y="1536"/>
                    <a:pt x="25695" y="1571"/>
                    <a:pt x="25729" y="1571"/>
                  </a:cubicBezTo>
                  <a:lnTo>
                    <a:pt x="25831" y="1571"/>
                  </a:lnTo>
                  <a:cubicBezTo>
                    <a:pt x="25899" y="1536"/>
                    <a:pt x="25934" y="1502"/>
                    <a:pt x="25934" y="1468"/>
                  </a:cubicBezTo>
                  <a:cubicBezTo>
                    <a:pt x="25934" y="1400"/>
                    <a:pt x="25865" y="1400"/>
                    <a:pt x="25831" y="1400"/>
                  </a:cubicBezTo>
                  <a:close/>
                  <a:moveTo>
                    <a:pt x="58248" y="1400"/>
                  </a:moveTo>
                  <a:cubicBezTo>
                    <a:pt x="58180" y="1400"/>
                    <a:pt x="58146" y="1434"/>
                    <a:pt x="58146" y="1468"/>
                  </a:cubicBezTo>
                  <a:cubicBezTo>
                    <a:pt x="58146" y="1536"/>
                    <a:pt x="58180" y="1571"/>
                    <a:pt x="58214" y="1571"/>
                  </a:cubicBezTo>
                  <a:lnTo>
                    <a:pt x="58350" y="1571"/>
                  </a:lnTo>
                  <a:cubicBezTo>
                    <a:pt x="58385" y="1571"/>
                    <a:pt x="58419" y="1536"/>
                    <a:pt x="58419" y="1502"/>
                  </a:cubicBezTo>
                  <a:cubicBezTo>
                    <a:pt x="58419" y="1434"/>
                    <a:pt x="58385" y="1400"/>
                    <a:pt x="58350" y="1400"/>
                  </a:cubicBezTo>
                  <a:close/>
                  <a:moveTo>
                    <a:pt x="58794" y="1434"/>
                  </a:moveTo>
                  <a:cubicBezTo>
                    <a:pt x="58760" y="1434"/>
                    <a:pt x="58726" y="1468"/>
                    <a:pt x="58726" y="1502"/>
                  </a:cubicBezTo>
                  <a:cubicBezTo>
                    <a:pt x="58726" y="1571"/>
                    <a:pt x="58760" y="1605"/>
                    <a:pt x="58794" y="1605"/>
                  </a:cubicBezTo>
                  <a:lnTo>
                    <a:pt x="58896" y="1605"/>
                  </a:lnTo>
                  <a:cubicBezTo>
                    <a:pt x="58965" y="1605"/>
                    <a:pt x="58999" y="1571"/>
                    <a:pt x="58999" y="1536"/>
                  </a:cubicBezTo>
                  <a:cubicBezTo>
                    <a:pt x="58999" y="1502"/>
                    <a:pt x="58965" y="1434"/>
                    <a:pt x="58931" y="1434"/>
                  </a:cubicBezTo>
                  <a:close/>
                  <a:moveTo>
                    <a:pt x="25251" y="1434"/>
                  </a:moveTo>
                  <a:lnTo>
                    <a:pt x="25149" y="1468"/>
                  </a:lnTo>
                  <a:cubicBezTo>
                    <a:pt x="25115" y="1468"/>
                    <a:pt x="25080" y="1502"/>
                    <a:pt x="25080" y="1536"/>
                  </a:cubicBezTo>
                  <a:cubicBezTo>
                    <a:pt x="25080" y="1605"/>
                    <a:pt x="25115" y="1639"/>
                    <a:pt x="25149" y="1639"/>
                  </a:cubicBezTo>
                  <a:lnTo>
                    <a:pt x="25285" y="1605"/>
                  </a:lnTo>
                  <a:cubicBezTo>
                    <a:pt x="25319" y="1605"/>
                    <a:pt x="25353" y="1571"/>
                    <a:pt x="25353" y="1536"/>
                  </a:cubicBezTo>
                  <a:cubicBezTo>
                    <a:pt x="25353" y="1468"/>
                    <a:pt x="25319" y="1434"/>
                    <a:pt x="25251" y="1434"/>
                  </a:cubicBezTo>
                  <a:close/>
                  <a:moveTo>
                    <a:pt x="59374" y="1468"/>
                  </a:moveTo>
                  <a:cubicBezTo>
                    <a:pt x="59340" y="1468"/>
                    <a:pt x="59272" y="1502"/>
                    <a:pt x="59272" y="1571"/>
                  </a:cubicBezTo>
                  <a:cubicBezTo>
                    <a:pt x="59272" y="1605"/>
                    <a:pt x="59306" y="1639"/>
                    <a:pt x="59374" y="1639"/>
                  </a:cubicBezTo>
                  <a:lnTo>
                    <a:pt x="59476" y="1673"/>
                  </a:lnTo>
                  <a:cubicBezTo>
                    <a:pt x="59545" y="1673"/>
                    <a:pt x="59579" y="1639"/>
                    <a:pt x="59579" y="1571"/>
                  </a:cubicBezTo>
                  <a:cubicBezTo>
                    <a:pt x="59579" y="1536"/>
                    <a:pt x="59545" y="1502"/>
                    <a:pt x="59476" y="1502"/>
                  </a:cubicBezTo>
                  <a:lnTo>
                    <a:pt x="59374" y="1468"/>
                  </a:lnTo>
                  <a:close/>
                  <a:moveTo>
                    <a:pt x="24705" y="1502"/>
                  </a:moveTo>
                  <a:lnTo>
                    <a:pt x="24569" y="1536"/>
                  </a:lnTo>
                  <a:cubicBezTo>
                    <a:pt x="24535" y="1536"/>
                    <a:pt x="24500" y="1571"/>
                    <a:pt x="24500" y="1605"/>
                  </a:cubicBezTo>
                  <a:cubicBezTo>
                    <a:pt x="24500" y="1673"/>
                    <a:pt x="24535" y="1707"/>
                    <a:pt x="24569" y="1707"/>
                  </a:cubicBezTo>
                  <a:lnTo>
                    <a:pt x="24603" y="1707"/>
                  </a:lnTo>
                  <a:lnTo>
                    <a:pt x="24705" y="1673"/>
                  </a:lnTo>
                  <a:cubicBezTo>
                    <a:pt x="24739" y="1673"/>
                    <a:pt x="24773" y="1639"/>
                    <a:pt x="24773" y="1571"/>
                  </a:cubicBezTo>
                  <a:cubicBezTo>
                    <a:pt x="24773" y="1536"/>
                    <a:pt x="24739" y="1502"/>
                    <a:pt x="24705" y="1502"/>
                  </a:cubicBezTo>
                  <a:close/>
                  <a:moveTo>
                    <a:pt x="59907" y="1523"/>
                  </a:moveTo>
                  <a:cubicBezTo>
                    <a:pt x="59870" y="1523"/>
                    <a:pt x="59852" y="1555"/>
                    <a:pt x="59852" y="1605"/>
                  </a:cubicBezTo>
                  <a:cubicBezTo>
                    <a:pt x="59852" y="1639"/>
                    <a:pt x="59886" y="1673"/>
                    <a:pt x="59920" y="1707"/>
                  </a:cubicBezTo>
                  <a:lnTo>
                    <a:pt x="60057" y="1707"/>
                  </a:lnTo>
                  <a:cubicBezTo>
                    <a:pt x="60091" y="1707"/>
                    <a:pt x="60125" y="1673"/>
                    <a:pt x="60125" y="1605"/>
                  </a:cubicBezTo>
                  <a:cubicBezTo>
                    <a:pt x="60159" y="1571"/>
                    <a:pt x="60125" y="1536"/>
                    <a:pt x="60057" y="1536"/>
                  </a:cubicBezTo>
                  <a:lnTo>
                    <a:pt x="59954" y="1536"/>
                  </a:lnTo>
                  <a:cubicBezTo>
                    <a:pt x="59936" y="1527"/>
                    <a:pt x="59920" y="1523"/>
                    <a:pt x="59907" y="1523"/>
                  </a:cubicBezTo>
                  <a:close/>
                  <a:moveTo>
                    <a:pt x="24023" y="1571"/>
                  </a:moveTo>
                  <a:cubicBezTo>
                    <a:pt x="23954" y="1571"/>
                    <a:pt x="23920" y="1639"/>
                    <a:pt x="23920" y="1673"/>
                  </a:cubicBezTo>
                  <a:cubicBezTo>
                    <a:pt x="23920" y="1707"/>
                    <a:pt x="23989" y="1741"/>
                    <a:pt x="24023" y="1741"/>
                  </a:cubicBezTo>
                  <a:lnTo>
                    <a:pt x="24125" y="1741"/>
                  </a:lnTo>
                  <a:cubicBezTo>
                    <a:pt x="24193" y="1741"/>
                    <a:pt x="24227" y="1707"/>
                    <a:pt x="24227" y="1639"/>
                  </a:cubicBezTo>
                  <a:cubicBezTo>
                    <a:pt x="24193" y="1605"/>
                    <a:pt x="24159" y="1571"/>
                    <a:pt x="24125" y="1571"/>
                  </a:cubicBezTo>
                  <a:close/>
                  <a:moveTo>
                    <a:pt x="60534" y="1571"/>
                  </a:moveTo>
                  <a:cubicBezTo>
                    <a:pt x="60466" y="1571"/>
                    <a:pt x="60432" y="1605"/>
                    <a:pt x="60432" y="1639"/>
                  </a:cubicBezTo>
                  <a:cubicBezTo>
                    <a:pt x="60432" y="1673"/>
                    <a:pt x="60466" y="1741"/>
                    <a:pt x="60500" y="1741"/>
                  </a:cubicBezTo>
                  <a:lnTo>
                    <a:pt x="60637" y="1741"/>
                  </a:lnTo>
                  <a:cubicBezTo>
                    <a:pt x="60671" y="1741"/>
                    <a:pt x="60705" y="1707"/>
                    <a:pt x="60705" y="1673"/>
                  </a:cubicBezTo>
                  <a:cubicBezTo>
                    <a:pt x="60705" y="1605"/>
                    <a:pt x="60671" y="1571"/>
                    <a:pt x="60637" y="1571"/>
                  </a:cubicBezTo>
                  <a:close/>
                  <a:moveTo>
                    <a:pt x="61080" y="1605"/>
                  </a:moveTo>
                  <a:cubicBezTo>
                    <a:pt x="61046" y="1605"/>
                    <a:pt x="61012" y="1639"/>
                    <a:pt x="61012" y="1673"/>
                  </a:cubicBezTo>
                  <a:cubicBezTo>
                    <a:pt x="60978" y="1741"/>
                    <a:pt x="61046" y="1775"/>
                    <a:pt x="61080" y="1775"/>
                  </a:cubicBezTo>
                  <a:lnTo>
                    <a:pt x="61183" y="1775"/>
                  </a:lnTo>
                  <a:cubicBezTo>
                    <a:pt x="61251" y="1775"/>
                    <a:pt x="61285" y="1741"/>
                    <a:pt x="61285" y="1707"/>
                  </a:cubicBezTo>
                  <a:cubicBezTo>
                    <a:pt x="61285" y="1639"/>
                    <a:pt x="61251" y="1605"/>
                    <a:pt x="61217" y="1605"/>
                  </a:cubicBezTo>
                  <a:close/>
                  <a:moveTo>
                    <a:pt x="23443" y="1639"/>
                  </a:moveTo>
                  <a:cubicBezTo>
                    <a:pt x="23374" y="1639"/>
                    <a:pt x="23340" y="1673"/>
                    <a:pt x="23374" y="1741"/>
                  </a:cubicBezTo>
                  <a:cubicBezTo>
                    <a:pt x="23374" y="1775"/>
                    <a:pt x="23408" y="1809"/>
                    <a:pt x="23443" y="1809"/>
                  </a:cubicBezTo>
                  <a:lnTo>
                    <a:pt x="23579" y="1809"/>
                  </a:lnTo>
                  <a:cubicBezTo>
                    <a:pt x="23613" y="1809"/>
                    <a:pt x="23647" y="1741"/>
                    <a:pt x="23647" y="1707"/>
                  </a:cubicBezTo>
                  <a:cubicBezTo>
                    <a:pt x="23647" y="1673"/>
                    <a:pt x="23613" y="1639"/>
                    <a:pt x="23545" y="1639"/>
                  </a:cubicBezTo>
                  <a:close/>
                  <a:moveTo>
                    <a:pt x="61660" y="1639"/>
                  </a:moveTo>
                  <a:cubicBezTo>
                    <a:pt x="61592" y="1639"/>
                    <a:pt x="61558" y="1673"/>
                    <a:pt x="61558" y="1707"/>
                  </a:cubicBezTo>
                  <a:cubicBezTo>
                    <a:pt x="61558" y="1775"/>
                    <a:pt x="61592" y="1809"/>
                    <a:pt x="61660" y="1809"/>
                  </a:cubicBezTo>
                  <a:lnTo>
                    <a:pt x="61763" y="1809"/>
                  </a:lnTo>
                  <a:cubicBezTo>
                    <a:pt x="61797" y="1809"/>
                    <a:pt x="61865" y="1775"/>
                    <a:pt x="61865" y="1741"/>
                  </a:cubicBezTo>
                  <a:cubicBezTo>
                    <a:pt x="61865" y="1707"/>
                    <a:pt x="61831" y="1673"/>
                    <a:pt x="61763" y="1639"/>
                  </a:cubicBezTo>
                  <a:close/>
                  <a:moveTo>
                    <a:pt x="23012" y="1694"/>
                  </a:moveTo>
                  <a:cubicBezTo>
                    <a:pt x="22999" y="1694"/>
                    <a:pt x="22983" y="1698"/>
                    <a:pt x="22965" y="1707"/>
                  </a:cubicBezTo>
                  <a:lnTo>
                    <a:pt x="22862" y="1707"/>
                  </a:lnTo>
                  <a:cubicBezTo>
                    <a:pt x="22828" y="1707"/>
                    <a:pt x="22794" y="1741"/>
                    <a:pt x="22794" y="1809"/>
                  </a:cubicBezTo>
                  <a:cubicBezTo>
                    <a:pt x="22794" y="1844"/>
                    <a:pt x="22828" y="1878"/>
                    <a:pt x="22862" y="1878"/>
                  </a:cubicBezTo>
                  <a:lnTo>
                    <a:pt x="22999" y="1878"/>
                  </a:lnTo>
                  <a:cubicBezTo>
                    <a:pt x="23033" y="1844"/>
                    <a:pt x="23067" y="1809"/>
                    <a:pt x="23067" y="1775"/>
                  </a:cubicBezTo>
                  <a:cubicBezTo>
                    <a:pt x="23067" y="1725"/>
                    <a:pt x="23049" y="1694"/>
                    <a:pt x="23012" y="1694"/>
                  </a:cubicBezTo>
                  <a:close/>
                  <a:moveTo>
                    <a:pt x="62240" y="1673"/>
                  </a:moveTo>
                  <a:cubicBezTo>
                    <a:pt x="62172" y="1673"/>
                    <a:pt x="62138" y="1707"/>
                    <a:pt x="62138" y="1775"/>
                  </a:cubicBezTo>
                  <a:cubicBezTo>
                    <a:pt x="62138" y="1809"/>
                    <a:pt x="62172" y="1844"/>
                    <a:pt x="62206" y="1844"/>
                  </a:cubicBezTo>
                  <a:lnTo>
                    <a:pt x="62343" y="1878"/>
                  </a:lnTo>
                  <a:cubicBezTo>
                    <a:pt x="62377" y="1878"/>
                    <a:pt x="62411" y="1844"/>
                    <a:pt x="62411" y="1775"/>
                  </a:cubicBezTo>
                  <a:cubicBezTo>
                    <a:pt x="62411" y="1741"/>
                    <a:pt x="62377" y="1707"/>
                    <a:pt x="62343" y="1707"/>
                  </a:cubicBezTo>
                  <a:lnTo>
                    <a:pt x="62240" y="1673"/>
                  </a:lnTo>
                  <a:close/>
                  <a:moveTo>
                    <a:pt x="62767" y="1732"/>
                  </a:moveTo>
                  <a:cubicBezTo>
                    <a:pt x="62741" y="1732"/>
                    <a:pt x="62718" y="1782"/>
                    <a:pt x="62718" y="1809"/>
                  </a:cubicBezTo>
                  <a:cubicBezTo>
                    <a:pt x="62718" y="1844"/>
                    <a:pt x="62752" y="1912"/>
                    <a:pt x="62786" y="1912"/>
                  </a:cubicBezTo>
                  <a:lnTo>
                    <a:pt x="62923" y="1912"/>
                  </a:lnTo>
                  <a:cubicBezTo>
                    <a:pt x="62957" y="1912"/>
                    <a:pt x="62991" y="1878"/>
                    <a:pt x="62991" y="1844"/>
                  </a:cubicBezTo>
                  <a:cubicBezTo>
                    <a:pt x="62991" y="1775"/>
                    <a:pt x="62957" y="1741"/>
                    <a:pt x="62923" y="1741"/>
                  </a:cubicBezTo>
                  <a:lnTo>
                    <a:pt x="62786" y="1741"/>
                  </a:lnTo>
                  <a:cubicBezTo>
                    <a:pt x="62780" y="1735"/>
                    <a:pt x="62773" y="1732"/>
                    <a:pt x="62767" y="1732"/>
                  </a:cubicBezTo>
                  <a:close/>
                  <a:moveTo>
                    <a:pt x="22419" y="1741"/>
                  </a:moveTo>
                  <a:lnTo>
                    <a:pt x="22282" y="1775"/>
                  </a:lnTo>
                  <a:cubicBezTo>
                    <a:pt x="22248" y="1775"/>
                    <a:pt x="22214" y="1809"/>
                    <a:pt x="22214" y="1844"/>
                  </a:cubicBezTo>
                  <a:cubicBezTo>
                    <a:pt x="22214" y="1912"/>
                    <a:pt x="22248" y="1946"/>
                    <a:pt x="22317" y="1946"/>
                  </a:cubicBezTo>
                  <a:lnTo>
                    <a:pt x="22419" y="1912"/>
                  </a:lnTo>
                  <a:cubicBezTo>
                    <a:pt x="22487" y="1912"/>
                    <a:pt x="22521" y="1878"/>
                    <a:pt x="22521" y="1844"/>
                  </a:cubicBezTo>
                  <a:cubicBezTo>
                    <a:pt x="22487" y="1775"/>
                    <a:pt x="22453" y="1741"/>
                    <a:pt x="22419" y="1741"/>
                  </a:cubicBezTo>
                  <a:close/>
                  <a:moveTo>
                    <a:pt x="63367" y="1775"/>
                  </a:moveTo>
                  <a:cubicBezTo>
                    <a:pt x="63332" y="1775"/>
                    <a:pt x="63298" y="1809"/>
                    <a:pt x="63264" y="1844"/>
                  </a:cubicBezTo>
                  <a:cubicBezTo>
                    <a:pt x="63264" y="1912"/>
                    <a:pt x="63298" y="1946"/>
                    <a:pt x="63367" y="1946"/>
                  </a:cubicBezTo>
                  <a:lnTo>
                    <a:pt x="63469" y="1946"/>
                  </a:lnTo>
                  <a:cubicBezTo>
                    <a:pt x="63537" y="1946"/>
                    <a:pt x="63571" y="1912"/>
                    <a:pt x="63571" y="1878"/>
                  </a:cubicBezTo>
                  <a:cubicBezTo>
                    <a:pt x="63571" y="1809"/>
                    <a:pt x="63537" y="1775"/>
                    <a:pt x="63503" y="1775"/>
                  </a:cubicBezTo>
                  <a:close/>
                  <a:moveTo>
                    <a:pt x="21736" y="1809"/>
                  </a:moveTo>
                  <a:cubicBezTo>
                    <a:pt x="21668" y="1844"/>
                    <a:pt x="21634" y="1878"/>
                    <a:pt x="21668" y="1912"/>
                  </a:cubicBezTo>
                  <a:cubicBezTo>
                    <a:pt x="21668" y="1946"/>
                    <a:pt x="21702" y="1980"/>
                    <a:pt x="21736" y="1980"/>
                  </a:cubicBezTo>
                  <a:lnTo>
                    <a:pt x="21873" y="1980"/>
                  </a:lnTo>
                  <a:cubicBezTo>
                    <a:pt x="21907" y="1980"/>
                    <a:pt x="21941" y="1946"/>
                    <a:pt x="21941" y="1878"/>
                  </a:cubicBezTo>
                  <a:cubicBezTo>
                    <a:pt x="21941" y="1844"/>
                    <a:pt x="21907" y="1809"/>
                    <a:pt x="21839" y="1809"/>
                  </a:cubicBezTo>
                  <a:close/>
                  <a:moveTo>
                    <a:pt x="63947" y="1809"/>
                  </a:moveTo>
                  <a:cubicBezTo>
                    <a:pt x="63878" y="1809"/>
                    <a:pt x="63844" y="1844"/>
                    <a:pt x="63844" y="1878"/>
                  </a:cubicBezTo>
                  <a:cubicBezTo>
                    <a:pt x="63844" y="1946"/>
                    <a:pt x="63878" y="1980"/>
                    <a:pt x="63947" y="1980"/>
                  </a:cubicBezTo>
                  <a:lnTo>
                    <a:pt x="64049" y="1980"/>
                  </a:lnTo>
                  <a:cubicBezTo>
                    <a:pt x="64083" y="1980"/>
                    <a:pt x="64117" y="1946"/>
                    <a:pt x="64151" y="1912"/>
                  </a:cubicBezTo>
                  <a:cubicBezTo>
                    <a:pt x="64151" y="1878"/>
                    <a:pt x="64117" y="1809"/>
                    <a:pt x="64049" y="1809"/>
                  </a:cubicBezTo>
                  <a:close/>
                  <a:moveTo>
                    <a:pt x="21156" y="1878"/>
                  </a:moveTo>
                  <a:cubicBezTo>
                    <a:pt x="21122" y="1878"/>
                    <a:pt x="21088" y="1946"/>
                    <a:pt x="21088" y="1980"/>
                  </a:cubicBezTo>
                  <a:cubicBezTo>
                    <a:pt x="21088" y="2014"/>
                    <a:pt x="21122" y="2048"/>
                    <a:pt x="21156" y="2048"/>
                  </a:cubicBezTo>
                  <a:lnTo>
                    <a:pt x="21293" y="2048"/>
                  </a:lnTo>
                  <a:cubicBezTo>
                    <a:pt x="21327" y="2048"/>
                    <a:pt x="21361" y="1980"/>
                    <a:pt x="21361" y="1946"/>
                  </a:cubicBezTo>
                  <a:cubicBezTo>
                    <a:pt x="21361" y="1912"/>
                    <a:pt x="21327" y="1878"/>
                    <a:pt x="21259" y="1878"/>
                  </a:cubicBezTo>
                  <a:close/>
                  <a:moveTo>
                    <a:pt x="64527" y="1844"/>
                  </a:moveTo>
                  <a:cubicBezTo>
                    <a:pt x="64458" y="1844"/>
                    <a:pt x="64424" y="1878"/>
                    <a:pt x="64424" y="1946"/>
                  </a:cubicBezTo>
                  <a:cubicBezTo>
                    <a:pt x="64424" y="1980"/>
                    <a:pt x="64458" y="2014"/>
                    <a:pt x="64493" y="2014"/>
                  </a:cubicBezTo>
                  <a:lnTo>
                    <a:pt x="64629" y="2048"/>
                  </a:lnTo>
                  <a:cubicBezTo>
                    <a:pt x="64663" y="2048"/>
                    <a:pt x="64697" y="2014"/>
                    <a:pt x="64697" y="1946"/>
                  </a:cubicBezTo>
                  <a:cubicBezTo>
                    <a:pt x="64697" y="1912"/>
                    <a:pt x="64663" y="1878"/>
                    <a:pt x="64629" y="1878"/>
                  </a:cubicBezTo>
                  <a:lnTo>
                    <a:pt x="64527" y="1844"/>
                  </a:lnTo>
                  <a:close/>
                  <a:moveTo>
                    <a:pt x="65046" y="1898"/>
                  </a:moveTo>
                  <a:cubicBezTo>
                    <a:pt x="65023" y="1898"/>
                    <a:pt x="65004" y="1930"/>
                    <a:pt x="65004" y="1980"/>
                  </a:cubicBezTo>
                  <a:cubicBezTo>
                    <a:pt x="65004" y="2014"/>
                    <a:pt x="65039" y="2048"/>
                    <a:pt x="65073" y="2082"/>
                  </a:cubicBezTo>
                  <a:lnTo>
                    <a:pt x="65209" y="2082"/>
                  </a:lnTo>
                  <a:cubicBezTo>
                    <a:pt x="65243" y="2082"/>
                    <a:pt x="65277" y="2048"/>
                    <a:pt x="65277" y="1980"/>
                  </a:cubicBezTo>
                  <a:cubicBezTo>
                    <a:pt x="65277" y="1946"/>
                    <a:pt x="65243" y="1912"/>
                    <a:pt x="65209" y="1912"/>
                  </a:cubicBezTo>
                  <a:lnTo>
                    <a:pt x="65073" y="1912"/>
                  </a:lnTo>
                  <a:cubicBezTo>
                    <a:pt x="65064" y="1903"/>
                    <a:pt x="65054" y="1898"/>
                    <a:pt x="65046" y="1898"/>
                  </a:cubicBezTo>
                  <a:close/>
                  <a:moveTo>
                    <a:pt x="20576" y="1946"/>
                  </a:moveTo>
                  <a:cubicBezTo>
                    <a:pt x="20542" y="1946"/>
                    <a:pt x="20508" y="1980"/>
                    <a:pt x="20508" y="2048"/>
                  </a:cubicBezTo>
                  <a:cubicBezTo>
                    <a:pt x="20508" y="2082"/>
                    <a:pt x="20542" y="2117"/>
                    <a:pt x="20610" y="2117"/>
                  </a:cubicBezTo>
                  <a:lnTo>
                    <a:pt x="20713" y="2117"/>
                  </a:lnTo>
                  <a:cubicBezTo>
                    <a:pt x="20781" y="2082"/>
                    <a:pt x="20815" y="2048"/>
                    <a:pt x="20815" y="2014"/>
                  </a:cubicBezTo>
                  <a:cubicBezTo>
                    <a:pt x="20781" y="1980"/>
                    <a:pt x="20747" y="1946"/>
                    <a:pt x="20713" y="1946"/>
                  </a:cubicBezTo>
                  <a:close/>
                  <a:moveTo>
                    <a:pt x="65653" y="1946"/>
                  </a:moveTo>
                  <a:cubicBezTo>
                    <a:pt x="65619" y="1946"/>
                    <a:pt x="65585" y="1980"/>
                    <a:pt x="65550" y="2014"/>
                  </a:cubicBezTo>
                  <a:cubicBezTo>
                    <a:pt x="65550" y="2048"/>
                    <a:pt x="65585" y="2117"/>
                    <a:pt x="65653" y="2117"/>
                  </a:cubicBezTo>
                  <a:lnTo>
                    <a:pt x="65755" y="2117"/>
                  </a:lnTo>
                  <a:cubicBezTo>
                    <a:pt x="65823" y="2117"/>
                    <a:pt x="65858" y="2082"/>
                    <a:pt x="65858" y="2048"/>
                  </a:cubicBezTo>
                  <a:cubicBezTo>
                    <a:pt x="65858" y="1980"/>
                    <a:pt x="65823" y="1946"/>
                    <a:pt x="65755" y="1946"/>
                  </a:cubicBezTo>
                  <a:close/>
                  <a:moveTo>
                    <a:pt x="66233" y="1980"/>
                  </a:moveTo>
                  <a:cubicBezTo>
                    <a:pt x="66165" y="1980"/>
                    <a:pt x="66130" y="2014"/>
                    <a:pt x="66130" y="2048"/>
                  </a:cubicBezTo>
                  <a:cubicBezTo>
                    <a:pt x="66130" y="2117"/>
                    <a:pt x="66165" y="2151"/>
                    <a:pt x="66199" y="2151"/>
                  </a:cubicBezTo>
                  <a:lnTo>
                    <a:pt x="66335" y="2151"/>
                  </a:lnTo>
                  <a:cubicBezTo>
                    <a:pt x="66369" y="2151"/>
                    <a:pt x="66403" y="2117"/>
                    <a:pt x="66438" y="2082"/>
                  </a:cubicBezTo>
                  <a:cubicBezTo>
                    <a:pt x="66438" y="2014"/>
                    <a:pt x="66403" y="1980"/>
                    <a:pt x="66335" y="1980"/>
                  </a:cubicBezTo>
                  <a:close/>
                  <a:moveTo>
                    <a:pt x="20133" y="1980"/>
                  </a:moveTo>
                  <a:lnTo>
                    <a:pt x="20030" y="2014"/>
                  </a:lnTo>
                  <a:cubicBezTo>
                    <a:pt x="19962" y="2014"/>
                    <a:pt x="19928" y="2048"/>
                    <a:pt x="19928" y="2117"/>
                  </a:cubicBezTo>
                  <a:cubicBezTo>
                    <a:pt x="19962" y="2151"/>
                    <a:pt x="19996" y="2185"/>
                    <a:pt x="20030" y="2185"/>
                  </a:cubicBezTo>
                  <a:lnTo>
                    <a:pt x="20167" y="2151"/>
                  </a:lnTo>
                  <a:cubicBezTo>
                    <a:pt x="20201" y="2151"/>
                    <a:pt x="20235" y="2117"/>
                    <a:pt x="20235" y="2082"/>
                  </a:cubicBezTo>
                  <a:cubicBezTo>
                    <a:pt x="20235" y="2014"/>
                    <a:pt x="20201" y="1980"/>
                    <a:pt x="20133" y="1980"/>
                  </a:cubicBezTo>
                  <a:close/>
                  <a:moveTo>
                    <a:pt x="66813" y="2014"/>
                  </a:moveTo>
                  <a:cubicBezTo>
                    <a:pt x="66745" y="2014"/>
                    <a:pt x="66711" y="2048"/>
                    <a:pt x="66711" y="2082"/>
                  </a:cubicBezTo>
                  <a:cubicBezTo>
                    <a:pt x="66711" y="2151"/>
                    <a:pt x="66745" y="2185"/>
                    <a:pt x="66779" y="2185"/>
                  </a:cubicBezTo>
                  <a:lnTo>
                    <a:pt x="66915" y="2185"/>
                  </a:lnTo>
                  <a:cubicBezTo>
                    <a:pt x="66949" y="2185"/>
                    <a:pt x="66984" y="2151"/>
                    <a:pt x="66984" y="2117"/>
                  </a:cubicBezTo>
                  <a:cubicBezTo>
                    <a:pt x="66984" y="2082"/>
                    <a:pt x="66949" y="2014"/>
                    <a:pt x="66915" y="2014"/>
                  </a:cubicBezTo>
                  <a:close/>
                  <a:moveTo>
                    <a:pt x="19553" y="2048"/>
                  </a:moveTo>
                  <a:lnTo>
                    <a:pt x="19450" y="2082"/>
                  </a:lnTo>
                  <a:cubicBezTo>
                    <a:pt x="19416" y="2082"/>
                    <a:pt x="19382" y="2117"/>
                    <a:pt x="19382" y="2151"/>
                  </a:cubicBezTo>
                  <a:cubicBezTo>
                    <a:pt x="19382" y="2219"/>
                    <a:pt x="19416" y="2253"/>
                    <a:pt x="19450" y="2253"/>
                  </a:cubicBezTo>
                  <a:lnTo>
                    <a:pt x="19484" y="2253"/>
                  </a:lnTo>
                  <a:lnTo>
                    <a:pt x="19587" y="2219"/>
                  </a:lnTo>
                  <a:cubicBezTo>
                    <a:pt x="19621" y="2219"/>
                    <a:pt x="19655" y="2185"/>
                    <a:pt x="19655" y="2117"/>
                  </a:cubicBezTo>
                  <a:cubicBezTo>
                    <a:pt x="19655" y="2082"/>
                    <a:pt x="19621" y="2048"/>
                    <a:pt x="19553" y="2048"/>
                  </a:cubicBezTo>
                  <a:close/>
                  <a:moveTo>
                    <a:pt x="67359" y="2048"/>
                  </a:moveTo>
                  <a:cubicBezTo>
                    <a:pt x="67325" y="2048"/>
                    <a:pt x="67291" y="2082"/>
                    <a:pt x="67291" y="2151"/>
                  </a:cubicBezTo>
                  <a:cubicBezTo>
                    <a:pt x="67291" y="2185"/>
                    <a:pt x="67325" y="2219"/>
                    <a:pt x="67359" y="2219"/>
                  </a:cubicBezTo>
                  <a:lnTo>
                    <a:pt x="67461" y="2253"/>
                  </a:lnTo>
                  <a:cubicBezTo>
                    <a:pt x="67530" y="2253"/>
                    <a:pt x="67564" y="2219"/>
                    <a:pt x="67564" y="2151"/>
                  </a:cubicBezTo>
                  <a:cubicBezTo>
                    <a:pt x="67564" y="2117"/>
                    <a:pt x="67530" y="2082"/>
                    <a:pt x="67495" y="2082"/>
                  </a:cubicBezTo>
                  <a:lnTo>
                    <a:pt x="67359" y="2048"/>
                  </a:lnTo>
                  <a:close/>
                  <a:moveTo>
                    <a:pt x="18870" y="2117"/>
                  </a:moveTo>
                  <a:cubicBezTo>
                    <a:pt x="18836" y="2151"/>
                    <a:pt x="18802" y="2185"/>
                    <a:pt x="18802" y="2219"/>
                  </a:cubicBezTo>
                  <a:cubicBezTo>
                    <a:pt x="18802" y="2253"/>
                    <a:pt x="18836" y="2287"/>
                    <a:pt x="18904" y="2287"/>
                  </a:cubicBezTo>
                  <a:lnTo>
                    <a:pt x="19007" y="2287"/>
                  </a:lnTo>
                  <a:cubicBezTo>
                    <a:pt x="19075" y="2287"/>
                    <a:pt x="19109" y="2253"/>
                    <a:pt x="19075" y="2185"/>
                  </a:cubicBezTo>
                  <a:cubicBezTo>
                    <a:pt x="19075" y="2151"/>
                    <a:pt x="19041" y="2117"/>
                    <a:pt x="19007" y="2117"/>
                  </a:cubicBezTo>
                  <a:close/>
                  <a:moveTo>
                    <a:pt x="67916" y="2107"/>
                  </a:moveTo>
                  <a:cubicBezTo>
                    <a:pt x="67881" y="2107"/>
                    <a:pt x="67837" y="2157"/>
                    <a:pt x="67837" y="2185"/>
                  </a:cubicBezTo>
                  <a:cubicBezTo>
                    <a:pt x="67837" y="2219"/>
                    <a:pt x="67871" y="2287"/>
                    <a:pt x="67939" y="2287"/>
                  </a:cubicBezTo>
                  <a:lnTo>
                    <a:pt x="68041" y="2287"/>
                  </a:lnTo>
                  <a:cubicBezTo>
                    <a:pt x="68110" y="2287"/>
                    <a:pt x="68144" y="2253"/>
                    <a:pt x="68144" y="2185"/>
                  </a:cubicBezTo>
                  <a:cubicBezTo>
                    <a:pt x="68144" y="2151"/>
                    <a:pt x="68110" y="2117"/>
                    <a:pt x="68041" y="2117"/>
                  </a:cubicBezTo>
                  <a:lnTo>
                    <a:pt x="67939" y="2117"/>
                  </a:lnTo>
                  <a:cubicBezTo>
                    <a:pt x="67932" y="2110"/>
                    <a:pt x="67925" y="2107"/>
                    <a:pt x="67916" y="2107"/>
                  </a:cubicBezTo>
                  <a:close/>
                  <a:moveTo>
                    <a:pt x="68519" y="2151"/>
                  </a:moveTo>
                  <a:cubicBezTo>
                    <a:pt x="68451" y="2151"/>
                    <a:pt x="68417" y="2185"/>
                    <a:pt x="68417" y="2219"/>
                  </a:cubicBezTo>
                  <a:cubicBezTo>
                    <a:pt x="68417" y="2287"/>
                    <a:pt x="68451" y="2321"/>
                    <a:pt x="68485" y="2321"/>
                  </a:cubicBezTo>
                  <a:lnTo>
                    <a:pt x="68621" y="2321"/>
                  </a:lnTo>
                  <a:cubicBezTo>
                    <a:pt x="68656" y="2321"/>
                    <a:pt x="68690" y="2287"/>
                    <a:pt x="68690" y="2253"/>
                  </a:cubicBezTo>
                  <a:cubicBezTo>
                    <a:pt x="68724" y="2185"/>
                    <a:pt x="68690" y="2151"/>
                    <a:pt x="68621" y="2151"/>
                  </a:cubicBezTo>
                  <a:close/>
                  <a:moveTo>
                    <a:pt x="18324" y="2185"/>
                  </a:moveTo>
                  <a:cubicBezTo>
                    <a:pt x="18256" y="2185"/>
                    <a:pt x="18222" y="2253"/>
                    <a:pt x="18222" y="2287"/>
                  </a:cubicBezTo>
                  <a:cubicBezTo>
                    <a:pt x="18256" y="2321"/>
                    <a:pt x="18290" y="2355"/>
                    <a:pt x="18324" y="2355"/>
                  </a:cubicBezTo>
                  <a:lnTo>
                    <a:pt x="18461" y="2355"/>
                  </a:lnTo>
                  <a:cubicBezTo>
                    <a:pt x="18495" y="2355"/>
                    <a:pt x="18529" y="2287"/>
                    <a:pt x="18529" y="2253"/>
                  </a:cubicBezTo>
                  <a:cubicBezTo>
                    <a:pt x="18529" y="2219"/>
                    <a:pt x="18461" y="2185"/>
                    <a:pt x="18427" y="2185"/>
                  </a:cubicBezTo>
                  <a:close/>
                  <a:moveTo>
                    <a:pt x="69099" y="2185"/>
                  </a:moveTo>
                  <a:cubicBezTo>
                    <a:pt x="69031" y="2185"/>
                    <a:pt x="68997" y="2219"/>
                    <a:pt x="68997" y="2253"/>
                  </a:cubicBezTo>
                  <a:cubicBezTo>
                    <a:pt x="68997" y="2321"/>
                    <a:pt x="69031" y="2355"/>
                    <a:pt x="69065" y="2355"/>
                  </a:cubicBezTo>
                  <a:lnTo>
                    <a:pt x="69202" y="2355"/>
                  </a:lnTo>
                  <a:cubicBezTo>
                    <a:pt x="69236" y="2355"/>
                    <a:pt x="69270" y="2321"/>
                    <a:pt x="69270" y="2287"/>
                  </a:cubicBezTo>
                  <a:cubicBezTo>
                    <a:pt x="69270" y="2253"/>
                    <a:pt x="69236" y="2185"/>
                    <a:pt x="69202" y="2185"/>
                  </a:cubicBezTo>
                  <a:close/>
                  <a:moveTo>
                    <a:pt x="17894" y="2240"/>
                  </a:moveTo>
                  <a:cubicBezTo>
                    <a:pt x="17881" y="2240"/>
                    <a:pt x="17865" y="2244"/>
                    <a:pt x="17846" y="2253"/>
                  </a:cubicBezTo>
                  <a:lnTo>
                    <a:pt x="17744" y="2253"/>
                  </a:lnTo>
                  <a:cubicBezTo>
                    <a:pt x="17710" y="2253"/>
                    <a:pt x="17676" y="2287"/>
                    <a:pt x="17676" y="2355"/>
                  </a:cubicBezTo>
                  <a:cubicBezTo>
                    <a:pt x="17676" y="2390"/>
                    <a:pt x="17710" y="2424"/>
                    <a:pt x="17744" y="2424"/>
                  </a:cubicBezTo>
                  <a:lnTo>
                    <a:pt x="17881" y="2424"/>
                  </a:lnTo>
                  <a:cubicBezTo>
                    <a:pt x="17915" y="2390"/>
                    <a:pt x="17949" y="2355"/>
                    <a:pt x="17949" y="2321"/>
                  </a:cubicBezTo>
                  <a:cubicBezTo>
                    <a:pt x="17949" y="2271"/>
                    <a:pt x="17930" y="2240"/>
                    <a:pt x="17894" y="2240"/>
                  </a:cubicBezTo>
                  <a:close/>
                  <a:moveTo>
                    <a:pt x="69645" y="2219"/>
                  </a:moveTo>
                  <a:cubicBezTo>
                    <a:pt x="69611" y="2219"/>
                    <a:pt x="69577" y="2253"/>
                    <a:pt x="69577" y="2321"/>
                  </a:cubicBezTo>
                  <a:cubicBezTo>
                    <a:pt x="69543" y="2355"/>
                    <a:pt x="69577" y="2390"/>
                    <a:pt x="69645" y="2390"/>
                  </a:cubicBezTo>
                  <a:lnTo>
                    <a:pt x="69748" y="2390"/>
                  </a:lnTo>
                  <a:cubicBezTo>
                    <a:pt x="69748" y="2424"/>
                    <a:pt x="69748" y="2424"/>
                    <a:pt x="69748" y="2424"/>
                  </a:cubicBezTo>
                  <a:cubicBezTo>
                    <a:pt x="69816" y="2424"/>
                    <a:pt x="69850" y="2355"/>
                    <a:pt x="69850" y="2321"/>
                  </a:cubicBezTo>
                  <a:cubicBezTo>
                    <a:pt x="69850" y="2287"/>
                    <a:pt x="69816" y="2253"/>
                    <a:pt x="69782" y="2219"/>
                  </a:cubicBezTo>
                  <a:close/>
                  <a:moveTo>
                    <a:pt x="70225" y="2253"/>
                  </a:moveTo>
                  <a:cubicBezTo>
                    <a:pt x="70191" y="2253"/>
                    <a:pt x="70123" y="2287"/>
                    <a:pt x="70123" y="2355"/>
                  </a:cubicBezTo>
                  <a:cubicBezTo>
                    <a:pt x="70123" y="2390"/>
                    <a:pt x="70157" y="2424"/>
                    <a:pt x="70225" y="2424"/>
                  </a:cubicBezTo>
                  <a:lnTo>
                    <a:pt x="70328" y="2458"/>
                  </a:lnTo>
                  <a:cubicBezTo>
                    <a:pt x="70362" y="2458"/>
                    <a:pt x="70430" y="2424"/>
                    <a:pt x="70430" y="2355"/>
                  </a:cubicBezTo>
                  <a:cubicBezTo>
                    <a:pt x="70430" y="2321"/>
                    <a:pt x="70396" y="2287"/>
                    <a:pt x="70328" y="2287"/>
                  </a:cubicBezTo>
                  <a:lnTo>
                    <a:pt x="70225" y="2253"/>
                  </a:lnTo>
                  <a:close/>
                  <a:moveTo>
                    <a:pt x="17300" y="2287"/>
                  </a:moveTo>
                  <a:lnTo>
                    <a:pt x="17164" y="2321"/>
                  </a:lnTo>
                  <a:cubicBezTo>
                    <a:pt x="17130" y="2321"/>
                    <a:pt x="17096" y="2355"/>
                    <a:pt x="17096" y="2390"/>
                  </a:cubicBezTo>
                  <a:cubicBezTo>
                    <a:pt x="17096" y="2458"/>
                    <a:pt x="17130" y="2492"/>
                    <a:pt x="17198" y="2492"/>
                  </a:cubicBezTo>
                  <a:lnTo>
                    <a:pt x="17300" y="2458"/>
                  </a:lnTo>
                  <a:cubicBezTo>
                    <a:pt x="17369" y="2458"/>
                    <a:pt x="17403" y="2424"/>
                    <a:pt x="17369" y="2390"/>
                  </a:cubicBezTo>
                  <a:cubicBezTo>
                    <a:pt x="17369" y="2321"/>
                    <a:pt x="17335" y="2287"/>
                    <a:pt x="17300" y="2287"/>
                  </a:cubicBezTo>
                  <a:close/>
                  <a:moveTo>
                    <a:pt x="70805" y="2321"/>
                  </a:moveTo>
                  <a:cubicBezTo>
                    <a:pt x="70737" y="2321"/>
                    <a:pt x="70703" y="2355"/>
                    <a:pt x="70703" y="2390"/>
                  </a:cubicBezTo>
                  <a:cubicBezTo>
                    <a:pt x="70703" y="2424"/>
                    <a:pt x="70737" y="2492"/>
                    <a:pt x="70771" y="2492"/>
                  </a:cubicBezTo>
                  <a:lnTo>
                    <a:pt x="70908" y="2492"/>
                  </a:lnTo>
                  <a:cubicBezTo>
                    <a:pt x="70942" y="2492"/>
                    <a:pt x="70976" y="2458"/>
                    <a:pt x="70976" y="2424"/>
                  </a:cubicBezTo>
                  <a:cubicBezTo>
                    <a:pt x="70976" y="2355"/>
                    <a:pt x="70942" y="2321"/>
                    <a:pt x="70908" y="2321"/>
                  </a:cubicBezTo>
                  <a:close/>
                  <a:moveTo>
                    <a:pt x="71351" y="2355"/>
                  </a:moveTo>
                  <a:cubicBezTo>
                    <a:pt x="71317" y="2355"/>
                    <a:pt x="71283" y="2390"/>
                    <a:pt x="71283" y="2424"/>
                  </a:cubicBezTo>
                  <a:cubicBezTo>
                    <a:pt x="71283" y="2492"/>
                    <a:pt x="71317" y="2526"/>
                    <a:pt x="71351" y="2526"/>
                  </a:cubicBezTo>
                  <a:lnTo>
                    <a:pt x="71488" y="2526"/>
                  </a:lnTo>
                  <a:cubicBezTo>
                    <a:pt x="71522" y="2526"/>
                    <a:pt x="71556" y="2492"/>
                    <a:pt x="71556" y="2458"/>
                  </a:cubicBezTo>
                  <a:cubicBezTo>
                    <a:pt x="71556" y="2390"/>
                    <a:pt x="71522" y="2355"/>
                    <a:pt x="71488" y="2355"/>
                  </a:cubicBezTo>
                  <a:close/>
                  <a:moveTo>
                    <a:pt x="16720" y="2355"/>
                  </a:moveTo>
                  <a:lnTo>
                    <a:pt x="16618" y="2390"/>
                  </a:lnTo>
                  <a:cubicBezTo>
                    <a:pt x="16550" y="2390"/>
                    <a:pt x="16516" y="2424"/>
                    <a:pt x="16516" y="2458"/>
                  </a:cubicBezTo>
                  <a:cubicBezTo>
                    <a:pt x="16550" y="2526"/>
                    <a:pt x="16584" y="2560"/>
                    <a:pt x="16618" y="2560"/>
                  </a:cubicBezTo>
                  <a:lnTo>
                    <a:pt x="16754" y="2526"/>
                  </a:lnTo>
                  <a:cubicBezTo>
                    <a:pt x="16789" y="2526"/>
                    <a:pt x="16823" y="2492"/>
                    <a:pt x="16823" y="2424"/>
                  </a:cubicBezTo>
                  <a:cubicBezTo>
                    <a:pt x="16823" y="2390"/>
                    <a:pt x="16754" y="2355"/>
                    <a:pt x="16720" y="2355"/>
                  </a:cubicBezTo>
                  <a:close/>
                  <a:moveTo>
                    <a:pt x="71931" y="2390"/>
                  </a:moveTo>
                  <a:cubicBezTo>
                    <a:pt x="71897" y="2390"/>
                    <a:pt x="71863" y="2424"/>
                    <a:pt x="71829" y="2458"/>
                  </a:cubicBezTo>
                  <a:cubicBezTo>
                    <a:pt x="71829" y="2526"/>
                    <a:pt x="71863" y="2560"/>
                    <a:pt x="71931" y="2560"/>
                  </a:cubicBezTo>
                  <a:lnTo>
                    <a:pt x="72034" y="2560"/>
                  </a:lnTo>
                  <a:cubicBezTo>
                    <a:pt x="72102" y="2560"/>
                    <a:pt x="72136" y="2526"/>
                    <a:pt x="72136" y="2492"/>
                  </a:cubicBezTo>
                  <a:cubicBezTo>
                    <a:pt x="72136" y="2458"/>
                    <a:pt x="72102" y="2390"/>
                    <a:pt x="72068" y="2390"/>
                  </a:cubicBezTo>
                  <a:close/>
                  <a:moveTo>
                    <a:pt x="16038" y="2424"/>
                  </a:moveTo>
                  <a:cubicBezTo>
                    <a:pt x="16004" y="2424"/>
                    <a:pt x="15970" y="2492"/>
                    <a:pt x="15970" y="2526"/>
                  </a:cubicBezTo>
                  <a:cubicBezTo>
                    <a:pt x="15970" y="2560"/>
                    <a:pt x="16004" y="2594"/>
                    <a:pt x="16038" y="2594"/>
                  </a:cubicBezTo>
                  <a:lnTo>
                    <a:pt x="16174" y="2594"/>
                  </a:lnTo>
                  <a:cubicBezTo>
                    <a:pt x="16209" y="2594"/>
                    <a:pt x="16243" y="2560"/>
                    <a:pt x="16243" y="2492"/>
                  </a:cubicBezTo>
                  <a:cubicBezTo>
                    <a:pt x="16243" y="2458"/>
                    <a:pt x="16209" y="2424"/>
                    <a:pt x="16140" y="2424"/>
                  </a:cubicBezTo>
                  <a:close/>
                  <a:moveTo>
                    <a:pt x="72511" y="2424"/>
                  </a:moveTo>
                  <a:cubicBezTo>
                    <a:pt x="72443" y="2424"/>
                    <a:pt x="72409" y="2458"/>
                    <a:pt x="72409" y="2526"/>
                  </a:cubicBezTo>
                  <a:cubicBezTo>
                    <a:pt x="72409" y="2560"/>
                    <a:pt x="72443" y="2594"/>
                    <a:pt x="72511" y="2594"/>
                  </a:cubicBezTo>
                  <a:lnTo>
                    <a:pt x="72614" y="2628"/>
                  </a:lnTo>
                  <a:cubicBezTo>
                    <a:pt x="72648" y="2628"/>
                    <a:pt x="72682" y="2594"/>
                    <a:pt x="72716" y="2526"/>
                  </a:cubicBezTo>
                  <a:cubicBezTo>
                    <a:pt x="72716" y="2492"/>
                    <a:pt x="72682" y="2458"/>
                    <a:pt x="72614" y="2458"/>
                  </a:cubicBezTo>
                  <a:lnTo>
                    <a:pt x="72511" y="2424"/>
                  </a:lnTo>
                  <a:close/>
                  <a:moveTo>
                    <a:pt x="15458" y="2492"/>
                  </a:moveTo>
                  <a:cubicBezTo>
                    <a:pt x="15424" y="2492"/>
                    <a:pt x="15390" y="2526"/>
                    <a:pt x="15390" y="2594"/>
                  </a:cubicBezTo>
                  <a:cubicBezTo>
                    <a:pt x="15390" y="2628"/>
                    <a:pt x="15424" y="2663"/>
                    <a:pt x="15492" y="2663"/>
                  </a:cubicBezTo>
                  <a:lnTo>
                    <a:pt x="15594" y="2663"/>
                  </a:lnTo>
                  <a:cubicBezTo>
                    <a:pt x="15663" y="2663"/>
                    <a:pt x="15697" y="2594"/>
                    <a:pt x="15663" y="2560"/>
                  </a:cubicBezTo>
                  <a:cubicBezTo>
                    <a:pt x="15663" y="2526"/>
                    <a:pt x="15628" y="2492"/>
                    <a:pt x="15594" y="2492"/>
                  </a:cubicBezTo>
                  <a:close/>
                  <a:moveTo>
                    <a:pt x="73044" y="2479"/>
                  </a:moveTo>
                  <a:cubicBezTo>
                    <a:pt x="73007" y="2479"/>
                    <a:pt x="72989" y="2510"/>
                    <a:pt x="72989" y="2560"/>
                  </a:cubicBezTo>
                  <a:cubicBezTo>
                    <a:pt x="72989" y="2594"/>
                    <a:pt x="73023" y="2628"/>
                    <a:pt x="73057" y="2663"/>
                  </a:cubicBezTo>
                  <a:lnTo>
                    <a:pt x="73194" y="2663"/>
                  </a:lnTo>
                  <a:cubicBezTo>
                    <a:pt x="73228" y="2663"/>
                    <a:pt x="73262" y="2628"/>
                    <a:pt x="73262" y="2560"/>
                  </a:cubicBezTo>
                  <a:cubicBezTo>
                    <a:pt x="73262" y="2526"/>
                    <a:pt x="73228" y="2492"/>
                    <a:pt x="73194" y="2492"/>
                  </a:cubicBezTo>
                  <a:lnTo>
                    <a:pt x="73092" y="2492"/>
                  </a:lnTo>
                  <a:cubicBezTo>
                    <a:pt x="73073" y="2483"/>
                    <a:pt x="73057" y="2479"/>
                    <a:pt x="73044" y="2479"/>
                  </a:cubicBezTo>
                  <a:close/>
                  <a:moveTo>
                    <a:pt x="73638" y="2526"/>
                  </a:moveTo>
                  <a:cubicBezTo>
                    <a:pt x="73603" y="2526"/>
                    <a:pt x="73569" y="2560"/>
                    <a:pt x="73569" y="2594"/>
                  </a:cubicBezTo>
                  <a:cubicBezTo>
                    <a:pt x="73569" y="2628"/>
                    <a:pt x="73603" y="2697"/>
                    <a:pt x="73638" y="2697"/>
                  </a:cubicBezTo>
                  <a:lnTo>
                    <a:pt x="73774" y="2697"/>
                  </a:lnTo>
                  <a:cubicBezTo>
                    <a:pt x="73808" y="2697"/>
                    <a:pt x="73842" y="2663"/>
                    <a:pt x="73842" y="2628"/>
                  </a:cubicBezTo>
                  <a:cubicBezTo>
                    <a:pt x="73842" y="2560"/>
                    <a:pt x="73808" y="2526"/>
                    <a:pt x="73774" y="2526"/>
                  </a:cubicBezTo>
                  <a:close/>
                  <a:moveTo>
                    <a:pt x="15014" y="2526"/>
                  </a:moveTo>
                  <a:lnTo>
                    <a:pt x="14912" y="2560"/>
                  </a:lnTo>
                  <a:cubicBezTo>
                    <a:pt x="14844" y="2560"/>
                    <a:pt x="14809" y="2594"/>
                    <a:pt x="14809" y="2663"/>
                  </a:cubicBezTo>
                  <a:cubicBezTo>
                    <a:pt x="14844" y="2697"/>
                    <a:pt x="14878" y="2731"/>
                    <a:pt x="14912" y="2731"/>
                  </a:cubicBezTo>
                  <a:lnTo>
                    <a:pt x="15014" y="2697"/>
                  </a:lnTo>
                  <a:cubicBezTo>
                    <a:pt x="15082" y="2697"/>
                    <a:pt x="15117" y="2663"/>
                    <a:pt x="15117" y="2628"/>
                  </a:cubicBezTo>
                  <a:cubicBezTo>
                    <a:pt x="15117" y="2560"/>
                    <a:pt x="15048" y="2526"/>
                    <a:pt x="15014" y="2526"/>
                  </a:cubicBezTo>
                  <a:close/>
                  <a:moveTo>
                    <a:pt x="74218" y="2560"/>
                  </a:moveTo>
                  <a:cubicBezTo>
                    <a:pt x="74184" y="2560"/>
                    <a:pt x="74149" y="2594"/>
                    <a:pt x="74115" y="2628"/>
                  </a:cubicBezTo>
                  <a:cubicBezTo>
                    <a:pt x="74115" y="2697"/>
                    <a:pt x="74149" y="2731"/>
                    <a:pt x="74218" y="2731"/>
                  </a:cubicBezTo>
                  <a:lnTo>
                    <a:pt x="74320" y="2731"/>
                  </a:lnTo>
                  <a:cubicBezTo>
                    <a:pt x="74388" y="2731"/>
                    <a:pt x="74422" y="2697"/>
                    <a:pt x="74422" y="2663"/>
                  </a:cubicBezTo>
                  <a:cubicBezTo>
                    <a:pt x="74422" y="2628"/>
                    <a:pt x="74388" y="2560"/>
                    <a:pt x="74320" y="2560"/>
                  </a:cubicBezTo>
                  <a:close/>
                  <a:moveTo>
                    <a:pt x="74798" y="2594"/>
                  </a:moveTo>
                  <a:cubicBezTo>
                    <a:pt x="74729" y="2594"/>
                    <a:pt x="74695" y="2628"/>
                    <a:pt x="74695" y="2697"/>
                  </a:cubicBezTo>
                  <a:cubicBezTo>
                    <a:pt x="74695" y="2731"/>
                    <a:pt x="74729" y="2765"/>
                    <a:pt x="74764" y="2765"/>
                  </a:cubicBezTo>
                  <a:lnTo>
                    <a:pt x="74900" y="2765"/>
                  </a:lnTo>
                  <a:cubicBezTo>
                    <a:pt x="74934" y="2765"/>
                    <a:pt x="74968" y="2731"/>
                    <a:pt x="75002" y="2697"/>
                  </a:cubicBezTo>
                  <a:cubicBezTo>
                    <a:pt x="75002" y="2663"/>
                    <a:pt x="74968" y="2628"/>
                    <a:pt x="74900" y="2594"/>
                  </a:cubicBezTo>
                  <a:close/>
                  <a:moveTo>
                    <a:pt x="14434" y="2594"/>
                  </a:moveTo>
                  <a:lnTo>
                    <a:pt x="14332" y="2628"/>
                  </a:lnTo>
                  <a:cubicBezTo>
                    <a:pt x="14298" y="2628"/>
                    <a:pt x="14263" y="2663"/>
                    <a:pt x="14263" y="2697"/>
                  </a:cubicBezTo>
                  <a:cubicBezTo>
                    <a:pt x="14263" y="2765"/>
                    <a:pt x="14298" y="2799"/>
                    <a:pt x="14332" y="2799"/>
                  </a:cubicBezTo>
                  <a:lnTo>
                    <a:pt x="14468" y="2765"/>
                  </a:lnTo>
                  <a:cubicBezTo>
                    <a:pt x="14502" y="2765"/>
                    <a:pt x="14536" y="2731"/>
                    <a:pt x="14536" y="2697"/>
                  </a:cubicBezTo>
                  <a:cubicBezTo>
                    <a:pt x="14536" y="2628"/>
                    <a:pt x="14502" y="2594"/>
                    <a:pt x="14434" y="2594"/>
                  </a:cubicBezTo>
                  <a:close/>
                  <a:moveTo>
                    <a:pt x="13752" y="2663"/>
                  </a:moveTo>
                  <a:cubicBezTo>
                    <a:pt x="13718" y="2697"/>
                    <a:pt x="13683" y="2731"/>
                    <a:pt x="13683" y="2765"/>
                  </a:cubicBezTo>
                  <a:cubicBezTo>
                    <a:pt x="13683" y="2799"/>
                    <a:pt x="13718" y="2833"/>
                    <a:pt x="13752" y="2833"/>
                  </a:cubicBezTo>
                  <a:lnTo>
                    <a:pt x="13888" y="2833"/>
                  </a:lnTo>
                  <a:cubicBezTo>
                    <a:pt x="13922" y="2833"/>
                    <a:pt x="13956" y="2799"/>
                    <a:pt x="13956" y="2731"/>
                  </a:cubicBezTo>
                  <a:cubicBezTo>
                    <a:pt x="13956" y="2697"/>
                    <a:pt x="13922" y="2663"/>
                    <a:pt x="13888" y="2663"/>
                  </a:cubicBezTo>
                  <a:close/>
                  <a:moveTo>
                    <a:pt x="75378" y="2628"/>
                  </a:moveTo>
                  <a:cubicBezTo>
                    <a:pt x="75310" y="2628"/>
                    <a:pt x="75275" y="2663"/>
                    <a:pt x="75275" y="2731"/>
                  </a:cubicBezTo>
                  <a:cubicBezTo>
                    <a:pt x="75275" y="2765"/>
                    <a:pt x="75310" y="2799"/>
                    <a:pt x="75344" y="2799"/>
                  </a:cubicBezTo>
                  <a:lnTo>
                    <a:pt x="75480" y="2833"/>
                  </a:lnTo>
                  <a:cubicBezTo>
                    <a:pt x="75514" y="2833"/>
                    <a:pt x="75548" y="2799"/>
                    <a:pt x="75548" y="2731"/>
                  </a:cubicBezTo>
                  <a:cubicBezTo>
                    <a:pt x="75548" y="2697"/>
                    <a:pt x="75514" y="2663"/>
                    <a:pt x="75480" y="2663"/>
                  </a:cubicBezTo>
                  <a:lnTo>
                    <a:pt x="75378" y="2628"/>
                  </a:lnTo>
                  <a:close/>
                  <a:moveTo>
                    <a:pt x="75904" y="2687"/>
                  </a:moveTo>
                  <a:cubicBezTo>
                    <a:pt x="75878" y="2687"/>
                    <a:pt x="75856" y="2737"/>
                    <a:pt x="75856" y="2765"/>
                  </a:cubicBezTo>
                  <a:cubicBezTo>
                    <a:pt x="75856" y="2799"/>
                    <a:pt x="75890" y="2867"/>
                    <a:pt x="75924" y="2867"/>
                  </a:cubicBezTo>
                  <a:lnTo>
                    <a:pt x="76026" y="2867"/>
                  </a:lnTo>
                  <a:cubicBezTo>
                    <a:pt x="76094" y="2867"/>
                    <a:pt x="76129" y="2833"/>
                    <a:pt x="76129" y="2799"/>
                  </a:cubicBezTo>
                  <a:cubicBezTo>
                    <a:pt x="76129" y="2731"/>
                    <a:pt x="76094" y="2697"/>
                    <a:pt x="76060" y="2697"/>
                  </a:cubicBezTo>
                  <a:lnTo>
                    <a:pt x="75924" y="2697"/>
                  </a:lnTo>
                  <a:cubicBezTo>
                    <a:pt x="75917" y="2690"/>
                    <a:pt x="75911" y="2687"/>
                    <a:pt x="75904" y="2687"/>
                  </a:cubicBezTo>
                  <a:close/>
                  <a:moveTo>
                    <a:pt x="13206" y="2731"/>
                  </a:moveTo>
                  <a:cubicBezTo>
                    <a:pt x="13137" y="2731"/>
                    <a:pt x="13103" y="2799"/>
                    <a:pt x="13103" y="2833"/>
                  </a:cubicBezTo>
                  <a:cubicBezTo>
                    <a:pt x="13103" y="2867"/>
                    <a:pt x="13172" y="2901"/>
                    <a:pt x="13206" y="2901"/>
                  </a:cubicBezTo>
                  <a:lnTo>
                    <a:pt x="13308" y="2901"/>
                  </a:lnTo>
                  <a:cubicBezTo>
                    <a:pt x="13376" y="2901"/>
                    <a:pt x="13410" y="2833"/>
                    <a:pt x="13410" y="2799"/>
                  </a:cubicBezTo>
                  <a:cubicBezTo>
                    <a:pt x="13410" y="2765"/>
                    <a:pt x="13342" y="2731"/>
                    <a:pt x="13308" y="2731"/>
                  </a:cubicBezTo>
                  <a:close/>
                  <a:moveTo>
                    <a:pt x="76504" y="2731"/>
                  </a:moveTo>
                  <a:cubicBezTo>
                    <a:pt x="76470" y="2731"/>
                    <a:pt x="76402" y="2765"/>
                    <a:pt x="76402" y="2799"/>
                  </a:cubicBezTo>
                  <a:cubicBezTo>
                    <a:pt x="76402" y="2867"/>
                    <a:pt x="76436" y="2901"/>
                    <a:pt x="76504" y="2901"/>
                  </a:cubicBezTo>
                  <a:lnTo>
                    <a:pt x="76606" y="2901"/>
                  </a:lnTo>
                  <a:cubicBezTo>
                    <a:pt x="76674" y="2901"/>
                    <a:pt x="76709" y="2867"/>
                    <a:pt x="76709" y="2833"/>
                  </a:cubicBezTo>
                  <a:cubicBezTo>
                    <a:pt x="76709" y="2765"/>
                    <a:pt x="76674" y="2731"/>
                    <a:pt x="76606" y="2731"/>
                  </a:cubicBezTo>
                  <a:close/>
                  <a:moveTo>
                    <a:pt x="77084" y="2765"/>
                  </a:moveTo>
                  <a:cubicBezTo>
                    <a:pt x="77016" y="2765"/>
                    <a:pt x="76982" y="2799"/>
                    <a:pt x="76982" y="2833"/>
                  </a:cubicBezTo>
                  <a:cubicBezTo>
                    <a:pt x="76982" y="2901"/>
                    <a:pt x="77016" y="2936"/>
                    <a:pt x="77050" y="2936"/>
                  </a:cubicBezTo>
                  <a:lnTo>
                    <a:pt x="77186" y="2936"/>
                  </a:lnTo>
                  <a:cubicBezTo>
                    <a:pt x="77220" y="2936"/>
                    <a:pt x="77255" y="2901"/>
                    <a:pt x="77255" y="2867"/>
                  </a:cubicBezTo>
                  <a:cubicBezTo>
                    <a:pt x="77289" y="2833"/>
                    <a:pt x="77255" y="2765"/>
                    <a:pt x="77186" y="2765"/>
                  </a:cubicBezTo>
                  <a:close/>
                  <a:moveTo>
                    <a:pt x="12626" y="2799"/>
                  </a:moveTo>
                  <a:cubicBezTo>
                    <a:pt x="12557" y="2799"/>
                    <a:pt x="12523" y="2833"/>
                    <a:pt x="12557" y="2901"/>
                  </a:cubicBezTo>
                  <a:cubicBezTo>
                    <a:pt x="12557" y="2936"/>
                    <a:pt x="12591" y="2970"/>
                    <a:pt x="12626" y="2970"/>
                  </a:cubicBezTo>
                  <a:lnTo>
                    <a:pt x="12762" y="2970"/>
                  </a:lnTo>
                  <a:cubicBezTo>
                    <a:pt x="12796" y="2936"/>
                    <a:pt x="12830" y="2901"/>
                    <a:pt x="12830" y="2867"/>
                  </a:cubicBezTo>
                  <a:cubicBezTo>
                    <a:pt x="12830" y="2833"/>
                    <a:pt x="12796" y="2799"/>
                    <a:pt x="12728" y="2799"/>
                  </a:cubicBezTo>
                  <a:close/>
                  <a:moveTo>
                    <a:pt x="77630" y="2799"/>
                  </a:moveTo>
                  <a:cubicBezTo>
                    <a:pt x="77596" y="2799"/>
                    <a:pt x="77562" y="2833"/>
                    <a:pt x="77562" y="2901"/>
                  </a:cubicBezTo>
                  <a:cubicBezTo>
                    <a:pt x="77562" y="2936"/>
                    <a:pt x="77596" y="2970"/>
                    <a:pt x="77630" y="2970"/>
                  </a:cubicBezTo>
                  <a:lnTo>
                    <a:pt x="77732" y="3004"/>
                  </a:lnTo>
                  <a:lnTo>
                    <a:pt x="77766" y="3004"/>
                  </a:lnTo>
                  <a:cubicBezTo>
                    <a:pt x="77801" y="3004"/>
                    <a:pt x="77835" y="2970"/>
                    <a:pt x="77835" y="2901"/>
                  </a:cubicBezTo>
                  <a:cubicBezTo>
                    <a:pt x="77835" y="2867"/>
                    <a:pt x="77801" y="2833"/>
                    <a:pt x="77766" y="2833"/>
                  </a:cubicBezTo>
                  <a:lnTo>
                    <a:pt x="77630" y="2799"/>
                  </a:lnTo>
                  <a:close/>
                  <a:moveTo>
                    <a:pt x="12182" y="2833"/>
                  </a:moveTo>
                  <a:lnTo>
                    <a:pt x="12045" y="2867"/>
                  </a:lnTo>
                  <a:cubicBezTo>
                    <a:pt x="12011" y="2867"/>
                    <a:pt x="11977" y="2901"/>
                    <a:pt x="11977" y="2970"/>
                  </a:cubicBezTo>
                  <a:cubicBezTo>
                    <a:pt x="11977" y="3004"/>
                    <a:pt x="12011" y="3038"/>
                    <a:pt x="12045" y="3038"/>
                  </a:cubicBezTo>
                  <a:lnTo>
                    <a:pt x="12080" y="3038"/>
                  </a:lnTo>
                  <a:lnTo>
                    <a:pt x="12182" y="3004"/>
                  </a:lnTo>
                  <a:cubicBezTo>
                    <a:pt x="12216" y="3004"/>
                    <a:pt x="12250" y="2970"/>
                    <a:pt x="12250" y="2936"/>
                  </a:cubicBezTo>
                  <a:cubicBezTo>
                    <a:pt x="12250" y="2867"/>
                    <a:pt x="12216" y="2833"/>
                    <a:pt x="12182" y="2833"/>
                  </a:cubicBezTo>
                  <a:close/>
                  <a:moveTo>
                    <a:pt x="78183" y="2854"/>
                  </a:moveTo>
                  <a:cubicBezTo>
                    <a:pt x="78160" y="2854"/>
                    <a:pt x="78142" y="2886"/>
                    <a:pt x="78142" y="2936"/>
                  </a:cubicBezTo>
                  <a:cubicBezTo>
                    <a:pt x="78108" y="2970"/>
                    <a:pt x="78142" y="3004"/>
                    <a:pt x="78210" y="3038"/>
                  </a:cubicBezTo>
                  <a:lnTo>
                    <a:pt x="78312" y="3038"/>
                  </a:lnTo>
                  <a:cubicBezTo>
                    <a:pt x="78381" y="3038"/>
                    <a:pt x="78415" y="3004"/>
                    <a:pt x="78415" y="2936"/>
                  </a:cubicBezTo>
                  <a:cubicBezTo>
                    <a:pt x="78415" y="2901"/>
                    <a:pt x="78381" y="2867"/>
                    <a:pt x="78347" y="2867"/>
                  </a:cubicBezTo>
                  <a:lnTo>
                    <a:pt x="78210" y="2867"/>
                  </a:lnTo>
                  <a:cubicBezTo>
                    <a:pt x="78201" y="2858"/>
                    <a:pt x="78192" y="2854"/>
                    <a:pt x="78183" y="2854"/>
                  </a:cubicBezTo>
                  <a:close/>
                  <a:moveTo>
                    <a:pt x="78790" y="2901"/>
                  </a:moveTo>
                  <a:cubicBezTo>
                    <a:pt x="78722" y="2901"/>
                    <a:pt x="78688" y="2936"/>
                    <a:pt x="78688" y="2970"/>
                  </a:cubicBezTo>
                  <a:cubicBezTo>
                    <a:pt x="78688" y="3004"/>
                    <a:pt x="78722" y="3072"/>
                    <a:pt x="78790" y="3072"/>
                  </a:cubicBezTo>
                  <a:lnTo>
                    <a:pt x="78892" y="3072"/>
                  </a:lnTo>
                  <a:cubicBezTo>
                    <a:pt x="78927" y="3072"/>
                    <a:pt x="78995" y="3038"/>
                    <a:pt x="78995" y="3004"/>
                  </a:cubicBezTo>
                  <a:cubicBezTo>
                    <a:pt x="78995" y="2936"/>
                    <a:pt x="78961" y="2901"/>
                    <a:pt x="78892" y="2901"/>
                  </a:cubicBezTo>
                  <a:close/>
                  <a:moveTo>
                    <a:pt x="11602" y="2901"/>
                  </a:moveTo>
                  <a:lnTo>
                    <a:pt x="11500" y="2936"/>
                  </a:lnTo>
                  <a:cubicBezTo>
                    <a:pt x="11431" y="2936"/>
                    <a:pt x="11397" y="2970"/>
                    <a:pt x="11397" y="3004"/>
                  </a:cubicBezTo>
                  <a:cubicBezTo>
                    <a:pt x="11397" y="3072"/>
                    <a:pt x="11431" y="3106"/>
                    <a:pt x="11500" y="3106"/>
                  </a:cubicBezTo>
                  <a:lnTo>
                    <a:pt x="11602" y="3072"/>
                  </a:lnTo>
                  <a:cubicBezTo>
                    <a:pt x="11670" y="3072"/>
                    <a:pt x="11704" y="3038"/>
                    <a:pt x="11704" y="2970"/>
                  </a:cubicBezTo>
                  <a:cubicBezTo>
                    <a:pt x="11670" y="2936"/>
                    <a:pt x="11636" y="2901"/>
                    <a:pt x="11602" y="2901"/>
                  </a:cubicBezTo>
                  <a:close/>
                  <a:moveTo>
                    <a:pt x="79370" y="2936"/>
                  </a:moveTo>
                  <a:cubicBezTo>
                    <a:pt x="79302" y="2936"/>
                    <a:pt x="79268" y="2970"/>
                    <a:pt x="79268" y="3004"/>
                  </a:cubicBezTo>
                  <a:cubicBezTo>
                    <a:pt x="79268" y="3072"/>
                    <a:pt x="79302" y="3106"/>
                    <a:pt x="79336" y="3106"/>
                  </a:cubicBezTo>
                  <a:lnTo>
                    <a:pt x="79473" y="3106"/>
                  </a:lnTo>
                  <a:cubicBezTo>
                    <a:pt x="79507" y="3106"/>
                    <a:pt x="79541" y="3072"/>
                    <a:pt x="79541" y="3038"/>
                  </a:cubicBezTo>
                  <a:cubicBezTo>
                    <a:pt x="79541" y="3004"/>
                    <a:pt x="79507" y="2936"/>
                    <a:pt x="79473" y="2936"/>
                  </a:cubicBezTo>
                  <a:close/>
                  <a:moveTo>
                    <a:pt x="10919" y="2970"/>
                  </a:moveTo>
                  <a:cubicBezTo>
                    <a:pt x="10851" y="3004"/>
                    <a:pt x="10817" y="3038"/>
                    <a:pt x="10851" y="3072"/>
                  </a:cubicBezTo>
                  <a:cubicBezTo>
                    <a:pt x="10851" y="3106"/>
                    <a:pt x="10885" y="3140"/>
                    <a:pt x="10919" y="3140"/>
                  </a:cubicBezTo>
                  <a:lnTo>
                    <a:pt x="11056" y="3140"/>
                  </a:lnTo>
                  <a:cubicBezTo>
                    <a:pt x="11090" y="3140"/>
                    <a:pt x="11124" y="3106"/>
                    <a:pt x="11124" y="3038"/>
                  </a:cubicBezTo>
                  <a:cubicBezTo>
                    <a:pt x="11124" y="3004"/>
                    <a:pt x="11090" y="2970"/>
                    <a:pt x="11022" y="2970"/>
                  </a:cubicBezTo>
                  <a:close/>
                  <a:moveTo>
                    <a:pt x="79916" y="2970"/>
                  </a:moveTo>
                  <a:cubicBezTo>
                    <a:pt x="79882" y="2970"/>
                    <a:pt x="79848" y="3004"/>
                    <a:pt x="79848" y="3072"/>
                  </a:cubicBezTo>
                  <a:cubicBezTo>
                    <a:pt x="79848" y="3106"/>
                    <a:pt x="79882" y="3140"/>
                    <a:pt x="79916" y="3140"/>
                  </a:cubicBezTo>
                  <a:lnTo>
                    <a:pt x="80053" y="3140"/>
                  </a:lnTo>
                  <a:cubicBezTo>
                    <a:pt x="80087" y="3140"/>
                    <a:pt x="80121" y="3106"/>
                    <a:pt x="80121" y="3072"/>
                  </a:cubicBezTo>
                  <a:cubicBezTo>
                    <a:pt x="80121" y="3038"/>
                    <a:pt x="80087" y="3004"/>
                    <a:pt x="80053" y="2970"/>
                  </a:cubicBezTo>
                  <a:close/>
                  <a:moveTo>
                    <a:pt x="10339" y="3038"/>
                  </a:moveTo>
                  <a:cubicBezTo>
                    <a:pt x="10305" y="3038"/>
                    <a:pt x="10271" y="3106"/>
                    <a:pt x="10271" y="3140"/>
                  </a:cubicBezTo>
                  <a:cubicBezTo>
                    <a:pt x="10271" y="3174"/>
                    <a:pt x="10305" y="3209"/>
                    <a:pt x="10339" y="3209"/>
                  </a:cubicBezTo>
                  <a:lnTo>
                    <a:pt x="10476" y="3209"/>
                  </a:lnTo>
                  <a:cubicBezTo>
                    <a:pt x="10510" y="3209"/>
                    <a:pt x="10544" y="3140"/>
                    <a:pt x="10544" y="3106"/>
                  </a:cubicBezTo>
                  <a:cubicBezTo>
                    <a:pt x="10544" y="3072"/>
                    <a:pt x="10510" y="3038"/>
                    <a:pt x="10442" y="3038"/>
                  </a:cubicBezTo>
                  <a:close/>
                  <a:moveTo>
                    <a:pt x="80496" y="3004"/>
                  </a:moveTo>
                  <a:cubicBezTo>
                    <a:pt x="80462" y="3004"/>
                    <a:pt x="80428" y="3038"/>
                    <a:pt x="80394" y="3106"/>
                  </a:cubicBezTo>
                  <a:cubicBezTo>
                    <a:pt x="80394" y="3140"/>
                    <a:pt x="80428" y="3174"/>
                    <a:pt x="80496" y="3174"/>
                  </a:cubicBezTo>
                  <a:lnTo>
                    <a:pt x="80599" y="3209"/>
                  </a:lnTo>
                  <a:cubicBezTo>
                    <a:pt x="80667" y="3209"/>
                    <a:pt x="80701" y="3174"/>
                    <a:pt x="80701" y="3106"/>
                  </a:cubicBezTo>
                  <a:cubicBezTo>
                    <a:pt x="80701" y="3072"/>
                    <a:pt x="80667" y="3038"/>
                    <a:pt x="80633" y="3038"/>
                  </a:cubicBezTo>
                  <a:lnTo>
                    <a:pt x="80496" y="3004"/>
                  </a:lnTo>
                  <a:close/>
                  <a:moveTo>
                    <a:pt x="81041" y="3063"/>
                  </a:moveTo>
                  <a:cubicBezTo>
                    <a:pt x="80996" y="3063"/>
                    <a:pt x="80974" y="3113"/>
                    <a:pt x="80974" y="3140"/>
                  </a:cubicBezTo>
                  <a:cubicBezTo>
                    <a:pt x="80974" y="3174"/>
                    <a:pt x="81008" y="3243"/>
                    <a:pt x="81076" y="3243"/>
                  </a:cubicBezTo>
                  <a:lnTo>
                    <a:pt x="81179" y="3243"/>
                  </a:lnTo>
                  <a:cubicBezTo>
                    <a:pt x="81213" y="3243"/>
                    <a:pt x="81247" y="3209"/>
                    <a:pt x="81281" y="3174"/>
                  </a:cubicBezTo>
                  <a:cubicBezTo>
                    <a:pt x="81281" y="3106"/>
                    <a:pt x="81247" y="3072"/>
                    <a:pt x="81179" y="3072"/>
                  </a:cubicBezTo>
                  <a:lnTo>
                    <a:pt x="81076" y="3072"/>
                  </a:lnTo>
                  <a:cubicBezTo>
                    <a:pt x="81063" y="3066"/>
                    <a:pt x="81052" y="3063"/>
                    <a:pt x="81041" y="3063"/>
                  </a:cubicBezTo>
                  <a:close/>
                  <a:moveTo>
                    <a:pt x="9759" y="3106"/>
                  </a:moveTo>
                  <a:cubicBezTo>
                    <a:pt x="9725" y="3106"/>
                    <a:pt x="9691" y="3140"/>
                    <a:pt x="9691" y="3209"/>
                  </a:cubicBezTo>
                  <a:cubicBezTo>
                    <a:pt x="9691" y="3243"/>
                    <a:pt x="9725" y="3277"/>
                    <a:pt x="9793" y="3277"/>
                  </a:cubicBezTo>
                  <a:lnTo>
                    <a:pt x="9896" y="3277"/>
                  </a:lnTo>
                  <a:cubicBezTo>
                    <a:pt x="9964" y="3243"/>
                    <a:pt x="9998" y="3209"/>
                    <a:pt x="9998" y="3174"/>
                  </a:cubicBezTo>
                  <a:cubicBezTo>
                    <a:pt x="9964" y="3106"/>
                    <a:pt x="9930" y="3106"/>
                    <a:pt x="9896" y="3106"/>
                  </a:cubicBezTo>
                  <a:close/>
                  <a:moveTo>
                    <a:pt x="81656" y="3106"/>
                  </a:moveTo>
                  <a:cubicBezTo>
                    <a:pt x="81588" y="3106"/>
                    <a:pt x="81554" y="3140"/>
                    <a:pt x="81554" y="3174"/>
                  </a:cubicBezTo>
                  <a:cubicBezTo>
                    <a:pt x="81554" y="3243"/>
                    <a:pt x="81588" y="3277"/>
                    <a:pt x="81622" y="3277"/>
                  </a:cubicBezTo>
                  <a:lnTo>
                    <a:pt x="81759" y="3277"/>
                  </a:lnTo>
                  <a:cubicBezTo>
                    <a:pt x="81793" y="3277"/>
                    <a:pt x="81827" y="3243"/>
                    <a:pt x="81827" y="3209"/>
                  </a:cubicBezTo>
                  <a:cubicBezTo>
                    <a:pt x="81827" y="3140"/>
                    <a:pt x="81793" y="3106"/>
                    <a:pt x="81759" y="3106"/>
                  </a:cubicBezTo>
                  <a:close/>
                  <a:moveTo>
                    <a:pt x="82202" y="3140"/>
                  </a:moveTo>
                  <a:cubicBezTo>
                    <a:pt x="82168" y="3140"/>
                    <a:pt x="82134" y="3174"/>
                    <a:pt x="82134" y="3209"/>
                  </a:cubicBezTo>
                  <a:cubicBezTo>
                    <a:pt x="82134" y="3277"/>
                    <a:pt x="82168" y="3311"/>
                    <a:pt x="82202" y="3311"/>
                  </a:cubicBezTo>
                  <a:lnTo>
                    <a:pt x="82339" y="3311"/>
                  </a:lnTo>
                  <a:cubicBezTo>
                    <a:pt x="82373" y="3311"/>
                    <a:pt x="82407" y="3277"/>
                    <a:pt x="82407" y="3243"/>
                  </a:cubicBezTo>
                  <a:cubicBezTo>
                    <a:pt x="82407" y="3209"/>
                    <a:pt x="82373" y="3140"/>
                    <a:pt x="82339" y="3140"/>
                  </a:cubicBezTo>
                  <a:close/>
                  <a:moveTo>
                    <a:pt x="9316" y="3140"/>
                  </a:moveTo>
                  <a:lnTo>
                    <a:pt x="9213" y="3174"/>
                  </a:lnTo>
                  <a:cubicBezTo>
                    <a:pt x="9145" y="3174"/>
                    <a:pt x="9111" y="3209"/>
                    <a:pt x="9145" y="3243"/>
                  </a:cubicBezTo>
                  <a:cubicBezTo>
                    <a:pt x="9145" y="3311"/>
                    <a:pt x="9179" y="3345"/>
                    <a:pt x="9213" y="3345"/>
                  </a:cubicBezTo>
                  <a:lnTo>
                    <a:pt x="9350" y="3311"/>
                  </a:lnTo>
                  <a:cubicBezTo>
                    <a:pt x="9384" y="3311"/>
                    <a:pt x="9418" y="3277"/>
                    <a:pt x="9418" y="3243"/>
                  </a:cubicBezTo>
                  <a:cubicBezTo>
                    <a:pt x="9418" y="3174"/>
                    <a:pt x="9350" y="3140"/>
                    <a:pt x="9316" y="3140"/>
                  </a:cubicBezTo>
                  <a:close/>
                  <a:moveTo>
                    <a:pt x="82783" y="3174"/>
                  </a:moveTo>
                  <a:cubicBezTo>
                    <a:pt x="82748" y="3174"/>
                    <a:pt x="82714" y="3209"/>
                    <a:pt x="82680" y="3277"/>
                  </a:cubicBezTo>
                  <a:cubicBezTo>
                    <a:pt x="82680" y="3311"/>
                    <a:pt x="82714" y="3345"/>
                    <a:pt x="82783" y="3345"/>
                  </a:cubicBezTo>
                  <a:lnTo>
                    <a:pt x="82885" y="3379"/>
                  </a:lnTo>
                  <a:cubicBezTo>
                    <a:pt x="82953" y="3379"/>
                    <a:pt x="82987" y="3345"/>
                    <a:pt x="82987" y="3277"/>
                  </a:cubicBezTo>
                  <a:cubicBezTo>
                    <a:pt x="82987" y="3243"/>
                    <a:pt x="82953" y="3209"/>
                    <a:pt x="82885" y="3209"/>
                  </a:cubicBezTo>
                  <a:lnTo>
                    <a:pt x="82783" y="3174"/>
                  </a:lnTo>
                  <a:close/>
                  <a:moveTo>
                    <a:pt x="8633" y="3209"/>
                  </a:moveTo>
                  <a:cubicBezTo>
                    <a:pt x="8599" y="3243"/>
                    <a:pt x="8565" y="3277"/>
                    <a:pt x="8565" y="3311"/>
                  </a:cubicBezTo>
                  <a:cubicBezTo>
                    <a:pt x="8565" y="3379"/>
                    <a:pt x="8599" y="3413"/>
                    <a:pt x="8633" y="3413"/>
                  </a:cubicBezTo>
                  <a:cubicBezTo>
                    <a:pt x="8633" y="3413"/>
                    <a:pt x="8667" y="3413"/>
                    <a:pt x="8667" y="3379"/>
                  </a:cubicBezTo>
                  <a:lnTo>
                    <a:pt x="8770" y="3379"/>
                  </a:lnTo>
                  <a:cubicBezTo>
                    <a:pt x="8804" y="3379"/>
                    <a:pt x="8838" y="3345"/>
                    <a:pt x="8838" y="3277"/>
                  </a:cubicBezTo>
                  <a:cubicBezTo>
                    <a:pt x="8838" y="3243"/>
                    <a:pt x="8804" y="3209"/>
                    <a:pt x="8736" y="3209"/>
                  </a:cubicBezTo>
                  <a:close/>
                  <a:moveTo>
                    <a:pt x="83315" y="3229"/>
                  </a:moveTo>
                  <a:cubicBezTo>
                    <a:pt x="83279" y="3229"/>
                    <a:pt x="83260" y="3261"/>
                    <a:pt x="83260" y="3311"/>
                  </a:cubicBezTo>
                  <a:cubicBezTo>
                    <a:pt x="83260" y="3345"/>
                    <a:pt x="83294" y="3379"/>
                    <a:pt x="83328" y="3413"/>
                  </a:cubicBezTo>
                  <a:lnTo>
                    <a:pt x="83465" y="3413"/>
                  </a:lnTo>
                  <a:cubicBezTo>
                    <a:pt x="83499" y="3413"/>
                    <a:pt x="83533" y="3379"/>
                    <a:pt x="83567" y="3311"/>
                  </a:cubicBezTo>
                  <a:cubicBezTo>
                    <a:pt x="83567" y="3277"/>
                    <a:pt x="83533" y="3243"/>
                    <a:pt x="83465" y="3243"/>
                  </a:cubicBezTo>
                  <a:lnTo>
                    <a:pt x="83363" y="3243"/>
                  </a:lnTo>
                  <a:cubicBezTo>
                    <a:pt x="83344" y="3233"/>
                    <a:pt x="83328" y="3229"/>
                    <a:pt x="83315" y="3229"/>
                  </a:cubicBezTo>
                  <a:close/>
                  <a:moveTo>
                    <a:pt x="8053" y="3277"/>
                  </a:moveTo>
                  <a:cubicBezTo>
                    <a:pt x="8019" y="3277"/>
                    <a:pt x="7985" y="3345"/>
                    <a:pt x="7985" y="3379"/>
                  </a:cubicBezTo>
                  <a:cubicBezTo>
                    <a:pt x="7985" y="3413"/>
                    <a:pt x="8019" y="3447"/>
                    <a:pt x="8087" y="3447"/>
                  </a:cubicBezTo>
                  <a:lnTo>
                    <a:pt x="8190" y="3447"/>
                  </a:lnTo>
                  <a:cubicBezTo>
                    <a:pt x="8258" y="3447"/>
                    <a:pt x="8292" y="3413"/>
                    <a:pt x="8292" y="3345"/>
                  </a:cubicBezTo>
                  <a:cubicBezTo>
                    <a:pt x="8258" y="3311"/>
                    <a:pt x="8224" y="3277"/>
                    <a:pt x="8190" y="3277"/>
                  </a:cubicBezTo>
                  <a:close/>
                  <a:moveTo>
                    <a:pt x="83943" y="3277"/>
                  </a:moveTo>
                  <a:cubicBezTo>
                    <a:pt x="83874" y="3277"/>
                    <a:pt x="83840" y="3311"/>
                    <a:pt x="83840" y="3345"/>
                  </a:cubicBezTo>
                  <a:cubicBezTo>
                    <a:pt x="83840" y="3379"/>
                    <a:pt x="83874" y="3447"/>
                    <a:pt x="83909" y="3447"/>
                  </a:cubicBezTo>
                  <a:lnTo>
                    <a:pt x="84045" y="3447"/>
                  </a:lnTo>
                  <a:cubicBezTo>
                    <a:pt x="84079" y="3447"/>
                    <a:pt x="84113" y="3413"/>
                    <a:pt x="84113" y="3379"/>
                  </a:cubicBezTo>
                  <a:cubicBezTo>
                    <a:pt x="84113" y="3311"/>
                    <a:pt x="84079" y="3277"/>
                    <a:pt x="84045" y="3277"/>
                  </a:cubicBezTo>
                  <a:close/>
                  <a:moveTo>
                    <a:pt x="84489" y="3311"/>
                  </a:moveTo>
                  <a:cubicBezTo>
                    <a:pt x="84455" y="3311"/>
                    <a:pt x="84420" y="3345"/>
                    <a:pt x="84420" y="3379"/>
                  </a:cubicBezTo>
                  <a:cubicBezTo>
                    <a:pt x="84420" y="3447"/>
                    <a:pt x="84455" y="3481"/>
                    <a:pt x="84489" y="3481"/>
                  </a:cubicBezTo>
                  <a:lnTo>
                    <a:pt x="84591" y="3481"/>
                  </a:lnTo>
                  <a:cubicBezTo>
                    <a:pt x="84659" y="3481"/>
                    <a:pt x="84693" y="3447"/>
                    <a:pt x="84693" y="3413"/>
                  </a:cubicBezTo>
                  <a:cubicBezTo>
                    <a:pt x="84693" y="3345"/>
                    <a:pt x="84659" y="3311"/>
                    <a:pt x="84625" y="3311"/>
                  </a:cubicBezTo>
                  <a:close/>
                  <a:moveTo>
                    <a:pt x="7507" y="3345"/>
                  </a:moveTo>
                  <a:cubicBezTo>
                    <a:pt x="7439" y="3345"/>
                    <a:pt x="7405" y="3379"/>
                    <a:pt x="7405" y="3447"/>
                  </a:cubicBezTo>
                  <a:cubicBezTo>
                    <a:pt x="7439" y="3481"/>
                    <a:pt x="7473" y="3516"/>
                    <a:pt x="7507" y="3516"/>
                  </a:cubicBezTo>
                  <a:lnTo>
                    <a:pt x="7644" y="3516"/>
                  </a:lnTo>
                  <a:cubicBezTo>
                    <a:pt x="7678" y="3516"/>
                    <a:pt x="7712" y="3447"/>
                    <a:pt x="7712" y="3413"/>
                  </a:cubicBezTo>
                  <a:cubicBezTo>
                    <a:pt x="7712" y="3379"/>
                    <a:pt x="7644" y="3345"/>
                    <a:pt x="7610" y="3345"/>
                  </a:cubicBezTo>
                  <a:close/>
                  <a:moveTo>
                    <a:pt x="85069" y="3345"/>
                  </a:moveTo>
                  <a:cubicBezTo>
                    <a:pt x="85035" y="3345"/>
                    <a:pt x="84966" y="3379"/>
                    <a:pt x="84966" y="3413"/>
                  </a:cubicBezTo>
                  <a:cubicBezTo>
                    <a:pt x="84966" y="3481"/>
                    <a:pt x="85001" y="3516"/>
                    <a:pt x="85069" y="3516"/>
                  </a:cubicBezTo>
                  <a:lnTo>
                    <a:pt x="85171" y="3516"/>
                  </a:lnTo>
                  <a:cubicBezTo>
                    <a:pt x="85239" y="3516"/>
                    <a:pt x="85274" y="3481"/>
                    <a:pt x="85274" y="3447"/>
                  </a:cubicBezTo>
                  <a:cubicBezTo>
                    <a:pt x="85274" y="3413"/>
                    <a:pt x="85239" y="3345"/>
                    <a:pt x="85171" y="3345"/>
                  </a:cubicBezTo>
                  <a:close/>
                  <a:moveTo>
                    <a:pt x="7029" y="3379"/>
                  </a:moveTo>
                  <a:lnTo>
                    <a:pt x="6927" y="3413"/>
                  </a:lnTo>
                  <a:cubicBezTo>
                    <a:pt x="6893" y="3413"/>
                    <a:pt x="6859" y="3447"/>
                    <a:pt x="6859" y="3516"/>
                  </a:cubicBezTo>
                  <a:cubicBezTo>
                    <a:pt x="6859" y="3550"/>
                    <a:pt x="6893" y="3584"/>
                    <a:pt x="6927" y="3584"/>
                  </a:cubicBezTo>
                  <a:lnTo>
                    <a:pt x="6961" y="3584"/>
                  </a:lnTo>
                  <a:lnTo>
                    <a:pt x="7064" y="3550"/>
                  </a:lnTo>
                  <a:cubicBezTo>
                    <a:pt x="7098" y="3550"/>
                    <a:pt x="7132" y="3516"/>
                    <a:pt x="7132" y="3481"/>
                  </a:cubicBezTo>
                  <a:cubicBezTo>
                    <a:pt x="7132" y="3413"/>
                    <a:pt x="7098" y="3379"/>
                    <a:pt x="7029" y="3379"/>
                  </a:cubicBezTo>
                  <a:close/>
                  <a:moveTo>
                    <a:pt x="85649" y="3379"/>
                  </a:moveTo>
                  <a:cubicBezTo>
                    <a:pt x="85581" y="3379"/>
                    <a:pt x="85546" y="3413"/>
                    <a:pt x="85546" y="3481"/>
                  </a:cubicBezTo>
                  <a:cubicBezTo>
                    <a:pt x="85546" y="3516"/>
                    <a:pt x="85581" y="3550"/>
                    <a:pt x="85615" y="3550"/>
                  </a:cubicBezTo>
                  <a:lnTo>
                    <a:pt x="85751" y="3584"/>
                  </a:lnTo>
                  <a:cubicBezTo>
                    <a:pt x="85785" y="3584"/>
                    <a:pt x="85819" y="3550"/>
                    <a:pt x="85819" y="3481"/>
                  </a:cubicBezTo>
                  <a:cubicBezTo>
                    <a:pt x="85854" y="3447"/>
                    <a:pt x="85819" y="3413"/>
                    <a:pt x="85751" y="3413"/>
                  </a:cubicBezTo>
                  <a:lnTo>
                    <a:pt x="85649" y="3379"/>
                  </a:lnTo>
                  <a:close/>
                  <a:moveTo>
                    <a:pt x="86194" y="3438"/>
                  </a:moveTo>
                  <a:cubicBezTo>
                    <a:pt x="86149" y="3438"/>
                    <a:pt x="86127" y="3488"/>
                    <a:pt x="86127" y="3516"/>
                  </a:cubicBezTo>
                  <a:cubicBezTo>
                    <a:pt x="86127" y="3550"/>
                    <a:pt x="86161" y="3618"/>
                    <a:pt x="86195" y="3618"/>
                  </a:cubicBezTo>
                  <a:lnTo>
                    <a:pt x="86331" y="3618"/>
                  </a:lnTo>
                  <a:cubicBezTo>
                    <a:pt x="86365" y="3618"/>
                    <a:pt x="86400" y="3584"/>
                    <a:pt x="86400" y="3550"/>
                  </a:cubicBezTo>
                  <a:cubicBezTo>
                    <a:pt x="86400" y="3481"/>
                    <a:pt x="86365" y="3447"/>
                    <a:pt x="86331" y="3447"/>
                  </a:cubicBezTo>
                  <a:lnTo>
                    <a:pt x="86229" y="3447"/>
                  </a:lnTo>
                  <a:cubicBezTo>
                    <a:pt x="86216" y="3441"/>
                    <a:pt x="86204" y="3438"/>
                    <a:pt x="86194" y="3438"/>
                  </a:cubicBezTo>
                  <a:close/>
                  <a:moveTo>
                    <a:pt x="6483" y="3447"/>
                  </a:moveTo>
                  <a:lnTo>
                    <a:pt x="6347" y="3481"/>
                  </a:lnTo>
                  <a:cubicBezTo>
                    <a:pt x="6313" y="3481"/>
                    <a:pt x="6279" y="3516"/>
                    <a:pt x="6279" y="3550"/>
                  </a:cubicBezTo>
                  <a:cubicBezTo>
                    <a:pt x="6279" y="3618"/>
                    <a:pt x="6313" y="3652"/>
                    <a:pt x="6381" y="3652"/>
                  </a:cubicBezTo>
                  <a:lnTo>
                    <a:pt x="6483" y="3618"/>
                  </a:lnTo>
                  <a:cubicBezTo>
                    <a:pt x="6552" y="3618"/>
                    <a:pt x="6586" y="3584"/>
                    <a:pt x="6552" y="3550"/>
                  </a:cubicBezTo>
                  <a:cubicBezTo>
                    <a:pt x="6552" y="3481"/>
                    <a:pt x="6518" y="3447"/>
                    <a:pt x="6483" y="3447"/>
                  </a:cubicBezTo>
                  <a:close/>
                  <a:moveTo>
                    <a:pt x="86775" y="3481"/>
                  </a:moveTo>
                  <a:cubicBezTo>
                    <a:pt x="86741" y="3481"/>
                    <a:pt x="86707" y="3516"/>
                    <a:pt x="86707" y="3550"/>
                  </a:cubicBezTo>
                  <a:cubicBezTo>
                    <a:pt x="86673" y="3618"/>
                    <a:pt x="86707" y="3652"/>
                    <a:pt x="86775" y="3652"/>
                  </a:cubicBezTo>
                  <a:lnTo>
                    <a:pt x="86877" y="3652"/>
                  </a:lnTo>
                  <a:cubicBezTo>
                    <a:pt x="86946" y="3652"/>
                    <a:pt x="86980" y="3618"/>
                    <a:pt x="86980" y="3584"/>
                  </a:cubicBezTo>
                  <a:cubicBezTo>
                    <a:pt x="86980" y="3516"/>
                    <a:pt x="86946" y="3481"/>
                    <a:pt x="86911" y="3481"/>
                  </a:cubicBezTo>
                  <a:close/>
                  <a:moveTo>
                    <a:pt x="5801" y="3516"/>
                  </a:moveTo>
                  <a:cubicBezTo>
                    <a:pt x="5733" y="3550"/>
                    <a:pt x="5699" y="3584"/>
                    <a:pt x="5699" y="3618"/>
                  </a:cubicBezTo>
                  <a:cubicBezTo>
                    <a:pt x="5733" y="3652"/>
                    <a:pt x="5767" y="3686"/>
                    <a:pt x="5801" y="3686"/>
                  </a:cubicBezTo>
                  <a:lnTo>
                    <a:pt x="5937" y="3686"/>
                  </a:lnTo>
                  <a:cubicBezTo>
                    <a:pt x="5972" y="3686"/>
                    <a:pt x="6006" y="3652"/>
                    <a:pt x="6006" y="3584"/>
                  </a:cubicBezTo>
                  <a:cubicBezTo>
                    <a:pt x="6006" y="3550"/>
                    <a:pt x="5937" y="3516"/>
                    <a:pt x="5903" y="3516"/>
                  </a:cubicBezTo>
                  <a:close/>
                  <a:moveTo>
                    <a:pt x="87355" y="3516"/>
                  </a:moveTo>
                  <a:cubicBezTo>
                    <a:pt x="87321" y="3516"/>
                    <a:pt x="87253" y="3550"/>
                    <a:pt x="87253" y="3584"/>
                  </a:cubicBezTo>
                  <a:cubicBezTo>
                    <a:pt x="87253" y="3652"/>
                    <a:pt x="87287" y="3686"/>
                    <a:pt x="87355" y="3686"/>
                  </a:cubicBezTo>
                  <a:lnTo>
                    <a:pt x="87457" y="3686"/>
                  </a:lnTo>
                  <a:cubicBezTo>
                    <a:pt x="87491" y="3686"/>
                    <a:pt x="87560" y="3652"/>
                    <a:pt x="87560" y="3618"/>
                  </a:cubicBezTo>
                  <a:cubicBezTo>
                    <a:pt x="87560" y="3584"/>
                    <a:pt x="87526" y="3516"/>
                    <a:pt x="87457" y="3516"/>
                  </a:cubicBezTo>
                  <a:close/>
                  <a:moveTo>
                    <a:pt x="5221" y="3584"/>
                  </a:moveTo>
                  <a:cubicBezTo>
                    <a:pt x="5187" y="3584"/>
                    <a:pt x="5153" y="3652"/>
                    <a:pt x="5153" y="3686"/>
                  </a:cubicBezTo>
                  <a:cubicBezTo>
                    <a:pt x="5153" y="3720"/>
                    <a:pt x="5187" y="3754"/>
                    <a:pt x="5221" y="3754"/>
                  </a:cubicBezTo>
                  <a:lnTo>
                    <a:pt x="5357" y="3754"/>
                  </a:lnTo>
                  <a:cubicBezTo>
                    <a:pt x="5392" y="3754"/>
                    <a:pt x="5426" y="3686"/>
                    <a:pt x="5426" y="3652"/>
                  </a:cubicBezTo>
                  <a:cubicBezTo>
                    <a:pt x="5426" y="3618"/>
                    <a:pt x="5392" y="3584"/>
                    <a:pt x="5323" y="3584"/>
                  </a:cubicBezTo>
                  <a:close/>
                  <a:moveTo>
                    <a:pt x="87935" y="3550"/>
                  </a:moveTo>
                  <a:cubicBezTo>
                    <a:pt x="87867" y="3550"/>
                    <a:pt x="87833" y="3584"/>
                    <a:pt x="87833" y="3652"/>
                  </a:cubicBezTo>
                  <a:cubicBezTo>
                    <a:pt x="87833" y="3686"/>
                    <a:pt x="87867" y="3720"/>
                    <a:pt x="87901" y="3720"/>
                  </a:cubicBezTo>
                  <a:lnTo>
                    <a:pt x="88037" y="3754"/>
                  </a:lnTo>
                  <a:cubicBezTo>
                    <a:pt x="88072" y="3754"/>
                    <a:pt x="88106" y="3720"/>
                    <a:pt x="88106" y="3652"/>
                  </a:cubicBezTo>
                  <a:cubicBezTo>
                    <a:pt x="88106" y="3618"/>
                    <a:pt x="88072" y="3584"/>
                    <a:pt x="88037" y="3584"/>
                  </a:cubicBezTo>
                  <a:lnTo>
                    <a:pt x="87935" y="3550"/>
                  </a:lnTo>
                  <a:close/>
                  <a:moveTo>
                    <a:pt x="88481" y="3584"/>
                  </a:moveTo>
                  <a:cubicBezTo>
                    <a:pt x="88447" y="3584"/>
                    <a:pt x="88413" y="3618"/>
                    <a:pt x="88413" y="3686"/>
                  </a:cubicBezTo>
                  <a:cubicBezTo>
                    <a:pt x="88413" y="3720"/>
                    <a:pt x="88447" y="3754"/>
                    <a:pt x="88481" y="3754"/>
                  </a:cubicBezTo>
                  <a:lnTo>
                    <a:pt x="88583" y="3789"/>
                  </a:lnTo>
                  <a:lnTo>
                    <a:pt x="88618" y="3789"/>
                  </a:lnTo>
                  <a:cubicBezTo>
                    <a:pt x="88652" y="3789"/>
                    <a:pt x="88686" y="3754"/>
                    <a:pt x="88686" y="3686"/>
                  </a:cubicBezTo>
                  <a:cubicBezTo>
                    <a:pt x="88686" y="3652"/>
                    <a:pt x="88652" y="3618"/>
                    <a:pt x="88618" y="3618"/>
                  </a:cubicBezTo>
                  <a:lnTo>
                    <a:pt x="88481" y="3584"/>
                  </a:lnTo>
                  <a:close/>
                  <a:moveTo>
                    <a:pt x="4641" y="3652"/>
                  </a:moveTo>
                  <a:cubicBezTo>
                    <a:pt x="4607" y="3652"/>
                    <a:pt x="4573" y="3686"/>
                    <a:pt x="4573" y="3754"/>
                  </a:cubicBezTo>
                  <a:cubicBezTo>
                    <a:pt x="4573" y="3789"/>
                    <a:pt x="4607" y="3823"/>
                    <a:pt x="4675" y="3823"/>
                  </a:cubicBezTo>
                  <a:lnTo>
                    <a:pt x="4777" y="3823"/>
                  </a:lnTo>
                  <a:cubicBezTo>
                    <a:pt x="4846" y="3789"/>
                    <a:pt x="4880" y="3754"/>
                    <a:pt x="4846" y="3720"/>
                  </a:cubicBezTo>
                  <a:cubicBezTo>
                    <a:pt x="4846" y="3652"/>
                    <a:pt x="4811" y="3652"/>
                    <a:pt x="4777" y="3652"/>
                  </a:cubicBezTo>
                  <a:close/>
                  <a:moveTo>
                    <a:pt x="89042" y="3643"/>
                  </a:moveTo>
                  <a:cubicBezTo>
                    <a:pt x="89014" y="3643"/>
                    <a:pt x="88986" y="3693"/>
                    <a:pt x="88959" y="3720"/>
                  </a:cubicBezTo>
                  <a:cubicBezTo>
                    <a:pt x="88959" y="3754"/>
                    <a:pt x="88993" y="3823"/>
                    <a:pt x="89061" y="3823"/>
                  </a:cubicBezTo>
                  <a:lnTo>
                    <a:pt x="89164" y="3823"/>
                  </a:lnTo>
                  <a:cubicBezTo>
                    <a:pt x="89232" y="3823"/>
                    <a:pt x="89266" y="3789"/>
                    <a:pt x="89266" y="3754"/>
                  </a:cubicBezTo>
                  <a:cubicBezTo>
                    <a:pt x="89266" y="3686"/>
                    <a:pt x="89232" y="3652"/>
                    <a:pt x="89198" y="3652"/>
                  </a:cubicBezTo>
                  <a:lnTo>
                    <a:pt x="89061" y="3652"/>
                  </a:lnTo>
                  <a:cubicBezTo>
                    <a:pt x="89055" y="3646"/>
                    <a:pt x="89048" y="3643"/>
                    <a:pt x="89042" y="3643"/>
                  </a:cubicBezTo>
                  <a:close/>
                  <a:moveTo>
                    <a:pt x="89641" y="3686"/>
                  </a:moveTo>
                  <a:cubicBezTo>
                    <a:pt x="89573" y="3686"/>
                    <a:pt x="89539" y="3720"/>
                    <a:pt x="89539" y="3754"/>
                  </a:cubicBezTo>
                  <a:cubicBezTo>
                    <a:pt x="89539" y="3823"/>
                    <a:pt x="89573" y="3857"/>
                    <a:pt x="89641" y="3857"/>
                  </a:cubicBezTo>
                  <a:lnTo>
                    <a:pt x="89744" y="3857"/>
                  </a:lnTo>
                  <a:cubicBezTo>
                    <a:pt x="89778" y="3857"/>
                    <a:pt x="89812" y="3823"/>
                    <a:pt x="89846" y="3789"/>
                  </a:cubicBezTo>
                  <a:cubicBezTo>
                    <a:pt x="89846" y="3720"/>
                    <a:pt x="89812" y="3686"/>
                    <a:pt x="89744" y="3686"/>
                  </a:cubicBezTo>
                  <a:close/>
                  <a:moveTo>
                    <a:pt x="4197" y="3686"/>
                  </a:moveTo>
                  <a:lnTo>
                    <a:pt x="4095" y="3720"/>
                  </a:lnTo>
                  <a:cubicBezTo>
                    <a:pt x="4027" y="3720"/>
                    <a:pt x="3992" y="3754"/>
                    <a:pt x="3992" y="3823"/>
                  </a:cubicBezTo>
                  <a:cubicBezTo>
                    <a:pt x="4027" y="3857"/>
                    <a:pt x="4061" y="3891"/>
                    <a:pt x="4095" y="3891"/>
                  </a:cubicBezTo>
                  <a:lnTo>
                    <a:pt x="4231" y="3857"/>
                  </a:lnTo>
                  <a:cubicBezTo>
                    <a:pt x="4265" y="3857"/>
                    <a:pt x="4300" y="3823"/>
                    <a:pt x="4300" y="3789"/>
                  </a:cubicBezTo>
                  <a:cubicBezTo>
                    <a:pt x="4300" y="3720"/>
                    <a:pt x="4231" y="3686"/>
                    <a:pt x="4197" y="3686"/>
                  </a:cubicBezTo>
                  <a:close/>
                  <a:moveTo>
                    <a:pt x="90221" y="3720"/>
                  </a:moveTo>
                  <a:cubicBezTo>
                    <a:pt x="90153" y="3720"/>
                    <a:pt x="90119" y="3754"/>
                    <a:pt x="90119" y="3789"/>
                  </a:cubicBezTo>
                  <a:cubicBezTo>
                    <a:pt x="90119" y="3857"/>
                    <a:pt x="90153" y="3891"/>
                    <a:pt x="90187" y="3891"/>
                  </a:cubicBezTo>
                  <a:lnTo>
                    <a:pt x="90324" y="3891"/>
                  </a:lnTo>
                  <a:cubicBezTo>
                    <a:pt x="90358" y="3891"/>
                    <a:pt x="90392" y="3857"/>
                    <a:pt x="90392" y="3823"/>
                  </a:cubicBezTo>
                  <a:cubicBezTo>
                    <a:pt x="90392" y="3789"/>
                    <a:pt x="90358" y="3720"/>
                    <a:pt x="90324" y="3720"/>
                  </a:cubicBezTo>
                  <a:close/>
                  <a:moveTo>
                    <a:pt x="3617" y="3754"/>
                  </a:moveTo>
                  <a:lnTo>
                    <a:pt x="3515" y="3789"/>
                  </a:lnTo>
                  <a:cubicBezTo>
                    <a:pt x="3481" y="3789"/>
                    <a:pt x="3446" y="3823"/>
                    <a:pt x="3446" y="3857"/>
                  </a:cubicBezTo>
                  <a:cubicBezTo>
                    <a:pt x="3446" y="3925"/>
                    <a:pt x="3481" y="3959"/>
                    <a:pt x="3515" y="3959"/>
                  </a:cubicBezTo>
                  <a:lnTo>
                    <a:pt x="3549" y="3959"/>
                  </a:lnTo>
                  <a:lnTo>
                    <a:pt x="3651" y="3925"/>
                  </a:lnTo>
                  <a:cubicBezTo>
                    <a:pt x="3685" y="3925"/>
                    <a:pt x="3719" y="3891"/>
                    <a:pt x="3719" y="3823"/>
                  </a:cubicBezTo>
                  <a:cubicBezTo>
                    <a:pt x="3719" y="3789"/>
                    <a:pt x="3685" y="3754"/>
                    <a:pt x="3617" y="3754"/>
                  </a:cubicBezTo>
                  <a:close/>
                  <a:moveTo>
                    <a:pt x="90767" y="3754"/>
                  </a:moveTo>
                  <a:cubicBezTo>
                    <a:pt x="90733" y="3754"/>
                    <a:pt x="90699" y="3789"/>
                    <a:pt x="90699" y="3857"/>
                  </a:cubicBezTo>
                  <a:cubicBezTo>
                    <a:pt x="90699" y="3891"/>
                    <a:pt x="90733" y="3925"/>
                    <a:pt x="90767" y="3925"/>
                  </a:cubicBezTo>
                  <a:lnTo>
                    <a:pt x="90870" y="3959"/>
                  </a:lnTo>
                  <a:lnTo>
                    <a:pt x="90904" y="3959"/>
                  </a:lnTo>
                  <a:cubicBezTo>
                    <a:pt x="90938" y="3959"/>
                    <a:pt x="90972" y="3925"/>
                    <a:pt x="90972" y="3857"/>
                  </a:cubicBezTo>
                  <a:cubicBezTo>
                    <a:pt x="90972" y="3823"/>
                    <a:pt x="90938" y="3789"/>
                    <a:pt x="90904" y="3789"/>
                  </a:cubicBezTo>
                  <a:lnTo>
                    <a:pt x="90767" y="3754"/>
                  </a:lnTo>
                  <a:close/>
                  <a:moveTo>
                    <a:pt x="2935" y="3823"/>
                  </a:moveTo>
                  <a:cubicBezTo>
                    <a:pt x="2901" y="3823"/>
                    <a:pt x="2866" y="3891"/>
                    <a:pt x="2866" y="3925"/>
                  </a:cubicBezTo>
                  <a:cubicBezTo>
                    <a:pt x="2866" y="3959"/>
                    <a:pt x="2901" y="3993"/>
                    <a:pt x="2969" y="3993"/>
                  </a:cubicBezTo>
                  <a:lnTo>
                    <a:pt x="3071" y="3993"/>
                  </a:lnTo>
                  <a:cubicBezTo>
                    <a:pt x="3139" y="3993"/>
                    <a:pt x="3174" y="3959"/>
                    <a:pt x="3139" y="3891"/>
                  </a:cubicBezTo>
                  <a:cubicBezTo>
                    <a:pt x="3139" y="3857"/>
                    <a:pt x="3105" y="3823"/>
                    <a:pt x="3071" y="3823"/>
                  </a:cubicBezTo>
                  <a:close/>
                  <a:moveTo>
                    <a:pt x="91325" y="3813"/>
                  </a:moveTo>
                  <a:cubicBezTo>
                    <a:pt x="91290" y="3813"/>
                    <a:pt x="91245" y="3863"/>
                    <a:pt x="91245" y="3891"/>
                  </a:cubicBezTo>
                  <a:cubicBezTo>
                    <a:pt x="91245" y="3925"/>
                    <a:pt x="91279" y="3959"/>
                    <a:pt x="91347" y="3993"/>
                  </a:cubicBezTo>
                  <a:lnTo>
                    <a:pt x="91450" y="3993"/>
                  </a:lnTo>
                  <a:cubicBezTo>
                    <a:pt x="91518" y="3993"/>
                    <a:pt x="91552" y="3959"/>
                    <a:pt x="91552" y="3891"/>
                  </a:cubicBezTo>
                  <a:cubicBezTo>
                    <a:pt x="91552" y="3857"/>
                    <a:pt x="91518" y="3823"/>
                    <a:pt x="91450" y="3823"/>
                  </a:cubicBezTo>
                  <a:lnTo>
                    <a:pt x="91347" y="3823"/>
                  </a:lnTo>
                  <a:cubicBezTo>
                    <a:pt x="91341" y="3816"/>
                    <a:pt x="91333" y="3813"/>
                    <a:pt x="91325" y="3813"/>
                  </a:cubicBezTo>
                  <a:close/>
                  <a:moveTo>
                    <a:pt x="91927" y="3857"/>
                  </a:moveTo>
                  <a:cubicBezTo>
                    <a:pt x="91859" y="3857"/>
                    <a:pt x="91825" y="3891"/>
                    <a:pt x="91825" y="3925"/>
                  </a:cubicBezTo>
                  <a:cubicBezTo>
                    <a:pt x="91825" y="3993"/>
                    <a:pt x="91859" y="4027"/>
                    <a:pt x="91893" y="4027"/>
                  </a:cubicBezTo>
                  <a:lnTo>
                    <a:pt x="92030" y="4027"/>
                  </a:lnTo>
                  <a:cubicBezTo>
                    <a:pt x="92064" y="4027"/>
                    <a:pt x="92098" y="3993"/>
                    <a:pt x="92132" y="3959"/>
                  </a:cubicBezTo>
                  <a:cubicBezTo>
                    <a:pt x="92132" y="3891"/>
                    <a:pt x="92098" y="3857"/>
                    <a:pt x="92030" y="3857"/>
                  </a:cubicBezTo>
                  <a:close/>
                  <a:moveTo>
                    <a:pt x="2389" y="3891"/>
                  </a:moveTo>
                  <a:cubicBezTo>
                    <a:pt x="2320" y="3891"/>
                    <a:pt x="2286" y="3959"/>
                    <a:pt x="2286" y="3993"/>
                  </a:cubicBezTo>
                  <a:cubicBezTo>
                    <a:pt x="2320" y="4027"/>
                    <a:pt x="2355" y="4062"/>
                    <a:pt x="2389" y="4062"/>
                  </a:cubicBezTo>
                  <a:lnTo>
                    <a:pt x="2491" y="4062"/>
                  </a:lnTo>
                  <a:cubicBezTo>
                    <a:pt x="2559" y="4062"/>
                    <a:pt x="2593" y="3993"/>
                    <a:pt x="2593" y="3959"/>
                  </a:cubicBezTo>
                  <a:cubicBezTo>
                    <a:pt x="2593" y="3925"/>
                    <a:pt x="2525" y="3891"/>
                    <a:pt x="2491" y="3891"/>
                  </a:cubicBezTo>
                  <a:close/>
                  <a:moveTo>
                    <a:pt x="92508" y="3891"/>
                  </a:moveTo>
                  <a:cubicBezTo>
                    <a:pt x="92439" y="3891"/>
                    <a:pt x="92405" y="3925"/>
                    <a:pt x="92405" y="3959"/>
                  </a:cubicBezTo>
                  <a:cubicBezTo>
                    <a:pt x="92405" y="4027"/>
                    <a:pt x="92439" y="4062"/>
                    <a:pt x="92473" y="4062"/>
                  </a:cubicBezTo>
                  <a:lnTo>
                    <a:pt x="92610" y="4062"/>
                  </a:lnTo>
                  <a:cubicBezTo>
                    <a:pt x="92644" y="4062"/>
                    <a:pt x="92678" y="4027"/>
                    <a:pt x="92678" y="3993"/>
                  </a:cubicBezTo>
                  <a:cubicBezTo>
                    <a:pt x="92678" y="3959"/>
                    <a:pt x="92644" y="3891"/>
                    <a:pt x="92610" y="3891"/>
                  </a:cubicBezTo>
                  <a:close/>
                  <a:moveTo>
                    <a:pt x="93054" y="3925"/>
                  </a:moveTo>
                  <a:cubicBezTo>
                    <a:pt x="93019" y="3925"/>
                    <a:pt x="92985" y="3959"/>
                    <a:pt x="92985" y="4027"/>
                  </a:cubicBezTo>
                  <a:cubicBezTo>
                    <a:pt x="92985" y="4062"/>
                    <a:pt x="93019" y="4096"/>
                    <a:pt x="93054" y="4096"/>
                  </a:cubicBezTo>
                  <a:lnTo>
                    <a:pt x="93156" y="4096"/>
                  </a:lnTo>
                  <a:cubicBezTo>
                    <a:pt x="93224" y="4096"/>
                    <a:pt x="93258" y="4062"/>
                    <a:pt x="93258" y="4027"/>
                  </a:cubicBezTo>
                  <a:cubicBezTo>
                    <a:pt x="93258" y="3993"/>
                    <a:pt x="93224" y="3959"/>
                    <a:pt x="93190" y="3925"/>
                  </a:cubicBezTo>
                  <a:close/>
                  <a:moveTo>
                    <a:pt x="1958" y="3946"/>
                  </a:moveTo>
                  <a:cubicBezTo>
                    <a:pt x="1945" y="3946"/>
                    <a:pt x="1929" y="3950"/>
                    <a:pt x="1911" y="3959"/>
                  </a:cubicBezTo>
                  <a:lnTo>
                    <a:pt x="1809" y="3959"/>
                  </a:lnTo>
                  <a:cubicBezTo>
                    <a:pt x="1774" y="3959"/>
                    <a:pt x="1740" y="3993"/>
                    <a:pt x="1740" y="4062"/>
                  </a:cubicBezTo>
                  <a:cubicBezTo>
                    <a:pt x="1740" y="4096"/>
                    <a:pt x="1774" y="4130"/>
                    <a:pt x="1809" y="4130"/>
                  </a:cubicBezTo>
                  <a:lnTo>
                    <a:pt x="1945" y="4130"/>
                  </a:lnTo>
                  <a:cubicBezTo>
                    <a:pt x="1979" y="4096"/>
                    <a:pt x="2013" y="4062"/>
                    <a:pt x="2013" y="4027"/>
                  </a:cubicBezTo>
                  <a:cubicBezTo>
                    <a:pt x="2013" y="3978"/>
                    <a:pt x="1995" y="3946"/>
                    <a:pt x="1958" y="3946"/>
                  </a:cubicBezTo>
                  <a:close/>
                  <a:moveTo>
                    <a:pt x="93634" y="3959"/>
                  </a:moveTo>
                  <a:cubicBezTo>
                    <a:pt x="93565" y="3959"/>
                    <a:pt x="93531" y="3993"/>
                    <a:pt x="93531" y="4062"/>
                  </a:cubicBezTo>
                  <a:cubicBezTo>
                    <a:pt x="93531" y="4096"/>
                    <a:pt x="93565" y="4130"/>
                    <a:pt x="93634" y="4130"/>
                  </a:cubicBezTo>
                  <a:lnTo>
                    <a:pt x="93736" y="4164"/>
                  </a:lnTo>
                  <a:cubicBezTo>
                    <a:pt x="93770" y="4164"/>
                    <a:pt x="93838" y="4130"/>
                    <a:pt x="93838" y="4062"/>
                  </a:cubicBezTo>
                  <a:cubicBezTo>
                    <a:pt x="93838" y="4027"/>
                    <a:pt x="93804" y="3993"/>
                    <a:pt x="93736" y="3993"/>
                  </a:cubicBezTo>
                  <a:lnTo>
                    <a:pt x="93634" y="3959"/>
                  </a:lnTo>
                  <a:close/>
                  <a:moveTo>
                    <a:pt x="1365" y="3993"/>
                  </a:moveTo>
                  <a:lnTo>
                    <a:pt x="1228" y="4027"/>
                  </a:lnTo>
                  <a:cubicBezTo>
                    <a:pt x="1194" y="4027"/>
                    <a:pt x="1160" y="4062"/>
                    <a:pt x="1160" y="4096"/>
                  </a:cubicBezTo>
                  <a:cubicBezTo>
                    <a:pt x="1160" y="4164"/>
                    <a:pt x="1194" y="4198"/>
                    <a:pt x="1228" y="4198"/>
                  </a:cubicBezTo>
                  <a:lnTo>
                    <a:pt x="1263" y="4198"/>
                  </a:lnTo>
                  <a:lnTo>
                    <a:pt x="1365" y="4164"/>
                  </a:lnTo>
                  <a:cubicBezTo>
                    <a:pt x="1399" y="4164"/>
                    <a:pt x="1433" y="4130"/>
                    <a:pt x="1433" y="4096"/>
                  </a:cubicBezTo>
                  <a:cubicBezTo>
                    <a:pt x="1433" y="4027"/>
                    <a:pt x="1399" y="3993"/>
                    <a:pt x="1365" y="3993"/>
                  </a:cubicBezTo>
                  <a:close/>
                  <a:moveTo>
                    <a:pt x="94214" y="4027"/>
                  </a:moveTo>
                  <a:cubicBezTo>
                    <a:pt x="94145" y="4027"/>
                    <a:pt x="94111" y="4062"/>
                    <a:pt x="94111" y="4096"/>
                  </a:cubicBezTo>
                  <a:cubicBezTo>
                    <a:pt x="94111" y="4130"/>
                    <a:pt x="94145" y="4198"/>
                    <a:pt x="94180" y="4198"/>
                  </a:cubicBezTo>
                  <a:lnTo>
                    <a:pt x="94316" y="4198"/>
                  </a:lnTo>
                  <a:cubicBezTo>
                    <a:pt x="94350" y="4198"/>
                    <a:pt x="94384" y="4164"/>
                    <a:pt x="94384" y="4130"/>
                  </a:cubicBezTo>
                  <a:cubicBezTo>
                    <a:pt x="94418" y="4062"/>
                    <a:pt x="94350" y="4027"/>
                    <a:pt x="94316" y="4027"/>
                  </a:cubicBezTo>
                  <a:close/>
                  <a:moveTo>
                    <a:pt x="94760" y="4062"/>
                  </a:moveTo>
                  <a:cubicBezTo>
                    <a:pt x="94726" y="4062"/>
                    <a:pt x="94691" y="4096"/>
                    <a:pt x="94691" y="4130"/>
                  </a:cubicBezTo>
                  <a:cubicBezTo>
                    <a:pt x="94691" y="4198"/>
                    <a:pt x="94726" y="4232"/>
                    <a:pt x="94760" y="4232"/>
                  </a:cubicBezTo>
                  <a:lnTo>
                    <a:pt x="94896" y="4232"/>
                  </a:lnTo>
                  <a:cubicBezTo>
                    <a:pt x="94930" y="4232"/>
                    <a:pt x="94964" y="4198"/>
                    <a:pt x="94964" y="4164"/>
                  </a:cubicBezTo>
                  <a:cubicBezTo>
                    <a:pt x="94964" y="4096"/>
                    <a:pt x="94930" y="4062"/>
                    <a:pt x="94896" y="4062"/>
                  </a:cubicBezTo>
                  <a:close/>
                  <a:moveTo>
                    <a:pt x="683" y="4062"/>
                  </a:moveTo>
                  <a:cubicBezTo>
                    <a:pt x="614" y="4096"/>
                    <a:pt x="580" y="4130"/>
                    <a:pt x="580" y="4164"/>
                  </a:cubicBezTo>
                  <a:cubicBezTo>
                    <a:pt x="580" y="4232"/>
                    <a:pt x="648" y="4266"/>
                    <a:pt x="683" y="4266"/>
                  </a:cubicBezTo>
                  <a:cubicBezTo>
                    <a:pt x="683" y="4266"/>
                    <a:pt x="683" y="4266"/>
                    <a:pt x="683" y="4232"/>
                  </a:cubicBezTo>
                  <a:lnTo>
                    <a:pt x="785" y="4232"/>
                  </a:lnTo>
                  <a:cubicBezTo>
                    <a:pt x="853" y="4232"/>
                    <a:pt x="887" y="4198"/>
                    <a:pt x="887" y="4130"/>
                  </a:cubicBezTo>
                  <a:cubicBezTo>
                    <a:pt x="887" y="4096"/>
                    <a:pt x="819" y="4062"/>
                    <a:pt x="785" y="4062"/>
                  </a:cubicBezTo>
                  <a:close/>
                  <a:moveTo>
                    <a:pt x="95340" y="4096"/>
                  </a:moveTo>
                  <a:cubicBezTo>
                    <a:pt x="95306" y="4096"/>
                    <a:pt x="95272" y="4130"/>
                    <a:pt x="95272" y="4164"/>
                  </a:cubicBezTo>
                  <a:cubicBezTo>
                    <a:pt x="95237" y="4232"/>
                    <a:pt x="95272" y="4266"/>
                    <a:pt x="95340" y="4266"/>
                  </a:cubicBezTo>
                  <a:lnTo>
                    <a:pt x="95442" y="4266"/>
                  </a:lnTo>
                  <a:cubicBezTo>
                    <a:pt x="95510" y="4266"/>
                    <a:pt x="95545" y="4232"/>
                    <a:pt x="95545" y="4198"/>
                  </a:cubicBezTo>
                  <a:cubicBezTo>
                    <a:pt x="95545" y="4164"/>
                    <a:pt x="95510" y="4096"/>
                    <a:pt x="95476" y="4096"/>
                  </a:cubicBezTo>
                  <a:close/>
                  <a:moveTo>
                    <a:pt x="102" y="4130"/>
                  </a:moveTo>
                  <a:cubicBezTo>
                    <a:pt x="34" y="4130"/>
                    <a:pt x="0" y="4198"/>
                    <a:pt x="34" y="4232"/>
                  </a:cubicBezTo>
                  <a:cubicBezTo>
                    <a:pt x="34" y="4266"/>
                    <a:pt x="68" y="4300"/>
                    <a:pt x="102" y="4300"/>
                  </a:cubicBezTo>
                  <a:lnTo>
                    <a:pt x="239" y="4300"/>
                  </a:lnTo>
                  <a:cubicBezTo>
                    <a:pt x="273" y="4300"/>
                    <a:pt x="307" y="4266"/>
                    <a:pt x="307" y="4198"/>
                  </a:cubicBezTo>
                  <a:cubicBezTo>
                    <a:pt x="307" y="4164"/>
                    <a:pt x="273" y="4130"/>
                    <a:pt x="205" y="4130"/>
                  </a:cubicBezTo>
                  <a:close/>
                  <a:moveTo>
                    <a:pt x="95920" y="4130"/>
                  </a:moveTo>
                  <a:cubicBezTo>
                    <a:pt x="95852" y="4130"/>
                    <a:pt x="95818" y="4164"/>
                    <a:pt x="95818" y="4232"/>
                  </a:cubicBezTo>
                  <a:cubicBezTo>
                    <a:pt x="95818" y="4266"/>
                    <a:pt x="95852" y="4300"/>
                    <a:pt x="95920" y="4300"/>
                  </a:cubicBezTo>
                  <a:lnTo>
                    <a:pt x="96022" y="4335"/>
                  </a:lnTo>
                  <a:cubicBezTo>
                    <a:pt x="96056" y="4335"/>
                    <a:pt x="96125" y="4300"/>
                    <a:pt x="96125" y="4232"/>
                  </a:cubicBezTo>
                  <a:cubicBezTo>
                    <a:pt x="96125" y="4198"/>
                    <a:pt x="96090" y="4164"/>
                    <a:pt x="96022" y="4164"/>
                  </a:cubicBezTo>
                  <a:lnTo>
                    <a:pt x="95920" y="4130"/>
                  </a:lnTo>
                  <a:close/>
                  <a:moveTo>
                    <a:pt x="96452" y="4185"/>
                  </a:moveTo>
                  <a:cubicBezTo>
                    <a:pt x="96416" y="4185"/>
                    <a:pt x="96398" y="4216"/>
                    <a:pt x="96398" y="4266"/>
                  </a:cubicBezTo>
                  <a:cubicBezTo>
                    <a:pt x="96398" y="4300"/>
                    <a:pt x="96432" y="4335"/>
                    <a:pt x="96466" y="4369"/>
                  </a:cubicBezTo>
                  <a:lnTo>
                    <a:pt x="96602" y="4369"/>
                  </a:lnTo>
                  <a:cubicBezTo>
                    <a:pt x="96636" y="4369"/>
                    <a:pt x="96671" y="4335"/>
                    <a:pt x="96671" y="4266"/>
                  </a:cubicBezTo>
                  <a:cubicBezTo>
                    <a:pt x="96671" y="4232"/>
                    <a:pt x="96636" y="4198"/>
                    <a:pt x="96602" y="4198"/>
                  </a:cubicBezTo>
                  <a:lnTo>
                    <a:pt x="96500" y="4198"/>
                  </a:lnTo>
                  <a:cubicBezTo>
                    <a:pt x="96482" y="4189"/>
                    <a:pt x="96466" y="4185"/>
                    <a:pt x="96452" y="4185"/>
                  </a:cubicBezTo>
                  <a:close/>
                  <a:moveTo>
                    <a:pt x="97046" y="4232"/>
                  </a:moveTo>
                  <a:cubicBezTo>
                    <a:pt x="97012" y="4232"/>
                    <a:pt x="96978" y="4266"/>
                    <a:pt x="96978" y="4300"/>
                  </a:cubicBezTo>
                  <a:cubicBezTo>
                    <a:pt x="96978" y="4335"/>
                    <a:pt x="97012" y="4403"/>
                    <a:pt x="97046" y="4403"/>
                  </a:cubicBezTo>
                  <a:lnTo>
                    <a:pt x="97182" y="4403"/>
                  </a:lnTo>
                  <a:cubicBezTo>
                    <a:pt x="97217" y="4403"/>
                    <a:pt x="97251" y="4369"/>
                    <a:pt x="97251" y="4335"/>
                  </a:cubicBezTo>
                  <a:cubicBezTo>
                    <a:pt x="97251" y="4266"/>
                    <a:pt x="97217" y="4232"/>
                    <a:pt x="97182" y="4232"/>
                  </a:cubicBezTo>
                  <a:close/>
                  <a:moveTo>
                    <a:pt x="97626" y="4266"/>
                  </a:moveTo>
                  <a:cubicBezTo>
                    <a:pt x="97592" y="4266"/>
                    <a:pt x="97558" y="4300"/>
                    <a:pt x="97524" y="4335"/>
                  </a:cubicBezTo>
                  <a:cubicBezTo>
                    <a:pt x="97524" y="4403"/>
                    <a:pt x="97558" y="4437"/>
                    <a:pt x="97626" y="4437"/>
                  </a:cubicBezTo>
                  <a:lnTo>
                    <a:pt x="97728" y="4437"/>
                  </a:lnTo>
                  <a:cubicBezTo>
                    <a:pt x="97797" y="4437"/>
                    <a:pt x="97831" y="4403"/>
                    <a:pt x="97831" y="4369"/>
                  </a:cubicBezTo>
                  <a:cubicBezTo>
                    <a:pt x="97831" y="4335"/>
                    <a:pt x="97797" y="4266"/>
                    <a:pt x="97728" y="4266"/>
                  </a:cubicBezTo>
                  <a:close/>
                  <a:moveTo>
                    <a:pt x="98206" y="4300"/>
                  </a:moveTo>
                  <a:cubicBezTo>
                    <a:pt x="98138" y="4300"/>
                    <a:pt x="98104" y="4335"/>
                    <a:pt x="98104" y="4403"/>
                  </a:cubicBezTo>
                  <a:cubicBezTo>
                    <a:pt x="98104" y="4437"/>
                    <a:pt x="98138" y="4471"/>
                    <a:pt x="98206" y="4471"/>
                  </a:cubicBezTo>
                  <a:lnTo>
                    <a:pt x="98308" y="4471"/>
                  </a:lnTo>
                  <a:cubicBezTo>
                    <a:pt x="98343" y="4471"/>
                    <a:pt x="98377" y="4437"/>
                    <a:pt x="98411" y="4403"/>
                  </a:cubicBezTo>
                  <a:cubicBezTo>
                    <a:pt x="98411" y="4369"/>
                    <a:pt x="98377" y="4335"/>
                    <a:pt x="98308" y="430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" name="Google Shape;1776;p45">
              <a:extLst>
                <a:ext uri="{FF2B5EF4-FFF2-40B4-BE49-F238E27FC236}">
                  <a16:creationId xmlns:a16="http://schemas.microsoft.com/office/drawing/2014/main" id="{7238A8FD-5854-AB76-D1C5-36E85BA928AD}"/>
                </a:ext>
              </a:extLst>
            </p:cNvPr>
            <p:cNvSpPr/>
            <p:nvPr/>
          </p:nvSpPr>
          <p:spPr>
            <a:xfrm>
              <a:off x="3715336" y="3424430"/>
              <a:ext cx="302675" cy="26163"/>
            </a:xfrm>
            <a:custGeom>
              <a:avLst/>
              <a:gdLst/>
              <a:ahLst/>
              <a:cxnLst/>
              <a:rect l="l" t="t" r="r" b="b"/>
              <a:pathLst>
                <a:path w="13582" h="1174" extrusionOk="0">
                  <a:moveTo>
                    <a:pt x="56" y="0"/>
                  </a:moveTo>
                  <a:cubicBezTo>
                    <a:pt x="19" y="0"/>
                    <a:pt x="1" y="32"/>
                    <a:pt x="1" y="82"/>
                  </a:cubicBezTo>
                  <a:cubicBezTo>
                    <a:pt x="1" y="116"/>
                    <a:pt x="35" y="150"/>
                    <a:pt x="69" y="184"/>
                  </a:cubicBezTo>
                  <a:lnTo>
                    <a:pt x="13479" y="1174"/>
                  </a:lnTo>
                  <a:lnTo>
                    <a:pt x="13514" y="1174"/>
                  </a:lnTo>
                  <a:cubicBezTo>
                    <a:pt x="13548" y="1174"/>
                    <a:pt x="13582" y="1140"/>
                    <a:pt x="13582" y="1106"/>
                  </a:cubicBezTo>
                  <a:cubicBezTo>
                    <a:pt x="13582" y="1071"/>
                    <a:pt x="13548" y="1003"/>
                    <a:pt x="13514" y="1003"/>
                  </a:cubicBezTo>
                  <a:lnTo>
                    <a:pt x="103" y="14"/>
                  </a:lnTo>
                  <a:cubicBezTo>
                    <a:pt x="85" y="4"/>
                    <a:pt x="69" y="0"/>
                    <a:pt x="5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" name="Google Shape;1777;p45">
              <a:extLst>
                <a:ext uri="{FF2B5EF4-FFF2-40B4-BE49-F238E27FC236}">
                  <a16:creationId xmlns:a16="http://schemas.microsoft.com/office/drawing/2014/main" id="{8EF2AEFC-749C-FE21-00BF-1A6BE9A51D1D}"/>
                </a:ext>
              </a:extLst>
            </p:cNvPr>
            <p:cNvSpPr/>
            <p:nvPr/>
          </p:nvSpPr>
          <p:spPr>
            <a:xfrm>
              <a:off x="2865185" y="3697711"/>
              <a:ext cx="282908" cy="29684"/>
            </a:xfrm>
            <a:custGeom>
              <a:avLst/>
              <a:gdLst/>
              <a:ahLst/>
              <a:cxnLst/>
              <a:rect l="l" t="t" r="r" b="b"/>
              <a:pathLst>
                <a:path w="12695" h="1332" extrusionOk="0">
                  <a:moveTo>
                    <a:pt x="5699" y="1"/>
                  </a:moveTo>
                  <a:cubicBezTo>
                    <a:pt x="5665" y="1"/>
                    <a:pt x="5596" y="35"/>
                    <a:pt x="5596" y="69"/>
                  </a:cubicBezTo>
                  <a:cubicBezTo>
                    <a:pt x="5596" y="103"/>
                    <a:pt x="5631" y="171"/>
                    <a:pt x="5665" y="171"/>
                  </a:cubicBezTo>
                  <a:lnTo>
                    <a:pt x="5801" y="171"/>
                  </a:lnTo>
                  <a:cubicBezTo>
                    <a:pt x="5835" y="171"/>
                    <a:pt x="5869" y="137"/>
                    <a:pt x="5904" y="103"/>
                  </a:cubicBezTo>
                  <a:cubicBezTo>
                    <a:pt x="5904" y="69"/>
                    <a:pt x="5869" y="35"/>
                    <a:pt x="5801" y="1"/>
                  </a:cubicBezTo>
                  <a:close/>
                  <a:moveTo>
                    <a:pt x="5257" y="21"/>
                  </a:moveTo>
                  <a:cubicBezTo>
                    <a:pt x="5244" y="21"/>
                    <a:pt x="5231" y="25"/>
                    <a:pt x="5221" y="35"/>
                  </a:cubicBezTo>
                  <a:lnTo>
                    <a:pt x="5119" y="35"/>
                  </a:lnTo>
                  <a:cubicBezTo>
                    <a:pt x="5051" y="69"/>
                    <a:pt x="5051" y="103"/>
                    <a:pt x="5051" y="137"/>
                  </a:cubicBezTo>
                  <a:cubicBezTo>
                    <a:pt x="5051" y="171"/>
                    <a:pt x="5085" y="206"/>
                    <a:pt x="5119" y="206"/>
                  </a:cubicBezTo>
                  <a:lnTo>
                    <a:pt x="5153" y="206"/>
                  </a:lnTo>
                  <a:lnTo>
                    <a:pt x="5255" y="171"/>
                  </a:lnTo>
                  <a:cubicBezTo>
                    <a:pt x="5289" y="171"/>
                    <a:pt x="5324" y="137"/>
                    <a:pt x="5324" y="69"/>
                  </a:cubicBezTo>
                  <a:cubicBezTo>
                    <a:pt x="5324" y="45"/>
                    <a:pt x="5289" y="21"/>
                    <a:pt x="5257" y="21"/>
                  </a:cubicBezTo>
                  <a:close/>
                  <a:moveTo>
                    <a:pt x="6279" y="69"/>
                  </a:moveTo>
                  <a:cubicBezTo>
                    <a:pt x="6211" y="69"/>
                    <a:pt x="6177" y="103"/>
                    <a:pt x="6177" y="137"/>
                  </a:cubicBezTo>
                  <a:cubicBezTo>
                    <a:pt x="6177" y="206"/>
                    <a:pt x="6211" y="240"/>
                    <a:pt x="6245" y="240"/>
                  </a:cubicBezTo>
                  <a:lnTo>
                    <a:pt x="6347" y="274"/>
                  </a:lnTo>
                  <a:lnTo>
                    <a:pt x="6381" y="274"/>
                  </a:lnTo>
                  <a:cubicBezTo>
                    <a:pt x="6415" y="274"/>
                    <a:pt x="6450" y="240"/>
                    <a:pt x="6450" y="171"/>
                  </a:cubicBezTo>
                  <a:cubicBezTo>
                    <a:pt x="6450" y="137"/>
                    <a:pt x="6415" y="103"/>
                    <a:pt x="6381" y="103"/>
                  </a:cubicBezTo>
                  <a:lnTo>
                    <a:pt x="6279" y="69"/>
                  </a:lnTo>
                  <a:close/>
                  <a:moveTo>
                    <a:pt x="4675" y="137"/>
                  </a:moveTo>
                  <a:lnTo>
                    <a:pt x="4539" y="171"/>
                  </a:lnTo>
                  <a:cubicBezTo>
                    <a:pt x="4505" y="171"/>
                    <a:pt x="4470" y="240"/>
                    <a:pt x="4470" y="274"/>
                  </a:cubicBezTo>
                  <a:cubicBezTo>
                    <a:pt x="4505" y="308"/>
                    <a:pt x="4539" y="342"/>
                    <a:pt x="4573" y="342"/>
                  </a:cubicBezTo>
                  <a:lnTo>
                    <a:pt x="4709" y="308"/>
                  </a:lnTo>
                  <a:cubicBezTo>
                    <a:pt x="4743" y="308"/>
                    <a:pt x="4778" y="274"/>
                    <a:pt x="4778" y="206"/>
                  </a:cubicBezTo>
                  <a:cubicBezTo>
                    <a:pt x="4743" y="171"/>
                    <a:pt x="4709" y="137"/>
                    <a:pt x="4675" y="137"/>
                  </a:cubicBezTo>
                  <a:close/>
                  <a:moveTo>
                    <a:pt x="6797" y="158"/>
                  </a:moveTo>
                  <a:cubicBezTo>
                    <a:pt x="6773" y="158"/>
                    <a:pt x="6748" y="190"/>
                    <a:pt x="6723" y="240"/>
                  </a:cubicBezTo>
                  <a:cubicBezTo>
                    <a:pt x="6723" y="274"/>
                    <a:pt x="6757" y="308"/>
                    <a:pt x="6825" y="342"/>
                  </a:cubicBezTo>
                  <a:lnTo>
                    <a:pt x="6927" y="342"/>
                  </a:lnTo>
                  <a:cubicBezTo>
                    <a:pt x="6996" y="342"/>
                    <a:pt x="7030" y="308"/>
                    <a:pt x="7030" y="274"/>
                  </a:cubicBezTo>
                  <a:cubicBezTo>
                    <a:pt x="7030" y="206"/>
                    <a:pt x="6996" y="171"/>
                    <a:pt x="6961" y="171"/>
                  </a:cubicBezTo>
                  <a:lnTo>
                    <a:pt x="6825" y="171"/>
                  </a:lnTo>
                  <a:cubicBezTo>
                    <a:pt x="6816" y="162"/>
                    <a:pt x="6807" y="158"/>
                    <a:pt x="6797" y="158"/>
                  </a:cubicBezTo>
                  <a:close/>
                  <a:moveTo>
                    <a:pt x="7405" y="240"/>
                  </a:moveTo>
                  <a:cubicBezTo>
                    <a:pt x="7371" y="240"/>
                    <a:pt x="7303" y="274"/>
                    <a:pt x="7303" y="308"/>
                  </a:cubicBezTo>
                  <a:cubicBezTo>
                    <a:pt x="7303" y="342"/>
                    <a:pt x="7337" y="410"/>
                    <a:pt x="7371" y="410"/>
                  </a:cubicBezTo>
                  <a:lnTo>
                    <a:pt x="7507" y="410"/>
                  </a:lnTo>
                  <a:cubicBezTo>
                    <a:pt x="7541" y="410"/>
                    <a:pt x="7576" y="376"/>
                    <a:pt x="7576" y="342"/>
                  </a:cubicBezTo>
                  <a:cubicBezTo>
                    <a:pt x="7610" y="308"/>
                    <a:pt x="7576" y="240"/>
                    <a:pt x="7507" y="240"/>
                  </a:cubicBezTo>
                  <a:close/>
                  <a:moveTo>
                    <a:pt x="4095" y="274"/>
                  </a:moveTo>
                  <a:lnTo>
                    <a:pt x="3993" y="308"/>
                  </a:lnTo>
                  <a:cubicBezTo>
                    <a:pt x="3959" y="308"/>
                    <a:pt x="3924" y="342"/>
                    <a:pt x="3924" y="410"/>
                  </a:cubicBezTo>
                  <a:cubicBezTo>
                    <a:pt x="3924" y="444"/>
                    <a:pt x="3959" y="478"/>
                    <a:pt x="4027" y="478"/>
                  </a:cubicBezTo>
                  <a:lnTo>
                    <a:pt x="4129" y="444"/>
                  </a:lnTo>
                  <a:cubicBezTo>
                    <a:pt x="4197" y="444"/>
                    <a:pt x="4232" y="376"/>
                    <a:pt x="4197" y="342"/>
                  </a:cubicBezTo>
                  <a:cubicBezTo>
                    <a:pt x="4197" y="308"/>
                    <a:pt x="4163" y="274"/>
                    <a:pt x="4095" y="274"/>
                  </a:cubicBezTo>
                  <a:close/>
                  <a:moveTo>
                    <a:pt x="7985" y="308"/>
                  </a:moveTo>
                  <a:cubicBezTo>
                    <a:pt x="7917" y="308"/>
                    <a:pt x="7883" y="342"/>
                    <a:pt x="7883" y="376"/>
                  </a:cubicBezTo>
                  <a:cubicBezTo>
                    <a:pt x="7883" y="444"/>
                    <a:pt x="7883" y="478"/>
                    <a:pt x="7951" y="478"/>
                  </a:cubicBezTo>
                  <a:lnTo>
                    <a:pt x="8053" y="513"/>
                  </a:lnTo>
                  <a:lnTo>
                    <a:pt x="8087" y="513"/>
                  </a:lnTo>
                  <a:cubicBezTo>
                    <a:pt x="8122" y="513"/>
                    <a:pt x="8156" y="478"/>
                    <a:pt x="8156" y="444"/>
                  </a:cubicBezTo>
                  <a:cubicBezTo>
                    <a:pt x="8156" y="376"/>
                    <a:pt x="8122" y="342"/>
                    <a:pt x="8087" y="342"/>
                  </a:cubicBezTo>
                  <a:lnTo>
                    <a:pt x="7985" y="308"/>
                  </a:lnTo>
                  <a:close/>
                  <a:moveTo>
                    <a:pt x="3582" y="397"/>
                  </a:moveTo>
                  <a:cubicBezTo>
                    <a:pt x="3570" y="397"/>
                    <a:pt x="3558" y="401"/>
                    <a:pt x="3549" y="410"/>
                  </a:cubicBezTo>
                  <a:lnTo>
                    <a:pt x="3447" y="410"/>
                  </a:lnTo>
                  <a:cubicBezTo>
                    <a:pt x="3378" y="444"/>
                    <a:pt x="3344" y="478"/>
                    <a:pt x="3378" y="513"/>
                  </a:cubicBezTo>
                  <a:cubicBezTo>
                    <a:pt x="3378" y="581"/>
                    <a:pt x="3413" y="581"/>
                    <a:pt x="3447" y="581"/>
                  </a:cubicBezTo>
                  <a:lnTo>
                    <a:pt x="3583" y="581"/>
                  </a:lnTo>
                  <a:cubicBezTo>
                    <a:pt x="3617" y="547"/>
                    <a:pt x="3651" y="513"/>
                    <a:pt x="3651" y="478"/>
                  </a:cubicBezTo>
                  <a:cubicBezTo>
                    <a:pt x="3651" y="429"/>
                    <a:pt x="3615" y="397"/>
                    <a:pt x="3582" y="397"/>
                  </a:cubicBezTo>
                  <a:close/>
                  <a:moveTo>
                    <a:pt x="8504" y="397"/>
                  </a:moveTo>
                  <a:cubicBezTo>
                    <a:pt x="8479" y="397"/>
                    <a:pt x="8454" y="429"/>
                    <a:pt x="8429" y="478"/>
                  </a:cubicBezTo>
                  <a:cubicBezTo>
                    <a:pt x="8429" y="513"/>
                    <a:pt x="8463" y="547"/>
                    <a:pt x="8497" y="547"/>
                  </a:cubicBezTo>
                  <a:lnTo>
                    <a:pt x="8633" y="581"/>
                  </a:lnTo>
                  <a:cubicBezTo>
                    <a:pt x="8668" y="581"/>
                    <a:pt x="8702" y="547"/>
                    <a:pt x="8736" y="513"/>
                  </a:cubicBezTo>
                  <a:cubicBezTo>
                    <a:pt x="8736" y="444"/>
                    <a:pt x="8702" y="410"/>
                    <a:pt x="8668" y="410"/>
                  </a:cubicBezTo>
                  <a:lnTo>
                    <a:pt x="8531" y="410"/>
                  </a:lnTo>
                  <a:cubicBezTo>
                    <a:pt x="8522" y="401"/>
                    <a:pt x="8513" y="397"/>
                    <a:pt x="8504" y="397"/>
                  </a:cubicBezTo>
                  <a:close/>
                  <a:moveTo>
                    <a:pt x="9111" y="478"/>
                  </a:moveTo>
                  <a:cubicBezTo>
                    <a:pt x="9043" y="478"/>
                    <a:pt x="9009" y="513"/>
                    <a:pt x="9009" y="547"/>
                  </a:cubicBezTo>
                  <a:cubicBezTo>
                    <a:pt x="9009" y="581"/>
                    <a:pt x="9043" y="649"/>
                    <a:pt x="9077" y="649"/>
                  </a:cubicBezTo>
                  <a:lnTo>
                    <a:pt x="9214" y="649"/>
                  </a:lnTo>
                  <a:cubicBezTo>
                    <a:pt x="9248" y="649"/>
                    <a:pt x="9282" y="615"/>
                    <a:pt x="9282" y="581"/>
                  </a:cubicBezTo>
                  <a:cubicBezTo>
                    <a:pt x="9282" y="547"/>
                    <a:pt x="9282" y="513"/>
                    <a:pt x="9214" y="478"/>
                  </a:cubicBezTo>
                  <a:close/>
                  <a:moveTo>
                    <a:pt x="3003" y="513"/>
                  </a:moveTo>
                  <a:lnTo>
                    <a:pt x="2867" y="547"/>
                  </a:lnTo>
                  <a:cubicBezTo>
                    <a:pt x="2833" y="547"/>
                    <a:pt x="2798" y="615"/>
                    <a:pt x="2798" y="649"/>
                  </a:cubicBezTo>
                  <a:cubicBezTo>
                    <a:pt x="2833" y="683"/>
                    <a:pt x="2867" y="717"/>
                    <a:pt x="2901" y="717"/>
                  </a:cubicBezTo>
                  <a:lnTo>
                    <a:pt x="3037" y="683"/>
                  </a:lnTo>
                  <a:cubicBezTo>
                    <a:pt x="3071" y="683"/>
                    <a:pt x="3106" y="649"/>
                    <a:pt x="3106" y="581"/>
                  </a:cubicBezTo>
                  <a:cubicBezTo>
                    <a:pt x="3071" y="547"/>
                    <a:pt x="3037" y="513"/>
                    <a:pt x="3003" y="513"/>
                  </a:cubicBezTo>
                  <a:close/>
                  <a:moveTo>
                    <a:pt x="9657" y="547"/>
                  </a:moveTo>
                  <a:cubicBezTo>
                    <a:pt x="9623" y="547"/>
                    <a:pt x="9589" y="581"/>
                    <a:pt x="9589" y="615"/>
                  </a:cubicBezTo>
                  <a:cubicBezTo>
                    <a:pt x="9555" y="683"/>
                    <a:pt x="9589" y="717"/>
                    <a:pt x="9657" y="717"/>
                  </a:cubicBezTo>
                  <a:lnTo>
                    <a:pt x="9759" y="751"/>
                  </a:lnTo>
                  <a:cubicBezTo>
                    <a:pt x="9828" y="751"/>
                    <a:pt x="9862" y="717"/>
                    <a:pt x="9862" y="683"/>
                  </a:cubicBezTo>
                  <a:cubicBezTo>
                    <a:pt x="9862" y="615"/>
                    <a:pt x="9828" y="581"/>
                    <a:pt x="9794" y="581"/>
                  </a:cubicBezTo>
                  <a:lnTo>
                    <a:pt x="9657" y="547"/>
                  </a:lnTo>
                  <a:close/>
                  <a:moveTo>
                    <a:pt x="10204" y="636"/>
                  </a:moveTo>
                  <a:cubicBezTo>
                    <a:pt x="10171" y="636"/>
                    <a:pt x="10135" y="667"/>
                    <a:pt x="10135" y="717"/>
                  </a:cubicBezTo>
                  <a:cubicBezTo>
                    <a:pt x="10135" y="751"/>
                    <a:pt x="10169" y="786"/>
                    <a:pt x="10203" y="820"/>
                  </a:cubicBezTo>
                  <a:lnTo>
                    <a:pt x="10340" y="820"/>
                  </a:lnTo>
                  <a:cubicBezTo>
                    <a:pt x="10374" y="820"/>
                    <a:pt x="10408" y="786"/>
                    <a:pt x="10408" y="751"/>
                  </a:cubicBezTo>
                  <a:cubicBezTo>
                    <a:pt x="10442" y="683"/>
                    <a:pt x="10408" y="649"/>
                    <a:pt x="10340" y="649"/>
                  </a:cubicBezTo>
                  <a:lnTo>
                    <a:pt x="10237" y="649"/>
                  </a:lnTo>
                  <a:cubicBezTo>
                    <a:pt x="10228" y="640"/>
                    <a:pt x="10216" y="636"/>
                    <a:pt x="10204" y="636"/>
                  </a:cubicBezTo>
                  <a:close/>
                  <a:moveTo>
                    <a:pt x="2423" y="649"/>
                  </a:moveTo>
                  <a:lnTo>
                    <a:pt x="2321" y="683"/>
                  </a:lnTo>
                  <a:cubicBezTo>
                    <a:pt x="2287" y="683"/>
                    <a:pt x="2252" y="717"/>
                    <a:pt x="2252" y="786"/>
                  </a:cubicBezTo>
                  <a:cubicBezTo>
                    <a:pt x="2252" y="820"/>
                    <a:pt x="2287" y="854"/>
                    <a:pt x="2321" y="854"/>
                  </a:cubicBezTo>
                  <a:lnTo>
                    <a:pt x="2355" y="854"/>
                  </a:lnTo>
                  <a:lnTo>
                    <a:pt x="2457" y="820"/>
                  </a:lnTo>
                  <a:cubicBezTo>
                    <a:pt x="2525" y="820"/>
                    <a:pt x="2525" y="751"/>
                    <a:pt x="2525" y="717"/>
                  </a:cubicBezTo>
                  <a:cubicBezTo>
                    <a:pt x="2525" y="683"/>
                    <a:pt x="2491" y="649"/>
                    <a:pt x="2423" y="649"/>
                  </a:cubicBezTo>
                  <a:close/>
                  <a:moveTo>
                    <a:pt x="10817" y="717"/>
                  </a:moveTo>
                  <a:cubicBezTo>
                    <a:pt x="10749" y="717"/>
                    <a:pt x="10715" y="751"/>
                    <a:pt x="10715" y="786"/>
                  </a:cubicBezTo>
                  <a:cubicBezTo>
                    <a:pt x="10715" y="820"/>
                    <a:pt x="10749" y="888"/>
                    <a:pt x="10783" y="888"/>
                  </a:cubicBezTo>
                  <a:lnTo>
                    <a:pt x="10920" y="888"/>
                  </a:lnTo>
                  <a:cubicBezTo>
                    <a:pt x="10954" y="888"/>
                    <a:pt x="10988" y="854"/>
                    <a:pt x="10988" y="820"/>
                  </a:cubicBezTo>
                  <a:cubicBezTo>
                    <a:pt x="10988" y="786"/>
                    <a:pt x="10954" y="717"/>
                    <a:pt x="10920" y="717"/>
                  </a:cubicBezTo>
                  <a:close/>
                  <a:moveTo>
                    <a:pt x="1910" y="772"/>
                  </a:moveTo>
                  <a:cubicBezTo>
                    <a:pt x="1898" y="772"/>
                    <a:pt x="1886" y="776"/>
                    <a:pt x="1877" y="786"/>
                  </a:cubicBezTo>
                  <a:lnTo>
                    <a:pt x="1775" y="786"/>
                  </a:lnTo>
                  <a:cubicBezTo>
                    <a:pt x="1706" y="820"/>
                    <a:pt x="1672" y="854"/>
                    <a:pt x="1706" y="888"/>
                  </a:cubicBezTo>
                  <a:cubicBezTo>
                    <a:pt x="1706" y="956"/>
                    <a:pt x="1741" y="956"/>
                    <a:pt x="1775" y="956"/>
                  </a:cubicBezTo>
                  <a:lnTo>
                    <a:pt x="1911" y="956"/>
                  </a:lnTo>
                  <a:cubicBezTo>
                    <a:pt x="1945" y="922"/>
                    <a:pt x="1979" y="888"/>
                    <a:pt x="1979" y="854"/>
                  </a:cubicBezTo>
                  <a:cubicBezTo>
                    <a:pt x="1979" y="804"/>
                    <a:pt x="1943" y="772"/>
                    <a:pt x="1910" y="772"/>
                  </a:cubicBezTo>
                  <a:close/>
                  <a:moveTo>
                    <a:pt x="11363" y="786"/>
                  </a:moveTo>
                  <a:cubicBezTo>
                    <a:pt x="11329" y="786"/>
                    <a:pt x="11295" y="820"/>
                    <a:pt x="11261" y="854"/>
                  </a:cubicBezTo>
                  <a:cubicBezTo>
                    <a:pt x="11261" y="922"/>
                    <a:pt x="11295" y="956"/>
                    <a:pt x="11363" y="956"/>
                  </a:cubicBezTo>
                  <a:lnTo>
                    <a:pt x="11466" y="990"/>
                  </a:lnTo>
                  <a:cubicBezTo>
                    <a:pt x="11500" y="990"/>
                    <a:pt x="11568" y="956"/>
                    <a:pt x="11568" y="922"/>
                  </a:cubicBezTo>
                  <a:cubicBezTo>
                    <a:pt x="11568" y="854"/>
                    <a:pt x="11534" y="820"/>
                    <a:pt x="11500" y="820"/>
                  </a:cubicBezTo>
                  <a:lnTo>
                    <a:pt x="11363" y="786"/>
                  </a:lnTo>
                  <a:close/>
                  <a:moveTo>
                    <a:pt x="11896" y="875"/>
                  </a:moveTo>
                  <a:cubicBezTo>
                    <a:pt x="11859" y="875"/>
                    <a:pt x="11841" y="906"/>
                    <a:pt x="11841" y="956"/>
                  </a:cubicBezTo>
                  <a:cubicBezTo>
                    <a:pt x="11841" y="990"/>
                    <a:pt x="11875" y="1024"/>
                    <a:pt x="11909" y="1059"/>
                  </a:cubicBezTo>
                  <a:lnTo>
                    <a:pt x="12046" y="1059"/>
                  </a:lnTo>
                  <a:cubicBezTo>
                    <a:pt x="12080" y="1059"/>
                    <a:pt x="12114" y="1024"/>
                    <a:pt x="12114" y="990"/>
                  </a:cubicBezTo>
                  <a:cubicBezTo>
                    <a:pt x="12148" y="922"/>
                    <a:pt x="12114" y="888"/>
                    <a:pt x="12046" y="888"/>
                  </a:cubicBezTo>
                  <a:lnTo>
                    <a:pt x="11943" y="888"/>
                  </a:lnTo>
                  <a:cubicBezTo>
                    <a:pt x="11925" y="879"/>
                    <a:pt x="11909" y="875"/>
                    <a:pt x="11896" y="875"/>
                  </a:cubicBezTo>
                  <a:close/>
                  <a:moveTo>
                    <a:pt x="1297" y="888"/>
                  </a:moveTo>
                  <a:lnTo>
                    <a:pt x="1195" y="922"/>
                  </a:lnTo>
                  <a:cubicBezTo>
                    <a:pt x="1160" y="922"/>
                    <a:pt x="1126" y="990"/>
                    <a:pt x="1126" y="1024"/>
                  </a:cubicBezTo>
                  <a:cubicBezTo>
                    <a:pt x="1160" y="1059"/>
                    <a:pt x="1195" y="1093"/>
                    <a:pt x="1229" y="1093"/>
                  </a:cubicBezTo>
                  <a:lnTo>
                    <a:pt x="1365" y="1059"/>
                  </a:lnTo>
                  <a:cubicBezTo>
                    <a:pt x="1399" y="1059"/>
                    <a:pt x="1433" y="1024"/>
                    <a:pt x="1399" y="956"/>
                  </a:cubicBezTo>
                  <a:cubicBezTo>
                    <a:pt x="1399" y="922"/>
                    <a:pt x="1365" y="888"/>
                    <a:pt x="1297" y="888"/>
                  </a:cubicBezTo>
                  <a:close/>
                  <a:moveTo>
                    <a:pt x="12489" y="956"/>
                  </a:moveTo>
                  <a:cubicBezTo>
                    <a:pt x="12455" y="956"/>
                    <a:pt x="12421" y="990"/>
                    <a:pt x="12421" y="1024"/>
                  </a:cubicBezTo>
                  <a:cubicBezTo>
                    <a:pt x="12387" y="1059"/>
                    <a:pt x="12421" y="1127"/>
                    <a:pt x="12489" y="1127"/>
                  </a:cubicBezTo>
                  <a:lnTo>
                    <a:pt x="12592" y="1127"/>
                  </a:lnTo>
                  <a:cubicBezTo>
                    <a:pt x="12660" y="1127"/>
                    <a:pt x="12694" y="1093"/>
                    <a:pt x="12694" y="1059"/>
                  </a:cubicBezTo>
                  <a:cubicBezTo>
                    <a:pt x="12694" y="1024"/>
                    <a:pt x="12660" y="956"/>
                    <a:pt x="12626" y="956"/>
                  </a:cubicBezTo>
                  <a:close/>
                  <a:moveTo>
                    <a:pt x="751" y="1024"/>
                  </a:moveTo>
                  <a:lnTo>
                    <a:pt x="649" y="1059"/>
                  </a:lnTo>
                  <a:cubicBezTo>
                    <a:pt x="580" y="1059"/>
                    <a:pt x="580" y="1093"/>
                    <a:pt x="580" y="1161"/>
                  </a:cubicBezTo>
                  <a:cubicBezTo>
                    <a:pt x="580" y="1195"/>
                    <a:pt x="615" y="1229"/>
                    <a:pt x="649" y="1229"/>
                  </a:cubicBezTo>
                  <a:lnTo>
                    <a:pt x="683" y="1229"/>
                  </a:lnTo>
                  <a:lnTo>
                    <a:pt x="785" y="1195"/>
                  </a:lnTo>
                  <a:cubicBezTo>
                    <a:pt x="853" y="1195"/>
                    <a:pt x="853" y="1127"/>
                    <a:pt x="853" y="1093"/>
                  </a:cubicBezTo>
                  <a:cubicBezTo>
                    <a:pt x="853" y="1059"/>
                    <a:pt x="785" y="1024"/>
                    <a:pt x="751" y="1024"/>
                  </a:cubicBezTo>
                  <a:close/>
                  <a:moveTo>
                    <a:pt x="232" y="1148"/>
                  </a:moveTo>
                  <a:cubicBezTo>
                    <a:pt x="223" y="1148"/>
                    <a:pt x="214" y="1152"/>
                    <a:pt x="205" y="1161"/>
                  </a:cubicBezTo>
                  <a:lnTo>
                    <a:pt x="69" y="1161"/>
                  </a:lnTo>
                  <a:cubicBezTo>
                    <a:pt x="34" y="1195"/>
                    <a:pt x="0" y="1229"/>
                    <a:pt x="34" y="1263"/>
                  </a:cubicBezTo>
                  <a:cubicBezTo>
                    <a:pt x="34" y="1332"/>
                    <a:pt x="69" y="1332"/>
                    <a:pt x="103" y="1332"/>
                  </a:cubicBezTo>
                  <a:lnTo>
                    <a:pt x="239" y="1332"/>
                  </a:lnTo>
                  <a:cubicBezTo>
                    <a:pt x="273" y="1297"/>
                    <a:pt x="307" y="1263"/>
                    <a:pt x="307" y="1229"/>
                  </a:cubicBezTo>
                  <a:cubicBezTo>
                    <a:pt x="282" y="1179"/>
                    <a:pt x="257" y="1148"/>
                    <a:pt x="232" y="114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" name="Google Shape;1778;p45">
              <a:extLst>
                <a:ext uri="{FF2B5EF4-FFF2-40B4-BE49-F238E27FC236}">
                  <a16:creationId xmlns:a16="http://schemas.microsoft.com/office/drawing/2014/main" id="{C8569CE7-DBE7-6106-DC8E-F475CADDE192}"/>
                </a:ext>
              </a:extLst>
            </p:cNvPr>
            <p:cNvSpPr/>
            <p:nvPr/>
          </p:nvSpPr>
          <p:spPr>
            <a:xfrm>
              <a:off x="2873542" y="1389497"/>
              <a:ext cx="116372" cy="2311289"/>
            </a:xfrm>
            <a:custGeom>
              <a:avLst/>
              <a:gdLst/>
              <a:ahLst/>
              <a:cxnLst/>
              <a:rect l="l" t="t" r="r" b="b"/>
              <a:pathLst>
                <a:path w="5222" h="103715" extrusionOk="0">
                  <a:moveTo>
                    <a:pt x="86" y="0"/>
                  </a:moveTo>
                  <a:cubicBezTo>
                    <a:pt x="52" y="0"/>
                    <a:pt x="35" y="24"/>
                    <a:pt x="35" y="48"/>
                  </a:cubicBezTo>
                  <a:cubicBezTo>
                    <a:pt x="1" y="82"/>
                    <a:pt x="35" y="151"/>
                    <a:pt x="69" y="151"/>
                  </a:cubicBezTo>
                  <a:lnTo>
                    <a:pt x="171" y="185"/>
                  </a:lnTo>
                  <a:lnTo>
                    <a:pt x="205" y="185"/>
                  </a:lnTo>
                  <a:cubicBezTo>
                    <a:pt x="240" y="185"/>
                    <a:pt x="274" y="185"/>
                    <a:pt x="274" y="151"/>
                  </a:cubicBezTo>
                  <a:cubicBezTo>
                    <a:pt x="308" y="82"/>
                    <a:pt x="274" y="48"/>
                    <a:pt x="240" y="48"/>
                  </a:cubicBezTo>
                  <a:lnTo>
                    <a:pt x="137" y="14"/>
                  </a:lnTo>
                  <a:cubicBezTo>
                    <a:pt x="117" y="4"/>
                    <a:pt x="100" y="0"/>
                    <a:pt x="86" y="0"/>
                  </a:cubicBezTo>
                  <a:close/>
                  <a:moveTo>
                    <a:pt x="631" y="171"/>
                  </a:moveTo>
                  <a:cubicBezTo>
                    <a:pt x="595" y="171"/>
                    <a:pt x="571" y="195"/>
                    <a:pt x="547" y="219"/>
                  </a:cubicBezTo>
                  <a:cubicBezTo>
                    <a:pt x="547" y="287"/>
                    <a:pt x="581" y="321"/>
                    <a:pt x="615" y="355"/>
                  </a:cubicBezTo>
                  <a:lnTo>
                    <a:pt x="717" y="389"/>
                  </a:lnTo>
                  <a:lnTo>
                    <a:pt x="751" y="389"/>
                  </a:lnTo>
                  <a:cubicBezTo>
                    <a:pt x="785" y="389"/>
                    <a:pt x="820" y="355"/>
                    <a:pt x="820" y="321"/>
                  </a:cubicBezTo>
                  <a:cubicBezTo>
                    <a:pt x="854" y="287"/>
                    <a:pt x="820" y="219"/>
                    <a:pt x="785" y="219"/>
                  </a:cubicBezTo>
                  <a:lnTo>
                    <a:pt x="683" y="185"/>
                  </a:lnTo>
                  <a:cubicBezTo>
                    <a:pt x="663" y="175"/>
                    <a:pt x="646" y="171"/>
                    <a:pt x="631" y="171"/>
                  </a:cubicBezTo>
                  <a:close/>
                  <a:moveTo>
                    <a:pt x="1195" y="355"/>
                  </a:moveTo>
                  <a:cubicBezTo>
                    <a:pt x="1161" y="355"/>
                    <a:pt x="1127" y="389"/>
                    <a:pt x="1093" y="424"/>
                  </a:cubicBezTo>
                  <a:cubicBezTo>
                    <a:pt x="1093" y="458"/>
                    <a:pt x="1127" y="526"/>
                    <a:pt x="1161" y="526"/>
                  </a:cubicBezTo>
                  <a:lnTo>
                    <a:pt x="1263" y="560"/>
                  </a:lnTo>
                  <a:lnTo>
                    <a:pt x="1297" y="560"/>
                  </a:lnTo>
                  <a:cubicBezTo>
                    <a:pt x="1331" y="560"/>
                    <a:pt x="1366" y="560"/>
                    <a:pt x="1366" y="526"/>
                  </a:cubicBezTo>
                  <a:cubicBezTo>
                    <a:pt x="1400" y="458"/>
                    <a:pt x="1366" y="424"/>
                    <a:pt x="1331" y="389"/>
                  </a:cubicBezTo>
                  <a:lnTo>
                    <a:pt x="1195" y="355"/>
                  </a:lnTo>
                  <a:close/>
                  <a:moveTo>
                    <a:pt x="1711" y="546"/>
                  </a:moveTo>
                  <a:cubicBezTo>
                    <a:pt x="1687" y="546"/>
                    <a:pt x="1663" y="570"/>
                    <a:pt x="1639" y="594"/>
                  </a:cubicBezTo>
                  <a:cubicBezTo>
                    <a:pt x="1639" y="662"/>
                    <a:pt x="1639" y="697"/>
                    <a:pt x="1707" y="697"/>
                  </a:cubicBezTo>
                  <a:lnTo>
                    <a:pt x="1809" y="765"/>
                  </a:lnTo>
                  <a:lnTo>
                    <a:pt x="1843" y="765"/>
                  </a:lnTo>
                  <a:cubicBezTo>
                    <a:pt x="1877" y="765"/>
                    <a:pt x="1912" y="731"/>
                    <a:pt x="1912" y="697"/>
                  </a:cubicBezTo>
                  <a:cubicBezTo>
                    <a:pt x="1946" y="662"/>
                    <a:pt x="1912" y="594"/>
                    <a:pt x="1877" y="594"/>
                  </a:cubicBezTo>
                  <a:lnTo>
                    <a:pt x="1741" y="560"/>
                  </a:lnTo>
                  <a:cubicBezTo>
                    <a:pt x="1731" y="550"/>
                    <a:pt x="1721" y="546"/>
                    <a:pt x="1711" y="546"/>
                  </a:cubicBezTo>
                  <a:close/>
                  <a:moveTo>
                    <a:pt x="2287" y="731"/>
                  </a:moveTo>
                  <a:cubicBezTo>
                    <a:pt x="2253" y="731"/>
                    <a:pt x="2219" y="731"/>
                    <a:pt x="2185" y="799"/>
                  </a:cubicBezTo>
                  <a:cubicBezTo>
                    <a:pt x="2185" y="833"/>
                    <a:pt x="2185" y="867"/>
                    <a:pt x="2253" y="901"/>
                  </a:cubicBezTo>
                  <a:lnTo>
                    <a:pt x="2355" y="935"/>
                  </a:lnTo>
                  <a:lnTo>
                    <a:pt x="2389" y="935"/>
                  </a:lnTo>
                  <a:cubicBezTo>
                    <a:pt x="2423" y="935"/>
                    <a:pt x="2458" y="901"/>
                    <a:pt x="2458" y="867"/>
                  </a:cubicBezTo>
                  <a:cubicBezTo>
                    <a:pt x="2458" y="833"/>
                    <a:pt x="2458" y="799"/>
                    <a:pt x="2389" y="765"/>
                  </a:cubicBezTo>
                  <a:lnTo>
                    <a:pt x="2287" y="731"/>
                  </a:lnTo>
                  <a:close/>
                  <a:moveTo>
                    <a:pt x="2833" y="901"/>
                  </a:moveTo>
                  <a:cubicBezTo>
                    <a:pt x="2799" y="901"/>
                    <a:pt x="2731" y="935"/>
                    <a:pt x="2731" y="970"/>
                  </a:cubicBezTo>
                  <a:cubicBezTo>
                    <a:pt x="2696" y="1004"/>
                    <a:pt x="2731" y="1072"/>
                    <a:pt x="2799" y="1072"/>
                  </a:cubicBezTo>
                  <a:lnTo>
                    <a:pt x="2901" y="1106"/>
                  </a:lnTo>
                  <a:lnTo>
                    <a:pt x="2935" y="1106"/>
                  </a:lnTo>
                  <a:cubicBezTo>
                    <a:pt x="2969" y="1106"/>
                    <a:pt x="3003" y="1106"/>
                    <a:pt x="3003" y="1072"/>
                  </a:cubicBezTo>
                  <a:cubicBezTo>
                    <a:pt x="3003" y="1004"/>
                    <a:pt x="3003" y="970"/>
                    <a:pt x="2935" y="970"/>
                  </a:cubicBezTo>
                  <a:lnTo>
                    <a:pt x="2833" y="901"/>
                  </a:lnTo>
                  <a:close/>
                  <a:moveTo>
                    <a:pt x="3343" y="1092"/>
                  </a:moveTo>
                  <a:cubicBezTo>
                    <a:pt x="3311" y="1092"/>
                    <a:pt x="3276" y="1116"/>
                    <a:pt x="3276" y="1140"/>
                  </a:cubicBezTo>
                  <a:cubicBezTo>
                    <a:pt x="3242" y="1208"/>
                    <a:pt x="3276" y="1243"/>
                    <a:pt x="3311" y="1277"/>
                  </a:cubicBezTo>
                  <a:lnTo>
                    <a:pt x="3447" y="1311"/>
                  </a:lnTo>
                  <a:cubicBezTo>
                    <a:pt x="3481" y="1311"/>
                    <a:pt x="3515" y="1277"/>
                    <a:pt x="3549" y="1243"/>
                  </a:cubicBezTo>
                  <a:cubicBezTo>
                    <a:pt x="3549" y="1208"/>
                    <a:pt x="3549" y="1140"/>
                    <a:pt x="3481" y="1140"/>
                  </a:cubicBezTo>
                  <a:lnTo>
                    <a:pt x="3379" y="1106"/>
                  </a:lnTo>
                  <a:cubicBezTo>
                    <a:pt x="3369" y="1096"/>
                    <a:pt x="3356" y="1092"/>
                    <a:pt x="3343" y="1092"/>
                  </a:cubicBezTo>
                  <a:close/>
                  <a:moveTo>
                    <a:pt x="3925" y="1277"/>
                  </a:moveTo>
                  <a:cubicBezTo>
                    <a:pt x="3891" y="1277"/>
                    <a:pt x="3822" y="1277"/>
                    <a:pt x="3822" y="1345"/>
                  </a:cubicBezTo>
                  <a:cubicBezTo>
                    <a:pt x="3788" y="1379"/>
                    <a:pt x="3822" y="1447"/>
                    <a:pt x="3857" y="1447"/>
                  </a:cubicBezTo>
                  <a:lnTo>
                    <a:pt x="3959" y="1481"/>
                  </a:lnTo>
                  <a:lnTo>
                    <a:pt x="3993" y="1481"/>
                  </a:lnTo>
                  <a:cubicBezTo>
                    <a:pt x="4027" y="1481"/>
                    <a:pt x="4061" y="1481"/>
                    <a:pt x="4095" y="1413"/>
                  </a:cubicBezTo>
                  <a:cubicBezTo>
                    <a:pt x="4095" y="1379"/>
                    <a:pt x="4061" y="1345"/>
                    <a:pt x="4027" y="1311"/>
                  </a:cubicBezTo>
                  <a:lnTo>
                    <a:pt x="3925" y="1277"/>
                  </a:lnTo>
                  <a:close/>
                  <a:moveTo>
                    <a:pt x="4420" y="1467"/>
                  </a:moveTo>
                  <a:cubicBezTo>
                    <a:pt x="4385" y="1467"/>
                    <a:pt x="4368" y="1491"/>
                    <a:pt x="4368" y="1516"/>
                  </a:cubicBezTo>
                  <a:cubicBezTo>
                    <a:pt x="4334" y="1550"/>
                    <a:pt x="4368" y="1618"/>
                    <a:pt x="4403" y="1618"/>
                  </a:cubicBezTo>
                  <a:lnTo>
                    <a:pt x="4505" y="1652"/>
                  </a:lnTo>
                  <a:cubicBezTo>
                    <a:pt x="4539" y="1686"/>
                    <a:pt x="4539" y="1686"/>
                    <a:pt x="4539" y="1686"/>
                  </a:cubicBezTo>
                  <a:cubicBezTo>
                    <a:pt x="4573" y="1686"/>
                    <a:pt x="4607" y="1652"/>
                    <a:pt x="4641" y="1618"/>
                  </a:cubicBezTo>
                  <a:cubicBezTo>
                    <a:pt x="4641" y="1584"/>
                    <a:pt x="4607" y="1516"/>
                    <a:pt x="4573" y="1516"/>
                  </a:cubicBezTo>
                  <a:lnTo>
                    <a:pt x="4471" y="1481"/>
                  </a:lnTo>
                  <a:cubicBezTo>
                    <a:pt x="4451" y="1471"/>
                    <a:pt x="4434" y="1467"/>
                    <a:pt x="4420" y="1467"/>
                  </a:cubicBezTo>
                  <a:close/>
                  <a:moveTo>
                    <a:pt x="4969" y="1639"/>
                  </a:moveTo>
                  <a:cubicBezTo>
                    <a:pt x="4933" y="1639"/>
                    <a:pt x="4914" y="1670"/>
                    <a:pt x="4914" y="1720"/>
                  </a:cubicBezTo>
                  <a:cubicBezTo>
                    <a:pt x="4880" y="1754"/>
                    <a:pt x="4914" y="1789"/>
                    <a:pt x="4949" y="1823"/>
                  </a:cubicBezTo>
                  <a:lnTo>
                    <a:pt x="5051" y="1857"/>
                  </a:lnTo>
                  <a:lnTo>
                    <a:pt x="5085" y="1857"/>
                  </a:lnTo>
                  <a:cubicBezTo>
                    <a:pt x="5119" y="1857"/>
                    <a:pt x="5153" y="1823"/>
                    <a:pt x="5153" y="1789"/>
                  </a:cubicBezTo>
                  <a:cubicBezTo>
                    <a:pt x="5187" y="1754"/>
                    <a:pt x="5153" y="1686"/>
                    <a:pt x="5119" y="1686"/>
                  </a:cubicBezTo>
                  <a:lnTo>
                    <a:pt x="5017" y="1652"/>
                  </a:lnTo>
                  <a:cubicBezTo>
                    <a:pt x="4998" y="1643"/>
                    <a:pt x="4983" y="1639"/>
                    <a:pt x="4969" y="1639"/>
                  </a:cubicBezTo>
                  <a:close/>
                  <a:moveTo>
                    <a:pt x="5153" y="2096"/>
                  </a:moveTo>
                  <a:cubicBezTo>
                    <a:pt x="5085" y="2096"/>
                    <a:pt x="5051" y="2130"/>
                    <a:pt x="5051" y="2198"/>
                  </a:cubicBezTo>
                  <a:lnTo>
                    <a:pt x="5051" y="2300"/>
                  </a:lnTo>
                  <a:cubicBezTo>
                    <a:pt x="5051" y="2335"/>
                    <a:pt x="5085" y="2369"/>
                    <a:pt x="5153" y="2369"/>
                  </a:cubicBezTo>
                  <a:cubicBezTo>
                    <a:pt x="5187" y="2369"/>
                    <a:pt x="5221" y="2335"/>
                    <a:pt x="5221" y="2300"/>
                  </a:cubicBezTo>
                  <a:lnTo>
                    <a:pt x="5221" y="2198"/>
                  </a:lnTo>
                  <a:cubicBezTo>
                    <a:pt x="5221" y="2130"/>
                    <a:pt x="5187" y="2096"/>
                    <a:pt x="5153" y="2096"/>
                  </a:cubicBezTo>
                  <a:close/>
                  <a:moveTo>
                    <a:pt x="5153" y="2676"/>
                  </a:moveTo>
                  <a:cubicBezTo>
                    <a:pt x="5085" y="2676"/>
                    <a:pt x="5051" y="2710"/>
                    <a:pt x="5051" y="2744"/>
                  </a:cubicBezTo>
                  <a:lnTo>
                    <a:pt x="5051" y="2880"/>
                  </a:lnTo>
                  <a:cubicBezTo>
                    <a:pt x="5051" y="2915"/>
                    <a:pt x="5085" y="2949"/>
                    <a:pt x="5153" y="2949"/>
                  </a:cubicBezTo>
                  <a:cubicBezTo>
                    <a:pt x="5187" y="2949"/>
                    <a:pt x="5221" y="2915"/>
                    <a:pt x="5221" y="2880"/>
                  </a:cubicBezTo>
                  <a:lnTo>
                    <a:pt x="5221" y="2744"/>
                  </a:lnTo>
                  <a:cubicBezTo>
                    <a:pt x="5221" y="2710"/>
                    <a:pt x="5187" y="2676"/>
                    <a:pt x="5153" y="2676"/>
                  </a:cubicBezTo>
                  <a:close/>
                  <a:moveTo>
                    <a:pt x="5153" y="3256"/>
                  </a:moveTo>
                  <a:cubicBezTo>
                    <a:pt x="5085" y="3256"/>
                    <a:pt x="5051" y="3290"/>
                    <a:pt x="5051" y="3324"/>
                  </a:cubicBezTo>
                  <a:lnTo>
                    <a:pt x="5051" y="3426"/>
                  </a:lnTo>
                  <a:cubicBezTo>
                    <a:pt x="5051" y="3495"/>
                    <a:pt x="5085" y="3529"/>
                    <a:pt x="5153" y="3529"/>
                  </a:cubicBezTo>
                  <a:cubicBezTo>
                    <a:pt x="5187" y="3529"/>
                    <a:pt x="5221" y="3495"/>
                    <a:pt x="5221" y="3426"/>
                  </a:cubicBezTo>
                  <a:lnTo>
                    <a:pt x="5221" y="3324"/>
                  </a:lnTo>
                  <a:cubicBezTo>
                    <a:pt x="5221" y="3290"/>
                    <a:pt x="5187" y="3256"/>
                    <a:pt x="5153" y="3256"/>
                  </a:cubicBezTo>
                  <a:close/>
                  <a:moveTo>
                    <a:pt x="5153" y="3802"/>
                  </a:moveTo>
                  <a:cubicBezTo>
                    <a:pt x="5085" y="3802"/>
                    <a:pt x="5051" y="3870"/>
                    <a:pt x="5051" y="3904"/>
                  </a:cubicBezTo>
                  <a:lnTo>
                    <a:pt x="5051" y="4007"/>
                  </a:lnTo>
                  <a:cubicBezTo>
                    <a:pt x="5051" y="4075"/>
                    <a:pt x="5085" y="4109"/>
                    <a:pt x="5153" y="4109"/>
                  </a:cubicBezTo>
                  <a:cubicBezTo>
                    <a:pt x="5187" y="4109"/>
                    <a:pt x="5221" y="4075"/>
                    <a:pt x="5221" y="4007"/>
                  </a:cubicBezTo>
                  <a:lnTo>
                    <a:pt x="5221" y="3904"/>
                  </a:lnTo>
                  <a:cubicBezTo>
                    <a:pt x="5221" y="3870"/>
                    <a:pt x="5187" y="3802"/>
                    <a:pt x="5153" y="3802"/>
                  </a:cubicBezTo>
                  <a:close/>
                  <a:moveTo>
                    <a:pt x="5153" y="4382"/>
                  </a:moveTo>
                  <a:cubicBezTo>
                    <a:pt x="5085" y="4382"/>
                    <a:pt x="5051" y="4416"/>
                    <a:pt x="5051" y="4484"/>
                  </a:cubicBezTo>
                  <a:lnTo>
                    <a:pt x="5051" y="4587"/>
                  </a:lnTo>
                  <a:cubicBezTo>
                    <a:pt x="5051" y="4621"/>
                    <a:pt x="5085" y="4689"/>
                    <a:pt x="5153" y="4689"/>
                  </a:cubicBezTo>
                  <a:cubicBezTo>
                    <a:pt x="5187" y="4689"/>
                    <a:pt x="5221" y="4621"/>
                    <a:pt x="5221" y="4587"/>
                  </a:cubicBezTo>
                  <a:lnTo>
                    <a:pt x="5221" y="4484"/>
                  </a:lnTo>
                  <a:cubicBezTo>
                    <a:pt x="5221" y="4416"/>
                    <a:pt x="5187" y="4382"/>
                    <a:pt x="5153" y="4382"/>
                  </a:cubicBezTo>
                  <a:close/>
                  <a:moveTo>
                    <a:pt x="5153" y="4962"/>
                  </a:moveTo>
                  <a:cubicBezTo>
                    <a:pt x="5085" y="4962"/>
                    <a:pt x="5051" y="4996"/>
                    <a:pt x="5051" y="5030"/>
                  </a:cubicBezTo>
                  <a:lnTo>
                    <a:pt x="5051" y="5167"/>
                  </a:lnTo>
                  <a:cubicBezTo>
                    <a:pt x="5051" y="5201"/>
                    <a:pt x="5085" y="5235"/>
                    <a:pt x="5153" y="5235"/>
                  </a:cubicBezTo>
                  <a:cubicBezTo>
                    <a:pt x="5187" y="5235"/>
                    <a:pt x="5221" y="5201"/>
                    <a:pt x="5221" y="5167"/>
                  </a:cubicBezTo>
                  <a:lnTo>
                    <a:pt x="5221" y="5030"/>
                  </a:lnTo>
                  <a:cubicBezTo>
                    <a:pt x="5221" y="4996"/>
                    <a:pt x="5187" y="4962"/>
                    <a:pt x="5153" y="4962"/>
                  </a:cubicBezTo>
                  <a:close/>
                  <a:moveTo>
                    <a:pt x="5153" y="5542"/>
                  </a:moveTo>
                  <a:cubicBezTo>
                    <a:pt x="5085" y="5542"/>
                    <a:pt x="5051" y="5576"/>
                    <a:pt x="5051" y="5610"/>
                  </a:cubicBezTo>
                  <a:lnTo>
                    <a:pt x="5051" y="5747"/>
                  </a:lnTo>
                  <a:cubicBezTo>
                    <a:pt x="5051" y="5781"/>
                    <a:pt x="5085" y="5815"/>
                    <a:pt x="5153" y="5815"/>
                  </a:cubicBezTo>
                  <a:cubicBezTo>
                    <a:pt x="5187" y="5815"/>
                    <a:pt x="5221" y="5781"/>
                    <a:pt x="5221" y="5747"/>
                  </a:cubicBezTo>
                  <a:lnTo>
                    <a:pt x="5221" y="5610"/>
                  </a:lnTo>
                  <a:cubicBezTo>
                    <a:pt x="5221" y="5576"/>
                    <a:pt x="5187" y="5542"/>
                    <a:pt x="5153" y="5542"/>
                  </a:cubicBezTo>
                  <a:close/>
                  <a:moveTo>
                    <a:pt x="5153" y="6122"/>
                  </a:moveTo>
                  <a:cubicBezTo>
                    <a:pt x="5085" y="6122"/>
                    <a:pt x="5051" y="6156"/>
                    <a:pt x="5051" y="6190"/>
                  </a:cubicBezTo>
                  <a:lnTo>
                    <a:pt x="5051" y="6293"/>
                  </a:lnTo>
                  <a:cubicBezTo>
                    <a:pt x="5051" y="6361"/>
                    <a:pt x="5085" y="6395"/>
                    <a:pt x="5153" y="6395"/>
                  </a:cubicBezTo>
                  <a:cubicBezTo>
                    <a:pt x="5187" y="6395"/>
                    <a:pt x="5221" y="6361"/>
                    <a:pt x="5221" y="6293"/>
                  </a:cubicBezTo>
                  <a:lnTo>
                    <a:pt x="5221" y="6190"/>
                  </a:lnTo>
                  <a:cubicBezTo>
                    <a:pt x="5221" y="6156"/>
                    <a:pt x="5187" y="6122"/>
                    <a:pt x="5153" y="6122"/>
                  </a:cubicBezTo>
                  <a:close/>
                  <a:moveTo>
                    <a:pt x="5153" y="6668"/>
                  </a:moveTo>
                  <a:cubicBezTo>
                    <a:pt x="5085" y="6668"/>
                    <a:pt x="5051" y="6702"/>
                    <a:pt x="5051" y="6771"/>
                  </a:cubicBezTo>
                  <a:lnTo>
                    <a:pt x="5051" y="6873"/>
                  </a:lnTo>
                  <a:cubicBezTo>
                    <a:pt x="5051" y="6941"/>
                    <a:pt x="5085" y="6975"/>
                    <a:pt x="5153" y="6975"/>
                  </a:cubicBezTo>
                  <a:cubicBezTo>
                    <a:pt x="5187" y="6975"/>
                    <a:pt x="5221" y="6941"/>
                    <a:pt x="5221" y="6873"/>
                  </a:cubicBezTo>
                  <a:lnTo>
                    <a:pt x="5221" y="6771"/>
                  </a:lnTo>
                  <a:cubicBezTo>
                    <a:pt x="5221" y="6702"/>
                    <a:pt x="5187" y="6668"/>
                    <a:pt x="5153" y="6668"/>
                  </a:cubicBezTo>
                  <a:close/>
                  <a:moveTo>
                    <a:pt x="5153" y="7248"/>
                  </a:moveTo>
                  <a:cubicBezTo>
                    <a:pt x="5085" y="7248"/>
                    <a:pt x="5051" y="7282"/>
                    <a:pt x="5051" y="7351"/>
                  </a:cubicBezTo>
                  <a:lnTo>
                    <a:pt x="5051" y="7453"/>
                  </a:lnTo>
                  <a:cubicBezTo>
                    <a:pt x="5051" y="7487"/>
                    <a:pt x="5085" y="7521"/>
                    <a:pt x="5153" y="7521"/>
                  </a:cubicBezTo>
                  <a:cubicBezTo>
                    <a:pt x="5187" y="7521"/>
                    <a:pt x="5221" y="7487"/>
                    <a:pt x="5221" y="7453"/>
                  </a:cubicBezTo>
                  <a:lnTo>
                    <a:pt x="5221" y="7351"/>
                  </a:lnTo>
                  <a:cubicBezTo>
                    <a:pt x="5221" y="7282"/>
                    <a:pt x="5187" y="7248"/>
                    <a:pt x="5153" y="7248"/>
                  </a:cubicBezTo>
                  <a:close/>
                  <a:moveTo>
                    <a:pt x="5153" y="7828"/>
                  </a:moveTo>
                  <a:cubicBezTo>
                    <a:pt x="5085" y="7828"/>
                    <a:pt x="5051" y="7862"/>
                    <a:pt x="5051" y="7897"/>
                  </a:cubicBezTo>
                  <a:lnTo>
                    <a:pt x="5051" y="8033"/>
                  </a:lnTo>
                  <a:cubicBezTo>
                    <a:pt x="5051" y="8067"/>
                    <a:pt x="5085" y="8101"/>
                    <a:pt x="5153" y="8101"/>
                  </a:cubicBezTo>
                  <a:cubicBezTo>
                    <a:pt x="5187" y="8101"/>
                    <a:pt x="5221" y="8067"/>
                    <a:pt x="5221" y="8033"/>
                  </a:cubicBezTo>
                  <a:lnTo>
                    <a:pt x="5221" y="7897"/>
                  </a:lnTo>
                  <a:cubicBezTo>
                    <a:pt x="5221" y="7862"/>
                    <a:pt x="5187" y="7828"/>
                    <a:pt x="5153" y="7828"/>
                  </a:cubicBezTo>
                  <a:close/>
                  <a:moveTo>
                    <a:pt x="5153" y="8408"/>
                  </a:moveTo>
                  <a:cubicBezTo>
                    <a:pt x="5085" y="8408"/>
                    <a:pt x="5051" y="8443"/>
                    <a:pt x="5051" y="8477"/>
                  </a:cubicBezTo>
                  <a:lnTo>
                    <a:pt x="5051" y="8579"/>
                  </a:lnTo>
                  <a:cubicBezTo>
                    <a:pt x="5051" y="8647"/>
                    <a:pt x="5085" y="8681"/>
                    <a:pt x="5153" y="8681"/>
                  </a:cubicBezTo>
                  <a:cubicBezTo>
                    <a:pt x="5187" y="8681"/>
                    <a:pt x="5221" y="8647"/>
                    <a:pt x="5221" y="8579"/>
                  </a:cubicBezTo>
                  <a:lnTo>
                    <a:pt x="5221" y="8477"/>
                  </a:lnTo>
                  <a:cubicBezTo>
                    <a:pt x="5221" y="8443"/>
                    <a:pt x="5187" y="8408"/>
                    <a:pt x="5153" y="8408"/>
                  </a:cubicBezTo>
                  <a:close/>
                  <a:moveTo>
                    <a:pt x="5153" y="8954"/>
                  </a:moveTo>
                  <a:cubicBezTo>
                    <a:pt x="5085" y="8954"/>
                    <a:pt x="5051" y="9023"/>
                    <a:pt x="5051" y="9057"/>
                  </a:cubicBezTo>
                  <a:lnTo>
                    <a:pt x="5051" y="9159"/>
                  </a:lnTo>
                  <a:cubicBezTo>
                    <a:pt x="5051" y="9227"/>
                    <a:pt x="5085" y="9261"/>
                    <a:pt x="5153" y="9261"/>
                  </a:cubicBezTo>
                  <a:cubicBezTo>
                    <a:pt x="5187" y="9261"/>
                    <a:pt x="5221" y="9227"/>
                    <a:pt x="5221" y="9159"/>
                  </a:cubicBezTo>
                  <a:lnTo>
                    <a:pt x="5221" y="9057"/>
                  </a:lnTo>
                  <a:cubicBezTo>
                    <a:pt x="5221" y="9023"/>
                    <a:pt x="5187" y="8954"/>
                    <a:pt x="5153" y="8954"/>
                  </a:cubicBezTo>
                  <a:close/>
                  <a:moveTo>
                    <a:pt x="5153" y="9534"/>
                  </a:moveTo>
                  <a:cubicBezTo>
                    <a:pt x="5085" y="9534"/>
                    <a:pt x="5051" y="9569"/>
                    <a:pt x="5051" y="9637"/>
                  </a:cubicBezTo>
                  <a:lnTo>
                    <a:pt x="5051" y="9739"/>
                  </a:lnTo>
                  <a:cubicBezTo>
                    <a:pt x="5051" y="9773"/>
                    <a:pt x="5085" y="9842"/>
                    <a:pt x="5153" y="9842"/>
                  </a:cubicBezTo>
                  <a:cubicBezTo>
                    <a:pt x="5187" y="9842"/>
                    <a:pt x="5221" y="9773"/>
                    <a:pt x="5221" y="9739"/>
                  </a:cubicBezTo>
                  <a:lnTo>
                    <a:pt x="5221" y="9637"/>
                  </a:lnTo>
                  <a:cubicBezTo>
                    <a:pt x="5221" y="9569"/>
                    <a:pt x="5187" y="9534"/>
                    <a:pt x="5153" y="9534"/>
                  </a:cubicBezTo>
                  <a:close/>
                  <a:moveTo>
                    <a:pt x="5153" y="10115"/>
                  </a:moveTo>
                  <a:cubicBezTo>
                    <a:pt x="5085" y="10115"/>
                    <a:pt x="5051" y="10149"/>
                    <a:pt x="5051" y="10183"/>
                  </a:cubicBezTo>
                  <a:lnTo>
                    <a:pt x="5051" y="10319"/>
                  </a:lnTo>
                  <a:cubicBezTo>
                    <a:pt x="5051" y="10353"/>
                    <a:pt x="5085" y="10388"/>
                    <a:pt x="5153" y="10388"/>
                  </a:cubicBezTo>
                  <a:cubicBezTo>
                    <a:pt x="5187" y="10388"/>
                    <a:pt x="5221" y="10353"/>
                    <a:pt x="5221" y="10319"/>
                  </a:cubicBezTo>
                  <a:lnTo>
                    <a:pt x="5221" y="10183"/>
                  </a:lnTo>
                  <a:cubicBezTo>
                    <a:pt x="5221" y="10149"/>
                    <a:pt x="5187" y="10115"/>
                    <a:pt x="5153" y="10115"/>
                  </a:cubicBezTo>
                  <a:close/>
                  <a:moveTo>
                    <a:pt x="5153" y="10695"/>
                  </a:moveTo>
                  <a:cubicBezTo>
                    <a:pt x="5085" y="10695"/>
                    <a:pt x="5051" y="10729"/>
                    <a:pt x="5051" y="10763"/>
                  </a:cubicBezTo>
                  <a:lnTo>
                    <a:pt x="5051" y="10899"/>
                  </a:lnTo>
                  <a:cubicBezTo>
                    <a:pt x="5051" y="10934"/>
                    <a:pt x="5085" y="10968"/>
                    <a:pt x="5153" y="10968"/>
                  </a:cubicBezTo>
                  <a:cubicBezTo>
                    <a:pt x="5187" y="10968"/>
                    <a:pt x="5221" y="10934"/>
                    <a:pt x="5221" y="10899"/>
                  </a:cubicBezTo>
                  <a:lnTo>
                    <a:pt x="5221" y="10763"/>
                  </a:lnTo>
                  <a:cubicBezTo>
                    <a:pt x="5221" y="10729"/>
                    <a:pt x="5187" y="10695"/>
                    <a:pt x="5153" y="10695"/>
                  </a:cubicBezTo>
                  <a:close/>
                  <a:moveTo>
                    <a:pt x="5153" y="11241"/>
                  </a:moveTo>
                  <a:cubicBezTo>
                    <a:pt x="5085" y="11241"/>
                    <a:pt x="5051" y="11309"/>
                    <a:pt x="5051" y="11343"/>
                  </a:cubicBezTo>
                  <a:lnTo>
                    <a:pt x="5051" y="11445"/>
                  </a:lnTo>
                  <a:cubicBezTo>
                    <a:pt x="5051" y="11514"/>
                    <a:pt x="5085" y="11548"/>
                    <a:pt x="5153" y="11548"/>
                  </a:cubicBezTo>
                  <a:cubicBezTo>
                    <a:pt x="5187" y="11548"/>
                    <a:pt x="5221" y="11514"/>
                    <a:pt x="5221" y="11445"/>
                  </a:cubicBezTo>
                  <a:lnTo>
                    <a:pt x="5221" y="11343"/>
                  </a:lnTo>
                  <a:cubicBezTo>
                    <a:pt x="5221" y="11309"/>
                    <a:pt x="5187" y="11241"/>
                    <a:pt x="5153" y="11241"/>
                  </a:cubicBezTo>
                  <a:close/>
                  <a:moveTo>
                    <a:pt x="5153" y="11821"/>
                  </a:moveTo>
                  <a:cubicBezTo>
                    <a:pt x="5085" y="11821"/>
                    <a:pt x="5051" y="11855"/>
                    <a:pt x="5051" y="11923"/>
                  </a:cubicBezTo>
                  <a:lnTo>
                    <a:pt x="5051" y="12025"/>
                  </a:lnTo>
                  <a:cubicBezTo>
                    <a:pt x="5051" y="12094"/>
                    <a:pt x="5085" y="12128"/>
                    <a:pt x="5153" y="12128"/>
                  </a:cubicBezTo>
                  <a:cubicBezTo>
                    <a:pt x="5187" y="12128"/>
                    <a:pt x="5221" y="12094"/>
                    <a:pt x="5221" y="12025"/>
                  </a:cubicBezTo>
                  <a:lnTo>
                    <a:pt x="5221" y="11923"/>
                  </a:lnTo>
                  <a:cubicBezTo>
                    <a:pt x="5221" y="11855"/>
                    <a:pt x="5187" y="11821"/>
                    <a:pt x="5153" y="11821"/>
                  </a:cubicBezTo>
                  <a:close/>
                  <a:moveTo>
                    <a:pt x="5153" y="12401"/>
                  </a:moveTo>
                  <a:cubicBezTo>
                    <a:pt x="5085" y="12401"/>
                    <a:pt x="5051" y="12435"/>
                    <a:pt x="5051" y="12503"/>
                  </a:cubicBezTo>
                  <a:lnTo>
                    <a:pt x="5051" y="12606"/>
                  </a:lnTo>
                  <a:cubicBezTo>
                    <a:pt x="5051" y="12640"/>
                    <a:pt x="5085" y="12674"/>
                    <a:pt x="5153" y="12674"/>
                  </a:cubicBezTo>
                  <a:cubicBezTo>
                    <a:pt x="5187" y="12674"/>
                    <a:pt x="5221" y="12640"/>
                    <a:pt x="5221" y="12606"/>
                  </a:cubicBezTo>
                  <a:lnTo>
                    <a:pt x="5221" y="12503"/>
                  </a:lnTo>
                  <a:cubicBezTo>
                    <a:pt x="5221" y="12435"/>
                    <a:pt x="5187" y="12401"/>
                    <a:pt x="5153" y="12401"/>
                  </a:cubicBezTo>
                  <a:close/>
                  <a:moveTo>
                    <a:pt x="5153" y="12981"/>
                  </a:moveTo>
                  <a:cubicBezTo>
                    <a:pt x="5085" y="12981"/>
                    <a:pt x="5051" y="13015"/>
                    <a:pt x="5051" y="13049"/>
                  </a:cubicBezTo>
                  <a:lnTo>
                    <a:pt x="5051" y="13186"/>
                  </a:lnTo>
                  <a:cubicBezTo>
                    <a:pt x="5051" y="13220"/>
                    <a:pt x="5085" y="13254"/>
                    <a:pt x="5153" y="13254"/>
                  </a:cubicBezTo>
                  <a:cubicBezTo>
                    <a:pt x="5187" y="13254"/>
                    <a:pt x="5221" y="13220"/>
                    <a:pt x="5221" y="13186"/>
                  </a:cubicBezTo>
                  <a:lnTo>
                    <a:pt x="5221" y="13049"/>
                  </a:lnTo>
                  <a:cubicBezTo>
                    <a:pt x="5221" y="13015"/>
                    <a:pt x="5187" y="12981"/>
                    <a:pt x="5153" y="12981"/>
                  </a:cubicBezTo>
                  <a:close/>
                  <a:moveTo>
                    <a:pt x="5153" y="13561"/>
                  </a:moveTo>
                  <a:cubicBezTo>
                    <a:pt x="5085" y="13561"/>
                    <a:pt x="5051" y="13595"/>
                    <a:pt x="5051" y="13629"/>
                  </a:cubicBezTo>
                  <a:lnTo>
                    <a:pt x="5051" y="13732"/>
                  </a:lnTo>
                  <a:cubicBezTo>
                    <a:pt x="5051" y="13800"/>
                    <a:pt x="5085" y="13834"/>
                    <a:pt x="5153" y="13834"/>
                  </a:cubicBezTo>
                  <a:cubicBezTo>
                    <a:pt x="5187" y="13834"/>
                    <a:pt x="5221" y="13800"/>
                    <a:pt x="5221" y="13732"/>
                  </a:cubicBezTo>
                  <a:lnTo>
                    <a:pt x="5221" y="13629"/>
                  </a:lnTo>
                  <a:cubicBezTo>
                    <a:pt x="5221" y="13595"/>
                    <a:pt x="5187" y="13561"/>
                    <a:pt x="5153" y="13561"/>
                  </a:cubicBezTo>
                  <a:close/>
                  <a:moveTo>
                    <a:pt x="5153" y="14107"/>
                  </a:moveTo>
                  <a:cubicBezTo>
                    <a:pt x="5085" y="14107"/>
                    <a:pt x="5051" y="14141"/>
                    <a:pt x="5051" y="14209"/>
                  </a:cubicBezTo>
                  <a:lnTo>
                    <a:pt x="5051" y="14312"/>
                  </a:lnTo>
                  <a:cubicBezTo>
                    <a:pt x="5051" y="14380"/>
                    <a:pt x="5085" y="14414"/>
                    <a:pt x="5153" y="14414"/>
                  </a:cubicBezTo>
                  <a:cubicBezTo>
                    <a:pt x="5187" y="14414"/>
                    <a:pt x="5221" y="14380"/>
                    <a:pt x="5221" y="14312"/>
                  </a:cubicBezTo>
                  <a:lnTo>
                    <a:pt x="5221" y="14209"/>
                  </a:lnTo>
                  <a:cubicBezTo>
                    <a:pt x="5221" y="14175"/>
                    <a:pt x="5187" y="14107"/>
                    <a:pt x="5153" y="14107"/>
                  </a:cubicBezTo>
                  <a:close/>
                  <a:moveTo>
                    <a:pt x="5153" y="14687"/>
                  </a:moveTo>
                  <a:cubicBezTo>
                    <a:pt x="5085" y="14687"/>
                    <a:pt x="5051" y="14721"/>
                    <a:pt x="5051" y="14789"/>
                  </a:cubicBezTo>
                  <a:lnTo>
                    <a:pt x="5051" y="14892"/>
                  </a:lnTo>
                  <a:cubicBezTo>
                    <a:pt x="5051" y="14926"/>
                    <a:pt x="5085" y="14994"/>
                    <a:pt x="5153" y="14994"/>
                  </a:cubicBezTo>
                  <a:cubicBezTo>
                    <a:pt x="5187" y="14994"/>
                    <a:pt x="5221" y="14926"/>
                    <a:pt x="5221" y="14892"/>
                  </a:cubicBezTo>
                  <a:lnTo>
                    <a:pt x="5221" y="14789"/>
                  </a:lnTo>
                  <a:cubicBezTo>
                    <a:pt x="5221" y="14721"/>
                    <a:pt x="5187" y="14687"/>
                    <a:pt x="5153" y="14687"/>
                  </a:cubicBezTo>
                  <a:close/>
                  <a:moveTo>
                    <a:pt x="5153" y="15267"/>
                  </a:moveTo>
                  <a:cubicBezTo>
                    <a:pt x="5085" y="15267"/>
                    <a:pt x="5051" y="15301"/>
                    <a:pt x="5051" y="15335"/>
                  </a:cubicBezTo>
                  <a:lnTo>
                    <a:pt x="5051" y="15472"/>
                  </a:lnTo>
                  <a:cubicBezTo>
                    <a:pt x="5051" y="15506"/>
                    <a:pt x="5085" y="15540"/>
                    <a:pt x="5153" y="15540"/>
                  </a:cubicBezTo>
                  <a:cubicBezTo>
                    <a:pt x="5187" y="15540"/>
                    <a:pt x="5221" y="15506"/>
                    <a:pt x="5221" y="15472"/>
                  </a:cubicBezTo>
                  <a:lnTo>
                    <a:pt x="5221" y="15335"/>
                  </a:lnTo>
                  <a:cubicBezTo>
                    <a:pt x="5221" y="15301"/>
                    <a:pt x="5187" y="15267"/>
                    <a:pt x="5153" y="15267"/>
                  </a:cubicBezTo>
                  <a:close/>
                  <a:moveTo>
                    <a:pt x="5153" y="15847"/>
                  </a:moveTo>
                  <a:cubicBezTo>
                    <a:pt x="5085" y="15847"/>
                    <a:pt x="5051" y="15881"/>
                    <a:pt x="5051" y="15916"/>
                  </a:cubicBezTo>
                  <a:lnTo>
                    <a:pt x="5051" y="16052"/>
                  </a:lnTo>
                  <a:cubicBezTo>
                    <a:pt x="5051" y="16086"/>
                    <a:pt x="5085" y="16120"/>
                    <a:pt x="5153" y="16120"/>
                  </a:cubicBezTo>
                  <a:cubicBezTo>
                    <a:pt x="5187" y="16120"/>
                    <a:pt x="5221" y="16086"/>
                    <a:pt x="5221" y="16052"/>
                  </a:cubicBezTo>
                  <a:lnTo>
                    <a:pt x="5221" y="15916"/>
                  </a:lnTo>
                  <a:cubicBezTo>
                    <a:pt x="5221" y="15881"/>
                    <a:pt x="5187" y="15847"/>
                    <a:pt x="5153" y="15847"/>
                  </a:cubicBezTo>
                  <a:close/>
                  <a:moveTo>
                    <a:pt x="5153" y="16393"/>
                  </a:moveTo>
                  <a:cubicBezTo>
                    <a:pt x="5085" y="16393"/>
                    <a:pt x="5051" y="16461"/>
                    <a:pt x="5051" y="16496"/>
                  </a:cubicBezTo>
                  <a:lnTo>
                    <a:pt x="5051" y="16598"/>
                  </a:lnTo>
                  <a:cubicBezTo>
                    <a:pt x="5051" y="16666"/>
                    <a:pt x="5085" y="16700"/>
                    <a:pt x="5153" y="16700"/>
                  </a:cubicBezTo>
                  <a:cubicBezTo>
                    <a:pt x="5187" y="16700"/>
                    <a:pt x="5221" y="16666"/>
                    <a:pt x="5221" y="16598"/>
                  </a:cubicBezTo>
                  <a:lnTo>
                    <a:pt x="5221" y="16496"/>
                  </a:lnTo>
                  <a:cubicBezTo>
                    <a:pt x="5221" y="16461"/>
                    <a:pt x="5187" y="16393"/>
                    <a:pt x="5153" y="16393"/>
                  </a:cubicBezTo>
                  <a:close/>
                  <a:moveTo>
                    <a:pt x="5153" y="16973"/>
                  </a:moveTo>
                  <a:cubicBezTo>
                    <a:pt x="5085" y="16973"/>
                    <a:pt x="5051" y="17007"/>
                    <a:pt x="5051" y="17076"/>
                  </a:cubicBezTo>
                  <a:lnTo>
                    <a:pt x="5051" y="17178"/>
                  </a:lnTo>
                  <a:cubicBezTo>
                    <a:pt x="5051" y="17246"/>
                    <a:pt x="5085" y="17280"/>
                    <a:pt x="5153" y="17280"/>
                  </a:cubicBezTo>
                  <a:cubicBezTo>
                    <a:pt x="5187" y="17280"/>
                    <a:pt x="5221" y="17246"/>
                    <a:pt x="5221" y="17178"/>
                  </a:cubicBezTo>
                  <a:lnTo>
                    <a:pt x="5221" y="17076"/>
                  </a:lnTo>
                  <a:cubicBezTo>
                    <a:pt x="5221" y="17007"/>
                    <a:pt x="5187" y="16973"/>
                    <a:pt x="5153" y="16973"/>
                  </a:cubicBezTo>
                  <a:close/>
                  <a:moveTo>
                    <a:pt x="5153" y="17553"/>
                  </a:moveTo>
                  <a:cubicBezTo>
                    <a:pt x="5085" y="17553"/>
                    <a:pt x="5051" y="17588"/>
                    <a:pt x="5051" y="17656"/>
                  </a:cubicBezTo>
                  <a:lnTo>
                    <a:pt x="5051" y="17758"/>
                  </a:lnTo>
                  <a:cubicBezTo>
                    <a:pt x="5051" y="17792"/>
                    <a:pt x="5085" y="17826"/>
                    <a:pt x="5153" y="17826"/>
                  </a:cubicBezTo>
                  <a:cubicBezTo>
                    <a:pt x="5187" y="17826"/>
                    <a:pt x="5221" y="17792"/>
                    <a:pt x="5221" y="17758"/>
                  </a:cubicBezTo>
                  <a:lnTo>
                    <a:pt x="5221" y="17656"/>
                  </a:lnTo>
                  <a:cubicBezTo>
                    <a:pt x="5221" y="17588"/>
                    <a:pt x="5187" y="17553"/>
                    <a:pt x="5153" y="17553"/>
                  </a:cubicBezTo>
                  <a:close/>
                  <a:moveTo>
                    <a:pt x="5153" y="18134"/>
                  </a:moveTo>
                  <a:cubicBezTo>
                    <a:pt x="5085" y="18134"/>
                    <a:pt x="5051" y="18168"/>
                    <a:pt x="5051" y="18202"/>
                  </a:cubicBezTo>
                  <a:lnTo>
                    <a:pt x="5051" y="18338"/>
                  </a:lnTo>
                  <a:cubicBezTo>
                    <a:pt x="5051" y="18372"/>
                    <a:pt x="5085" y="18406"/>
                    <a:pt x="5153" y="18406"/>
                  </a:cubicBezTo>
                  <a:cubicBezTo>
                    <a:pt x="5187" y="18406"/>
                    <a:pt x="5221" y="18372"/>
                    <a:pt x="5221" y="18338"/>
                  </a:cubicBezTo>
                  <a:lnTo>
                    <a:pt x="5221" y="18202"/>
                  </a:lnTo>
                  <a:cubicBezTo>
                    <a:pt x="5221" y="18168"/>
                    <a:pt x="5187" y="18134"/>
                    <a:pt x="5153" y="18134"/>
                  </a:cubicBezTo>
                  <a:close/>
                  <a:moveTo>
                    <a:pt x="5153" y="18714"/>
                  </a:moveTo>
                  <a:cubicBezTo>
                    <a:pt x="5085" y="18714"/>
                    <a:pt x="5051" y="18748"/>
                    <a:pt x="5051" y="18782"/>
                  </a:cubicBezTo>
                  <a:lnTo>
                    <a:pt x="5051" y="18884"/>
                  </a:lnTo>
                  <a:cubicBezTo>
                    <a:pt x="5051" y="18952"/>
                    <a:pt x="5085" y="18987"/>
                    <a:pt x="5153" y="18987"/>
                  </a:cubicBezTo>
                  <a:cubicBezTo>
                    <a:pt x="5187" y="18987"/>
                    <a:pt x="5221" y="18952"/>
                    <a:pt x="5221" y="18884"/>
                  </a:cubicBezTo>
                  <a:lnTo>
                    <a:pt x="5221" y="18782"/>
                  </a:lnTo>
                  <a:cubicBezTo>
                    <a:pt x="5221" y="18748"/>
                    <a:pt x="5187" y="18714"/>
                    <a:pt x="5153" y="18714"/>
                  </a:cubicBezTo>
                  <a:close/>
                  <a:moveTo>
                    <a:pt x="5153" y="19260"/>
                  </a:moveTo>
                  <a:cubicBezTo>
                    <a:pt x="5085" y="19260"/>
                    <a:pt x="5051" y="19328"/>
                    <a:pt x="5051" y="19362"/>
                  </a:cubicBezTo>
                  <a:lnTo>
                    <a:pt x="5051" y="19464"/>
                  </a:lnTo>
                  <a:cubicBezTo>
                    <a:pt x="5051" y="19533"/>
                    <a:pt x="5085" y="19567"/>
                    <a:pt x="5153" y="19567"/>
                  </a:cubicBezTo>
                  <a:cubicBezTo>
                    <a:pt x="5187" y="19567"/>
                    <a:pt x="5221" y="19533"/>
                    <a:pt x="5221" y="19464"/>
                  </a:cubicBezTo>
                  <a:lnTo>
                    <a:pt x="5221" y="19362"/>
                  </a:lnTo>
                  <a:cubicBezTo>
                    <a:pt x="5221" y="19328"/>
                    <a:pt x="5187" y="19260"/>
                    <a:pt x="5153" y="19260"/>
                  </a:cubicBezTo>
                  <a:close/>
                  <a:moveTo>
                    <a:pt x="5153" y="19840"/>
                  </a:moveTo>
                  <a:cubicBezTo>
                    <a:pt x="5085" y="19840"/>
                    <a:pt x="5051" y="19874"/>
                    <a:pt x="5051" y="19942"/>
                  </a:cubicBezTo>
                  <a:lnTo>
                    <a:pt x="5051" y="20044"/>
                  </a:lnTo>
                  <a:cubicBezTo>
                    <a:pt x="5051" y="20079"/>
                    <a:pt x="5085" y="20147"/>
                    <a:pt x="5153" y="20147"/>
                  </a:cubicBezTo>
                  <a:cubicBezTo>
                    <a:pt x="5187" y="20147"/>
                    <a:pt x="5221" y="20079"/>
                    <a:pt x="5221" y="20044"/>
                  </a:cubicBezTo>
                  <a:lnTo>
                    <a:pt x="5221" y="19942"/>
                  </a:lnTo>
                  <a:cubicBezTo>
                    <a:pt x="5221" y="19874"/>
                    <a:pt x="5187" y="19840"/>
                    <a:pt x="5153" y="19840"/>
                  </a:cubicBezTo>
                  <a:close/>
                  <a:moveTo>
                    <a:pt x="5153" y="20420"/>
                  </a:moveTo>
                  <a:cubicBezTo>
                    <a:pt x="5085" y="20420"/>
                    <a:pt x="5051" y="20454"/>
                    <a:pt x="5051" y="20488"/>
                  </a:cubicBezTo>
                  <a:lnTo>
                    <a:pt x="5051" y="20624"/>
                  </a:lnTo>
                  <a:cubicBezTo>
                    <a:pt x="5051" y="20659"/>
                    <a:pt x="5085" y="20693"/>
                    <a:pt x="5153" y="20693"/>
                  </a:cubicBezTo>
                  <a:cubicBezTo>
                    <a:pt x="5187" y="20693"/>
                    <a:pt x="5221" y="20659"/>
                    <a:pt x="5221" y="20624"/>
                  </a:cubicBezTo>
                  <a:lnTo>
                    <a:pt x="5221" y="20488"/>
                  </a:lnTo>
                  <a:cubicBezTo>
                    <a:pt x="5221" y="20454"/>
                    <a:pt x="5187" y="20420"/>
                    <a:pt x="5153" y="20420"/>
                  </a:cubicBezTo>
                  <a:close/>
                  <a:moveTo>
                    <a:pt x="5153" y="21000"/>
                  </a:moveTo>
                  <a:cubicBezTo>
                    <a:pt x="5085" y="21000"/>
                    <a:pt x="5051" y="21034"/>
                    <a:pt x="5051" y="21068"/>
                  </a:cubicBezTo>
                  <a:lnTo>
                    <a:pt x="5051" y="21205"/>
                  </a:lnTo>
                  <a:cubicBezTo>
                    <a:pt x="5051" y="21239"/>
                    <a:pt x="5085" y="21273"/>
                    <a:pt x="5153" y="21273"/>
                  </a:cubicBezTo>
                  <a:cubicBezTo>
                    <a:pt x="5187" y="21273"/>
                    <a:pt x="5221" y="21239"/>
                    <a:pt x="5221" y="21205"/>
                  </a:cubicBezTo>
                  <a:lnTo>
                    <a:pt x="5221" y="21068"/>
                  </a:lnTo>
                  <a:cubicBezTo>
                    <a:pt x="5221" y="21034"/>
                    <a:pt x="5187" y="21000"/>
                    <a:pt x="5153" y="21000"/>
                  </a:cubicBezTo>
                  <a:close/>
                  <a:moveTo>
                    <a:pt x="5153" y="21546"/>
                  </a:moveTo>
                  <a:cubicBezTo>
                    <a:pt x="5085" y="21546"/>
                    <a:pt x="5051" y="21614"/>
                    <a:pt x="5051" y="21648"/>
                  </a:cubicBezTo>
                  <a:lnTo>
                    <a:pt x="5051" y="21751"/>
                  </a:lnTo>
                  <a:cubicBezTo>
                    <a:pt x="5051" y="21819"/>
                    <a:pt x="5085" y="21853"/>
                    <a:pt x="5153" y="21853"/>
                  </a:cubicBezTo>
                  <a:cubicBezTo>
                    <a:pt x="5187" y="21853"/>
                    <a:pt x="5221" y="21819"/>
                    <a:pt x="5221" y="21751"/>
                  </a:cubicBezTo>
                  <a:lnTo>
                    <a:pt x="5221" y="21648"/>
                  </a:lnTo>
                  <a:cubicBezTo>
                    <a:pt x="5221" y="21614"/>
                    <a:pt x="5187" y="21546"/>
                    <a:pt x="5153" y="21546"/>
                  </a:cubicBezTo>
                  <a:close/>
                  <a:moveTo>
                    <a:pt x="5153" y="22126"/>
                  </a:moveTo>
                  <a:cubicBezTo>
                    <a:pt x="5085" y="22126"/>
                    <a:pt x="5051" y="22160"/>
                    <a:pt x="5051" y="22228"/>
                  </a:cubicBezTo>
                  <a:lnTo>
                    <a:pt x="5051" y="22331"/>
                  </a:lnTo>
                  <a:cubicBezTo>
                    <a:pt x="5051" y="22399"/>
                    <a:pt x="5085" y="22433"/>
                    <a:pt x="5153" y="22433"/>
                  </a:cubicBezTo>
                  <a:cubicBezTo>
                    <a:pt x="5187" y="22433"/>
                    <a:pt x="5221" y="22399"/>
                    <a:pt x="5221" y="22331"/>
                  </a:cubicBezTo>
                  <a:lnTo>
                    <a:pt x="5221" y="22228"/>
                  </a:lnTo>
                  <a:cubicBezTo>
                    <a:pt x="5221" y="22160"/>
                    <a:pt x="5187" y="22126"/>
                    <a:pt x="5153" y="22126"/>
                  </a:cubicBezTo>
                  <a:close/>
                  <a:moveTo>
                    <a:pt x="5153" y="22706"/>
                  </a:moveTo>
                  <a:cubicBezTo>
                    <a:pt x="5085" y="22706"/>
                    <a:pt x="5051" y="22740"/>
                    <a:pt x="5051" y="22808"/>
                  </a:cubicBezTo>
                  <a:lnTo>
                    <a:pt x="5051" y="22911"/>
                  </a:lnTo>
                  <a:cubicBezTo>
                    <a:pt x="5051" y="22945"/>
                    <a:pt x="5085" y="22979"/>
                    <a:pt x="5153" y="22979"/>
                  </a:cubicBezTo>
                  <a:cubicBezTo>
                    <a:pt x="5187" y="22979"/>
                    <a:pt x="5221" y="22945"/>
                    <a:pt x="5221" y="22911"/>
                  </a:cubicBezTo>
                  <a:lnTo>
                    <a:pt x="5221" y="22808"/>
                  </a:lnTo>
                  <a:cubicBezTo>
                    <a:pt x="5221" y="22740"/>
                    <a:pt x="5187" y="22706"/>
                    <a:pt x="5153" y="22706"/>
                  </a:cubicBezTo>
                  <a:close/>
                  <a:moveTo>
                    <a:pt x="5153" y="23286"/>
                  </a:moveTo>
                  <a:cubicBezTo>
                    <a:pt x="5085" y="23286"/>
                    <a:pt x="5051" y="23320"/>
                    <a:pt x="5051" y="23354"/>
                  </a:cubicBezTo>
                  <a:lnTo>
                    <a:pt x="5051" y="23491"/>
                  </a:lnTo>
                  <a:cubicBezTo>
                    <a:pt x="5051" y="23525"/>
                    <a:pt x="5085" y="23559"/>
                    <a:pt x="5153" y="23559"/>
                  </a:cubicBezTo>
                  <a:cubicBezTo>
                    <a:pt x="5187" y="23559"/>
                    <a:pt x="5221" y="23525"/>
                    <a:pt x="5221" y="23491"/>
                  </a:cubicBezTo>
                  <a:lnTo>
                    <a:pt x="5221" y="23354"/>
                  </a:lnTo>
                  <a:cubicBezTo>
                    <a:pt x="5221" y="23320"/>
                    <a:pt x="5187" y="23286"/>
                    <a:pt x="5153" y="23286"/>
                  </a:cubicBezTo>
                  <a:close/>
                  <a:moveTo>
                    <a:pt x="5153" y="23866"/>
                  </a:moveTo>
                  <a:cubicBezTo>
                    <a:pt x="5085" y="23866"/>
                    <a:pt x="5051" y="23900"/>
                    <a:pt x="5051" y="23934"/>
                  </a:cubicBezTo>
                  <a:lnTo>
                    <a:pt x="5051" y="24037"/>
                  </a:lnTo>
                  <a:cubicBezTo>
                    <a:pt x="5051" y="24105"/>
                    <a:pt x="5085" y="24139"/>
                    <a:pt x="5153" y="24139"/>
                  </a:cubicBezTo>
                  <a:cubicBezTo>
                    <a:pt x="5187" y="24139"/>
                    <a:pt x="5221" y="24105"/>
                    <a:pt x="5221" y="24037"/>
                  </a:cubicBezTo>
                  <a:lnTo>
                    <a:pt x="5221" y="23934"/>
                  </a:lnTo>
                  <a:cubicBezTo>
                    <a:pt x="5221" y="23900"/>
                    <a:pt x="5187" y="23866"/>
                    <a:pt x="5153" y="23866"/>
                  </a:cubicBezTo>
                  <a:close/>
                  <a:moveTo>
                    <a:pt x="5153" y="24412"/>
                  </a:moveTo>
                  <a:cubicBezTo>
                    <a:pt x="5085" y="24412"/>
                    <a:pt x="5051" y="24446"/>
                    <a:pt x="5051" y="24515"/>
                  </a:cubicBezTo>
                  <a:lnTo>
                    <a:pt x="5051" y="24617"/>
                  </a:lnTo>
                  <a:cubicBezTo>
                    <a:pt x="5051" y="24685"/>
                    <a:pt x="5085" y="24719"/>
                    <a:pt x="5153" y="24719"/>
                  </a:cubicBezTo>
                  <a:cubicBezTo>
                    <a:pt x="5187" y="24719"/>
                    <a:pt x="5221" y="24685"/>
                    <a:pt x="5221" y="24617"/>
                  </a:cubicBezTo>
                  <a:lnTo>
                    <a:pt x="5221" y="24515"/>
                  </a:lnTo>
                  <a:cubicBezTo>
                    <a:pt x="5221" y="24446"/>
                    <a:pt x="5187" y="24412"/>
                    <a:pt x="5153" y="24412"/>
                  </a:cubicBezTo>
                  <a:close/>
                  <a:moveTo>
                    <a:pt x="5153" y="24992"/>
                  </a:moveTo>
                  <a:cubicBezTo>
                    <a:pt x="5085" y="24992"/>
                    <a:pt x="5051" y="25026"/>
                    <a:pt x="5051" y="25095"/>
                  </a:cubicBezTo>
                  <a:lnTo>
                    <a:pt x="5051" y="25197"/>
                  </a:lnTo>
                  <a:cubicBezTo>
                    <a:pt x="5051" y="25231"/>
                    <a:pt x="5085" y="25299"/>
                    <a:pt x="5153" y="25299"/>
                  </a:cubicBezTo>
                  <a:cubicBezTo>
                    <a:pt x="5187" y="25299"/>
                    <a:pt x="5221" y="25231"/>
                    <a:pt x="5221" y="25197"/>
                  </a:cubicBezTo>
                  <a:lnTo>
                    <a:pt x="5221" y="25095"/>
                  </a:lnTo>
                  <a:cubicBezTo>
                    <a:pt x="5221" y="25026"/>
                    <a:pt x="5187" y="24992"/>
                    <a:pt x="5153" y="24992"/>
                  </a:cubicBezTo>
                  <a:close/>
                  <a:moveTo>
                    <a:pt x="5153" y="25572"/>
                  </a:moveTo>
                  <a:cubicBezTo>
                    <a:pt x="5085" y="25572"/>
                    <a:pt x="5051" y="25606"/>
                    <a:pt x="5051" y="25641"/>
                  </a:cubicBezTo>
                  <a:lnTo>
                    <a:pt x="5051" y="25777"/>
                  </a:lnTo>
                  <a:cubicBezTo>
                    <a:pt x="5051" y="25811"/>
                    <a:pt x="5085" y="25845"/>
                    <a:pt x="5153" y="25845"/>
                  </a:cubicBezTo>
                  <a:cubicBezTo>
                    <a:pt x="5187" y="25845"/>
                    <a:pt x="5221" y="25811"/>
                    <a:pt x="5221" y="25777"/>
                  </a:cubicBezTo>
                  <a:lnTo>
                    <a:pt x="5221" y="25641"/>
                  </a:lnTo>
                  <a:cubicBezTo>
                    <a:pt x="5221" y="25606"/>
                    <a:pt x="5187" y="25572"/>
                    <a:pt x="5153" y="25572"/>
                  </a:cubicBezTo>
                  <a:close/>
                  <a:moveTo>
                    <a:pt x="5153" y="26152"/>
                  </a:moveTo>
                  <a:cubicBezTo>
                    <a:pt x="5085" y="26152"/>
                    <a:pt x="5051" y="26187"/>
                    <a:pt x="5051" y="26221"/>
                  </a:cubicBezTo>
                  <a:lnTo>
                    <a:pt x="5051" y="26357"/>
                  </a:lnTo>
                  <a:cubicBezTo>
                    <a:pt x="5051" y="26391"/>
                    <a:pt x="5085" y="26425"/>
                    <a:pt x="5153" y="26425"/>
                  </a:cubicBezTo>
                  <a:cubicBezTo>
                    <a:pt x="5187" y="26425"/>
                    <a:pt x="5221" y="26391"/>
                    <a:pt x="5221" y="26357"/>
                  </a:cubicBezTo>
                  <a:lnTo>
                    <a:pt x="5221" y="26221"/>
                  </a:lnTo>
                  <a:cubicBezTo>
                    <a:pt x="5221" y="26187"/>
                    <a:pt x="5187" y="26152"/>
                    <a:pt x="5153" y="26152"/>
                  </a:cubicBezTo>
                  <a:close/>
                  <a:moveTo>
                    <a:pt x="5153" y="26698"/>
                  </a:moveTo>
                  <a:cubicBezTo>
                    <a:pt x="5085" y="26698"/>
                    <a:pt x="5051" y="26767"/>
                    <a:pt x="5051" y="26801"/>
                  </a:cubicBezTo>
                  <a:lnTo>
                    <a:pt x="5051" y="26903"/>
                  </a:lnTo>
                  <a:cubicBezTo>
                    <a:pt x="5051" y="26971"/>
                    <a:pt x="5085" y="27006"/>
                    <a:pt x="5153" y="27006"/>
                  </a:cubicBezTo>
                  <a:cubicBezTo>
                    <a:pt x="5187" y="27006"/>
                    <a:pt x="5221" y="26971"/>
                    <a:pt x="5221" y="26903"/>
                  </a:cubicBezTo>
                  <a:lnTo>
                    <a:pt x="5221" y="26801"/>
                  </a:lnTo>
                  <a:cubicBezTo>
                    <a:pt x="5221" y="26767"/>
                    <a:pt x="5187" y="26698"/>
                    <a:pt x="5153" y="26698"/>
                  </a:cubicBezTo>
                  <a:close/>
                  <a:moveTo>
                    <a:pt x="5153" y="27278"/>
                  </a:moveTo>
                  <a:cubicBezTo>
                    <a:pt x="5085" y="27278"/>
                    <a:pt x="5051" y="27313"/>
                    <a:pt x="5051" y="27381"/>
                  </a:cubicBezTo>
                  <a:lnTo>
                    <a:pt x="5051" y="27483"/>
                  </a:lnTo>
                  <a:cubicBezTo>
                    <a:pt x="5051" y="27551"/>
                    <a:pt x="5085" y="27586"/>
                    <a:pt x="5153" y="27586"/>
                  </a:cubicBezTo>
                  <a:cubicBezTo>
                    <a:pt x="5187" y="27586"/>
                    <a:pt x="5221" y="27551"/>
                    <a:pt x="5221" y="27483"/>
                  </a:cubicBezTo>
                  <a:lnTo>
                    <a:pt x="5221" y="27381"/>
                  </a:lnTo>
                  <a:cubicBezTo>
                    <a:pt x="5221" y="27313"/>
                    <a:pt x="5187" y="27278"/>
                    <a:pt x="5153" y="27278"/>
                  </a:cubicBezTo>
                  <a:close/>
                  <a:moveTo>
                    <a:pt x="5153" y="27859"/>
                  </a:moveTo>
                  <a:cubicBezTo>
                    <a:pt x="5085" y="27859"/>
                    <a:pt x="5051" y="27893"/>
                    <a:pt x="5051" y="27961"/>
                  </a:cubicBezTo>
                  <a:lnTo>
                    <a:pt x="5051" y="28063"/>
                  </a:lnTo>
                  <a:cubicBezTo>
                    <a:pt x="5051" y="28097"/>
                    <a:pt x="5085" y="28132"/>
                    <a:pt x="5153" y="28132"/>
                  </a:cubicBezTo>
                  <a:cubicBezTo>
                    <a:pt x="5187" y="28132"/>
                    <a:pt x="5221" y="28097"/>
                    <a:pt x="5221" y="28063"/>
                  </a:cubicBezTo>
                  <a:lnTo>
                    <a:pt x="5221" y="27961"/>
                  </a:lnTo>
                  <a:cubicBezTo>
                    <a:pt x="5221" y="27893"/>
                    <a:pt x="5187" y="27859"/>
                    <a:pt x="5153" y="27859"/>
                  </a:cubicBezTo>
                  <a:close/>
                  <a:moveTo>
                    <a:pt x="5153" y="28439"/>
                  </a:moveTo>
                  <a:cubicBezTo>
                    <a:pt x="5085" y="28439"/>
                    <a:pt x="5051" y="28473"/>
                    <a:pt x="5051" y="28507"/>
                  </a:cubicBezTo>
                  <a:lnTo>
                    <a:pt x="5051" y="28643"/>
                  </a:lnTo>
                  <a:cubicBezTo>
                    <a:pt x="5051" y="28678"/>
                    <a:pt x="5085" y="28712"/>
                    <a:pt x="5153" y="28712"/>
                  </a:cubicBezTo>
                  <a:cubicBezTo>
                    <a:pt x="5187" y="28712"/>
                    <a:pt x="5221" y="28678"/>
                    <a:pt x="5221" y="28643"/>
                  </a:cubicBezTo>
                  <a:lnTo>
                    <a:pt x="5221" y="28507"/>
                  </a:lnTo>
                  <a:cubicBezTo>
                    <a:pt x="5221" y="28473"/>
                    <a:pt x="5187" y="28439"/>
                    <a:pt x="5153" y="28439"/>
                  </a:cubicBezTo>
                  <a:close/>
                  <a:moveTo>
                    <a:pt x="5153" y="29019"/>
                  </a:moveTo>
                  <a:cubicBezTo>
                    <a:pt x="5085" y="29019"/>
                    <a:pt x="5051" y="29053"/>
                    <a:pt x="5051" y="29087"/>
                  </a:cubicBezTo>
                  <a:lnTo>
                    <a:pt x="5051" y="29189"/>
                  </a:lnTo>
                  <a:cubicBezTo>
                    <a:pt x="5051" y="29258"/>
                    <a:pt x="5085" y="29292"/>
                    <a:pt x="5153" y="29292"/>
                  </a:cubicBezTo>
                  <a:cubicBezTo>
                    <a:pt x="5187" y="29292"/>
                    <a:pt x="5221" y="29258"/>
                    <a:pt x="5221" y="29189"/>
                  </a:cubicBezTo>
                  <a:lnTo>
                    <a:pt x="5221" y="29087"/>
                  </a:lnTo>
                  <a:cubicBezTo>
                    <a:pt x="5221" y="29053"/>
                    <a:pt x="5187" y="29019"/>
                    <a:pt x="5153" y="29019"/>
                  </a:cubicBezTo>
                  <a:close/>
                  <a:moveTo>
                    <a:pt x="5119" y="29565"/>
                  </a:moveTo>
                  <a:cubicBezTo>
                    <a:pt x="5085" y="29565"/>
                    <a:pt x="5051" y="29599"/>
                    <a:pt x="5051" y="29667"/>
                  </a:cubicBezTo>
                  <a:lnTo>
                    <a:pt x="5051" y="29769"/>
                  </a:lnTo>
                  <a:cubicBezTo>
                    <a:pt x="5051" y="29838"/>
                    <a:pt x="5085" y="29872"/>
                    <a:pt x="5119" y="29872"/>
                  </a:cubicBezTo>
                  <a:cubicBezTo>
                    <a:pt x="5187" y="29872"/>
                    <a:pt x="5221" y="29838"/>
                    <a:pt x="5221" y="29769"/>
                  </a:cubicBezTo>
                  <a:lnTo>
                    <a:pt x="5221" y="29667"/>
                  </a:lnTo>
                  <a:cubicBezTo>
                    <a:pt x="5221" y="29599"/>
                    <a:pt x="5187" y="29565"/>
                    <a:pt x="5119" y="29565"/>
                  </a:cubicBezTo>
                  <a:close/>
                  <a:moveTo>
                    <a:pt x="5119" y="30145"/>
                  </a:moveTo>
                  <a:cubicBezTo>
                    <a:pt x="5085" y="30145"/>
                    <a:pt x="5051" y="30179"/>
                    <a:pt x="5051" y="30247"/>
                  </a:cubicBezTo>
                  <a:lnTo>
                    <a:pt x="5051" y="30350"/>
                  </a:lnTo>
                  <a:cubicBezTo>
                    <a:pt x="5051" y="30384"/>
                    <a:pt x="5085" y="30452"/>
                    <a:pt x="5119" y="30452"/>
                  </a:cubicBezTo>
                  <a:cubicBezTo>
                    <a:pt x="5187" y="30452"/>
                    <a:pt x="5221" y="30384"/>
                    <a:pt x="5221" y="30350"/>
                  </a:cubicBezTo>
                  <a:lnTo>
                    <a:pt x="5221" y="30247"/>
                  </a:lnTo>
                  <a:cubicBezTo>
                    <a:pt x="5221" y="30179"/>
                    <a:pt x="5187" y="30145"/>
                    <a:pt x="5119" y="30145"/>
                  </a:cubicBezTo>
                  <a:close/>
                  <a:moveTo>
                    <a:pt x="5119" y="30725"/>
                  </a:moveTo>
                  <a:cubicBezTo>
                    <a:pt x="5085" y="30725"/>
                    <a:pt x="5051" y="30759"/>
                    <a:pt x="5051" y="30793"/>
                  </a:cubicBezTo>
                  <a:lnTo>
                    <a:pt x="5051" y="30930"/>
                  </a:lnTo>
                  <a:cubicBezTo>
                    <a:pt x="5051" y="30964"/>
                    <a:pt x="5085" y="30998"/>
                    <a:pt x="5119" y="30998"/>
                  </a:cubicBezTo>
                  <a:cubicBezTo>
                    <a:pt x="5187" y="30998"/>
                    <a:pt x="5221" y="30964"/>
                    <a:pt x="5221" y="30930"/>
                  </a:cubicBezTo>
                  <a:lnTo>
                    <a:pt x="5221" y="30793"/>
                  </a:lnTo>
                  <a:cubicBezTo>
                    <a:pt x="5221" y="30759"/>
                    <a:pt x="5187" y="30725"/>
                    <a:pt x="5119" y="30725"/>
                  </a:cubicBezTo>
                  <a:close/>
                  <a:moveTo>
                    <a:pt x="5119" y="31305"/>
                  </a:moveTo>
                  <a:cubicBezTo>
                    <a:pt x="5085" y="31305"/>
                    <a:pt x="5051" y="31339"/>
                    <a:pt x="5051" y="31373"/>
                  </a:cubicBezTo>
                  <a:lnTo>
                    <a:pt x="5051" y="31510"/>
                  </a:lnTo>
                  <a:cubicBezTo>
                    <a:pt x="5051" y="31544"/>
                    <a:pt x="5085" y="31578"/>
                    <a:pt x="5119" y="31578"/>
                  </a:cubicBezTo>
                  <a:cubicBezTo>
                    <a:pt x="5187" y="31578"/>
                    <a:pt x="5221" y="31544"/>
                    <a:pt x="5221" y="31510"/>
                  </a:cubicBezTo>
                  <a:lnTo>
                    <a:pt x="5221" y="31373"/>
                  </a:lnTo>
                  <a:cubicBezTo>
                    <a:pt x="5221" y="31339"/>
                    <a:pt x="5187" y="31305"/>
                    <a:pt x="5119" y="31305"/>
                  </a:cubicBezTo>
                  <a:close/>
                  <a:moveTo>
                    <a:pt x="5119" y="31851"/>
                  </a:moveTo>
                  <a:cubicBezTo>
                    <a:pt x="5085" y="31851"/>
                    <a:pt x="5051" y="31919"/>
                    <a:pt x="5051" y="31953"/>
                  </a:cubicBezTo>
                  <a:lnTo>
                    <a:pt x="5051" y="32056"/>
                  </a:lnTo>
                  <a:cubicBezTo>
                    <a:pt x="5051" y="32124"/>
                    <a:pt x="5085" y="32158"/>
                    <a:pt x="5119" y="32158"/>
                  </a:cubicBezTo>
                  <a:cubicBezTo>
                    <a:pt x="5187" y="32158"/>
                    <a:pt x="5221" y="32124"/>
                    <a:pt x="5221" y="32056"/>
                  </a:cubicBezTo>
                  <a:lnTo>
                    <a:pt x="5221" y="31953"/>
                  </a:lnTo>
                  <a:cubicBezTo>
                    <a:pt x="5221" y="31919"/>
                    <a:pt x="5187" y="31851"/>
                    <a:pt x="5119" y="31851"/>
                  </a:cubicBezTo>
                  <a:close/>
                  <a:moveTo>
                    <a:pt x="5119" y="32431"/>
                  </a:moveTo>
                  <a:cubicBezTo>
                    <a:pt x="5085" y="32431"/>
                    <a:pt x="5051" y="32465"/>
                    <a:pt x="5051" y="32533"/>
                  </a:cubicBezTo>
                  <a:lnTo>
                    <a:pt x="5051" y="32636"/>
                  </a:lnTo>
                  <a:cubicBezTo>
                    <a:pt x="5051" y="32670"/>
                    <a:pt x="5085" y="32738"/>
                    <a:pt x="5119" y="32738"/>
                  </a:cubicBezTo>
                  <a:cubicBezTo>
                    <a:pt x="5187" y="32738"/>
                    <a:pt x="5221" y="32704"/>
                    <a:pt x="5221" y="32636"/>
                  </a:cubicBezTo>
                  <a:lnTo>
                    <a:pt x="5221" y="32533"/>
                  </a:lnTo>
                  <a:cubicBezTo>
                    <a:pt x="5221" y="32465"/>
                    <a:pt x="5187" y="32431"/>
                    <a:pt x="5119" y="32431"/>
                  </a:cubicBezTo>
                  <a:close/>
                  <a:moveTo>
                    <a:pt x="5119" y="33011"/>
                  </a:moveTo>
                  <a:cubicBezTo>
                    <a:pt x="5085" y="33011"/>
                    <a:pt x="5051" y="33045"/>
                    <a:pt x="5051" y="33114"/>
                  </a:cubicBezTo>
                  <a:lnTo>
                    <a:pt x="5051" y="33216"/>
                  </a:lnTo>
                  <a:cubicBezTo>
                    <a:pt x="5051" y="33250"/>
                    <a:pt x="5085" y="33284"/>
                    <a:pt x="5119" y="33284"/>
                  </a:cubicBezTo>
                  <a:cubicBezTo>
                    <a:pt x="5187" y="33284"/>
                    <a:pt x="5221" y="33250"/>
                    <a:pt x="5221" y="33216"/>
                  </a:cubicBezTo>
                  <a:lnTo>
                    <a:pt x="5221" y="33114"/>
                  </a:lnTo>
                  <a:cubicBezTo>
                    <a:pt x="5221" y="33045"/>
                    <a:pt x="5187" y="33011"/>
                    <a:pt x="5119" y="33011"/>
                  </a:cubicBezTo>
                  <a:close/>
                  <a:moveTo>
                    <a:pt x="5119" y="33591"/>
                  </a:moveTo>
                  <a:cubicBezTo>
                    <a:pt x="5085" y="33591"/>
                    <a:pt x="5051" y="33625"/>
                    <a:pt x="5051" y="33660"/>
                  </a:cubicBezTo>
                  <a:lnTo>
                    <a:pt x="5051" y="33796"/>
                  </a:lnTo>
                  <a:cubicBezTo>
                    <a:pt x="5051" y="33830"/>
                    <a:pt x="5085" y="33864"/>
                    <a:pt x="5119" y="33864"/>
                  </a:cubicBezTo>
                  <a:cubicBezTo>
                    <a:pt x="5187" y="33864"/>
                    <a:pt x="5221" y="33830"/>
                    <a:pt x="5221" y="33796"/>
                  </a:cubicBezTo>
                  <a:lnTo>
                    <a:pt x="5221" y="33660"/>
                  </a:lnTo>
                  <a:cubicBezTo>
                    <a:pt x="5221" y="33625"/>
                    <a:pt x="5187" y="33591"/>
                    <a:pt x="5119" y="33591"/>
                  </a:cubicBezTo>
                  <a:close/>
                  <a:moveTo>
                    <a:pt x="5119" y="34171"/>
                  </a:moveTo>
                  <a:cubicBezTo>
                    <a:pt x="5085" y="34171"/>
                    <a:pt x="5051" y="34205"/>
                    <a:pt x="5051" y="34240"/>
                  </a:cubicBezTo>
                  <a:lnTo>
                    <a:pt x="5051" y="34342"/>
                  </a:lnTo>
                  <a:cubicBezTo>
                    <a:pt x="5051" y="34410"/>
                    <a:pt x="5085" y="34444"/>
                    <a:pt x="5119" y="34444"/>
                  </a:cubicBezTo>
                  <a:cubicBezTo>
                    <a:pt x="5187" y="34444"/>
                    <a:pt x="5221" y="34410"/>
                    <a:pt x="5221" y="34342"/>
                  </a:cubicBezTo>
                  <a:lnTo>
                    <a:pt x="5221" y="34240"/>
                  </a:lnTo>
                  <a:cubicBezTo>
                    <a:pt x="5221" y="34205"/>
                    <a:pt x="5187" y="34171"/>
                    <a:pt x="5119" y="34171"/>
                  </a:cubicBezTo>
                  <a:close/>
                  <a:moveTo>
                    <a:pt x="5119" y="34717"/>
                  </a:moveTo>
                  <a:cubicBezTo>
                    <a:pt x="5085" y="34717"/>
                    <a:pt x="5051" y="34751"/>
                    <a:pt x="5051" y="34820"/>
                  </a:cubicBezTo>
                  <a:lnTo>
                    <a:pt x="5051" y="34922"/>
                  </a:lnTo>
                  <a:cubicBezTo>
                    <a:pt x="5051" y="34990"/>
                    <a:pt x="5085" y="35024"/>
                    <a:pt x="5119" y="35024"/>
                  </a:cubicBezTo>
                  <a:cubicBezTo>
                    <a:pt x="5187" y="35024"/>
                    <a:pt x="5221" y="34990"/>
                    <a:pt x="5221" y="34922"/>
                  </a:cubicBezTo>
                  <a:lnTo>
                    <a:pt x="5221" y="34820"/>
                  </a:lnTo>
                  <a:cubicBezTo>
                    <a:pt x="5221" y="34751"/>
                    <a:pt x="5187" y="34717"/>
                    <a:pt x="5119" y="34717"/>
                  </a:cubicBezTo>
                  <a:close/>
                  <a:moveTo>
                    <a:pt x="5119" y="35297"/>
                  </a:moveTo>
                  <a:cubicBezTo>
                    <a:pt x="5085" y="35297"/>
                    <a:pt x="5051" y="35332"/>
                    <a:pt x="5051" y="35400"/>
                  </a:cubicBezTo>
                  <a:lnTo>
                    <a:pt x="5051" y="35502"/>
                  </a:lnTo>
                  <a:cubicBezTo>
                    <a:pt x="5051" y="35536"/>
                    <a:pt x="5085" y="35605"/>
                    <a:pt x="5119" y="35605"/>
                  </a:cubicBezTo>
                  <a:cubicBezTo>
                    <a:pt x="5187" y="35605"/>
                    <a:pt x="5221" y="35536"/>
                    <a:pt x="5221" y="35502"/>
                  </a:cubicBezTo>
                  <a:lnTo>
                    <a:pt x="5221" y="35400"/>
                  </a:lnTo>
                  <a:cubicBezTo>
                    <a:pt x="5221" y="35332"/>
                    <a:pt x="5187" y="35297"/>
                    <a:pt x="5119" y="35297"/>
                  </a:cubicBezTo>
                  <a:close/>
                  <a:moveTo>
                    <a:pt x="5119" y="35878"/>
                  </a:moveTo>
                  <a:cubicBezTo>
                    <a:pt x="5085" y="35878"/>
                    <a:pt x="5051" y="35912"/>
                    <a:pt x="5051" y="35946"/>
                  </a:cubicBezTo>
                  <a:lnTo>
                    <a:pt x="5051" y="36082"/>
                  </a:lnTo>
                  <a:cubicBezTo>
                    <a:pt x="5051" y="36116"/>
                    <a:pt x="5085" y="36151"/>
                    <a:pt x="5119" y="36151"/>
                  </a:cubicBezTo>
                  <a:cubicBezTo>
                    <a:pt x="5187" y="36151"/>
                    <a:pt x="5221" y="36116"/>
                    <a:pt x="5221" y="36082"/>
                  </a:cubicBezTo>
                  <a:lnTo>
                    <a:pt x="5221" y="35946"/>
                  </a:lnTo>
                  <a:cubicBezTo>
                    <a:pt x="5221" y="35912"/>
                    <a:pt x="5187" y="35878"/>
                    <a:pt x="5119" y="35878"/>
                  </a:cubicBezTo>
                  <a:close/>
                  <a:moveTo>
                    <a:pt x="5119" y="36458"/>
                  </a:moveTo>
                  <a:cubicBezTo>
                    <a:pt x="5085" y="36458"/>
                    <a:pt x="5051" y="36492"/>
                    <a:pt x="5051" y="36526"/>
                  </a:cubicBezTo>
                  <a:lnTo>
                    <a:pt x="5051" y="36662"/>
                  </a:lnTo>
                  <a:cubicBezTo>
                    <a:pt x="5051" y="36696"/>
                    <a:pt x="5085" y="36731"/>
                    <a:pt x="5119" y="36731"/>
                  </a:cubicBezTo>
                  <a:cubicBezTo>
                    <a:pt x="5187" y="36731"/>
                    <a:pt x="5221" y="36696"/>
                    <a:pt x="5221" y="36662"/>
                  </a:cubicBezTo>
                  <a:lnTo>
                    <a:pt x="5221" y="36526"/>
                  </a:lnTo>
                  <a:cubicBezTo>
                    <a:pt x="5221" y="36492"/>
                    <a:pt x="5187" y="36458"/>
                    <a:pt x="5119" y="36458"/>
                  </a:cubicBezTo>
                  <a:close/>
                  <a:moveTo>
                    <a:pt x="5119" y="37004"/>
                  </a:moveTo>
                  <a:cubicBezTo>
                    <a:pt x="5085" y="37004"/>
                    <a:pt x="5051" y="37072"/>
                    <a:pt x="5051" y="37106"/>
                  </a:cubicBezTo>
                  <a:lnTo>
                    <a:pt x="5051" y="37208"/>
                  </a:lnTo>
                  <a:cubicBezTo>
                    <a:pt x="5051" y="37277"/>
                    <a:pt x="5085" y="37311"/>
                    <a:pt x="5119" y="37311"/>
                  </a:cubicBezTo>
                  <a:cubicBezTo>
                    <a:pt x="5187" y="37311"/>
                    <a:pt x="5221" y="37277"/>
                    <a:pt x="5221" y="37208"/>
                  </a:cubicBezTo>
                  <a:lnTo>
                    <a:pt x="5221" y="37106"/>
                  </a:lnTo>
                  <a:cubicBezTo>
                    <a:pt x="5221" y="37072"/>
                    <a:pt x="5187" y="37004"/>
                    <a:pt x="5119" y="37004"/>
                  </a:cubicBezTo>
                  <a:close/>
                  <a:moveTo>
                    <a:pt x="5119" y="37584"/>
                  </a:moveTo>
                  <a:cubicBezTo>
                    <a:pt x="5085" y="37584"/>
                    <a:pt x="5051" y="37618"/>
                    <a:pt x="5051" y="37686"/>
                  </a:cubicBezTo>
                  <a:lnTo>
                    <a:pt x="5051" y="37788"/>
                  </a:lnTo>
                  <a:cubicBezTo>
                    <a:pt x="5051" y="37823"/>
                    <a:pt x="5085" y="37891"/>
                    <a:pt x="5119" y="37891"/>
                  </a:cubicBezTo>
                  <a:cubicBezTo>
                    <a:pt x="5187" y="37891"/>
                    <a:pt x="5221" y="37857"/>
                    <a:pt x="5221" y="37788"/>
                  </a:cubicBezTo>
                  <a:lnTo>
                    <a:pt x="5221" y="37686"/>
                  </a:lnTo>
                  <a:cubicBezTo>
                    <a:pt x="5221" y="37618"/>
                    <a:pt x="5187" y="37584"/>
                    <a:pt x="5119" y="37584"/>
                  </a:cubicBezTo>
                  <a:close/>
                  <a:moveTo>
                    <a:pt x="5119" y="38164"/>
                  </a:moveTo>
                  <a:cubicBezTo>
                    <a:pt x="5085" y="38164"/>
                    <a:pt x="5051" y="38198"/>
                    <a:pt x="5051" y="38266"/>
                  </a:cubicBezTo>
                  <a:lnTo>
                    <a:pt x="5051" y="38369"/>
                  </a:lnTo>
                  <a:cubicBezTo>
                    <a:pt x="5051" y="38403"/>
                    <a:pt x="5085" y="38437"/>
                    <a:pt x="5119" y="38437"/>
                  </a:cubicBezTo>
                  <a:cubicBezTo>
                    <a:pt x="5187" y="38437"/>
                    <a:pt x="5221" y="38403"/>
                    <a:pt x="5221" y="38369"/>
                  </a:cubicBezTo>
                  <a:lnTo>
                    <a:pt x="5221" y="38266"/>
                  </a:lnTo>
                  <a:cubicBezTo>
                    <a:pt x="5221" y="38198"/>
                    <a:pt x="5187" y="38164"/>
                    <a:pt x="5119" y="38164"/>
                  </a:cubicBezTo>
                  <a:close/>
                  <a:moveTo>
                    <a:pt x="5119" y="38744"/>
                  </a:moveTo>
                  <a:cubicBezTo>
                    <a:pt x="5085" y="38744"/>
                    <a:pt x="5051" y="38778"/>
                    <a:pt x="5051" y="38812"/>
                  </a:cubicBezTo>
                  <a:lnTo>
                    <a:pt x="5051" y="38949"/>
                  </a:lnTo>
                  <a:cubicBezTo>
                    <a:pt x="5051" y="38983"/>
                    <a:pt x="5085" y="39017"/>
                    <a:pt x="5119" y="39017"/>
                  </a:cubicBezTo>
                  <a:cubicBezTo>
                    <a:pt x="5187" y="39017"/>
                    <a:pt x="5221" y="38983"/>
                    <a:pt x="5221" y="38949"/>
                  </a:cubicBezTo>
                  <a:lnTo>
                    <a:pt x="5221" y="38812"/>
                  </a:lnTo>
                  <a:cubicBezTo>
                    <a:pt x="5221" y="38778"/>
                    <a:pt x="5187" y="38744"/>
                    <a:pt x="5119" y="38744"/>
                  </a:cubicBezTo>
                  <a:close/>
                  <a:moveTo>
                    <a:pt x="5119" y="39324"/>
                  </a:moveTo>
                  <a:cubicBezTo>
                    <a:pt x="5085" y="39324"/>
                    <a:pt x="5051" y="39358"/>
                    <a:pt x="5051" y="39392"/>
                  </a:cubicBezTo>
                  <a:lnTo>
                    <a:pt x="5051" y="39495"/>
                  </a:lnTo>
                  <a:cubicBezTo>
                    <a:pt x="5051" y="39563"/>
                    <a:pt x="5085" y="39597"/>
                    <a:pt x="5119" y="39597"/>
                  </a:cubicBezTo>
                  <a:cubicBezTo>
                    <a:pt x="5187" y="39597"/>
                    <a:pt x="5221" y="39563"/>
                    <a:pt x="5221" y="39495"/>
                  </a:cubicBezTo>
                  <a:lnTo>
                    <a:pt x="5221" y="39392"/>
                  </a:lnTo>
                  <a:cubicBezTo>
                    <a:pt x="5221" y="39358"/>
                    <a:pt x="5187" y="39324"/>
                    <a:pt x="5119" y="39324"/>
                  </a:cubicBezTo>
                  <a:close/>
                  <a:moveTo>
                    <a:pt x="5119" y="39870"/>
                  </a:moveTo>
                  <a:cubicBezTo>
                    <a:pt x="5085" y="39870"/>
                    <a:pt x="5051" y="39904"/>
                    <a:pt x="5051" y="39972"/>
                  </a:cubicBezTo>
                  <a:lnTo>
                    <a:pt x="5051" y="40075"/>
                  </a:lnTo>
                  <a:cubicBezTo>
                    <a:pt x="5051" y="40143"/>
                    <a:pt x="5085" y="40177"/>
                    <a:pt x="5119" y="40177"/>
                  </a:cubicBezTo>
                  <a:cubicBezTo>
                    <a:pt x="5187" y="40177"/>
                    <a:pt x="5221" y="40143"/>
                    <a:pt x="5221" y="40075"/>
                  </a:cubicBezTo>
                  <a:lnTo>
                    <a:pt x="5221" y="39972"/>
                  </a:lnTo>
                  <a:cubicBezTo>
                    <a:pt x="5221" y="39904"/>
                    <a:pt x="5187" y="39870"/>
                    <a:pt x="5119" y="39870"/>
                  </a:cubicBezTo>
                  <a:close/>
                  <a:moveTo>
                    <a:pt x="5119" y="40450"/>
                  </a:moveTo>
                  <a:cubicBezTo>
                    <a:pt x="5085" y="40450"/>
                    <a:pt x="5051" y="40484"/>
                    <a:pt x="5051" y="40552"/>
                  </a:cubicBezTo>
                  <a:lnTo>
                    <a:pt x="5051" y="40655"/>
                  </a:lnTo>
                  <a:cubicBezTo>
                    <a:pt x="5051" y="40689"/>
                    <a:pt x="5085" y="40757"/>
                    <a:pt x="5119" y="40757"/>
                  </a:cubicBezTo>
                  <a:cubicBezTo>
                    <a:pt x="5187" y="40757"/>
                    <a:pt x="5221" y="40689"/>
                    <a:pt x="5221" y="40655"/>
                  </a:cubicBezTo>
                  <a:lnTo>
                    <a:pt x="5221" y="40552"/>
                  </a:lnTo>
                  <a:cubicBezTo>
                    <a:pt x="5221" y="40484"/>
                    <a:pt x="5187" y="40450"/>
                    <a:pt x="5119" y="40450"/>
                  </a:cubicBezTo>
                  <a:close/>
                  <a:moveTo>
                    <a:pt x="5119" y="41030"/>
                  </a:moveTo>
                  <a:cubicBezTo>
                    <a:pt x="5085" y="41030"/>
                    <a:pt x="5051" y="41064"/>
                    <a:pt x="5051" y="41098"/>
                  </a:cubicBezTo>
                  <a:lnTo>
                    <a:pt x="5051" y="41235"/>
                  </a:lnTo>
                  <a:cubicBezTo>
                    <a:pt x="5051" y="41269"/>
                    <a:pt x="5085" y="41303"/>
                    <a:pt x="5119" y="41303"/>
                  </a:cubicBezTo>
                  <a:cubicBezTo>
                    <a:pt x="5187" y="41303"/>
                    <a:pt x="5221" y="41269"/>
                    <a:pt x="5221" y="41235"/>
                  </a:cubicBezTo>
                  <a:lnTo>
                    <a:pt x="5221" y="41098"/>
                  </a:lnTo>
                  <a:cubicBezTo>
                    <a:pt x="5221" y="41064"/>
                    <a:pt x="5187" y="41030"/>
                    <a:pt x="5119" y="41030"/>
                  </a:cubicBezTo>
                  <a:close/>
                  <a:moveTo>
                    <a:pt x="5119" y="41610"/>
                  </a:moveTo>
                  <a:cubicBezTo>
                    <a:pt x="5085" y="41610"/>
                    <a:pt x="5051" y="41644"/>
                    <a:pt x="5051" y="41678"/>
                  </a:cubicBezTo>
                  <a:lnTo>
                    <a:pt x="5051" y="41815"/>
                  </a:lnTo>
                  <a:cubicBezTo>
                    <a:pt x="5051" y="41849"/>
                    <a:pt x="5085" y="41883"/>
                    <a:pt x="5119" y="41883"/>
                  </a:cubicBezTo>
                  <a:cubicBezTo>
                    <a:pt x="5187" y="41883"/>
                    <a:pt x="5221" y="41849"/>
                    <a:pt x="5221" y="41815"/>
                  </a:cubicBezTo>
                  <a:lnTo>
                    <a:pt x="5221" y="41678"/>
                  </a:lnTo>
                  <a:cubicBezTo>
                    <a:pt x="5221" y="41644"/>
                    <a:pt x="5187" y="41610"/>
                    <a:pt x="5119" y="41610"/>
                  </a:cubicBezTo>
                  <a:close/>
                  <a:moveTo>
                    <a:pt x="5119" y="42156"/>
                  </a:moveTo>
                  <a:cubicBezTo>
                    <a:pt x="5085" y="42156"/>
                    <a:pt x="5051" y="42224"/>
                    <a:pt x="5051" y="42259"/>
                  </a:cubicBezTo>
                  <a:lnTo>
                    <a:pt x="5051" y="42361"/>
                  </a:lnTo>
                  <a:cubicBezTo>
                    <a:pt x="5051" y="42429"/>
                    <a:pt x="5085" y="42463"/>
                    <a:pt x="5119" y="42463"/>
                  </a:cubicBezTo>
                  <a:cubicBezTo>
                    <a:pt x="5187" y="42463"/>
                    <a:pt x="5221" y="42429"/>
                    <a:pt x="5221" y="42361"/>
                  </a:cubicBezTo>
                  <a:lnTo>
                    <a:pt x="5221" y="42259"/>
                  </a:lnTo>
                  <a:cubicBezTo>
                    <a:pt x="5221" y="42224"/>
                    <a:pt x="5187" y="42156"/>
                    <a:pt x="5119" y="42156"/>
                  </a:cubicBezTo>
                  <a:close/>
                  <a:moveTo>
                    <a:pt x="5119" y="42736"/>
                  </a:moveTo>
                  <a:cubicBezTo>
                    <a:pt x="5085" y="42736"/>
                    <a:pt x="5051" y="42770"/>
                    <a:pt x="5051" y="42839"/>
                  </a:cubicBezTo>
                  <a:lnTo>
                    <a:pt x="5051" y="42941"/>
                  </a:lnTo>
                  <a:cubicBezTo>
                    <a:pt x="5051" y="42975"/>
                    <a:pt x="5085" y="43043"/>
                    <a:pt x="5119" y="43043"/>
                  </a:cubicBezTo>
                  <a:cubicBezTo>
                    <a:pt x="5187" y="43043"/>
                    <a:pt x="5221" y="42975"/>
                    <a:pt x="5221" y="42941"/>
                  </a:cubicBezTo>
                  <a:lnTo>
                    <a:pt x="5221" y="42839"/>
                  </a:lnTo>
                  <a:cubicBezTo>
                    <a:pt x="5221" y="42770"/>
                    <a:pt x="5187" y="42736"/>
                    <a:pt x="5119" y="42736"/>
                  </a:cubicBezTo>
                  <a:close/>
                  <a:moveTo>
                    <a:pt x="5119" y="43316"/>
                  </a:moveTo>
                  <a:cubicBezTo>
                    <a:pt x="5085" y="43316"/>
                    <a:pt x="5051" y="43350"/>
                    <a:pt x="5051" y="43419"/>
                  </a:cubicBezTo>
                  <a:lnTo>
                    <a:pt x="5051" y="43521"/>
                  </a:lnTo>
                  <a:cubicBezTo>
                    <a:pt x="5051" y="43555"/>
                    <a:pt x="5085" y="43589"/>
                    <a:pt x="5119" y="43589"/>
                  </a:cubicBezTo>
                  <a:cubicBezTo>
                    <a:pt x="5187" y="43589"/>
                    <a:pt x="5221" y="43555"/>
                    <a:pt x="5221" y="43521"/>
                  </a:cubicBezTo>
                  <a:lnTo>
                    <a:pt x="5221" y="43419"/>
                  </a:lnTo>
                  <a:cubicBezTo>
                    <a:pt x="5221" y="43350"/>
                    <a:pt x="5187" y="43316"/>
                    <a:pt x="5119" y="43316"/>
                  </a:cubicBezTo>
                  <a:close/>
                  <a:moveTo>
                    <a:pt x="5119" y="43896"/>
                  </a:moveTo>
                  <a:cubicBezTo>
                    <a:pt x="5085" y="43896"/>
                    <a:pt x="5051" y="43931"/>
                    <a:pt x="5051" y="43965"/>
                  </a:cubicBezTo>
                  <a:lnTo>
                    <a:pt x="5051" y="44101"/>
                  </a:lnTo>
                  <a:cubicBezTo>
                    <a:pt x="5051" y="44135"/>
                    <a:pt x="5085" y="44169"/>
                    <a:pt x="5119" y="44169"/>
                  </a:cubicBezTo>
                  <a:cubicBezTo>
                    <a:pt x="5187" y="44169"/>
                    <a:pt x="5221" y="44135"/>
                    <a:pt x="5221" y="44101"/>
                  </a:cubicBezTo>
                  <a:lnTo>
                    <a:pt x="5221" y="43965"/>
                  </a:lnTo>
                  <a:cubicBezTo>
                    <a:pt x="5221" y="43931"/>
                    <a:pt x="5187" y="43896"/>
                    <a:pt x="5119" y="43896"/>
                  </a:cubicBezTo>
                  <a:close/>
                  <a:moveTo>
                    <a:pt x="5119" y="44477"/>
                  </a:moveTo>
                  <a:cubicBezTo>
                    <a:pt x="5085" y="44477"/>
                    <a:pt x="5051" y="44511"/>
                    <a:pt x="5051" y="44545"/>
                  </a:cubicBezTo>
                  <a:lnTo>
                    <a:pt x="5051" y="44647"/>
                  </a:lnTo>
                  <a:cubicBezTo>
                    <a:pt x="5051" y="44715"/>
                    <a:pt x="5085" y="44750"/>
                    <a:pt x="5119" y="44750"/>
                  </a:cubicBezTo>
                  <a:cubicBezTo>
                    <a:pt x="5187" y="44750"/>
                    <a:pt x="5221" y="44715"/>
                    <a:pt x="5221" y="44647"/>
                  </a:cubicBezTo>
                  <a:lnTo>
                    <a:pt x="5221" y="44545"/>
                  </a:lnTo>
                  <a:cubicBezTo>
                    <a:pt x="5221" y="44511"/>
                    <a:pt x="5187" y="44477"/>
                    <a:pt x="5119" y="44477"/>
                  </a:cubicBezTo>
                  <a:close/>
                  <a:moveTo>
                    <a:pt x="5119" y="45023"/>
                  </a:moveTo>
                  <a:cubicBezTo>
                    <a:pt x="5085" y="45023"/>
                    <a:pt x="5051" y="45057"/>
                    <a:pt x="5051" y="45125"/>
                  </a:cubicBezTo>
                  <a:lnTo>
                    <a:pt x="5051" y="45227"/>
                  </a:lnTo>
                  <a:cubicBezTo>
                    <a:pt x="5051" y="45295"/>
                    <a:pt x="5085" y="45330"/>
                    <a:pt x="5119" y="45330"/>
                  </a:cubicBezTo>
                  <a:cubicBezTo>
                    <a:pt x="5187" y="45330"/>
                    <a:pt x="5221" y="45295"/>
                    <a:pt x="5221" y="45227"/>
                  </a:cubicBezTo>
                  <a:lnTo>
                    <a:pt x="5221" y="45125"/>
                  </a:lnTo>
                  <a:cubicBezTo>
                    <a:pt x="5221" y="45057"/>
                    <a:pt x="5187" y="45023"/>
                    <a:pt x="5119" y="45023"/>
                  </a:cubicBezTo>
                  <a:close/>
                  <a:moveTo>
                    <a:pt x="5119" y="45603"/>
                  </a:moveTo>
                  <a:cubicBezTo>
                    <a:pt x="5085" y="45603"/>
                    <a:pt x="5051" y="45637"/>
                    <a:pt x="5051" y="45705"/>
                  </a:cubicBezTo>
                  <a:lnTo>
                    <a:pt x="5051" y="45807"/>
                  </a:lnTo>
                  <a:cubicBezTo>
                    <a:pt x="5051" y="45841"/>
                    <a:pt x="5085" y="45910"/>
                    <a:pt x="5119" y="45910"/>
                  </a:cubicBezTo>
                  <a:cubicBezTo>
                    <a:pt x="5187" y="45910"/>
                    <a:pt x="5221" y="45841"/>
                    <a:pt x="5221" y="45807"/>
                  </a:cubicBezTo>
                  <a:lnTo>
                    <a:pt x="5221" y="45705"/>
                  </a:lnTo>
                  <a:cubicBezTo>
                    <a:pt x="5221" y="45637"/>
                    <a:pt x="5187" y="45603"/>
                    <a:pt x="5119" y="45603"/>
                  </a:cubicBezTo>
                  <a:close/>
                  <a:moveTo>
                    <a:pt x="5119" y="46183"/>
                  </a:moveTo>
                  <a:cubicBezTo>
                    <a:pt x="5085" y="46183"/>
                    <a:pt x="5051" y="46217"/>
                    <a:pt x="5051" y="46251"/>
                  </a:cubicBezTo>
                  <a:lnTo>
                    <a:pt x="5051" y="46387"/>
                  </a:lnTo>
                  <a:cubicBezTo>
                    <a:pt x="5051" y="46422"/>
                    <a:pt x="5085" y="46456"/>
                    <a:pt x="5119" y="46456"/>
                  </a:cubicBezTo>
                  <a:cubicBezTo>
                    <a:pt x="5187" y="46456"/>
                    <a:pt x="5221" y="46422"/>
                    <a:pt x="5221" y="46387"/>
                  </a:cubicBezTo>
                  <a:lnTo>
                    <a:pt x="5221" y="46251"/>
                  </a:lnTo>
                  <a:cubicBezTo>
                    <a:pt x="5221" y="46217"/>
                    <a:pt x="5187" y="46183"/>
                    <a:pt x="5119" y="46183"/>
                  </a:cubicBezTo>
                  <a:close/>
                  <a:moveTo>
                    <a:pt x="5119" y="46763"/>
                  </a:moveTo>
                  <a:cubicBezTo>
                    <a:pt x="5085" y="46763"/>
                    <a:pt x="5051" y="46797"/>
                    <a:pt x="5051" y="46831"/>
                  </a:cubicBezTo>
                  <a:lnTo>
                    <a:pt x="5051" y="46968"/>
                  </a:lnTo>
                  <a:cubicBezTo>
                    <a:pt x="5051" y="47002"/>
                    <a:pt x="5085" y="47036"/>
                    <a:pt x="5119" y="47036"/>
                  </a:cubicBezTo>
                  <a:cubicBezTo>
                    <a:pt x="5187" y="47036"/>
                    <a:pt x="5221" y="47002"/>
                    <a:pt x="5221" y="46968"/>
                  </a:cubicBezTo>
                  <a:lnTo>
                    <a:pt x="5221" y="46831"/>
                  </a:lnTo>
                  <a:cubicBezTo>
                    <a:pt x="5221" y="46797"/>
                    <a:pt x="5187" y="46763"/>
                    <a:pt x="5119" y="46763"/>
                  </a:cubicBezTo>
                  <a:close/>
                  <a:moveTo>
                    <a:pt x="5119" y="47309"/>
                  </a:moveTo>
                  <a:cubicBezTo>
                    <a:pt x="5085" y="47309"/>
                    <a:pt x="5051" y="47377"/>
                    <a:pt x="5051" y="47411"/>
                  </a:cubicBezTo>
                  <a:lnTo>
                    <a:pt x="5051" y="47513"/>
                  </a:lnTo>
                  <a:cubicBezTo>
                    <a:pt x="5051" y="47582"/>
                    <a:pt x="5085" y="47616"/>
                    <a:pt x="5119" y="47616"/>
                  </a:cubicBezTo>
                  <a:cubicBezTo>
                    <a:pt x="5187" y="47616"/>
                    <a:pt x="5221" y="47582"/>
                    <a:pt x="5221" y="47513"/>
                  </a:cubicBezTo>
                  <a:lnTo>
                    <a:pt x="5221" y="47411"/>
                  </a:lnTo>
                  <a:cubicBezTo>
                    <a:pt x="5221" y="47377"/>
                    <a:pt x="5187" y="47309"/>
                    <a:pt x="5119" y="47309"/>
                  </a:cubicBezTo>
                  <a:close/>
                  <a:moveTo>
                    <a:pt x="5119" y="47889"/>
                  </a:moveTo>
                  <a:cubicBezTo>
                    <a:pt x="5085" y="47889"/>
                    <a:pt x="5051" y="47923"/>
                    <a:pt x="5051" y="47991"/>
                  </a:cubicBezTo>
                  <a:lnTo>
                    <a:pt x="5051" y="48094"/>
                  </a:lnTo>
                  <a:cubicBezTo>
                    <a:pt x="5051" y="48128"/>
                    <a:pt x="5085" y="48196"/>
                    <a:pt x="5119" y="48196"/>
                  </a:cubicBezTo>
                  <a:cubicBezTo>
                    <a:pt x="5187" y="48196"/>
                    <a:pt x="5221" y="48128"/>
                    <a:pt x="5221" y="48094"/>
                  </a:cubicBezTo>
                  <a:lnTo>
                    <a:pt x="5221" y="47991"/>
                  </a:lnTo>
                  <a:cubicBezTo>
                    <a:pt x="5221" y="47923"/>
                    <a:pt x="5187" y="47889"/>
                    <a:pt x="5119" y="47889"/>
                  </a:cubicBezTo>
                  <a:close/>
                  <a:moveTo>
                    <a:pt x="5119" y="48469"/>
                  </a:moveTo>
                  <a:cubicBezTo>
                    <a:pt x="5085" y="48469"/>
                    <a:pt x="5051" y="48503"/>
                    <a:pt x="5051" y="48571"/>
                  </a:cubicBezTo>
                  <a:lnTo>
                    <a:pt x="5051" y="48674"/>
                  </a:lnTo>
                  <a:cubicBezTo>
                    <a:pt x="5051" y="48708"/>
                    <a:pt x="5085" y="48742"/>
                    <a:pt x="5119" y="48742"/>
                  </a:cubicBezTo>
                  <a:cubicBezTo>
                    <a:pt x="5187" y="48742"/>
                    <a:pt x="5221" y="48708"/>
                    <a:pt x="5221" y="48674"/>
                  </a:cubicBezTo>
                  <a:lnTo>
                    <a:pt x="5221" y="48571"/>
                  </a:lnTo>
                  <a:cubicBezTo>
                    <a:pt x="5221" y="48503"/>
                    <a:pt x="5187" y="48469"/>
                    <a:pt x="5119" y="48469"/>
                  </a:cubicBezTo>
                  <a:close/>
                  <a:moveTo>
                    <a:pt x="5119" y="49049"/>
                  </a:moveTo>
                  <a:cubicBezTo>
                    <a:pt x="5085" y="49049"/>
                    <a:pt x="5051" y="49083"/>
                    <a:pt x="5051" y="49117"/>
                  </a:cubicBezTo>
                  <a:lnTo>
                    <a:pt x="5051" y="49254"/>
                  </a:lnTo>
                  <a:cubicBezTo>
                    <a:pt x="5051" y="49288"/>
                    <a:pt x="5085" y="49322"/>
                    <a:pt x="5119" y="49322"/>
                  </a:cubicBezTo>
                  <a:cubicBezTo>
                    <a:pt x="5187" y="49322"/>
                    <a:pt x="5221" y="49288"/>
                    <a:pt x="5221" y="49254"/>
                  </a:cubicBezTo>
                  <a:lnTo>
                    <a:pt x="5221" y="49117"/>
                  </a:lnTo>
                  <a:cubicBezTo>
                    <a:pt x="5221" y="49083"/>
                    <a:pt x="5187" y="49049"/>
                    <a:pt x="5119" y="49049"/>
                  </a:cubicBezTo>
                  <a:close/>
                  <a:moveTo>
                    <a:pt x="5119" y="49629"/>
                  </a:moveTo>
                  <a:cubicBezTo>
                    <a:pt x="5085" y="49629"/>
                    <a:pt x="5051" y="49663"/>
                    <a:pt x="5051" y="49697"/>
                  </a:cubicBezTo>
                  <a:lnTo>
                    <a:pt x="5051" y="49800"/>
                  </a:lnTo>
                  <a:cubicBezTo>
                    <a:pt x="5051" y="49868"/>
                    <a:pt x="5085" y="49902"/>
                    <a:pt x="5119" y="49902"/>
                  </a:cubicBezTo>
                  <a:cubicBezTo>
                    <a:pt x="5187" y="49902"/>
                    <a:pt x="5221" y="49868"/>
                    <a:pt x="5221" y="49800"/>
                  </a:cubicBezTo>
                  <a:lnTo>
                    <a:pt x="5221" y="49697"/>
                  </a:lnTo>
                  <a:cubicBezTo>
                    <a:pt x="5221" y="49663"/>
                    <a:pt x="5187" y="49629"/>
                    <a:pt x="5119" y="49629"/>
                  </a:cubicBezTo>
                  <a:close/>
                  <a:moveTo>
                    <a:pt x="5119" y="50175"/>
                  </a:moveTo>
                  <a:cubicBezTo>
                    <a:pt x="5085" y="50175"/>
                    <a:pt x="5051" y="50209"/>
                    <a:pt x="5051" y="50277"/>
                  </a:cubicBezTo>
                  <a:lnTo>
                    <a:pt x="5051" y="50380"/>
                  </a:lnTo>
                  <a:cubicBezTo>
                    <a:pt x="5051" y="50448"/>
                    <a:pt x="5085" y="50482"/>
                    <a:pt x="5119" y="50482"/>
                  </a:cubicBezTo>
                  <a:cubicBezTo>
                    <a:pt x="5187" y="50482"/>
                    <a:pt x="5221" y="50448"/>
                    <a:pt x="5221" y="50380"/>
                  </a:cubicBezTo>
                  <a:lnTo>
                    <a:pt x="5221" y="50277"/>
                  </a:lnTo>
                  <a:cubicBezTo>
                    <a:pt x="5221" y="50209"/>
                    <a:pt x="5187" y="50175"/>
                    <a:pt x="5119" y="50175"/>
                  </a:cubicBezTo>
                  <a:close/>
                  <a:moveTo>
                    <a:pt x="5119" y="50755"/>
                  </a:moveTo>
                  <a:cubicBezTo>
                    <a:pt x="5085" y="50755"/>
                    <a:pt x="5051" y="50789"/>
                    <a:pt x="5051" y="50858"/>
                  </a:cubicBezTo>
                  <a:lnTo>
                    <a:pt x="5051" y="50960"/>
                  </a:lnTo>
                  <a:cubicBezTo>
                    <a:pt x="5051" y="50994"/>
                    <a:pt x="5085" y="51028"/>
                    <a:pt x="5119" y="51028"/>
                  </a:cubicBezTo>
                  <a:cubicBezTo>
                    <a:pt x="5187" y="51028"/>
                    <a:pt x="5221" y="50994"/>
                    <a:pt x="5221" y="50960"/>
                  </a:cubicBezTo>
                  <a:lnTo>
                    <a:pt x="5221" y="50858"/>
                  </a:lnTo>
                  <a:cubicBezTo>
                    <a:pt x="5221" y="50789"/>
                    <a:pt x="5187" y="50755"/>
                    <a:pt x="5119" y="50755"/>
                  </a:cubicBezTo>
                  <a:close/>
                  <a:moveTo>
                    <a:pt x="5119" y="51335"/>
                  </a:moveTo>
                  <a:cubicBezTo>
                    <a:pt x="5085" y="51335"/>
                    <a:pt x="5051" y="51369"/>
                    <a:pt x="5051" y="51404"/>
                  </a:cubicBezTo>
                  <a:lnTo>
                    <a:pt x="5051" y="51540"/>
                  </a:lnTo>
                  <a:cubicBezTo>
                    <a:pt x="5051" y="51574"/>
                    <a:pt x="5085" y="51608"/>
                    <a:pt x="5119" y="51608"/>
                  </a:cubicBezTo>
                  <a:cubicBezTo>
                    <a:pt x="5187" y="51608"/>
                    <a:pt x="5221" y="51574"/>
                    <a:pt x="5221" y="51540"/>
                  </a:cubicBezTo>
                  <a:lnTo>
                    <a:pt x="5221" y="51404"/>
                  </a:lnTo>
                  <a:cubicBezTo>
                    <a:pt x="5221" y="51369"/>
                    <a:pt x="5187" y="51335"/>
                    <a:pt x="5119" y="51335"/>
                  </a:cubicBezTo>
                  <a:close/>
                  <a:moveTo>
                    <a:pt x="5119" y="51915"/>
                  </a:moveTo>
                  <a:cubicBezTo>
                    <a:pt x="5085" y="51915"/>
                    <a:pt x="5051" y="51950"/>
                    <a:pt x="5051" y="51984"/>
                  </a:cubicBezTo>
                  <a:lnTo>
                    <a:pt x="5051" y="52120"/>
                  </a:lnTo>
                  <a:cubicBezTo>
                    <a:pt x="5051" y="52154"/>
                    <a:pt x="5085" y="52188"/>
                    <a:pt x="5119" y="52188"/>
                  </a:cubicBezTo>
                  <a:cubicBezTo>
                    <a:pt x="5187" y="52188"/>
                    <a:pt x="5221" y="52154"/>
                    <a:pt x="5221" y="52120"/>
                  </a:cubicBezTo>
                  <a:lnTo>
                    <a:pt x="5221" y="51984"/>
                  </a:lnTo>
                  <a:cubicBezTo>
                    <a:pt x="5221" y="51950"/>
                    <a:pt x="5187" y="51915"/>
                    <a:pt x="5119" y="51915"/>
                  </a:cubicBezTo>
                  <a:close/>
                  <a:moveTo>
                    <a:pt x="5119" y="52461"/>
                  </a:moveTo>
                  <a:cubicBezTo>
                    <a:pt x="5085" y="52461"/>
                    <a:pt x="5051" y="52530"/>
                    <a:pt x="5051" y="52564"/>
                  </a:cubicBezTo>
                  <a:lnTo>
                    <a:pt x="5051" y="52666"/>
                  </a:lnTo>
                  <a:cubicBezTo>
                    <a:pt x="5051" y="52734"/>
                    <a:pt x="5085" y="52768"/>
                    <a:pt x="5119" y="52768"/>
                  </a:cubicBezTo>
                  <a:cubicBezTo>
                    <a:pt x="5187" y="52768"/>
                    <a:pt x="5221" y="52734"/>
                    <a:pt x="5221" y="52666"/>
                  </a:cubicBezTo>
                  <a:lnTo>
                    <a:pt x="5221" y="52564"/>
                  </a:lnTo>
                  <a:cubicBezTo>
                    <a:pt x="5221" y="52530"/>
                    <a:pt x="5187" y="52461"/>
                    <a:pt x="5119" y="52461"/>
                  </a:cubicBezTo>
                  <a:close/>
                  <a:moveTo>
                    <a:pt x="5119" y="53041"/>
                  </a:moveTo>
                  <a:cubicBezTo>
                    <a:pt x="5085" y="53041"/>
                    <a:pt x="5051" y="53076"/>
                    <a:pt x="5051" y="53144"/>
                  </a:cubicBezTo>
                  <a:lnTo>
                    <a:pt x="5051" y="53246"/>
                  </a:lnTo>
                  <a:cubicBezTo>
                    <a:pt x="5051" y="53280"/>
                    <a:pt x="5085" y="53349"/>
                    <a:pt x="5119" y="53349"/>
                  </a:cubicBezTo>
                  <a:cubicBezTo>
                    <a:pt x="5187" y="53349"/>
                    <a:pt x="5221" y="53280"/>
                    <a:pt x="5221" y="53246"/>
                  </a:cubicBezTo>
                  <a:lnTo>
                    <a:pt x="5221" y="53144"/>
                  </a:lnTo>
                  <a:cubicBezTo>
                    <a:pt x="5221" y="53076"/>
                    <a:pt x="5187" y="53041"/>
                    <a:pt x="5119" y="53041"/>
                  </a:cubicBezTo>
                  <a:close/>
                  <a:moveTo>
                    <a:pt x="5119" y="53622"/>
                  </a:moveTo>
                  <a:cubicBezTo>
                    <a:pt x="5085" y="53622"/>
                    <a:pt x="5051" y="53656"/>
                    <a:pt x="5051" y="53724"/>
                  </a:cubicBezTo>
                  <a:lnTo>
                    <a:pt x="5051" y="53826"/>
                  </a:lnTo>
                  <a:cubicBezTo>
                    <a:pt x="5051" y="53860"/>
                    <a:pt x="5085" y="53895"/>
                    <a:pt x="5119" y="53895"/>
                  </a:cubicBezTo>
                  <a:cubicBezTo>
                    <a:pt x="5187" y="53895"/>
                    <a:pt x="5221" y="53860"/>
                    <a:pt x="5221" y="53826"/>
                  </a:cubicBezTo>
                  <a:lnTo>
                    <a:pt x="5221" y="53724"/>
                  </a:lnTo>
                  <a:cubicBezTo>
                    <a:pt x="5221" y="53656"/>
                    <a:pt x="5187" y="53622"/>
                    <a:pt x="5119" y="53622"/>
                  </a:cubicBezTo>
                  <a:close/>
                  <a:moveTo>
                    <a:pt x="5119" y="54202"/>
                  </a:moveTo>
                  <a:cubicBezTo>
                    <a:pt x="5085" y="54202"/>
                    <a:pt x="5051" y="54236"/>
                    <a:pt x="5051" y="54270"/>
                  </a:cubicBezTo>
                  <a:lnTo>
                    <a:pt x="5051" y="54406"/>
                  </a:lnTo>
                  <a:cubicBezTo>
                    <a:pt x="5051" y="54440"/>
                    <a:pt x="5085" y="54475"/>
                    <a:pt x="5119" y="54475"/>
                  </a:cubicBezTo>
                  <a:cubicBezTo>
                    <a:pt x="5187" y="54475"/>
                    <a:pt x="5221" y="54440"/>
                    <a:pt x="5221" y="54406"/>
                  </a:cubicBezTo>
                  <a:lnTo>
                    <a:pt x="5221" y="54270"/>
                  </a:lnTo>
                  <a:cubicBezTo>
                    <a:pt x="5221" y="54236"/>
                    <a:pt x="5187" y="54202"/>
                    <a:pt x="5119" y="54202"/>
                  </a:cubicBezTo>
                  <a:close/>
                  <a:moveTo>
                    <a:pt x="5119" y="54782"/>
                  </a:moveTo>
                  <a:cubicBezTo>
                    <a:pt x="5085" y="54782"/>
                    <a:pt x="5051" y="54816"/>
                    <a:pt x="5051" y="54850"/>
                  </a:cubicBezTo>
                  <a:lnTo>
                    <a:pt x="5051" y="54952"/>
                  </a:lnTo>
                  <a:cubicBezTo>
                    <a:pt x="5051" y="55021"/>
                    <a:pt x="5085" y="55055"/>
                    <a:pt x="5119" y="55055"/>
                  </a:cubicBezTo>
                  <a:cubicBezTo>
                    <a:pt x="5187" y="55055"/>
                    <a:pt x="5221" y="55021"/>
                    <a:pt x="5221" y="54952"/>
                  </a:cubicBezTo>
                  <a:lnTo>
                    <a:pt x="5221" y="54850"/>
                  </a:lnTo>
                  <a:cubicBezTo>
                    <a:pt x="5221" y="54816"/>
                    <a:pt x="5187" y="54782"/>
                    <a:pt x="5119" y="54782"/>
                  </a:cubicBezTo>
                  <a:close/>
                  <a:moveTo>
                    <a:pt x="5119" y="55328"/>
                  </a:moveTo>
                  <a:cubicBezTo>
                    <a:pt x="5085" y="55328"/>
                    <a:pt x="5051" y="55362"/>
                    <a:pt x="5051" y="55430"/>
                  </a:cubicBezTo>
                  <a:lnTo>
                    <a:pt x="5051" y="55532"/>
                  </a:lnTo>
                  <a:cubicBezTo>
                    <a:pt x="5051" y="55601"/>
                    <a:pt x="5085" y="55635"/>
                    <a:pt x="5119" y="55635"/>
                  </a:cubicBezTo>
                  <a:cubicBezTo>
                    <a:pt x="5187" y="55635"/>
                    <a:pt x="5221" y="55601"/>
                    <a:pt x="5221" y="55532"/>
                  </a:cubicBezTo>
                  <a:lnTo>
                    <a:pt x="5221" y="55430"/>
                  </a:lnTo>
                  <a:cubicBezTo>
                    <a:pt x="5221" y="55362"/>
                    <a:pt x="5187" y="55328"/>
                    <a:pt x="5119" y="55328"/>
                  </a:cubicBezTo>
                  <a:close/>
                  <a:moveTo>
                    <a:pt x="5119" y="55908"/>
                  </a:moveTo>
                  <a:cubicBezTo>
                    <a:pt x="5085" y="55908"/>
                    <a:pt x="5051" y="55942"/>
                    <a:pt x="5051" y="56010"/>
                  </a:cubicBezTo>
                  <a:lnTo>
                    <a:pt x="5051" y="56113"/>
                  </a:lnTo>
                  <a:cubicBezTo>
                    <a:pt x="5051" y="56147"/>
                    <a:pt x="5085" y="56181"/>
                    <a:pt x="5119" y="56181"/>
                  </a:cubicBezTo>
                  <a:cubicBezTo>
                    <a:pt x="5187" y="56181"/>
                    <a:pt x="5221" y="56147"/>
                    <a:pt x="5221" y="56113"/>
                  </a:cubicBezTo>
                  <a:lnTo>
                    <a:pt x="5221" y="56010"/>
                  </a:lnTo>
                  <a:cubicBezTo>
                    <a:pt x="5221" y="55942"/>
                    <a:pt x="5187" y="55908"/>
                    <a:pt x="5119" y="55908"/>
                  </a:cubicBezTo>
                  <a:close/>
                  <a:moveTo>
                    <a:pt x="5119" y="56488"/>
                  </a:moveTo>
                  <a:cubicBezTo>
                    <a:pt x="5085" y="56488"/>
                    <a:pt x="5051" y="56522"/>
                    <a:pt x="5051" y="56556"/>
                  </a:cubicBezTo>
                  <a:lnTo>
                    <a:pt x="5051" y="56693"/>
                  </a:lnTo>
                  <a:cubicBezTo>
                    <a:pt x="5051" y="56727"/>
                    <a:pt x="5085" y="56761"/>
                    <a:pt x="5119" y="56761"/>
                  </a:cubicBezTo>
                  <a:cubicBezTo>
                    <a:pt x="5187" y="56761"/>
                    <a:pt x="5221" y="56727"/>
                    <a:pt x="5221" y="56693"/>
                  </a:cubicBezTo>
                  <a:lnTo>
                    <a:pt x="5221" y="56556"/>
                  </a:lnTo>
                  <a:cubicBezTo>
                    <a:pt x="5221" y="56522"/>
                    <a:pt x="5187" y="56488"/>
                    <a:pt x="5119" y="56488"/>
                  </a:cubicBezTo>
                  <a:close/>
                  <a:moveTo>
                    <a:pt x="5119" y="57068"/>
                  </a:moveTo>
                  <a:cubicBezTo>
                    <a:pt x="5085" y="57068"/>
                    <a:pt x="5051" y="57102"/>
                    <a:pt x="5051" y="57136"/>
                  </a:cubicBezTo>
                  <a:lnTo>
                    <a:pt x="5051" y="57273"/>
                  </a:lnTo>
                  <a:cubicBezTo>
                    <a:pt x="5051" y="57307"/>
                    <a:pt x="5085" y="57341"/>
                    <a:pt x="5119" y="57341"/>
                  </a:cubicBezTo>
                  <a:cubicBezTo>
                    <a:pt x="5187" y="57341"/>
                    <a:pt x="5221" y="57307"/>
                    <a:pt x="5221" y="57273"/>
                  </a:cubicBezTo>
                  <a:lnTo>
                    <a:pt x="5221" y="57136"/>
                  </a:lnTo>
                  <a:cubicBezTo>
                    <a:pt x="5221" y="57102"/>
                    <a:pt x="5187" y="57068"/>
                    <a:pt x="5119" y="57068"/>
                  </a:cubicBezTo>
                  <a:close/>
                  <a:moveTo>
                    <a:pt x="5119" y="57614"/>
                  </a:moveTo>
                  <a:cubicBezTo>
                    <a:pt x="5085" y="57614"/>
                    <a:pt x="5051" y="57682"/>
                    <a:pt x="5051" y="57716"/>
                  </a:cubicBezTo>
                  <a:lnTo>
                    <a:pt x="5051" y="57819"/>
                  </a:lnTo>
                  <a:cubicBezTo>
                    <a:pt x="5051" y="57887"/>
                    <a:pt x="5085" y="57921"/>
                    <a:pt x="5119" y="57921"/>
                  </a:cubicBezTo>
                  <a:cubicBezTo>
                    <a:pt x="5187" y="57921"/>
                    <a:pt x="5221" y="57887"/>
                    <a:pt x="5221" y="57819"/>
                  </a:cubicBezTo>
                  <a:lnTo>
                    <a:pt x="5221" y="57716"/>
                  </a:lnTo>
                  <a:cubicBezTo>
                    <a:pt x="5221" y="57682"/>
                    <a:pt x="5187" y="57614"/>
                    <a:pt x="5119" y="57614"/>
                  </a:cubicBezTo>
                  <a:close/>
                  <a:moveTo>
                    <a:pt x="5119" y="58194"/>
                  </a:moveTo>
                  <a:cubicBezTo>
                    <a:pt x="5085" y="58194"/>
                    <a:pt x="5051" y="58228"/>
                    <a:pt x="5051" y="58296"/>
                  </a:cubicBezTo>
                  <a:lnTo>
                    <a:pt x="5051" y="58399"/>
                  </a:lnTo>
                  <a:cubicBezTo>
                    <a:pt x="5051" y="58433"/>
                    <a:pt x="5085" y="58501"/>
                    <a:pt x="5119" y="58501"/>
                  </a:cubicBezTo>
                  <a:cubicBezTo>
                    <a:pt x="5187" y="58501"/>
                    <a:pt x="5221" y="58433"/>
                    <a:pt x="5221" y="58399"/>
                  </a:cubicBezTo>
                  <a:lnTo>
                    <a:pt x="5221" y="58296"/>
                  </a:lnTo>
                  <a:cubicBezTo>
                    <a:pt x="5221" y="58228"/>
                    <a:pt x="5187" y="58194"/>
                    <a:pt x="5119" y="58194"/>
                  </a:cubicBezTo>
                  <a:close/>
                  <a:moveTo>
                    <a:pt x="5119" y="58774"/>
                  </a:moveTo>
                  <a:cubicBezTo>
                    <a:pt x="5085" y="58774"/>
                    <a:pt x="5051" y="58808"/>
                    <a:pt x="5051" y="58876"/>
                  </a:cubicBezTo>
                  <a:lnTo>
                    <a:pt x="5051" y="58979"/>
                  </a:lnTo>
                  <a:cubicBezTo>
                    <a:pt x="5051" y="59013"/>
                    <a:pt x="5085" y="59047"/>
                    <a:pt x="5119" y="59047"/>
                  </a:cubicBezTo>
                  <a:cubicBezTo>
                    <a:pt x="5187" y="59047"/>
                    <a:pt x="5221" y="59013"/>
                    <a:pt x="5221" y="58979"/>
                  </a:cubicBezTo>
                  <a:lnTo>
                    <a:pt x="5221" y="58876"/>
                  </a:lnTo>
                  <a:cubicBezTo>
                    <a:pt x="5221" y="58808"/>
                    <a:pt x="5187" y="58774"/>
                    <a:pt x="5119" y="58774"/>
                  </a:cubicBezTo>
                  <a:close/>
                  <a:moveTo>
                    <a:pt x="5119" y="59354"/>
                  </a:moveTo>
                  <a:cubicBezTo>
                    <a:pt x="5085" y="59354"/>
                    <a:pt x="5051" y="59388"/>
                    <a:pt x="5051" y="59422"/>
                  </a:cubicBezTo>
                  <a:lnTo>
                    <a:pt x="5051" y="59559"/>
                  </a:lnTo>
                  <a:cubicBezTo>
                    <a:pt x="5051" y="59593"/>
                    <a:pt x="5085" y="59627"/>
                    <a:pt x="5119" y="59627"/>
                  </a:cubicBezTo>
                  <a:cubicBezTo>
                    <a:pt x="5187" y="59627"/>
                    <a:pt x="5221" y="59593"/>
                    <a:pt x="5221" y="59559"/>
                  </a:cubicBezTo>
                  <a:lnTo>
                    <a:pt x="5221" y="59422"/>
                  </a:lnTo>
                  <a:cubicBezTo>
                    <a:pt x="5221" y="59388"/>
                    <a:pt x="5187" y="59354"/>
                    <a:pt x="5119" y="59354"/>
                  </a:cubicBezTo>
                  <a:close/>
                  <a:moveTo>
                    <a:pt x="5119" y="59934"/>
                  </a:moveTo>
                  <a:cubicBezTo>
                    <a:pt x="5085" y="59934"/>
                    <a:pt x="5051" y="59968"/>
                    <a:pt x="5051" y="60003"/>
                  </a:cubicBezTo>
                  <a:lnTo>
                    <a:pt x="5051" y="60105"/>
                  </a:lnTo>
                  <a:cubicBezTo>
                    <a:pt x="5051" y="60173"/>
                    <a:pt x="5085" y="60207"/>
                    <a:pt x="5119" y="60207"/>
                  </a:cubicBezTo>
                  <a:cubicBezTo>
                    <a:pt x="5153" y="60207"/>
                    <a:pt x="5221" y="60173"/>
                    <a:pt x="5221" y="60105"/>
                  </a:cubicBezTo>
                  <a:lnTo>
                    <a:pt x="5221" y="60003"/>
                  </a:lnTo>
                  <a:cubicBezTo>
                    <a:pt x="5221" y="59968"/>
                    <a:pt x="5153" y="59934"/>
                    <a:pt x="5119" y="59934"/>
                  </a:cubicBezTo>
                  <a:close/>
                  <a:moveTo>
                    <a:pt x="5119" y="60480"/>
                  </a:moveTo>
                  <a:cubicBezTo>
                    <a:pt x="5085" y="60480"/>
                    <a:pt x="5051" y="60514"/>
                    <a:pt x="5051" y="60583"/>
                  </a:cubicBezTo>
                  <a:lnTo>
                    <a:pt x="5051" y="60685"/>
                  </a:lnTo>
                  <a:cubicBezTo>
                    <a:pt x="5051" y="60753"/>
                    <a:pt x="5085" y="60787"/>
                    <a:pt x="5119" y="60787"/>
                  </a:cubicBezTo>
                  <a:cubicBezTo>
                    <a:pt x="5153" y="60787"/>
                    <a:pt x="5221" y="60753"/>
                    <a:pt x="5221" y="60685"/>
                  </a:cubicBezTo>
                  <a:lnTo>
                    <a:pt x="5221" y="60583"/>
                  </a:lnTo>
                  <a:cubicBezTo>
                    <a:pt x="5221" y="60514"/>
                    <a:pt x="5153" y="60480"/>
                    <a:pt x="5119" y="60480"/>
                  </a:cubicBezTo>
                  <a:close/>
                  <a:moveTo>
                    <a:pt x="5119" y="61060"/>
                  </a:moveTo>
                  <a:cubicBezTo>
                    <a:pt x="5085" y="61060"/>
                    <a:pt x="5051" y="61094"/>
                    <a:pt x="5051" y="61163"/>
                  </a:cubicBezTo>
                  <a:lnTo>
                    <a:pt x="5051" y="61265"/>
                  </a:lnTo>
                  <a:cubicBezTo>
                    <a:pt x="5051" y="61299"/>
                    <a:pt x="5085" y="61333"/>
                    <a:pt x="5119" y="61333"/>
                  </a:cubicBezTo>
                  <a:cubicBezTo>
                    <a:pt x="5153" y="61333"/>
                    <a:pt x="5221" y="61299"/>
                    <a:pt x="5221" y="61265"/>
                  </a:cubicBezTo>
                  <a:lnTo>
                    <a:pt x="5221" y="61163"/>
                  </a:lnTo>
                  <a:cubicBezTo>
                    <a:pt x="5221" y="61094"/>
                    <a:pt x="5153" y="61060"/>
                    <a:pt x="5119" y="61060"/>
                  </a:cubicBezTo>
                  <a:close/>
                  <a:moveTo>
                    <a:pt x="5119" y="61640"/>
                  </a:moveTo>
                  <a:cubicBezTo>
                    <a:pt x="5085" y="61640"/>
                    <a:pt x="5051" y="61675"/>
                    <a:pt x="5051" y="61709"/>
                  </a:cubicBezTo>
                  <a:lnTo>
                    <a:pt x="5051" y="61845"/>
                  </a:lnTo>
                  <a:cubicBezTo>
                    <a:pt x="5051" y="61879"/>
                    <a:pt x="5085" y="61913"/>
                    <a:pt x="5119" y="61913"/>
                  </a:cubicBezTo>
                  <a:cubicBezTo>
                    <a:pt x="5153" y="61913"/>
                    <a:pt x="5221" y="61879"/>
                    <a:pt x="5221" y="61845"/>
                  </a:cubicBezTo>
                  <a:lnTo>
                    <a:pt x="5221" y="61709"/>
                  </a:lnTo>
                  <a:cubicBezTo>
                    <a:pt x="5221" y="61675"/>
                    <a:pt x="5153" y="61640"/>
                    <a:pt x="5119" y="61640"/>
                  </a:cubicBezTo>
                  <a:close/>
                  <a:moveTo>
                    <a:pt x="5119" y="62221"/>
                  </a:moveTo>
                  <a:cubicBezTo>
                    <a:pt x="5085" y="62221"/>
                    <a:pt x="5051" y="62255"/>
                    <a:pt x="5051" y="62289"/>
                  </a:cubicBezTo>
                  <a:lnTo>
                    <a:pt x="5051" y="62425"/>
                  </a:lnTo>
                  <a:cubicBezTo>
                    <a:pt x="5051" y="62459"/>
                    <a:pt x="5085" y="62494"/>
                    <a:pt x="5119" y="62494"/>
                  </a:cubicBezTo>
                  <a:cubicBezTo>
                    <a:pt x="5153" y="62494"/>
                    <a:pt x="5221" y="62459"/>
                    <a:pt x="5221" y="62425"/>
                  </a:cubicBezTo>
                  <a:lnTo>
                    <a:pt x="5221" y="62289"/>
                  </a:lnTo>
                  <a:cubicBezTo>
                    <a:pt x="5221" y="62255"/>
                    <a:pt x="5153" y="62221"/>
                    <a:pt x="5119" y="62221"/>
                  </a:cubicBezTo>
                  <a:close/>
                  <a:moveTo>
                    <a:pt x="5119" y="62767"/>
                  </a:moveTo>
                  <a:cubicBezTo>
                    <a:pt x="5085" y="62767"/>
                    <a:pt x="5051" y="62835"/>
                    <a:pt x="5051" y="62869"/>
                  </a:cubicBezTo>
                  <a:lnTo>
                    <a:pt x="5051" y="62971"/>
                  </a:lnTo>
                  <a:cubicBezTo>
                    <a:pt x="5051" y="63040"/>
                    <a:pt x="5085" y="63074"/>
                    <a:pt x="5119" y="63074"/>
                  </a:cubicBezTo>
                  <a:cubicBezTo>
                    <a:pt x="5153" y="63074"/>
                    <a:pt x="5221" y="63040"/>
                    <a:pt x="5221" y="62971"/>
                  </a:cubicBezTo>
                  <a:lnTo>
                    <a:pt x="5221" y="62869"/>
                  </a:lnTo>
                  <a:cubicBezTo>
                    <a:pt x="5221" y="62835"/>
                    <a:pt x="5153" y="62767"/>
                    <a:pt x="5119" y="62767"/>
                  </a:cubicBezTo>
                  <a:close/>
                  <a:moveTo>
                    <a:pt x="5119" y="63347"/>
                  </a:moveTo>
                  <a:cubicBezTo>
                    <a:pt x="5085" y="63347"/>
                    <a:pt x="5051" y="63381"/>
                    <a:pt x="5051" y="63449"/>
                  </a:cubicBezTo>
                  <a:lnTo>
                    <a:pt x="5051" y="63551"/>
                  </a:lnTo>
                  <a:cubicBezTo>
                    <a:pt x="5051" y="63585"/>
                    <a:pt x="5085" y="63654"/>
                    <a:pt x="5119" y="63654"/>
                  </a:cubicBezTo>
                  <a:cubicBezTo>
                    <a:pt x="5153" y="63654"/>
                    <a:pt x="5221" y="63585"/>
                    <a:pt x="5221" y="63551"/>
                  </a:cubicBezTo>
                  <a:lnTo>
                    <a:pt x="5221" y="63449"/>
                  </a:lnTo>
                  <a:cubicBezTo>
                    <a:pt x="5221" y="63381"/>
                    <a:pt x="5153" y="63347"/>
                    <a:pt x="5119" y="63347"/>
                  </a:cubicBezTo>
                  <a:close/>
                  <a:moveTo>
                    <a:pt x="5119" y="63927"/>
                  </a:moveTo>
                  <a:cubicBezTo>
                    <a:pt x="5085" y="63927"/>
                    <a:pt x="5051" y="63961"/>
                    <a:pt x="5051" y="64029"/>
                  </a:cubicBezTo>
                  <a:lnTo>
                    <a:pt x="5051" y="64131"/>
                  </a:lnTo>
                  <a:cubicBezTo>
                    <a:pt x="5051" y="64166"/>
                    <a:pt x="5085" y="64200"/>
                    <a:pt x="5119" y="64200"/>
                  </a:cubicBezTo>
                  <a:cubicBezTo>
                    <a:pt x="5153" y="64200"/>
                    <a:pt x="5221" y="64166"/>
                    <a:pt x="5221" y="64131"/>
                  </a:cubicBezTo>
                  <a:lnTo>
                    <a:pt x="5221" y="64029"/>
                  </a:lnTo>
                  <a:cubicBezTo>
                    <a:pt x="5221" y="63961"/>
                    <a:pt x="5153" y="63927"/>
                    <a:pt x="5119" y="63927"/>
                  </a:cubicBezTo>
                  <a:close/>
                  <a:moveTo>
                    <a:pt x="5119" y="64507"/>
                  </a:moveTo>
                  <a:cubicBezTo>
                    <a:pt x="5085" y="64507"/>
                    <a:pt x="5051" y="64541"/>
                    <a:pt x="5051" y="64575"/>
                  </a:cubicBezTo>
                  <a:lnTo>
                    <a:pt x="5051" y="64712"/>
                  </a:lnTo>
                  <a:cubicBezTo>
                    <a:pt x="5051" y="64746"/>
                    <a:pt x="5085" y="64780"/>
                    <a:pt x="5119" y="64780"/>
                  </a:cubicBezTo>
                  <a:cubicBezTo>
                    <a:pt x="5153" y="64780"/>
                    <a:pt x="5221" y="64746"/>
                    <a:pt x="5221" y="64712"/>
                  </a:cubicBezTo>
                  <a:lnTo>
                    <a:pt x="5221" y="64575"/>
                  </a:lnTo>
                  <a:cubicBezTo>
                    <a:pt x="5221" y="64541"/>
                    <a:pt x="5153" y="64507"/>
                    <a:pt x="5119" y="64507"/>
                  </a:cubicBezTo>
                  <a:close/>
                  <a:moveTo>
                    <a:pt x="5119" y="65087"/>
                  </a:moveTo>
                  <a:cubicBezTo>
                    <a:pt x="5085" y="65087"/>
                    <a:pt x="5051" y="65121"/>
                    <a:pt x="5051" y="65155"/>
                  </a:cubicBezTo>
                  <a:lnTo>
                    <a:pt x="5051" y="65258"/>
                  </a:lnTo>
                  <a:cubicBezTo>
                    <a:pt x="5051" y="65326"/>
                    <a:pt x="5085" y="65360"/>
                    <a:pt x="5119" y="65360"/>
                  </a:cubicBezTo>
                  <a:cubicBezTo>
                    <a:pt x="5153" y="65360"/>
                    <a:pt x="5221" y="65326"/>
                    <a:pt x="5221" y="65258"/>
                  </a:cubicBezTo>
                  <a:lnTo>
                    <a:pt x="5221" y="65155"/>
                  </a:lnTo>
                  <a:cubicBezTo>
                    <a:pt x="5221" y="65121"/>
                    <a:pt x="5153" y="65087"/>
                    <a:pt x="5119" y="65087"/>
                  </a:cubicBezTo>
                  <a:close/>
                  <a:moveTo>
                    <a:pt x="5119" y="65633"/>
                  </a:moveTo>
                  <a:cubicBezTo>
                    <a:pt x="5085" y="65633"/>
                    <a:pt x="5051" y="65667"/>
                    <a:pt x="5051" y="65735"/>
                  </a:cubicBezTo>
                  <a:lnTo>
                    <a:pt x="5051" y="65838"/>
                  </a:lnTo>
                  <a:cubicBezTo>
                    <a:pt x="5051" y="65906"/>
                    <a:pt x="5085" y="65940"/>
                    <a:pt x="5119" y="65940"/>
                  </a:cubicBezTo>
                  <a:cubicBezTo>
                    <a:pt x="5153" y="65940"/>
                    <a:pt x="5221" y="65906"/>
                    <a:pt x="5221" y="65838"/>
                  </a:cubicBezTo>
                  <a:lnTo>
                    <a:pt x="5221" y="65735"/>
                  </a:lnTo>
                  <a:cubicBezTo>
                    <a:pt x="5221" y="65667"/>
                    <a:pt x="5153" y="65633"/>
                    <a:pt x="5119" y="65633"/>
                  </a:cubicBezTo>
                  <a:close/>
                  <a:moveTo>
                    <a:pt x="5119" y="66213"/>
                  </a:moveTo>
                  <a:cubicBezTo>
                    <a:pt x="5085" y="66213"/>
                    <a:pt x="5051" y="66247"/>
                    <a:pt x="5051" y="66315"/>
                  </a:cubicBezTo>
                  <a:lnTo>
                    <a:pt x="5051" y="66418"/>
                  </a:lnTo>
                  <a:cubicBezTo>
                    <a:pt x="5051" y="66452"/>
                    <a:pt x="5085" y="66486"/>
                    <a:pt x="5119" y="66486"/>
                  </a:cubicBezTo>
                  <a:cubicBezTo>
                    <a:pt x="5153" y="66486"/>
                    <a:pt x="5221" y="66452"/>
                    <a:pt x="5221" y="66418"/>
                  </a:cubicBezTo>
                  <a:lnTo>
                    <a:pt x="5221" y="66315"/>
                  </a:lnTo>
                  <a:cubicBezTo>
                    <a:pt x="5221" y="66247"/>
                    <a:pt x="5153" y="66213"/>
                    <a:pt x="5119" y="66213"/>
                  </a:cubicBezTo>
                  <a:close/>
                  <a:moveTo>
                    <a:pt x="5119" y="66793"/>
                  </a:moveTo>
                  <a:cubicBezTo>
                    <a:pt x="5085" y="66793"/>
                    <a:pt x="5051" y="66827"/>
                    <a:pt x="5051" y="66861"/>
                  </a:cubicBezTo>
                  <a:lnTo>
                    <a:pt x="5051" y="66998"/>
                  </a:lnTo>
                  <a:cubicBezTo>
                    <a:pt x="5051" y="67032"/>
                    <a:pt x="5085" y="67066"/>
                    <a:pt x="5119" y="67066"/>
                  </a:cubicBezTo>
                  <a:cubicBezTo>
                    <a:pt x="5153" y="67066"/>
                    <a:pt x="5221" y="67032"/>
                    <a:pt x="5221" y="66998"/>
                  </a:cubicBezTo>
                  <a:lnTo>
                    <a:pt x="5221" y="66861"/>
                  </a:lnTo>
                  <a:cubicBezTo>
                    <a:pt x="5221" y="66827"/>
                    <a:pt x="5153" y="66793"/>
                    <a:pt x="5119" y="66793"/>
                  </a:cubicBezTo>
                  <a:close/>
                  <a:moveTo>
                    <a:pt x="5119" y="67373"/>
                  </a:moveTo>
                  <a:cubicBezTo>
                    <a:pt x="5085" y="67373"/>
                    <a:pt x="5051" y="67407"/>
                    <a:pt x="5051" y="67441"/>
                  </a:cubicBezTo>
                  <a:lnTo>
                    <a:pt x="5051" y="67578"/>
                  </a:lnTo>
                  <a:cubicBezTo>
                    <a:pt x="5051" y="67612"/>
                    <a:pt x="5085" y="67646"/>
                    <a:pt x="5119" y="67646"/>
                  </a:cubicBezTo>
                  <a:cubicBezTo>
                    <a:pt x="5153" y="67646"/>
                    <a:pt x="5221" y="67612"/>
                    <a:pt x="5221" y="67578"/>
                  </a:cubicBezTo>
                  <a:lnTo>
                    <a:pt x="5221" y="67441"/>
                  </a:lnTo>
                  <a:cubicBezTo>
                    <a:pt x="5221" y="67407"/>
                    <a:pt x="5153" y="67373"/>
                    <a:pt x="5119" y="67373"/>
                  </a:cubicBezTo>
                  <a:close/>
                  <a:moveTo>
                    <a:pt x="5119" y="67919"/>
                  </a:moveTo>
                  <a:cubicBezTo>
                    <a:pt x="5085" y="67919"/>
                    <a:pt x="5017" y="67987"/>
                    <a:pt x="5017" y="68021"/>
                  </a:cubicBezTo>
                  <a:lnTo>
                    <a:pt x="5017" y="68124"/>
                  </a:lnTo>
                  <a:cubicBezTo>
                    <a:pt x="5017" y="68192"/>
                    <a:pt x="5085" y="68226"/>
                    <a:pt x="5119" y="68226"/>
                  </a:cubicBezTo>
                  <a:cubicBezTo>
                    <a:pt x="5153" y="68226"/>
                    <a:pt x="5221" y="68192"/>
                    <a:pt x="5221" y="68124"/>
                  </a:cubicBezTo>
                  <a:lnTo>
                    <a:pt x="5221" y="68021"/>
                  </a:lnTo>
                  <a:cubicBezTo>
                    <a:pt x="5221" y="67987"/>
                    <a:pt x="5153" y="67919"/>
                    <a:pt x="5119" y="67919"/>
                  </a:cubicBezTo>
                  <a:close/>
                  <a:moveTo>
                    <a:pt x="5119" y="68499"/>
                  </a:moveTo>
                  <a:cubicBezTo>
                    <a:pt x="5085" y="68499"/>
                    <a:pt x="5017" y="68533"/>
                    <a:pt x="5017" y="68602"/>
                  </a:cubicBezTo>
                  <a:lnTo>
                    <a:pt x="5017" y="68704"/>
                  </a:lnTo>
                  <a:cubicBezTo>
                    <a:pt x="5017" y="68738"/>
                    <a:pt x="5085" y="68806"/>
                    <a:pt x="5119" y="68806"/>
                  </a:cubicBezTo>
                  <a:cubicBezTo>
                    <a:pt x="5153" y="68806"/>
                    <a:pt x="5221" y="68738"/>
                    <a:pt x="5221" y="68704"/>
                  </a:cubicBezTo>
                  <a:lnTo>
                    <a:pt x="5221" y="68602"/>
                  </a:lnTo>
                  <a:cubicBezTo>
                    <a:pt x="5221" y="68533"/>
                    <a:pt x="5153" y="68499"/>
                    <a:pt x="5119" y="68499"/>
                  </a:cubicBezTo>
                  <a:close/>
                  <a:moveTo>
                    <a:pt x="5119" y="69079"/>
                  </a:moveTo>
                  <a:cubicBezTo>
                    <a:pt x="5085" y="69079"/>
                    <a:pt x="5017" y="69113"/>
                    <a:pt x="5017" y="69148"/>
                  </a:cubicBezTo>
                  <a:lnTo>
                    <a:pt x="5017" y="69284"/>
                  </a:lnTo>
                  <a:cubicBezTo>
                    <a:pt x="5017" y="69318"/>
                    <a:pt x="5085" y="69352"/>
                    <a:pt x="5119" y="69352"/>
                  </a:cubicBezTo>
                  <a:cubicBezTo>
                    <a:pt x="5153" y="69352"/>
                    <a:pt x="5221" y="69318"/>
                    <a:pt x="5221" y="69284"/>
                  </a:cubicBezTo>
                  <a:lnTo>
                    <a:pt x="5221" y="69148"/>
                  </a:lnTo>
                  <a:cubicBezTo>
                    <a:pt x="5221" y="69113"/>
                    <a:pt x="5153" y="69079"/>
                    <a:pt x="5119" y="69079"/>
                  </a:cubicBezTo>
                  <a:close/>
                  <a:moveTo>
                    <a:pt x="5119" y="69659"/>
                  </a:moveTo>
                  <a:cubicBezTo>
                    <a:pt x="5085" y="69659"/>
                    <a:pt x="5017" y="69694"/>
                    <a:pt x="5017" y="69728"/>
                  </a:cubicBezTo>
                  <a:lnTo>
                    <a:pt x="5017" y="69864"/>
                  </a:lnTo>
                  <a:cubicBezTo>
                    <a:pt x="5017" y="69898"/>
                    <a:pt x="5085" y="69932"/>
                    <a:pt x="5119" y="69932"/>
                  </a:cubicBezTo>
                  <a:cubicBezTo>
                    <a:pt x="5153" y="69932"/>
                    <a:pt x="5187" y="69898"/>
                    <a:pt x="5221" y="69864"/>
                  </a:cubicBezTo>
                  <a:lnTo>
                    <a:pt x="5221" y="69728"/>
                  </a:lnTo>
                  <a:cubicBezTo>
                    <a:pt x="5221" y="69694"/>
                    <a:pt x="5153" y="69659"/>
                    <a:pt x="5119" y="69659"/>
                  </a:cubicBezTo>
                  <a:close/>
                  <a:moveTo>
                    <a:pt x="5119" y="70239"/>
                  </a:moveTo>
                  <a:cubicBezTo>
                    <a:pt x="5085" y="70239"/>
                    <a:pt x="5017" y="70274"/>
                    <a:pt x="5017" y="70308"/>
                  </a:cubicBezTo>
                  <a:lnTo>
                    <a:pt x="5017" y="70410"/>
                  </a:lnTo>
                  <a:cubicBezTo>
                    <a:pt x="5017" y="70478"/>
                    <a:pt x="5085" y="70512"/>
                    <a:pt x="5119" y="70512"/>
                  </a:cubicBezTo>
                  <a:cubicBezTo>
                    <a:pt x="5153" y="70512"/>
                    <a:pt x="5187" y="70478"/>
                    <a:pt x="5187" y="70410"/>
                  </a:cubicBezTo>
                  <a:lnTo>
                    <a:pt x="5187" y="70308"/>
                  </a:lnTo>
                  <a:cubicBezTo>
                    <a:pt x="5187" y="70274"/>
                    <a:pt x="5153" y="70239"/>
                    <a:pt x="5119" y="70239"/>
                  </a:cubicBezTo>
                  <a:close/>
                  <a:moveTo>
                    <a:pt x="5119" y="70785"/>
                  </a:moveTo>
                  <a:cubicBezTo>
                    <a:pt x="5085" y="70785"/>
                    <a:pt x="5017" y="70820"/>
                    <a:pt x="5017" y="70888"/>
                  </a:cubicBezTo>
                  <a:lnTo>
                    <a:pt x="5017" y="70990"/>
                  </a:lnTo>
                  <a:cubicBezTo>
                    <a:pt x="5017" y="71058"/>
                    <a:pt x="5085" y="71093"/>
                    <a:pt x="5119" y="71093"/>
                  </a:cubicBezTo>
                  <a:cubicBezTo>
                    <a:pt x="5153" y="71093"/>
                    <a:pt x="5187" y="71058"/>
                    <a:pt x="5187" y="70990"/>
                  </a:cubicBezTo>
                  <a:lnTo>
                    <a:pt x="5187" y="70888"/>
                  </a:lnTo>
                  <a:cubicBezTo>
                    <a:pt x="5187" y="70820"/>
                    <a:pt x="5153" y="70785"/>
                    <a:pt x="5119" y="70785"/>
                  </a:cubicBezTo>
                  <a:close/>
                  <a:moveTo>
                    <a:pt x="5119" y="71366"/>
                  </a:moveTo>
                  <a:cubicBezTo>
                    <a:pt x="5085" y="71366"/>
                    <a:pt x="5017" y="71400"/>
                    <a:pt x="5017" y="71468"/>
                  </a:cubicBezTo>
                  <a:lnTo>
                    <a:pt x="5017" y="71570"/>
                  </a:lnTo>
                  <a:cubicBezTo>
                    <a:pt x="5017" y="71604"/>
                    <a:pt x="5085" y="71639"/>
                    <a:pt x="5119" y="71639"/>
                  </a:cubicBezTo>
                  <a:cubicBezTo>
                    <a:pt x="5153" y="71639"/>
                    <a:pt x="5187" y="71604"/>
                    <a:pt x="5187" y="71570"/>
                  </a:cubicBezTo>
                  <a:lnTo>
                    <a:pt x="5187" y="71468"/>
                  </a:lnTo>
                  <a:cubicBezTo>
                    <a:pt x="5187" y="71400"/>
                    <a:pt x="5153" y="71366"/>
                    <a:pt x="5119" y="71366"/>
                  </a:cubicBezTo>
                  <a:close/>
                  <a:moveTo>
                    <a:pt x="5119" y="71946"/>
                  </a:moveTo>
                  <a:cubicBezTo>
                    <a:pt x="5085" y="71946"/>
                    <a:pt x="5017" y="71980"/>
                    <a:pt x="5017" y="72014"/>
                  </a:cubicBezTo>
                  <a:lnTo>
                    <a:pt x="5017" y="72150"/>
                  </a:lnTo>
                  <a:cubicBezTo>
                    <a:pt x="5017" y="72185"/>
                    <a:pt x="5085" y="72219"/>
                    <a:pt x="5119" y="72219"/>
                  </a:cubicBezTo>
                  <a:cubicBezTo>
                    <a:pt x="5153" y="72219"/>
                    <a:pt x="5187" y="72185"/>
                    <a:pt x="5187" y="72150"/>
                  </a:cubicBezTo>
                  <a:lnTo>
                    <a:pt x="5187" y="72014"/>
                  </a:lnTo>
                  <a:cubicBezTo>
                    <a:pt x="5187" y="71980"/>
                    <a:pt x="5153" y="71946"/>
                    <a:pt x="5119" y="71946"/>
                  </a:cubicBezTo>
                  <a:close/>
                  <a:moveTo>
                    <a:pt x="5119" y="72526"/>
                  </a:moveTo>
                  <a:cubicBezTo>
                    <a:pt x="5085" y="72526"/>
                    <a:pt x="5017" y="72560"/>
                    <a:pt x="5017" y="72594"/>
                  </a:cubicBezTo>
                  <a:lnTo>
                    <a:pt x="5017" y="72730"/>
                  </a:lnTo>
                  <a:cubicBezTo>
                    <a:pt x="5017" y="72765"/>
                    <a:pt x="5085" y="72799"/>
                    <a:pt x="5119" y="72799"/>
                  </a:cubicBezTo>
                  <a:cubicBezTo>
                    <a:pt x="5153" y="72799"/>
                    <a:pt x="5187" y="72765"/>
                    <a:pt x="5187" y="72730"/>
                  </a:cubicBezTo>
                  <a:lnTo>
                    <a:pt x="5187" y="72594"/>
                  </a:lnTo>
                  <a:cubicBezTo>
                    <a:pt x="5187" y="72560"/>
                    <a:pt x="5153" y="72526"/>
                    <a:pt x="5119" y="72526"/>
                  </a:cubicBezTo>
                  <a:close/>
                  <a:moveTo>
                    <a:pt x="5119" y="73072"/>
                  </a:moveTo>
                  <a:cubicBezTo>
                    <a:pt x="5085" y="73072"/>
                    <a:pt x="5017" y="73140"/>
                    <a:pt x="5017" y="73174"/>
                  </a:cubicBezTo>
                  <a:lnTo>
                    <a:pt x="5017" y="73276"/>
                  </a:lnTo>
                  <a:cubicBezTo>
                    <a:pt x="5017" y="73345"/>
                    <a:pt x="5085" y="73379"/>
                    <a:pt x="5119" y="73379"/>
                  </a:cubicBezTo>
                  <a:cubicBezTo>
                    <a:pt x="5153" y="73379"/>
                    <a:pt x="5187" y="73345"/>
                    <a:pt x="5187" y="73276"/>
                  </a:cubicBezTo>
                  <a:lnTo>
                    <a:pt x="5187" y="73174"/>
                  </a:lnTo>
                  <a:cubicBezTo>
                    <a:pt x="5187" y="73140"/>
                    <a:pt x="5153" y="73072"/>
                    <a:pt x="5119" y="73072"/>
                  </a:cubicBezTo>
                  <a:close/>
                  <a:moveTo>
                    <a:pt x="5119" y="73652"/>
                  </a:moveTo>
                  <a:cubicBezTo>
                    <a:pt x="5085" y="73652"/>
                    <a:pt x="5017" y="73686"/>
                    <a:pt x="5017" y="73754"/>
                  </a:cubicBezTo>
                  <a:lnTo>
                    <a:pt x="5017" y="73857"/>
                  </a:lnTo>
                  <a:cubicBezTo>
                    <a:pt x="5017" y="73891"/>
                    <a:pt x="5085" y="73959"/>
                    <a:pt x="5119" y="73959"/>
                  </a:cubicBezTo>
                  <a:cubicBezTo>
                    <a:pt x="5153" y="73959"/>
                    <a:pt x="5187" y="73891"/>
                    <a:pt x="5187" y="73857"/>
                  </a:cubicBezTo>
                  <a:lnTo>
                    <a:pt x="5187" y="73754"/>
                  </a:lnTo>
                  <a:cubicBezTo>
                    <a:pt x="5187" y="73686"/>
                    <a:pt x="5153" y="73652"/>
                    <a:pt x="5119" y="73652"/>
                  </a:cubicBezTo>
                  <a:close/>
                  <a:moveTo>
                    <a:pt x="5119" y="74232"/>
                  </a:moveTo>
                  <a:cubicBezTo>
                    <a:pt x="5085" y="74232"/>
                    <a:pt x="5017" y="74266"/>
                    <a:pt x="5017" y="74300"/>
                  </a:cubicBezTo>
                  <a:lnTo>
                    <a:pt x="5017" y="74437"/>
                  </a:lnTo>
                  <a:cubicBezTo>
                    <a:pt x="5017" y="74471"/>
                    <a:pt x="5085" y="74505"/>
                    <a:pt x="5119" y="74505"/>
                  </a:cubicBezTo>
                  <a:cubicBezTo>
                    <a:pt x="5153" y="74505"/>
                    <a:pt x="5187" y="74471"/>
                    <a:pt x="5187" y="74437"/>
                  </a:cubicBezTo>
                  <a:lnTo>
                    <a:pt x="5187" y="74300"/>
                  </a:lnTo>
                  <a:cubicBezTo>
                    <a:pt x="5187" y="74266"/>
                    <a:pt x="5153" y="74232"/>
                    <a:pt x="5119" y="74232"/>
                  </a:cubicBezTo>
                  <a:close/>
                  <a:moveTo>
                    <a:pt x="5119" y="74812"/>
                  </a:moveTo>
                  <a:cubicBezTo>
                    <a:pt x="5085" y="74812"/>
                    <a:pt x="5017" y="74846"/>
                    <a:pt x="5017" y="74880"/>
                  </a:cubicBezTo>
                  <a:lnTo>
                    <a:pt x="5017" y="75017"/>
                  </a:lnTo>
                  <a:cubicBezTo>
                    <a:pt x="5017" y="75051"/>
                    <a:pt x="5085" y="75085"/>
                    <a:pt x="5119" y="75085"/>
                  </a:cubicBezTo>
                  <a:cubicBezTo>
                    <a:pt x="5153" y="75085"/>
                    <a:pt x="5187" y="75051"/>
                    <a:pt x="5187" y="75017"/>
                  </a:cubicBezTo>
                  <a:lnTo>
                    <a:pt x="5187" y="74880"/>
                  </a:lnTo>
                  <a:cubicBezTo>
                    <a:pt x="5187" y="74846"/>
                    <a:pt x="5153" y="74812"/>
                    <a:pt x="5119" y="74812"/>
                  </a:cubicBezTo>
                  <a:close/>
                  <a:moveTo>
                    <a:pt x="5119" y="75392"/>
                  </a:moveTo>
                  <a:cubicBezTo>
                    <a:pt x="5085" y="75392"/>
                    <a:pt x="5017" y="75426"/>
                    <a:pt x="5017" y="75460"/>
                  </a:cubicBezTo>
                  <a:lnTo>
                    <a:pt x="5017" y="75563"/>
                  </a:lnTo>
                  <a:cubicBezTo>
                    <a:pt x="5017" y="75631"/>
                    <a:pt x="5085" y="75665"/>
                    <a:pt x="5119" y="75665"/>
                  </a:cubicBezTo>
                  <a:cubicBezTo>
                    <a:pt x="5153" y="75665"/>
                    <a:pt x="5187" y="75631"/>
                    <a:pt x="5187" y="75563"/>
                  </a:cubicBezTo>
                  <a:lnTo>
                    <a:pt x="5187" y="75460"/>
                  </a:lnTo>
                  <a:cubicBezTo>
                    <a:pt x="5187" y="75426"/>
                    <a:pt x="5153" y="75392"/>
                    <a:pt x="5119" y="75392"/>
                  </a:cubicBezTo>
                  <a:close/>
                  <a:moveTo>
                    <a:pt x="5119" y="75938"/>
                  </a:moveTo>
                  <a:cubicBezTo>
                    <a:pt x="5085" y="75938"/>
                    <a:pt x="5017" y="75972"/>
                    <a:pt x="5017" y="76040"/>
                  </a:cubicBezTo>
                  <a:lnTo>
                    <a:pt x="5017" y="76143"/>
                  </a:lnTo>
                  <a:cubicBezTo>
                    <a:pt x="5017" y="76211"/>
                    <a:pt x="5085" y="76245"/>
                    <a:pt x="5119" y="76245"/>
                  </a:cubicBezTo>
                  <a:cubicBezTo>
                    <a:pt x="5153" y="76245"/>
                    <a:pt x="5187" y="76211"/>
                    <a:pt x="5187" y="76143"/>
                  </a:cubicBezTo>
                  <a:lnTo>
                    <a:pt x="5187" y="76040"/>
                  </a:lnTo>
                  <a:cubicBezTo>
                    <a:pt x="5187" y="75972"/>
                    <a:pt x="5153" y="75938"/>
                    <a:pt x="5119" y="75938"/>
                  </a:cubicBezTo>
                  <a:close/>
                  <a:moveTo>
                    <a:pt x="5119" y="76518"/>
                  </a:moveTo>
                  <a:cubicBezTo>
                    <a:pt x="5085" y="76518"/>
                    <a:pt x="5017" y="76552"/>
                    <a:pt x="5017" y="76621"/>
                  </a:cubicBezTo>
                  <a:lnTo>
                    <a:pt x="5017" y="76723"/>
                  </a:lnTo>
                  <a:cubicBezTo>
                    <a:pt x="5017" y="76757"/>
                    <a:pt x="5085" y="76791"/>
                    <a:pt x="5119" y="76791"/>
                  </a:cubicBezTo>
                  <a:cubicBezTo>
                    <a:pt x="5153" y="76791"/>
                    <a:pt x="5187" y="76757"/>
                    <a:pt x="5187" y="76723"/>
                  </a:cubicBezTo>
                  <a:lnTo>
                    <a:pt x="5187" y="76621"/>
                  </a:lnTo>
                  <a:cubicBezTo>
                    <a:pt x="5187" y="76552"/>
                    <a:pt x="5153" y="76518"/>
                    <a:pt x="5119" y="76518"/>
                  </a:cubicBezTo>
                  <a:close/>
                  <a:moveTo>
                    <a:pt x="5119" y="77098"/>
                  </a:moveTo>
                  <a:cubicBezTo>
                    <a:pt x="5085" y="77098"/>
                    <a:pt x="5017" y="77132"/>
                    <a:pt x="5017" y="77166"/>
                  </a:cubicBezTo>
                  <a:lnTo>
                    <a:pt x="5017" y="77303"/>
                  </a:lnTo>
                  <a:cubicBezTo>
                    <a:pt x="5017" y="77337"/>
                    <a:pt x="5085" y="77371"/>
                    <a:pt x="5119" y="77371"/>
                  </a:cubicBezTo>
                  <a:cubicBezTo>
                    <a:pt x="5153" y="77371"/>
                    <a:pt x="5187" y="77337"/>
                    <a:pt x="5187" y="77303"/>
                  </a:cubicBezTo>
                  <a:lnTo>
                    <a:pt x="5187" y="77166"/>
                  </a:lnTo>
                  <a:cubicBezTo>
                    <a:pt x="5187" y="77132"/>
                    <a:pt x="5153" y="77098"/>
                    <a:pt x="5119" y="77098"/>
                  </a:cubicBezTo>
                  <a:close/>
                  <a:moveTo>
                    <a:pt x="5119" y="77678"/>
                  </a:moveTo>
                  <a:cubicBezTo>
                    <a:pt x="5051" y="77678"/>
                    <a:pt x="5017" y="77712"/>
                    <a:pt x="5017" y="77747"/>
                  </a:cubicBezTo>
                  <a:lnTo>
                    <a:pt x="5017" y="77849"/>
                  </a:lnTo>
                  <a:cubicBezTo>
                    <a:pt x="5017" y="77917"/>
                    <a:pt x="5051" y="77951"/>
                    <a:pt x="5119" y="77951"/>
                  </a:cubicBezTo>
                  <a:cubicBezTo>
                    <a:pt x="5153" y="77951"/>
                    <a:pt x="5187" y="77917"/>
                    <a:pt x="5187" y="77849"/>
                  </a:cubicBezTo>
                  <a:lnTo>
                    <a:pt x="5187" y="77747"/>
                  </a:lnTo>
                  <a:cubicBezTo>
                    <a:pt x="5187" y="77712"/>
                    <a:pt x="5153" y="77678"/>
                    <a:pt x="5119" y="77678"/>
                  </a:cubicBezTo>
                  <a:close/>
                  <a:moveTo>
                    <a:pt x="5119" y="78224"/>
                  </a:moveTo>
                  <a:cubicBezTo>
                    <a:pt x="5051" y="78224"/>
                    <a:pt x="5017" y="78293"/>
                    <a:pt x="5017" y="78327"/>
                  </a:cubicBezTo>
                  <a:lnTo>
                    <a:pt x="5017" y="78429"/>
                  </a:lnTo>
                  <a:cubicBezTo>
                    <a:pt x="5017" y="78497"/>
                    <a:pt x="5051" y="78531"/>
                    <a:pt x="5119" y="78531"/>
                  </a:cubicBezTo>
                  <a:cubicBezTo>
                    <a:pt x="5153" y="78531"/>
                    <a:pt x="5187" y="78497"/>
                    <a:pt x="5187" y="78429"/>
                  </a:cubicBezTo>
                  <a:lnTo>
                    <a:pt x="5187" y="78327"/>
                  </a:lnTo>
                  <a:cubicBezTo>
                    <a:pt x="5187" y="78293"/>
                    <a:pt x="5153" y="78224"/>
                    <a:pt x="5119" y="78224"/>
                  </a:cubicBezTo>
                  <a:close/>
                  <a:moveTo>
                    <a:pt x="5119" y="78804"/>
                  </a:moveTo>
                  <a:cubicBezTo>
                    <a:pt x="5051" y="78804"/>
                    <a:pt x="5017" y="78839"/>
                    <a:pt x="5017" y="78907"/>
                  </a:cubicBezTo>
                  <a:lnTo>
                    <a:pt x="5017" y="79009"/>
                  </a:lnTo>
                  <a:cubicBezTo>
                    <a:pt x="5017" y="79043"/>
                    <a:pt x="5051" y="79112"/>
                    <a:pt x="5119" y="79112"/>
                  </a:cubicBezTo>
                  <a:cubicBezTo>
                    <a:pt x="5153" y="79112"/>
                    <a:pt x="5187" y="79043"/>
                    <a:pt x="5187" y="79009"/>
                  </a:cubicBezTo>
                  <a:lnTo>
                    <a:pt x="5187" y="78907"/>
                  </a:lnTo>
                  <a:cubicBezTo>
                    <a:pt x="5187" y="78839"/>
                    <a:pt x="5153" y="78804"/>
                    <a:pt x="5119" y="78804"/>
                  </a:cubicBezTo>
                  <a:close/>
                  <a:moveTo>
                    <a:pt x="5119" y="79384"/>
                  </a:moveTo>
                  <a:cubicBezTo>
                    <a:pt x="5051" y="79384"/>
                    <a:pt x="5017" y="79419"/>
                    <a:pt x="5017" y="79453"/>
                  </a:cubicBezTo>
                  <a:lnTo>
                    <a:pt x="5017" y="79589"/>
                  </a:lnTo>
                  <a:cubicBezTo>
                    <a:pt x="5017" y="79623"/>
                    <a:pt x="5051" y="79657"/>
                    <a:pt x="5119" y="79657"/>
                  </a:cubicBezTo>
                  <a:cubicBezTo>
                    <a:pt x="5153" y="79657"/>
                    <a:pt x="5187" y="79623"/>
                    <a:pt x="5187" y="79589"/>
                  </a:cubicBezTo>
                  <a:lnTo>
                    <a:pt x="5187" y="79453"/>
                  </a:lnTo>
                  <a:cubicBezTo>
                    <a:pt x="5187" y="79419"/>
                    <a:pt x="5153" y="79384"/>
                    <a:pt x="5119" y="79384"/>
                  </a:cubicBezTo>
                  <a:close/>
                  <a:moveTo>
                    <a:pt x="5119" y="79965"/>
                  </a:moveTo>
                  <a:cubicBezTo>
                    <a:pt x="5051" y="79965"/>
                    <a:pt x="5017" y="79999"/>
                    <a:pt x="5017" y="80033"/>
                  </a:cubicBezTo>
                  <a:lnTo>
                    <a:pt x="5017" y="80169"/>
                  </a:lnTo>
                  <a:cubicBezTo>
                    <a:pt x="5017" y="80203"/>
                    <a:pt x="5051" y="80238"/>
                    <a:pt x="5119" y="80238"/>
                  </a:cubicBezTo>
                  <a:cubicBezTo>
                    <a:pt x="5153" y="80238"/>
                    <a:pt x="5187" y="80203"/>
                    <a:pt x="5187" y="80169"/>
                  </a:cubicBezTo>
                  <a:lnTo>
                    <a:pt x="5187" y="80033"/>
                  </a:lnTo>
                  <a:cubicBezTo>
                    <a:pt x="5187" y="79999"/>
                    <a:pt x="5153" y="79965"/>
                    <a:pt x="5119" y="79965"/>
                  </a:cubicBezTo>
                  <a:close/>
                  <a:moveTo>
                    <a:pt x="5119" y="80545"/>
                  </a:moveTo>
                  <a:cubicBezTo>
                    <a:pt x="5051" y="80545"/>
                    <a:pt x="5017" y="80579"/>
                    <a:pt x="5017" y="80613"/>
                  </a:cubicBezTo>
                  <a:lnTo>
                    <a:pt x="5017" y="80715"/>
                  </a:lnTo>
                  <a:cubicBezTo>
                    <a:pt x="5017" y="80784"/>
                    <a:pt x="5051" y="80818"/>
                    <a:pt x="5119" y="80818"/>
                  </a:cubicBezTo>
                  <a:cubicBezTo>
                    <a:pt x="5153" y="80818"/>
                    <a:pt x="5187" y="80784"/>
                    <a:pt x="5187" y="80715"/>
                  </a:cubicBezTo>
                  <a:lnTo>
                    <a:pt x="5187" y="80613"/>
                  </a:lnTo>
                  <a:cubicBezTo>
                    <a:pt x="5187" y="80579"/>
                    <a:pt x="5153" y="80545"/>
                    <a:pt x="5119" y="80545"/>
                  </a:cubicBezTo>
                  <a:close/>
                  <a:moveTo>
                    <a:pt x="5119" y="81091"/>
                  </a:moveTo>
                  <a:cubicBezTo>
                    <a:pt x="5051" y="81091"/>
                    <a:pt x="5017" y="81125"/>
                    <a:pt x="5017" y="81193"/>
                  </a:cubicBezTo>
                  <a:lnTo>
                    <a:pt x="5017" y="81295"/>
                  </a:lnTo>
                  <a:cubicBezTo>
                    <a:pt x="5017" y="81364"/>
                    <a:pt x="5051" y="81398"/>
                    <a:pt x="5119" y="81398"/>
                  </a:cubicBezTo>
                  <a:cubicBezTo>
                    <a:pt x="5153" y="81398"/>
                    <a:pt x="5187" y="81364"/>
                    <a:pt x="5187" y="81295"/>
                  </a:cubicBezTo>
                  <a:lnTo>
                    <a:pt x="5187" y="81193"/>
                  </a:lnTo>
                  <a:cubicBezTo>
                    <a:pt x="5187" y="81125"/>
                    <a:pt x="5153" y="81091"/>
                    <a:pt x="5119" y="81091"/>
                  </a:cubicBezTo>
                  <a:close/>
                  <a:moveTo>
                    <a:pt x="5119" y="81671"/>
                  </a:moveTo>
                  <a:cubicBezTo>
                    <a:pt x="5051" y="81671"/>
                    <a:pt x="5017" y="81705"/>
                    <a:pt x="5017" y="81773"/>
                  </a:cubicBezTo>
                  <a:lnTo>
                    <a:pt x="5017" y="81875"/>
                  </a:lnTo>
                  <a:cubicBezTo>
                    <a:pt x="5017" y="81910"/>
                    <a:pt x="5051" y="81944"/>
                    <a:pt x="5119" y="81944"/>
                  </a:cubicBezTo>
                  <a:cubicBezTo>
                    <a:pt x="5153" y="81944"/>
                    <a:pt x="5187" y="81910"/>
                    <a:pt x="5187" y="81875"/>
                  </a:cubicBezTo>
                  <a:lnTo>
                    <a:pt x="5187" y="81773"/>
                  </a:lnTo>
                  <a:cubicBezTo>
                    <a:pt x="5187" y="81705"/>
                    <a:pt x="5153" y="81671"/>
                    <a:pt x="5119" y="81671"/>
                  </a:cubicBezTo>
                  <a:close/>
                  <a:moveTo>
                    <a:pt x="5119" y="82251"/>
                  </a:moveTo>
                  <a:cubicBezTo>
                    <a:pt x="5051" y="82251"/>
                    <a:pt x="5017" y="82285"/>
                    <a:pt x="5017" y="82319"/>
                  </a:cubicBezTo>
                  <a:lnTo>
                    <a:pt x="5017" y="82456"/>
                  </a:lnTo>
                  <a:cubicBezTo>
                    <a:pt x="5017" y="82490"/>
                    <a:pt x="5051" y="82524"/>
                    <a:pt x="5119" y="82524"/>
                  </a:cubicBezTo>
                  <a:cubicBezTo>
                    <a:pt x="5153" y="82524"/>
                    <a:pt x="5187" y="82490"/>
                    <a:pt x="5187" y="82456"/>
                  </a:cubicBezTo>
                  <a:lnTo>
                    <a:pt x="5187" y="82319"/>
                  </a:lnTo>
                  <a:cubicBezTo>
                    <a:pt x="5187" y="82285"/>
                    <a:pt x="5153" y="82251"/>
                    <a:pt x="5119" y="82251"/>
                  </a:cubicBezTo>
                  <a:close/>
                  <a:moveTo>
                    <a:pt x="5119" y="82831"/>
                  </a:moveTo>
                  <a:cubicBezTo>
                    <a:pt x="5051" y="82831"/>
                    <a:pt x="5017" y="82865"/>
                    <a:pt x="5017" y="82899"/>
                  </a:cubicBezTo>
                  <a:lnTo>
                    <a:pt x="5017" y="83002"/>
                  </a:lnTo>
                  <a:cubicBezTo>
                    <a:pt x="5017" y="83070"/>
                    <a:pt x="5051" y="83104"/>
                    <a:pt x="5119" y="83104"/>
                  </a:cubicBezTo>
                  <a:cubicBezTo>
                    <a:pt x="5153" y="83104"/>
                    <a:pt x="5187" y="83070"/>
                    <a:pt x="5187" y="83036"/>
                  </a:cubicBezTo>
                  <a:lnTo>
                    <a:pt x="5187" y="82899"/>
                  </a:lnTo>
                  <a:cubicBezTo>
                    <a:pt x="5187" y="82865"/>
                    <a:pt x="5153" y="82831"/>
                    <a:pt x="5119" y="82831"/>
                  </a:cubicBezTo>
                  <a:close/>
                  <a:moveTo>
                    <a:pt x="5119" y="83377"/>
                  </a:moveTo>
                  <a:cubicBezTo>
                    <a:pt x="5051" y="83377"/>
                    <a:pt x="5017" y="83445"/>
                    <a:pt x="5017" y="83479"/>
                  </a:cubicBezTo>
                  <a:lnTo>
                    <a:pt x="5017" y="83582"/>
                  </a:lnTo>
                  <a:cubicBezTo>
                    <a:pt x="5017" y="83650"/>
                    <a:pt x="5051" y="83684"/>
                    <a:pt x="5119" y="83684"/>
                  </a:cubicBezTo>
                  <a:cubicBezTo>
                    <a:pt x="5153" y="83684"/>
                    <a:pt x="5187" y="83650"/>
                    <a:pt x="5187" y="83582"/>
                  </a:cubicBezTo>
                  <a:lnTo>
                    <a:pt x="5187" y="83479"/>
                  </a:lnTo>
                  <a:cubicBezTo>
                    <a:pt x="5187" y="83445"/>
                    <a:pt x="5153" y="83377"/>
                    <a:pt x="5119" y="83377"/>
                  </a:cubicBezTo>
                  <a:close/>
                  <a:moveTo>
                    <a:pt x="5119" y="83957"/>
                  </a:moveTo>
                  <a:cubicBezTo>
                    <a:pt x="5051" y="83957"/>
                    <a:pt x="5017" y="83991"/>
                    <a:pt x="5017" y="84059"/>
                  </a:cubicBezTo>
                  <a:lnTo>
                    <a:pt x="5017" y="84162"/>
                  </a:lnTo>
                  <a:cubicBezTo>
                    <a:pt x="5017" y="84196"/>
                    <a:pt x="5051" y="84264"/>
                    <a:pt x="5119" y="84264"/>
                  </a:cubicBezTo>
                  <a:cubicBezTo>
                    <a:pt x="5153" y="84264"/>
                    <a:pt x="5187" y="84196"/>
                    <a:pt x="5187" y="84162"/>
                  </a:cubicBezTo>
                  <a:lnTo>
                    <a:pt x="5187" y="84059"/>
                  </a:lnTo>
                  <a:cubicBezTo>
                    <a:pt x="5187" y="83991"/>
                    <a:pt x="5153" y="83957"/>
                    <a:pt x="5119" y="83957"/>
                  </a:cubicBezTo>
                  <a:close/>
                  <a:moveTo>
                    <a:pt x="5119" y="84537"/>
                  </a:moveTo>
                  <a:cubicBezTo>
                    <a:pt x="5051" y="84537"/>
                    <a:pt x="5017" y="84571"/>
                    <a:pt x="5017" y="84605"/>
                  </a:cubicBezTo>
                  <a:lnTo>
                    <a:pt x="5017" y="84742"/>
                  </a:lnTo>
                  <a:cubicBezTo>
                    <a:pt x="5017" y="84776"/>
                    <a:pt x="5051" y="84810"/>
                    <a:pt x="5119" y="84810"/>
                  </a:cubicBezTo>
                  <a:cubicBezTo>
                    <a:pt x="5153" y="84810"/>
                    <a:pt x="5187" y="84776"/>
                    <a:pt x="5187" y="84742"/>
                  </a:cubicBezTo>
                  <a:lnTo>
                    <a:pt x="5187" y="84605"/>
                  </a:lnTo>
                  <a:cubicBezTo>
                    <a:pt x="5187" y="84571"/>
                    <a:pt x="5153" y="84537"/>
                    <a:pt x="5119" y="84537"/>
                  </a:cubicBezTo>
                  <a:close/>
                  <a:moveTo>
                    <a:pt x="5119" y="85117"/>
                  </a:moveTo>
                  <a:cubicBezTo>
                    <a:pt x="5051" y="85117"/>
                    <a:pt x="5017" y="85151"/>
                    <a:pt x="5017" y="85185"/>
                  </a:cubicBezTo>
                  <a:lnTo>
                    <a:pt x="5017" y="85322"/>
                  </a:lnTo>
                  <a:cubicBezTo>
                    <a:pt x="5017" y="85356"/>
                    <a:pt x="5051" y="85390"/>
                    <a:pt x="5119" y="85390"/>
                  </a:cubicBezTo>
                  <a:cubicBezTo>
                    <a:pt x="5153" y="85390"/>
                    <a:pt x="5187" y="85356"/>
                    <a:pt x="5187" y="85322"/>
                  </a:cubicBezTo>
                  <a:lnTo>
                    <a:pt x="5187" y="85185"/>
                  </a:lnTo>
                  <a:cubicBezTo>
                    <a:pt x="5187" y="85151"/>
                    <a:pt x="5153" y="85117"/>
                    <a:pt x="5119" y="85117"/>
                  </a:cubicBezTo>
                  <a:close/>
                  <a:moveTo>
                    <a:pt x="5119" y="85697"/>
                  </a:moveTo>
                  <a:cubicBezTo>
                    <a:pt x="5051" y="85697"/>
                    <a:pt x="5017" y="85731"/>
                    <a:pt x="5017" y="85766"/>
                  </a:cubicBezTo>
                  <a:lnTo>
                    <a:pt x="5017" y="85868"/>
                  </a:lnTo>
                  <a:cubicBezTo>
                    <a:pt x="5017" y="85936"/>
                    <a:pt x="5051" y="85970"/>
                    <a:pt x="5119" y="85970"/>
                  </a:cubicBezTo>
                  <a:cubicBezTo>
                    <a:pt x="5153" y="85970"/>
                    <a:pt x="5187" y="85936"/>
                    <a:pt x="5187" y="85868"/>
                  </a:cubicBezTo>
                  <a:lnTo>
                    <a:pt x="5187" y="85766"/>
                  </a:lnTo>
                  <a:cubicBezTo>
                    <a:pt x="5187" y="85731"/>
                    <a:pt x="5153" y="85697"/>
                    <a:pt x="5119" y="85697"/>
                  </a:cubicBezTo>
                  <a:close/>
                  <a:moveTo>
                    <a:pt x="5119" y="86243"/>
                  </a:moveTo>
                  <a:cubicBezTo>
                    <a:pt x="5051" y="86243"/>
                    <a:pt x="5017" y="86277"/>
                    <a:pt x="5017" y="86346"/>
                  </a:cubicBezTo>
                  <a:lnTo>
                    <a:pt x="5017" y="86448"/>
                  </a:lnTo>
                  <a:cubicBezTo>
                    <a:pt x="5017" y="86516"/>
                    <a:pt x="5051" y="86550"/>
                    <a:pt x="5119" y="86550"/>
                  </a:cubicBezTo>
                  <a:cubicBezTo>
                    <a:pt x="5153" y="86550"/>
                    <a:pt x="5187" y="86516"/>
                    <a:pt x="5187" y="86448"/>
                  </a:cubicBezTo>
                  <a:lnTo>
                    <a:pt x="5187" y="86346"/>
                  </a:lnTo>
                  <a:cubicBezTo>
                    <a:pt x="5187" y="86277"/>
                    <a:pt x="5153" y="86243"/>
                    <a:pt x="5119" y="86243"/>
                  </a:cubicBezTo>
                  <a:close/>
                  <a:moveTo>
                    <a:pt x="5119" y="86823"/>
                  </a:moveTo>
                  <a:cubicBezTo>
                    <a:pt x="5051" y="86823"/>
                    <a:pt x="5017" y="86857"/>
                    <a:pt x="5017" y="86926"/>
                  </a:cubicBezTo>
                  <a:lnTo>
                    <a:pt x="5017" y="87028"/>
                  </a:lnTo>
                  <a:cubicBezTo>
                    <a:pt x="5017" y="87062"/>
                    <a:pt x="5051" y="87096"/>
                    <a:pt x="5119" y="87096"/>
                  </a:cubicBezTo>
                  <a:cubicBezTo>
                    <a:pt x="5153" y="87096"/>
                    <a:pt x="5187" y="87062"/>
                    <a:pt x="5187" y="87028"/>
                  </a:cubicBezTo>
                  <a:lnTo>
                    <a:pt x="5187" y="86926"/>
                  </a:lnTo>
                  <a:cubicBezTo>
                    <a:pt x="5187" y="86857"/>
                    <a:pt x="5153" y="86823"/>
                    <a:pt x="5119" y="86823"/>
                  </a:cubicBezTo>
                  <a:close/>
                  <a:moveTo>
                    <a:pt x="5119" y="87403"/>
                  </a:moveTo>
                  <a:cubicBezTo>
                    <a:pt x="5051" y="87403"/>
                    <a:pt x="5017" y="87438"/>
                    <a:pt x="5017" y="87472"/>
                  </a:cubicBezTo>
                  <a:lnTo>
                    <a:pt x="5017" y="87608"/>
                  </a:lnTo>
                  <a:cubicBezTo>
                    <a:pt x="5017" y="87642"/>
                    <a:pt x="5051" y="87676"/>
                    <a:pt x="5119" y="87676"/>
                  </a:cubicBezTo>
                  <a:cubicBezTo>
                    <a:pt x="5153" y="87676"/>
                    <a:pt x="5187" y="87642"/>
                    <a:pt x="5187" y="87608"/>
                  </a:cubicBezTo>
                  <a:lnTo>
                    <a:pt x="5187" y="87472"/>
                  </a:lnTo>
                  <a:cubicBezTo>
                    <a:pt x="5187" y="87438"/>
                    <a:pt x="5153" y="87403"/>
                    <a:pt x="5119" y="87403"/>
                  </a:cubicBezTo>
                  <a:close/>
                  <a:moveTo>
                    <a:pt x="5119" y="87984"/>
                  </a:moveTo>
                  <a:cubicBezTo>
                    <a:pt x="5051" y="87984"/>
                    <a:pt x="5017" y="88018"/>
                    <a:pt x="5017" y="88052"/>
                  </a:cubicBezTo>
                  <a:lnTo>
                    <a:pt x="5017" y="88154"/>
                  </a:lnTo>
                  <a:cubicBezTo>
                    <a:pt x="5017" y="88222"/>
                    <a:pt x="5051" y="88256"/>
                    <a:pt x="5119" y="88256"/>
                  </a:cubicBezTo>
                  <a:cubicBezTo>
                    <a:pt x="5153" y="88256"/>
                    <a:pt x="5187" y="88222"/>
                    <a:pt x="5187" y="88154"/>
                  </a:cubicBezTo>
                  <a:lnTo>
                    <a:pt x="5187" y="88052"/>
                  </a:lnTo>
                  <a:cubicBezTo>
                    <a:pt x="5187" y="88018"/>
                    <a:pt x="5153" y="87984"/>
                    <a:pt x="5119" y="87984"/>
                  </a:cubicBezTo>
                  <a:close/>
                  <a:moveTo>
                    <a:pt x="5119" y="88529"/>
                  </a:moveTo>
                  <a:cubicBezTo>
                    <a:pt x="5051" y="88529"/>
                    <a:pt x="5017" y="88598"/>
                    <a:pt x="5017" y="88632"/>
                  </a:cubicBezTo>
                  <a:lnTo>
                    <a:pt x="5017" y="88734"/>
                  </a:lnTo>
                  <a:cubicBezTo>
                    <a:pt x="5017" y="88802"/>
                    <a:pt x="5051" y="88837"/>
                    <a:pt x="5119" y="88837"/>
                  </a:cubicBezTo>
                  <a:cubicBezTo>
                    <a:pt x="5153" y="88837"/>
                    <a:pt x="5187" y="88802"/>
                    <a:pt x="5187" y="88734"/>
                  </a:cubicBezTo>
                  <a:lnTo>
                    <a:pt x="5187" y="88632"/>
                  </a:lnTo>
                  <a:cubicBezTo>
                    <a:pt x="5187" y="88598"/>
                    <a:pt x="5153" y="88529"/>
                    <a:pt x="5119" y="88529"/>
                  </a:cubicBezTo>
                  <a:close/>
                  <a:moveTo>
                    <a:pt x="5119" y="89110"/>
                  </a:moveTo>
                  <a:cubicBezTo>
                    <a:pt x="5051" y="89110"/>
                    <a:pt x="5017" y="89144"/>
                    <a:pt x="5017" y="89212"/>
                  </a:cubicBezTo>
                  <a:lnTo>
                    <a:pt x="5017" y="89314"/>
                  </a:lnTo>
                  <a:cubicBezTo>
                    <a:pt x="5017" y="89348"/>
                    <a:pt x="5051" y="89417"/>
                    <a:pt x="5119" y="89417"/>
                  </a:cubicBezTo>
                  <a:cubicBezTo>
                    <a:pt x="5153" y="89417"/>
                    <a:pt x="5187" y="89348"/>
                    <a:pt x="5187" y="89314"/>
                  </a:cubicBezTo>
                  <a:lnTo>
                    <a:pt x="5187" y="89212"/>
                  </a:lnTo>
                  <a:cubicBezTo>
                    <a:pt x="5187" y="89144"/>
                    <a:pt x="5153" y="89110"/>
                    <a:pt x="5119" y="89110"/>
                  </a:cubicBezTo>
                  <a:close/>
                  <a:moveTo>
                    <a:pt x="5119" y="89690"/>
                  </a:moveTo>
                  <a:cubicBezTo>
                    <a:pt x="5051" y="89690"/>
                    <a:pt x="5017" y="89724"/>
                    <a:pt x="5017" y="89758"/>
                  </a:cubicBezTo>
                  <a:lnTo>
                    <a:pt x="5017" y="89894"/>
                  </a:lnTo>
                  <a:cubicBezTo>
                    <a:pt x="5017" y="89929"/>
                    <a:pt x="5051" y="89963"/>
                    <a:pt x="5119" y="89963"/>
                  </a:cubicBezTo>
                  <a:cubicBezTo>
                    <a:pt x="5153" y="89963"/>
                    <a:pt x="5187" y="89929"/>
                    <a:pt x="5187" y="89894"/>
                  </a:cubicBezTo>
                  <a:lnTo>
                    <a:pt x="5187" y="89758"/>
                  </a:lnTo>
                  <a:cubicBezTo>
                    <a:pt x="5187" y="89724"/>
                    <a:pt x="5153" y="89690"/>
                    <a:pt x="5119" y="89690"/>
                  </a:cubicBezTo>
                  <a:close/>
                  <a:moveTo>
                    <a:pt x="5119" y="90270"/>
                  </a:moveTo>
                  <a:cubicBezTo>
                    <a:pt x="5051" y="90270"/>
                    <a:pt x="5017" y="90304"/>
                    <a:pt x="5017" y="90338"/>
                  </a:cubicBezTo>
                  <a:lnTo>
                    <a:pt x="5017" y="90474"/>
                  </a:lnTo>
                  <a:cubicBezTo>
                    <a:pt x="5017" y="90509"/>
                    <a:pt x="5051" y="90543"/>
                    <a:pt x="5119" y="90543"/>
                  </a:cubicBezTo>
                  <a:cubicBezTo>
                    <a:pt x="5153" y="90543"/>
                    <a:pt x="5187" y="90509"/>
                    <a:pt x="5187" y="90474"/>
                  </a:cubicBezTo>
                  <a:lnTo>
                    <a:pt x="5187" y="90338"/>
                  </a:lnTo>
                  <a:cubicBezTo>
                    <a:pt x="5187" y="90304"/>
                    <a:pt x="5153" y="90270"/>
                    <a:pt x="5119" y="90270"/>
                  </a:cubicBezTo>
                  <a:close/>
                  <a:moveTo>
                    <a:pt x="5119" y="90850"/>
                  </a:moveTo>
                  <a:cubicBezTo>
                    <a:pt x="5051" y="90850"/>
                    <a:pt x="5017" y="90884"/>
                    <a:pt x="5017" y="90918"/>
                  </a:cubicBezTo>
                  <a:lnTo>
                    <a:pt x="5017" y="91020"/>
                  </a:lnTo>
                  <a:cubicBezTo>
                    <a:pt x="5017" y="91089"/>
                    <a:pt x="5051" y="91123"/>
                    <a:pt x="5119" y="91123"/>
                  </a:cubicBezTo>
                  <a:cubicBezTo>
                    <a:pt x="5153" y="91123"/>
                    <a:pt x="5187" y="91089"/>
                    <a:pt x="5187" y="91020"/>
                  </a:cubicBezTo>
                  <a:lnTo>
                    <a:pt x="5187" y="90918"/>
                  </a:lnTo>
                  <a:cubicBezTo>
                    <a:pt x="5187" y="90884"/>
                    <a:pt x="5153" y="90850"/>
                    <a:pt x="5119" y="90850"/>
                  </a:cubicBezTo>
                  <a:close/>
                  <a:moveTo>
                    <a:pt x="5119" y="91396"/>
                  </a:moveTo>
                  <a:cubicBezTo>
                    <a:pt x="5051" y="91396"/>
                    <a:pt x="5017" y="91430"/>
                    <a:pt x="5017" y="91498"/>
                  </a:cubicBezTo>
                  <a:lnTo>
                    <a:pt x="5017" y="91601"/>
                  </a:lnTo>
                  <a:cubicBezTo>
                    <a:pt x="5017" y="91669"/>
                    <a:pt x="5051" y="91703"/>
                    <a:pt x="5119" y="91703"/>
                  </a:cubicBezTo>
                  <a:cubicBezTo>
                    <a:pt x="5153" y="91703"/>
                    <a:pt x="5187" y="91669"/>
                    <a:pt x="5187" y="91601"/>
                  </a:cubicBezTo>
                  <a:lnTo>
                    <a:pt x="5187" y="91498"/>
                  </a:lnTo>
                  <a:cubicBezTo>
                    <a:pt x="5187" y="91430"/>
                    <a:pt x="5153" y="91396"/>
                    <a:pt x="5119" y="91396"/>
                  </a:cubicBezTo>
                  <a:close/>
                  <a:moveTo>
                    <a:pt x="5119" y="91976"/>
                  </a:moveTo>
                  <a:cubicBezTo>
                    <a:pt x="5051" y="91976"/>
                    <a:pt x="5017" y="92010"/>
                    <a:pt x="5017" y="92078"/>
                  </a:cubicBezTo>
                  <a:lnTo>
                    <a:pt x="5017" y="92181"/>
                  </a:lnTo>
                  <a:cubicBezTo>
                    <a:pt x="5017" y="92215"/>
                    <a:pt x="5051" y="92249"/>
                    <a:pt x="5119" y="92249"/>
                  </a:cubicBezTo>
                  <a:cubicBezTo>
                    <a:pt x="5153" y="92249"/>
                    <a:pt x="5187" y="92215"/>
                    <a:pt x="5187" y="92181"/>
                  </a:cubicBezTo>
                  <a:lnTo>
                    <a:pt x="5187" y="92078"/>
                  </a:lnTo>
                  <a:cubicBezTo>
                    <a:pt x="5187" y="92010"/>
                    <a:pt x="5153" y="91976"/>
                    <a:pt x="5119" y="91976"/>
                  </a:cubicBezTo>
                  <a:close/>
                  <a:moveTo>
                    <a:pt x="5119" y="92556"/>
                  </a:moveTo>
                  <a:cubicBezTo>
                    <a:pt x="5051" y="92556"/>
                    <a:pt x="5017" y="92590"/>
                    <a:pt x="5017" y="92624"/>
                  </a:cubicBezTo>
                  <a:lnTo>
                    <a:pt x="5017" y="92761"/>
                  </a:lnTo>
                  <a:cubicBezTo>
                    <a:pt x="5017" y="92795"/>
                    <a:pt x="5051" y="92829"/>
                    <a:pt x="5119" y="92829"/>
                  </a:cubicBezTo>
                  <a:cubicBezTo>
                    <a:pt x="5153" y="92829"/>
                    <a:pt x="5187" y="92795"/>
                    <a:pt x="5187" y="92761"/>
                  </a:cubicBezTo>
                  <a:lnTo>
                    <a:pt x="5187" y="92624"/>
                  </a:lnTo>
                  <a:cubicBezTo>
                    <a:pt x="5187" y="92590"/>
                    <a:pt x="5153" y="92556"/>
                    <a:pt x="5119" y="92556"/>
                  </a:cubicBezTo>
                  <a:close/>
                  <a:moveTo>
                    <a:pt x="5119" y="93136"/>
                  </a:moveTo>
                  <a:cubicBezTo>
                    <a:pt x="5051" y="93136"/>
                    <a:pt x="5017" y="93170"/>
                    <a:pt x="5017" y="93204"/>
                  </a:cubicBezTo>
                  <a:lnTo>
                    <a:pt x="5017" y="93307"/>
                  </a:lnTo>
                  <a:cubicBezTo>
                    <a:pt x="5017" y="93375"/>
                    <a:pt x="5051" y="93409"/>
                    <a:pt x="5119" y="93409"/>
                  </a:cubicBezTo>
                  <a:cubicBezTo>
                    <a:pt x="5153" y="93409"/>
                    <a:pt x="5187" y="93375"/>
                    <a:pt x="5187" y="93307"/>
                  </a:cubicBezTo>
                  <a:lnTo>
                    <a:pt x="5187" y="93204"/>
                  </a:lnTo>
                  <a:cubicBezTo>
                    <a:pt x="5187" y="93170"/>
                    <a:pt x="5153" y="93136"/>
                    <a:pt x="5119" y="93136"/>
                  </a:cubicBezTo>
                  <a:close/>
                  <a:moveTo>
                    <a:pt x="5119" y="93682"/>
                  </a:moveTo>
                  <a:cubicBezTo>
                    <a:pt x="5051" y="93682"/>
                    <a:pt x="5017" y="93750"/>
                    <a:pt x="5017" y="93784"/>
                  </a:cubicBezTo>
                  <a:lnTo>
                    <a:pt x="5017" y="93887"/>
                  </a:lnTo>
                  <a:cubicBezTo>
                    <a:pt x="5017" y="93955"/>
                    <a:pt x="5051" y="93989"/>
                    <a:pt x="5119" y="93989"/>
                  </a:cubicBezTo>
                  <a:cubicBezTo>
                    <a:pt x="5153" y="93989"/>
                    <a:pt x="5187" y="93955"/>
                    <a:pt x="5187" y="93887"/>
                  </a:cubicBezTo>
                  <a:lnTo>
                    <a:pt x="5187" y="93784"/>
                  </a:lnTo>
                  <a:cubicBezTo>
                    <a:pt x="5187" y="93750"/>
                    <a:pt x="5153" y="93682"/>
                    <a:pt x="5119" y="93682"/>
                  </a:cubicBezTo>
                  <a:close/>
                  <a:moveTo>
                    <a:pt x="5119" y="94262"/>
                  </a:moveTo>
                  <a:cubicBezTo>
                    <a:pt x="5051" y="94262"/>
                    <a:pt x="5017" y="94296"/>
                    <a:pt x="5017" y="94365"/>
                  </a:cubicBezTo>
                  <a:lnTo>
                    <a:pt x="5017" y="94467"/>
                  </a:lnTo>
                  <a:cubicBezTo>
                    <a:pt x="5017" y="94501"/>
                    <a:pt x="5051" y="94569"/>
                    <a:pt x="5119" y="94569"/>
                  </a:cubicBezTo>
                  <a:cubicBezTo>
                    <a:pt x="5153" y="94569"/>
                    <a:pt x="5187" y="94501"/>
                    <a:pt x="5187" y="94467"/>
                  </a:cubicBezTo>
                  <a:lnTo>
                    <a:pt x="5187" y="94365"/>
                  </a:lnTo>
                  <a:cubicBezTo>
                    <a:pt x="5187" y="94296"/>
                    <a:pt x="5153" y="94262"/>
                    <a:pt x="5119" y="94262"/>
                  </a:cubicBezTo>
                  <a:close/>
                  <a:moveTo>
                    <a:pt x="5119" y="94842"/>
                  </a:moveTo>
                  <a:cubicBezTo>
                    <a:pt x="5051" y="94842"/>
                    <a:pt x="5017" y="94876"/>
                    <a:pt x="5017" y="94910"/>
                  </a:cubicBezTo>
                  <a:lnTo>
                    <a:pt x="5017" y="95047"/>
                  </a:lnTo>
                  <a:cubicBezTo>
                    <a:pt x="5017" y="95081"/>
                    <a:pt x="5051" y="95115"/>
                    <a:pt x="5119" y="95115"/>
                  </a:cubicBezTo>
                  <a:cubicBezTo>
                    <a:pt x="5153" y="95115"/>
                    <a:pt x="5187" y="95081"/>
                    <a:pt x="5187" y="95047"/>
                  </a:cubicBezTo>
                  <a:lnTo>
                    <a:pt x="5187" y="94910"/>
                  </a:lnTo>
                  <a:cubicBezTo>
                    <a:pt x="5187" y="94876"/>
                    <a:pt x="5153" y="94842"/>
                    <a:pt x="5119" y="94842"/>
                  </a:cubicBezTo>
                  <a:close/>
                  <a:moveTo>
                    <a:pt x="5119" y="95422"/>
                  </a:moveTo>
                  <a:cubicBezTo>
                    <a:pt x="5051" y="95422"/>
                    <a:pt x="5017" y="95456"/>
                    <a:pt x="5017" y="95491"/>
                  </a:cubicBezTo>
                  <a:lnTo>
                    <a:pt x="5017" y="95627"/>
                  </a:lnTo>
                  <a:cubicBezTo>
                    <a:pt x="5017" y="95661"/>
                    <a:pt x="5051" y="95695"/>
                    <a:pt x="5119" y="95695"/>
                  </a:cubicBezTo>
                  <a:cubicBezTo>
                    <a:pt x="5153" y="95695"/>
                    <a:pt x="5187" y="95661"/>
                    <a:pt x="5187" y="95627"/>
                  </a:cubicBezTo>
                  <a:lnTo>
                    <a:pt x="5187" y="95491"/>
                  </a:lnTo>
                  <a:cubicBezTo>
                    <a:pt x="5187" y="95456"/>
                    <a:pt x="5153" y="95422"/>
                    <a:pt x="5119" y="95422"/>
                  </a:cubicBezTo>
                  <a:close/>
                  <a:moveTo>
                    <a:pt x="5119" y="96002"/>
                  </a:moveTo>
                  <a:cubicBezTo>
                    <a:pt x="5051" y="96002"/>
                    <a:pt x="5017" y="96037"/>
                    <a:pt x="5017" y="96071"/>
                  </a:cubicBezTo>
                  <a:lnTo>
                    <a:pt x="5017" y="96173"/>
                  </a:lnTo>
                  <a:cubicBezTo>
                    <a:pt x="5017" y="96241"/>
                    <a:pt x="5051" y="96275"/>
                    <a:pt x="5119" y="96275"/>
                  </a:cubicBezTo>
                  <a:cubicBezTo>
                    <a:pt x="5153" y="96275"/>
                    <a:pt x="5187" y="96241"/>
                    <a:pt x="5187" y="96173"/>
                  </a:cubicBezTo>
                  <a:lnTo>
                    <a:pt x="5187" y="96071"/>
                  </a:lnTo>
                  <a:cubicBezTo>
                    <a:pt x="5187" y="96037"/>
                    <a:pt x="5153" y="96002"/>
                    <a:pt x="5119" y="96002"/>
                  </a:cubicBezTo>
                  <a:close/>
                  <a:moveTo>
                    <a:pt x="5119" y="96548"/>
                  </a:moveTo>
                  <a:cubicBezTo>
                    <a:pt x="5051" y="96548"/>
                    <a:pt x="5017" y="96583"/>
                    <a:pt x="5017" y="96651"/>
                  </a:cubicBezTo>
                  <a:lnTo>
                    <a:pt x="5017" y="96753"/>
                  </a:lnTo>
                  <a:cubicBezTo>
                    <a:pt x="5017" y="96821"/>
                    <a:pt x="5051" y="96856"/>
                    <a:pt x="5119" y="96856"/>
                  </a:cubicBezTo>
                  <a:cubicBezTo>
                    <a:pt x="5153" y="96856"/>
                    <a:pt x="5187" y="96821"/>
                    <a:pt x="5187" y="96753"/>
                  </a:cubicBezTo>
                  <a:lnTo>
                    <a:pt x="5187" y="96651"/>
                  </a:lnTo>
                  <a:cubicBezTo>
                    <a:pt x="5187" y="96583"/>
                    <a:pt x="5153" y="96548"/>
                    <a:pt x="5119" y="96548"/>
                  </a:cubicBezTo>
                  <a:close/>
                  <a:moveTo>
                    <a:pt x="5119" y="97129"/>
                  </a:moveTo>
                  <a:cubicBezTo>
                    <a:pt x="5051" y="97129"/>
                    <a:pt x="5017" y="97163"/>
                    <a:pt x="5017" y="97231"/>
                  </a:cubicBezTo>
                  <a:lnTo>
                    <a:pt x="5017" y="97333"/>
                  </a:lnTo>
                  <a:cubicBezTo>
                    <a:pt x="5017" y="97367"/>
                    <a:pt x="5051" y="97401"/>
                    <a:pt x="5119" y="97401"/>
                  </a:cubicBezTo>
                  <a:cubicBezTo>
                    <a:pt x="5153" y="97401"/>
                    <a:pt x="5187" y="97367"/>
                    <a:pt x="5187" y="97333"/>
                  </a:cubicBezTo>
                  <a:lnTo>
                    <a:pt x="5187" y="97231"/>
                  </a:lnTo>
                  <a:cubicBezTo>
                    <a:pt x="5187" y="97163"/>
                    <a:pt x="5153" y="97129"/>
                    <a:pt x="5119" y="97129"/>
                  </a:cubicBezTo>
                  <a:close/>
                  <a:moveTo>
                    <a:pt x="5119" y="97709"/>
                  </a:moveTo>
                  <a:cubicBezTo>
                    <a:pt x="5051" y="97709"/>
                    <a:pt x="5017" y="97743"/>
                    <a:pt x="5017" y="97777"/>
                  </a:cubicBezTo>
                  <a:lnTo>
                    <a:pt x="5017" y="97913"/>
                  </a:lnTo>
                  <a:cubicBezTo>
                    <a:pt x="5017" y="97947"/>
                    <a:pt x="5051" y="97982"/>
                    <a:pt x="5119" y="97982"/>
                  </a:cubicBezTo>
                  <a:cubicBezTo>
                    <a:pt x="5153" y="97982"/>
                    <a:pt x="5187" y="97947"/>
                    <a:pt x="5187" y="97913"/>
                  </a:cubicBezTo>
                  <a:lnTo>
                    <a:pt x="5187" y="97777"/>
                  </a:lnTo>
                  <a:cubicBezTo>
                    <a:pt x="5187" y="97743"/>
                    <a:pt x="5153" y="97709"/>
                    <a:pt x="5119" y="97709"/>
                  </a:cubicBezTo>
                  <a:close/>
                  <a:moveTo>
                    <a:pt x="5119" y="98289"/>
                  </a:moveTo>
                  <a:cubicBezTo>
                    <a:pt x="5051" y="98289"/>
                    <a:pt x="5017" y="98323"/>
                    <a:pt x="5017" y="98357"/>
                  </a:cubicBezTo>
                  <a:lnTo>
                    <a:pt x="5017" y="98459"/>
                  </a:lnTo>
                  <a:cubicBezTo>
                    <a:pt x="5017" y="98528"/>
                    <a:pt x="5051" y="98562"/>
                    <a:pt x="5119" y="98562"/>
                  </a:cubicBezTo>
                  <a:cubicBezTo>
                    <a:pt x="5153" y="98562"/>
                    <a:pt x="5187" y="98528"/>
                    <a:pt x="5187" y="98459"/>
                  </a:cubicBezTo>
                  <a:lnTo>
                    <a:pt x="5187" y="98357"/>
                  </a:lnTo>
                  <a:cubicBezTo>
                    <a:pt x="5187" y="98323"/>
                    <a:pt x="5153" y="98289"/>
                    <a:pt x="5119" y="98289"/>
                  </a:cubicBezTo>
                  <a:close/>
                  <a:moveTo>
                    <a:pt x="5119" y="98835"/>
                  </a:moveTo>
                  <a:cubicBezTo>
                    <a:pt x="5051" y="98835"/>
                    <a:pt x="5017" y="98903"/>
                    <a:pt x="5017" y="98937"/>
                  </a:cubicBezTo>
                  <a:lnTo>
                    <a:pt x="5017" y="99039"/>
                  </a:lnTo>
                  <a:cubicBezTo>
                    <a:pt x="5017" y="99108"/>
                    <a:pt x="5051" y="99142"/>
                    <a:pt x="5119" y="99142"/>
                  </a:cubicBezTo>
                  <a:cubicBezTo>
                    <a:pt x="5153" y="99142"/>
                    <a:pt x="5187" y="99108"/>
                    <a:pt x="5187" y="99039"/>
                  </a:cubicBezTo>
                  <a:lnTo>
                    <a:pt x="5187" y="98937"/>
                  </a:lnTo>
                  <a:cubicBezTo>
                    <a:pt x="5187" y="98903"/>
                    <a:pt x="5153" y="98835"/>
                    <a:pt x="5119" y="98835"/>
                  </a:cubicBezTo>
                  <a:close/>
                  <a:moveTo>
                    <a:pt x="5119" y="99415"/>
                  </a:moveTo>
                  <a:cubicBezTo>
                    <a:pt x="5051" y="99415"/>
                    <a:pt x="5017" y="99449"/>
                    <a:pt x="5017" y="99517"/>
                  </a:cubicBezTo>
                  <a:lnTo>
                    <a:pt x="5017" y="99619"/>
                  </a:lnTo>
                  <a:cubicBezTo>
                    <a:pt x="5017" y="99654"/>
                    <a:pt x="5051" y="99722"/>
                    <a:pt x="5119" y="99722"/>
                  </a:cubicBezTo>
                  <a:cubicBezTo>
                    <a:pt x="5153" y="99722"/>
                    <a:pt x="5187" y="99654"/>
                    <a:pt x="5187" y="99619"/>
                  </a:cubicBezTo>
                  <a:lnTo>
                    <a:pt x="5187" y="99517"/>
                  </a:lnTo>
                  <a:cubicBezTo>
                    <a:pt x="5187" y="99449"/>
                    <a:pt x="5153" y="99415"/>
                    <a:pt x="5119" y="99415"/>
                  </a:cubicBezTo>
                  <a:close/>
                  <a:moveTo>
                    <a:pt x="5119" y="99995"/>
                  </a:moveTo>
                  <a:cubicBezTo>
                    <a:pt x="5051" y="99995"/>
                    <a:pt x="5017" y="100029"/>
                    <a:pt x="5017" y="100063"/>
                  </a:cubicBezTo>
                  <a:lnTo>
                    <a:pt x="5017" y="100200"/>
                  </a:lnTo>
                  <a:cubicBezTo>
                    <a:pt x="5017" y="100234"/>
                    <a:pt x="5051" y="100268"/>
                    <a:pt x="5119" y="100268"/>
                  </a:cubicBezTo>
                  <a:cubicBezTo>
                    <a:pt x="5153" y="100268"/>
                    <a:pt x="5187" y="100234"/>
                    <a:pt x="5187" y="100200"/>
                  </a:cubicBezTo>
                  <a:lnTo>
                    <a:pt x="5187" y="100063"/>
                  </a:lnTo>
                  <a:cubicBezTo>
                    <a:pt x="5187" y="100029"/>
                    <a:pt x="5153" y="99995"/>
                    <a:pt x="5119" y="99995"/>
                  </a:cubicBezTo>
                  <a:close/>
                  <a:moveTo>
                    <a:pt x="5119" y="100575"/>
                  </a:moveTo>
                  <a:cubicBezTo>
                    <a:pt x="5051" y="100575"/>
                    <a:pt x="5017" y="100609"/>
                    <a:pt x="5017" y="100643"/>
                  </a:cubicBezTo>
                  <a:lnTo>
                    <a:pt x="5017" y="100780"/>
                  </a:lnTo>
                  <a:cubicBezTo>
                    <a:pt x="5017" y="100814"/>
                    <a:pt x="5051" y="100848"/>
                    <a:pt x="5119" y="100848"/>
                  </a:cubicBezTo>
                  <a:cubicBezTo>
                    <a:pt x="5153" y="100848"/>
                    <a:pt x="5187" y="100814"/>
                    <a:pt x="5187" y="100780"/>
                  </a:cubicBezTo>
                  <a:lnTo>
                    <a:pt x="5187" y="100643"/>
                  </a:lnTo>
                  <a:cubicBezTo>
                    <a:pt x="5187" y="100609"/>
                    <a:pt x="5153" y="100575"/>
                    <a:pt x="5119" y="100575"/>
                  </a:cubicBezTo>
                  <a:close/>
                  <a:moveTo>
                    <a:pt x="5119" y="101121"/>
                  </a:moveTo>
                  <a:cubicBezTo>
                    <a:pt x="5051" y="101121"/>
                    <a:pt x="5017" y="101189"/>
                    <a:pt x="5017" y="101223"/>
                  </a:cubicBezTo>
                  <a:lnTo>
                    <a:pt x="5017" y="101326"/>
                  </a:lnTo>
                  <a:cubicBezTo>
                    <a:pt x="5017" y="101394"/>
                    <a:pt x="5051" y="101428"/>
                    <a:pt x="5119" y="101428"/>
                  </a:cubicBezTo>
                  <a:cubicBezTo>
                    <a:pt x="5153" y="101428"/>
                    <a:pt x="5187" y="101394"/>
                    <a:pt x="5187" y="101326"/>
                  </a:cubicBezTo>
                  <a:lnTo>
                    <a:pt x="5187" y="101223"/>
                  </a:lnTo>
                  <a:cubicBezTo>
                    <a:pt x="5187" y="101189"/>
                    <a:pt x="5153" y="101121"/>
                    <a:pt x="5119" y="101121"/>
                  </a:cubicBezTo>
                  <a:close/>
                  <a:moveTo>
                    <a:pt x="5119" y="101701"/>
                  </a:moveTo>
                  <a:cubicBezTo>
                    <a:pt x="5051" y="101701"/>
                    <a:pt x="5017" y="101735"/>
                    <a:pt x="5017" y="101803"/>
                  </a:cubicBezTo>
                  <a:lnTo>
                    <a:pt x="5017" y="101906"/>
                  </a:lnTo>
                  <a:cubicBezTo>
                    <a:pt x="5017" y="101974"/>
                    <a:pt x="5051" y="102008"/>
                    <a:pt x="5119" y="102008"/>
                  </a:cubicBezTo>
                  <a:cubicBezTo>
                    <a:pt x="5153" y="102008"/>
                    <a:pt x="5187" y="101974"/>
                    <a:pt x="5187" y="101906"/>
                  </a:cubicBezTo>
                  <a:lnTo>
                    <a:pt x="5187" y="101803"/>
                  </a:lnTo>
                  <a:cubicBezTo>
                    <a:pt x="5187" y="101735"/>
                    <a:pt x="5153" y="101701"/>
                    <a:pt x="5119" y="101701"/>
                  </a:cubicBezTo>
                  <a:close/>
                  <a:moveTo>
                    <a:pt x="5119" y="102281"/>
                  </a:moveTo>
                  <a:cubicBezTo>
                    <a:pt x="5051" y="102281"/>
                    <a:pt x="5017" y="102315"/>
                    <a:pt x="5017" y="102383"/>
                  </a:cubicBezTo>
                  <a:lnTo>
                    <a:pt x="5017" y="102486"/>
                  </a:lnTo>
                  <a:cubicBezTo>
                    <a:pt x="5017" y="102520"/>
                    <a:pt x="5051" y="102554"/>
                    <a:pt x="5119" y="102554"/>
                  </a:cubicBezTo>
                  <a:cubicBezTo>
                    <a:pt x="5153" y="102554"/>
                    <a:pt x="5187" y="102520"/>
                    <a:pt x="5187" y="102486"/>
                  </a:cubicBezTo>
                  <a:lnTo>
                    <a:pt x="5187" y="102383"/>
                  </a:lnTo>
                  <a:cubicBezTo>
                    <a:pt x="5187" y="102315"/>
                    <a:pt x="5153" y="102281"/>
                    <a:pt x="5119" y="102281"/>
                  </a:cubicBezTo>
                  <a:close/>
                  <a:moveTo>
                    <a:pt x="5119" y="102861"/>
                  </a:moveTo>
                  <a:cubicBezTo>
                    <a:pt x="5051" y="102861"/>
                    <a:pt x="5017" y="102895"/>
                    <a:pt x="5017" y="102929"/>
                  </a:cubicBezTo>
                  <a:lnTo>
                    <a:pt x="5017" y="103066"/>
                  </a:lnTo>
                  <a:cubicBezTo>
                    <a:pt x="5017" y="103100"/>
                    <a:pt x="5051" y="103134"/>
                    <a:pt x="5119" y="103134"/>
                  </a:cubicBezTo>
                  <a:cubicBezTo>
                    <a:pt x="5153" y="103134"/>
                    <a:pt x="5187" y="103100"/>
                    <a:pt x="5187" y="103066"/>
                  </a:cubicBezTo>
                  <a:lnTo>
                    <a:pt x="5187" y="102929"/>
                  </a:lnTo>
                  <a:cubicBezTo>
                    <a:pt x="5187" y="102895"/>
                    <a:pt x="5153" y="102861"/>
                    <a:pt x="5119" y="102861"/>
                  </a:cubicBezTo>
                  <a:close/>
                  <a:moveTo>
                    <a:pt x="5119" y="103441"/>
                  </a:moveTo>
                  <a:cubicBezTo>
                    <a:pt x="5051" y="103441"/>
                    <a:pt x="5017" y="103475"/>
                    <a:pt x="5017" y="103510"/>
                  </a:cubicBezTo>
                  <a:lnTo>
                    <a:pt x="5017" y="103612"/>
                  </a:lnTo>
                  <a:cubicBezTo>
                    <a:pt x="5017" y="103680"/>
                    <a:pt x="5051" y="103714"/>
                    <a:pt x="5119" y="103714"/>
                  </a:cubicBezTo>
                  <a:cubicBezTo>
                    <a:pt x="5153" y="103714"/>
                    <a:pt x="5187" y="103680"/>
                    <a:pt x="5187" y="103612"/>
                  </a:cubicBezTo>
                  <a:lnTo>
                    <a:pt x="5187" y="103510"/>
                  </a:lnTo>
                  <a:cubicBezTo>
                    <a:pt x="5187" y="103475"/>
                    <a:pt x="5153" y="103441"/>
                    <a:pt x="5119" y="10344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" name="Google Shape;1779;p45">
              <a:extLst>
                <a:ext uri="{FF2B5EF4-FFF2-40B4-BE49-F238E27FC236}">
                  <a16:creationId xmlns:a16="http://schemas.microsoft.com/office/drawing/2014/main" id="{C13E233C-E973-2734-B846-246682AA92FB}"/>
                </a:ext>
              </a:extLst>
            </p:cNvPr>
            <p:cNvSpPr/>
            <p:nvPr/>
          </p:nvSpPr>
          <p:spPr>
            <a:xfrm>
              <a:off x="2986082" y="1405765"/>
              <a:ext cx="145276" cy="25873"/>
            </a:xfrm>
            <a:custGeom>
              <a:avLst/>
              <a:gdLst/>
              <a:ahLst/>
              <a:cxnLst/>
              <a:rect l="l" t="t" r="r" b="b"/>
              <a:pathLst>
                <a:path w="6519" h="1161" extrusionOk="0">
                  <a:moveTo>
                    <a:pt x="6314" y="1"/>
                  </a:moveTo>
                  <a:cubicBezTo>
                    <a:pt x="6245" y="35"/>
                    <a:pt x="6245" y="69"/>
                    <a:pt x="6245" y="103"/>
                  </a:cubicBezTo>
                  <a:cubicBezTo>
                    <a:pt x="6245" y="171"/>
                    <a:pt x="6280" y="171"/>
                    <a:pt x="6314" y="171"/>
                  </a:cubicBezTo>
                  <a:lnTo>
                    <a:pt x="6450" y="171"/>
                  </a:lnTo>
                  <a:cubicBezTo>
                    <a:pt x="6484" y="171"/>
                    <a:pt x="6518" y="103"/>
                    <a:pt x="6518" y="69"/>
                  </a:cubicBezTo>
                  <a:cubicBezTo>
                    <a:pt x="6518" y="35"/>
                    <a:pt x="6484" y="1"/>
                    <a:pt x="6416" y="1"/>
                  </a:cubicBezTo>
                  <a:close/>
                  <a:moveTo>
                    <a:pt x="5870" y="69"/>
                  </a:moveTo>
                  <a:lnTo>
                    <a:pt x="5734" y="103"/>
                  </a:lnTo>
                  <a:cubicBezTo>
                    <a:pt x="5699" y="103"/>
                    <a:pt x="5665" y="137"/>
                    <a:pt x="5665" y="205"/>
                  </a:cubicBezTo>
                  <a:cubicBezTo>
                    <a:pt x="5665" y="240"/>
                    <a:pt x="5699" y="274"/>
                    <a:pt x="5768" y="274"/>
                  </a:cubicBezTo>
                  <a:lnTo>
                    <a:pt x="5870" y="240"/>
                  </a:lnTo>
                  <a:cubicBezTo>
                    <a:pt x="5938" y="240"/>
                    <a:pt x="5972" y="205"/>
                    <a:pt x="5938" y="171"/>
                  </a:cubicBezTo>
                  <a:cubicBezTo>
                    <a:pt x="5938" y="103"/>
                    <a:pt x="5904" y="69"/>
                    <a:pt x="5870" y="69"/>
                  </a:cubicBezTo>
                  <a:close/>
                  <a:moveTo>
                    <a:pt x="5290" y="171"/>
                  </a:moveTo>
                  <a:lnTo>
                    <a:pt x="5188" y="205"/>
                  </a:lnTo>
                  <a:cubicBezTo>
                    <a:pt x="5119" y="205"/>
                    <a:pt x="5085" y="240"/>
                    <a:pt x="5119" y="274"/>
                  </a:cubicBezTo>
                  <a:cubicBezTo>
                    <a:pt x="5119" y="342"/>
                    <a:pt x="5153" y="376"/>
                    <a:pt x="5188" y="376"/>
                  </a:cubicBezTo>
                  <a:cubicBezTo>
                    <a:pt x="5188" y="376"/>
                    <a:pt x="5188" y="342"/>
                    <a:pt x="5188" y="342"/>
                  </a:cubicBezTo>
                  <a:lnTo>
                    <a:pt x="5324" y="342"/>
                  </a:lnTo>
                  <a:cubicBezTo>
                    <a:pt x="5358" y="342"/>
                    <a:pt x="5392" y="274"/>
                    <a:pt x="5392" y="240"/>
                  </a:cubicBezTo>
                  <a:cubicBezTo>
                    <a:pt x="5392" y="205"/>
                    <a:pt x="5324" y="171"/>
                    <a:pt x="5290" y="171"/>
                  </a:cubicBezTo>
                  <a:close/>
                  <a:moveTo>
                    <a:pt x="4757" y="260"/>
                  </a:moveTo>
                  <a:cubicBezTo>
                    <a:pt x="4744" y="260"/>
                    <a:pt x="4728" y="265"/>
                    <a:pt x="4710" y="274"/>
                  </a:cubicBezTo>
                  <a:lnTo>
                    <a:pt x="4607" y="274"/>
                  </a:lnTo>
                  <a:cubicBezTo>
                    <a:pt x="4573" y="274"/>
                    <a:pt x="4539" y="342"/>
                    <a:pt x="4539" y="376"/>
                  </a:cubicBezTo>
                  <a:cubicBezTo>
                    <a:pt x="4539" y="410"/>
                    <a:pt x="4573" y="444"/>
                    <a:pt x="4642" y="444"/>
                  </a:cubicBezTo>
                  <a:lnTo>
                    <a:pt x="4744" y="444"/>
                  </a:lnTo>
                  <a:cubicBezTo>
                    <a:pt x="4812" y="410"/>
                    <a:pt x="4846" y="376"/>
                    <a:pt x="4812" y="342"/>
                  </a:cubicBezTo>
                  <a:cubicBezTo>
                    <a:pt x="4812" y="292"/>
                    <a:pt x="4794" y="260"/>
                    <a:pt x="4757" y="260"/>
                  </a:cubicBezTo>
                  <a:close/>
                  <a:moveTo>
                    <a:pt x="4164" y="342"/>
                  </a:moveTo>
                  <a:lnTo>
                    <a:pt x="4062" y="376"/>
                  </a:lnTo>
                  <a:cubicBezTo>
                    <a:pt x="3993" y="376"/>
                    <a:pt x="3959" y="410"/>
                    <a:pt x="3959" y="478"/>
                  </a:cubicBezTo>
                  <a:cubicBezTo>
                    <a:pt x="3993" y="513"/>
                    <a:pt x="4027" y="547"/>
                    <a:pt x="4062" y="547"/>
                  </a:cubicBezTo>
                  <a:lnTo>
                    <a:pt x="4198" y="513"/>
                  </a:lnTo>
                  <a:cubicBezTo>
                    <a:pt x="4232" y="513"/>
                    <a:pt x="4266" y="478"/>
                    <a:pt x="4266" y="410"/>
                  </a:cubicBezTo>
                  <a:cubicBezTo>
                    <a:pt x="4266" y="376"/>
                    <a:pt x="4198" y="342"/>
                    <a:pt x="4164" y="342"/>
                  </a:cubicBezTo>
                  <a:close/>
                  <a:moveTo>
                    <a:pt x="3631" y="431"/>
                  </a:moveTo>
                  <a:cubicBezTo>
                    <a:pt x="3618" y="431"/>
                    <a:pt x="3602" y="435"/>
                    <a:pt x="3584" y="444"/>
                  </a:cubicBezTo>
                  <a:lnTo>
                    <a:pt x="3481" y="444"/>
                  </a:lnTo>
                  <a:cubicBezTo>
                    <a:pt x="3447" y="444"/>
                    <a:pt x="3413" y="513"/>
                    <a:pt x="3413" y="547"/>
                  </a:cubicBezTo>
                  <a:cubicBezTo>
                    <a:pt x="3413" y="581"/>
                    <a:pt x="3447" y="615"/>
                    <a:pt x="3481" y="615"/>
                  </a:cubicBezTo>
                  <a:lnTo>
                    <a:pt x="3618" y="615"/>
                  </a:lnTo>
                  <a:cubicBezTo>
                    <a:pt x="3652" y="581"/>
                    <a:pt x="3686" y="547"/>
                    <a:pt x="3686" y="513"/>
                  </a:cubicBezTo>
                  <a:cubicBezTo>
                    <a:pt x="3686" y="463"/>
                    <a:pt x="3668" y="431"/>
                    <a:pt x="3631" y="431"/>
                  </a:cubicBezTo>
                  <a:close/>
                  <a:moveTo>
                    <a:pt x="3038" y="513"/>
                  </a:moveTo>
                  <a:lnTo>
                    <a:pt x="2901" y="547"/>
                  </a:lnTo>
                  <a:cubicBezTo>
                    <a:pt x="2867" y="547"/>
                    <a:pt x="2833" y="581"/>
                    <a:pt x="2833" y="649"/>
                  </a:cubicBezTo>
                  <a:cubicBezTo>
                    <a:pt x="2833" y="683"/>
                    <a:pt x="2901" y="717"/>
                    <a:pt x="2935" y="717"/>
                  </a:cubicBezTo>
                  <a:lnTo>
                    <a:pt x="3038" y="683"/>
                  </a:lnTo>
                  <a:cubicBezTo>
                    <a:pt x="3106" y="683"/>
                    <a:pt x="3140" y="649"/>
                    <a:pt x="3140" y="581"/>
                  </a:cubicBezTo>
                  <a:cubicBezTo>
                    <a:pt x="3106" y="547"/>
                    <a:pt x="3072" y="513"/>
                    <a:pt x="3038" y="513"/>
                  </a:cubicBezTo>
                  <a:close/>
                  <a:moveTo>
                    <a:pt x="2355" y="615"/>
                  </a:moveTo>
                  <a:cubicBezTo>
                    <a:pt x="2287" y="649"/>
                    <a:pt x="2253" y="683"/>
                    <a:pt x="2287" y="717"/>
                  </a:cubicBezTo>
                  <a:cubicBezTo>
                    <a:pt x="2287" y="751"/>
                    <a:pt x="2321" y="786"/>
                    <a:pt x="2355" y="786"/>
                  </a:cubicBezTo>
                  <a:lnTo>
                    <a:pt x="2492" y="786"/>
                  </a:lnTo>
                  <a:cubicBezTo>
                    <a:pt x="2526" y="786"/>
                    <a:pt x="2560" y="717"/>
                    <a:pt x="2560" y="683"/>
                  </a:cubicBezTo>
                  <a:cubicBezTo>
                    <a:pt x="2560" y="649"/>
                    <a:pt x="2526" y="615"/>
                    <a:pt x="2458" y="615"/>
                  </a:cubicBezTo>
                  <a:close/>
                  <a:moveTo>
                    <a:pt x="1912" y="683"/>
                  </a:moveTo>
                  <a:lnTo>
                    <a:pt x="1775" y="717"/>
                  </a:lnTo>
                  <a:cubicBezTo>
                    <a:pt x="1741" y="717"/>
                    <a:pt x="1707" y="751"/>
                    <a:pt x="1707" y="820"/>
                  </a:cubicBezTo>
                  <a:cubicBezTo>
                    <a:pt x="1707" y="854"/>
                    <a:pt x="1741" y="888"/>
                    <a:pt x="1809" y="888"/>
                  </a:cubicBezTo>
                  <a:lnTo>
                    <a:pt x="1912" y="854"/>
                  </a:lnTo>
                  <a:cubicBezTo>
                    <a:pt x="1980" y="854"/>
                    <a:pt x="2014" y="820"/>
                    <a:pt x="1980" y="751"/>
                  </a:cubicBezTo>
                  <a:cubicBezTo>
                    <a:pt x="1980" y="717"/>
                    <a:pt x="1946" y="683"/>
                    <a:pt x="1912" y="683"/>
                  </a:cubicBezTo>
                  <a:close/>
                  <a:moveTo>
                    <a:pt x="1229" y="786"/>
                  </a:moveTo>
                  <a:cubicBezTo>
                    <a:pt x="1161" y="820"/>
                    <a:pt x="1127" y="854"/>
                    <a:pt x="1161" y="888"/>
                  </a:cubicBezTo>
                  <a:cubicBezTo>
                    <a:pt x="1161" y="956"/>
                    <a:pt x="1195" y="956"/>
                    <a:pt x="1229" y="956"/>
                  </a:cubicBezTo>
                  <a:lnTo>
                    <a:pt x="1366" y="956"/>
                  </a:lnTo>
                  <a:cubicBezTo>
                    <a:pt x="1400" y="956"/>
                    <a:pt x="1434" y="888"/>
                    <a:pt x="1434" y="854"/>
                  </a:cubicBezTo>
                  <a:cubicBezTo>
                    <a:pt x="1434" y="820"/>
                    <a:pt x="1366" y="786"/>
                    <a:pt x="1332" y="786"/>
                  </a:cubicBezTo>
                  <a:close/>
                  <a:moveTo>
                    <a:pt x="752" y="854"/>
                  </a:moveTo>
                  <a:lnTo>
                    <a:pt x="649" y="888"/>
                  </a:lnTo>
                  <a:cubicBezTo>
                    <a:pt x="615" y="888"/>
                    <a:pt x="581" y="922"/>
                    <a:pt x="581" y="990"/>
                  </a:cubicBezTo>
                  <a:cubicBezTo>
                    <a:pt x="581" y="1024"/>
                    <a:pt x="615" y="1059"/>
                    <a:pt x="649" y="1059"/>
                  </a:cubicBezTo>
                  <a:lnTo>
                    <a:pt x="683" y="1059"/>
                  </a:lnTo>
                  <a:lnTo>
                    <a:pt x="786" y="1024"/>
                  </a:lnTo>
                  <a:cubicBezTo>
                    <a:pt x="854" y="1024"/>
                    <a:pt x="854" y="990"/>
                    <a:pt x="854" y="956"/>
                  </a:cubicBezTo>
                  <a:cubicBezTo>
                    <a:pt x="854" y="888"/>
                    <a:pt x="820" y="854"/>
                    <a:pt x="752" y="854"/>
                  </a:cubicBezTo>
                  <a:close/>
                  <a:moveTo>
                    <a:pt x="206" y="956"/>
                  </a:moveTo>
                  <a:lnTo>
                    <a:pt x="69" y="990"/>
                  </a:lnTo>
                  <a:cubicBezTo>
                    <a:pt x="35" y="990"/>
                    <a:pt x="1" y="1024"/>
                    <a:pt x="1" y="1059"/>
                  </a:cubicBezTo>
                  <a:cubicBezTo>
                    <a:pt x="35" y="1127"/>
                    <a:pt x="69" y="1161"/>
                    <a:pt x="103" y="1161"/>
                  </a:cubicBezTo>
                  <a:lnTo>
                    <a:pt x="240" y="1127"/>
                  </a:lnTo>
                  <a:cubicBezTo>
                    <a:pt x="274" y="1127"/>
                    <a:pt x="308" y="1093"/>
                    <a:pt x="308" y="1024"/>
                  </a:cubicBezTo>
                  <a:cubicBezTo>
                    <a:pt x="274" y="990"/>
                    <a:pt x="240" y="956"/>
                    <a:pt x="206" y="95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" name="Google Shape;1780;p45">
              <a:extLst>
                <a:ext uri="{FF2B5EF4-FFF2-40B4-BE49-F238E27FC236}">
                  <a16:creationId xmlns:a16="http://schemas.microsoft.com/office/drawing/2014/main" id="{937C9439-3571-FD7F-C76A-3B2DABAA4077}"/>
                </a:ext>
              </a:extLst>
            </p:cNvPr>
            <p:cNvSpPr/>
            <p:nvPr/>
          </p:nvSpPr>
          <p:spPr>
            <a:xfrm>
              <a:off x="4014200" y="1767429"/>
              <a:ext cx="65406" cy="1702931"/>
            </a:xfrm>
            <a:custGeom>
              <a:avLst/>
              <a:gdLst/>
              <a:ahLst/>
              <a:cxnLst/>
              <a:rect l="l" t="t" r="r" b="b"/>
              <a:pathLst>
                <a:path w="2935" h="76416" extrusionOk="0">
                  <a:moveTo>
                    <a:pt x="73" y="0"/>
                  </a:moveTo>
                  <a:cubicBezTo>
                    <a:pt x="48" y="0"/>
                    <a:pt x="24" y="24"/>
                    <a:pt x="0" y="48"/>
                  </a:cubicBezTo>
                  <a:cubicBezTo>
                    <a:pt x="0" y="117"/>
                    <a:pt x="0" y="151"/>
                    <a:pt x="68" y="185"/>
                  </a:cubicBezTo>
                  <a:lnTo>
                    <a:pt x="171" y="219"/>
                  </a:lnTo>
                  <a:lnTo>
                    <a:pt x="205" y="219"/>
                  </a:lnTo>
                  <a:cubicBezTo>
                    <a:pt x="239" y="219"/>
                    <a:pt x="273" y="185"/>
                    <a:pt x="273" y="151"/>
                  </a:cubicBezTo>
                  <a:cubicBezTo>
                    <a:pt x="307" y="117"/>
                    <a:pt x="273" y="83"/>
                    <a:pt x="239" y="48"/>
                  </a:cubicBezTo>
                  <a:lnTo>
                    <a:pt x="103" y="14"/>
                  </a:lnTo>
                  <a:cubicBezTo>
                    <a:pt x="93" y="4"/>
                    <a:pt x="83" y="0"/>
                    <a:pt x="73" y="0"/>
                  </a:cubicBezTo>
                  <a:close/>
                  <a:moveTo>
                    <a:pt x="649" y="219"/>
                  </a:moveTo>
                  <a:cubicBezTo>
                    <a:pt x="614" y="219"/>
                    <a:pt x="546" y="219"/>
                    <a:pt x="546" y="253"/>
                  </a:cubicBezTo>
                  <a:cubicBezTo>
                    <a:pt x="512" y="321"/>
                    <a:pt x="546" y="356"/>
                    <a:pt x="580" y="390"/>
                  </a:cubicBezTo>
                  <a:lnTo>
                    <a:pt x="683" y="424"/>
                  </a:lnTo>
                  <a:lnTo>
                    <a:pt x="717" y="424"/>
                  </a:lnTo>
                  <a:cubicBezTo>
                    <a:pt x="751" y="424"/>
                    <a:pt x="785" y="390"/>
                    <a:pt x="819" y="356"/>
                  </a:cubicBezTo>
                  <a:cubicBezTo>
                    <a:pt x="819" y="321"/>
                    <a:pt x="819" y="287"/>
                    <a:pt x="751" y="253"/>
                  </a:cubicBezTo>
                  <a:lnTo>
                    <a:pt x="649" y="219"/>
                  </a:lnTo>
                  <a:close/>
                  <a:moveTo>
                    <a:pt x="1194" y="424"/>
                  </a:moveTo>
                  <a:cubicBezTo>
                    <a:pt x="1126" y="424"/>
                    <a:pt x="1092" y="424"/>
                    <a:pt x="1092" y="458"/>
                  </a:cubicBezTo>
                  <a:cubicBezTo>
                    <a:pt x="1058" y="526"/>
                    <a:pt x="1092" y="560"/>
                    <a:pt x="1126" y="594"/>
                  </a:cubicBezTo>
                  <a:lnTo>
                    <a:pt x="1229" y="629"/>
                  </a:lnTo>
                  <a:lnTo>
                    <a:pt x="1263" y="629"/>
                  </a:lnTo>
                  <a:cubicBezTo>
                    <a:pt x="1297" y="629"/>
                    <a:pt x="1331" y="629"/>
                    <a:pt x="1331" y="594"/>
                  </a:cubicBezTo>
                  <a:cubicBezTo>
                    <a:pt x="1365" y="526"/>
                    <a:pt x="1331" y="492"/>
                    <a:pt x="1297" y="458"/>
                  </a:cubicBezTo>
                  <a:lnTo>
                    <a:pt x="1194" y="424"/>
                  </a:lnTo>
                  <a:close/>
                  <a:moveTo>
                    <a:pt x="1706" y="629"/>
                  </a:moveTo>
                  <a:cubicBezTo>
                    <a:pt x="1672" y="629"/>
                    <a:pt x="1638" y="629"/>
                    <a:pt x="1604" y="697"/>
                  </a:cubicBezTo>
                  <a:cubicBezTo>
                    <a:pt x="1604" y="731"/>
                    <a:pt x="1604" y="765"/>
                    <a:pt x="1672" y="799"/>
                  </a:cubicBezTo>
                  <a:lnTo>
                    <a:pt x="1775" y="833"/>
                  </a:lnTo>
                  <a:lnTo>
                    <a:pt x="1809" y="833"/>
                  </a:lnTo>
                  <a:cubicBezTo>
                    <a:pt x="1843" y="833"/>
                    <a:pt x="1877" y="833"/>
                    <a:pt x="1877" y="799"/>
                  </a:cubicBezTo>
                  <a:cubicBezTo>
                    <a:pt x="1911" y="731"/>
                    <a:pt x="1877" y="697"/>
                    <a:pt x="1843" y="663"/>
                  </a:cubicBezTo>
                  <a:lnTo>
                    <a:pt x="1706" y="629"/>
                  </a:lnTo>
                  <a:close/>
                  <a:moveTo>
                    <a:pt x="2252" y="833"/>
                  </a:moveTo>
                  <a:cubicBezTo>
                    <a:pt x="2218" y="833"/>
                    <a:pt x="2150" y="833"/>
                    <a:pt x="2150" y="902"/>
                  </a:cubicBezTo>
                  <a:cubicBezTo>
                    <a:pt x="2116" y="936"/>
                    <a:pt x="2150" y="970"/>
                    <a:pt x="2184" y="1004"/>
                  </a:cubicBezTo>
                  <a:lnTo>
                    <a:pt x="2286" y="1038"/>
                  </a:lnTo>
                  <a:lnTo>
                    <a:pt x="2321" y="1038"/>
                  </a:lnTo>
                  <a:cubicBezTo>
                    <a:pt x="2355" y="1038"/>
                    <a:pt x="2389" y="1038"/>
                    <a:pt x="2423" y="1004"/>
                  </a:cubicBezTo>
                  <a:cubicBezTo>
                    <a:pt x="2423" y="936"/>
                    <a:pt x="2423" y="902"/>
                    <a:pt x="2355" y="867"/>
                  </a:cubicBezTo>
                  <a:lnTo>
                    <a:pt x="2252" y="833"/>
                  </a:lnTo>
                  <a:close/>
                  <a:moveTo>
                    <a:pt x="2798" y="1038"/>
                  </a:moveTo>
                  <a:cubicBezTo>
                    <a:pt x="2730" y="1038"/>
                    <a:pt x="2696" y="1038"/>
                    <a:pt x="2696" y="1106"/>
                  </a:cubicBezTo>
                  <a:cubicBezTo>
                    <a:pt x="2662" y="1140"/>
                    <a:pt x="2696" y="1175"/>
                    <a:pt x="2730" y="1209"/>
                  </a:cubicBezTo>
                  <a:cubicBezTo>
                    <a:pt x="2730" y="1243"/>
                    <a:pt x="2764" y="1311"/>
                    <a:pt x="2798" y="1311"/>
                  </a:cubicBezTo>
                  <a:cubicBezTo>
                    <a:pt x="2832" y="1311"/>
                    <a:pt x="2901" y="1243"/>
                    <a:pt x="2901" y="1209"/>
                  </a:cubicBezTo>
                  <a:lnTo>
                    <a:pt x="2901" y="1140"/>
                  </a:lnTo>
                  <a:cubicBezTo>
                    <a:pt x="2901" y="1106"/>
                    <a:pt x="2867" y="1072"/>
                    <a:pt x="2832" y="1072"/>
                  </a:cubicBezTo>
                  <a:lnTo>
                    <a:pt x="2798" y="1038"/>
                  </a:lnTo>
                  <a:close/>
                  <a:moveTo>
                    <a:pt x="2798" y="1584"/>
                  </a:moveTo>
                  <a:cubicBezTo>
                    <a:pt x="2764" y="1584"/>
                    <a:pt x="2730" y="1618"/>
                    <a:pt x="2730" y="1652"/>
                  </a:cubicBezTo>
                  <a:lnTo>
                    <a:pt x="2730" y="1789"/>
                  </a:lnTo>
                  <a:cubicBezTo>
                    <a:pt x="2730" y="1823"/>
                    <a:pt x="2764" y="1857"/>
                    <a:pt x="2798" y="1857"/>
                  </a:cubicBezTo>
                  <a:cubicBezTo>
                    <a:pt x="2832" y="1857"/>
                    <a:pt x="2901" y="1823"/>
                    <a:pt x="2901" y="1789"/>
                  </a:cubicBezTo>
                  <a:lnTo>
                    <a:pt x="2901" y="1652"/>
                  </a:lnTo>
                  <a:cubicBezTo>
                    <a:pt x="2901" y="1618"/>
                    <a:pt x="2832" y="1584"/>
                    <a:pt x="2798" y="1584"/>
                  </a:cubicBezTo>
                  <a:close/>
                  <a:moveTo>
                    <a:pt x="2798" y="2164"/>
                  </a:moveTo>
                  <a:cubicBezTo>
                    <a:pt x="2764" y="2164"/>
                    <a:pt x="2730" y="2198"/>
                    <a:pt x="2730" y="2232"/>
                  </a:cubicBezTo>
                  <a:lnTo>
                    <a:pt x="2730" y="2369"/>
                  </a:lnTo>
                  <a:cubicBezTo>
                    <a:pt x="2730" y="2403"/>
                    <a:pt x="2764" y="2437"/>
                    <a:pt x="2798" y="2437"/>
                  </a:cubicBezTo>
                  <a:cubicBezTo>
                    <a:pt x="2832" y="2437"/>
                    <a:pt x="2901" y="2403"/>
                    <a:pt x="2901" y="2369"/>
                  </a:cubicBezTo>
                  <a:lnTo>
                    <a:pt x="2901" y="2232"/>
                  </a:lnTo>
                  <a:cubicBezTo>
                    <a:pt x="2901" y="2198"/>
                    <a:pt x="2832" y="2164"/>
                    <a:pt x="2798" y="2164"/>
                  </a:cubicBezTo>
                  <a:close/>
                  <a:moveTo>
                    <a:pt x="2798" y="2744"/>
                  </a:moveTo>
                  <a:cubicBezTo>
                    <a:pt x="2764" y="2744"/>
                    <a:pt x="2730" y="2778"/>
                    <a:pt x="2730" y="2812"/>
                  </a:cubicBezTo>
                  <a:lnTo>
                    <a:pt x="2730" y="2915"/>
                  </a:lnTo>
                  <a:cubicBezTo>
                    <a:pt x="2730" y="2983"/>
                    <a:pt x="2764" y="3017"/>
                    <a:pt x="2798" y="3017"/>
                  </a:cubicBezTo>
                  <a:cubicBezTo>
                    <a:pt x="2832" y="3017"/>
                    <a:pt x="2901" y="2983"/>
                    <a:pt x="2901" y="2915"/>
                  </a:cubicBezTo>
                  <a:lnTo>
                    <a:pt x="2901" y="2812"/>
                  </a:lnTo>
                  <a:cubicBezTo>
                    <a:pt x="2901" y="2778"/>
                    <a:pt x="2832" y="2744"/>
                    <a:pt x="2798" y="2744"/>
                  </a:cubicBezTo>
                  <a:close/>
                  <a:moveTo>
                    <a:pt x="2798" y="3290"/>
                  </a:moveTo>
                  <a:cubicBezTo>
                    <a:pt x="2764" y="3290"/>
                    <a:pt x="2730" y="3324"/>
                    <a:pt x="2730" y="3393"/>
                  </a:cubicBezTo>
                  <a:lnTo>
                    <a:pt x="2730" y="3495"/>
                  </a:lnTo>
                  <a:cubicBezTo>
                    <a:pt x="2730" y="3563"/>
                    <a:pt x="2764" y="3597"/>
                    <a:pt x="2798" y="3597"/>
                  </a:cubicBezTo>
                  <a:cubicBezTo>
                    <a:pt x="2832" y="3597"/>
                    <a:pt x="2901" y="3563"/>
                    <a:pt x="2901" y="3495"/>
                  </a:cubicBezTo>
                  <a:lnTo>
                    <a:pt x="2901" y="3393"/>
                  </a:lnTo>
                  <a:cubicBezTo>
                    <a:pt x="2901" y="3324"/>
                    <a:pt x="2832" y="3290"/>
                    <a:pt x="2798" y="3290"/>
                  </a:cubicBezTo>
                  <a:close/>
                  <a:moveTo>
                    <a:pt x="2798" y="3870"/>
                  </a:moveTo>
                  <a:cubicBezTo>
                    <a:pt x="2764" y="3870"/>
                    <a:pt x="2730" y="3904"/>
                    <a:pt x="2730" y="3973"/>
                  </a:cubicBezTo>
                  <a:lnTo>
                    <a:pt x="2730" y="4075"/>
                  </a:lnTo>
                  <a:cubicBezTo>
                    <a:pt x="2730" y="4109"/>
                    <a:pt x="2764" y="4143"/>
                    <a:pt x="2798" y="4143"/>
                  </a:cubicBezTo>
                  <a:cubicBezTo>
                    <a:pt x="2832" y="4143"/>
                    <a:pt x="2901" y="4109"/>
                    <a:pt x="2901" y="4075"/>
                  </a:cubicBezTo>
                  <a:lnTo>
                    <a:pt x="2901" y="3973"/>
                  </a:lnTo>
                  <a:cubicBezTo>
                    <a:pt x="2901" y="3904"/>
                    <a:pt x="2832" y="3870"/>
                    <a:pt x="2798" y="3870"/>
                  </a:cubicBezTo>
                  <a:close/>
                  <a:moveTo>
                    <a:pt x="2798" y="4450"/>
                  </a:moveTo>
                  <a:cubicBezTo>
                    <a:pt x="2764" y="4450"/>
                    <a:pt x="2730" y="4484"/>
                    <a:pt x="2730" y="4519"/>
                  </a:cubicBezTo>
                  <a:lnTo>
                    <a:pt x="2730" y="4655"/>
                  </a:lnTo>
                  <a:cubicBezTo>
                    <a:pt x="2730" y="4689"/>
                    <a:pt x="2764" y="4723"/>
                    <a:pt x="2798" y="4723"/>
                  </a:cubicBezTo>
                  <a:cubicBezTo>
                    <a:pt x="2867" y="4723"/>
                    <a:pt x="2901" y="4689"/>
                    <a:pt x="2901" y="4655"/>
                  </a:cubicBezTo>
                  <a:lnTo>
                    <a:pt x="2901" y="4519"/>
                  </a:lnTo>
                  <a:cubicBezTo>
                    <a:pt x="2901" y="4484"/>
                    <a:pt x="2832" y="4450"/>
                    <a:pt x="2798" y="4450"/>
                  </a:cubicBezTo>
                  <a:close/>
                  <a:moveTo>
                    <a:pt x="2798" y="5030"/>
                  </a:moveTo>
                  <a:cubicBezTo>
                    <a:pt x="2764" y="5030"/>
                    <a:pt x="2730" y="5065"/>
                    <a:pt x="2730" y="5099"/>
                  </a:cubicBezTo>
                  <a:lnTo>
                    <a:pt x="2730" y="5235"/>
                  </a:lnTo>
                  <a:cubicBezTo>
                    <a:pt x="2730" y="5269"/>
                    <a:pt x="2764" y="5303"/>
                    <a:pt x="2798" y="5303"/>
                  </a:cubicBezTo>
                  <a:cubicBezTo>
                    <a:pt x="2867" y="5303"/>
                    <a:pt x="2901" y="5269"/>
                    <a:pt x="2901" y="5235"/>
                  </a:cubicBezTo>
                  <a:lnTo>
                    <a:pt x="2901" y="5099"/>
                  </a:lnTo>
                  <a:cubicBezTo>
                    <a:pt x="2901" y="5065"/>
                    <a:pt x="2832" y="5030"/>
                    <a:pt x="2798" y="5030"/>
                  </a:cubicBezTo>
                  <a:close/>
                  <a:moveTo>
                    <a:pt x="2798" y="5576"/>
                  </a:moveTo>
                  <a:cubicBezTo>
                    <a:pt x="2764" y="5576"/>
                    <a:pt x="2730" y="5645"/>
                    <a:pt x="2730" y="5679"/>
                  </a:cubicBezTo>
                  <a:lnTo>
                    <a:pt x="2730" y="5781"/>
                  </a:lnTo>
                  <a:cubicBezTo>
                    <a:pt x="2730" y="5849"/>
                    <a:pt x="2764" y="5883"/>
                    <a:pt x="2798" y="5883"/>
                  </a:cubicBezTo>
                  <a:cubicBezTo>
                    <a:pt x="2867" y="5883"/>
                    <a:pt x="2901" y="5849"/>
                    <a:pt x="2901" y="5781"/>
                  </a:cubicBezTo>
                  <a:lnTo>
                    <a:pt x="2901" y="5679"/>
                  </a:lnTo>
                  <a:cubicBezTo>
                    <a:pt x="2901" y="5645"/>
                    <a:pt x="2867" y="5576"/>
                    <a:pt x="2798" y="5576"/>
                  </a:cubicBezTo>
                  <a:close/>
                  <a:moveTo>
                    <a:pt x="2798" y="6156"/>
                  </a:moveTo>
                  <a:cubicBezTo>
                    <a:pt x="2764" y="6156"/>
                    <a:pt x="2730" y="6191"/>
                    <a:pt x="2730" y="6259"/>
                  </a:cubicBezTo>
                  <a:lnTo>
                    <a:pt x="2730" y="6361"/>
                  </a:lnTo>
                  <a:cubicBezTo>
                    <a:pt x="2730" y="6395"/>
                    <a:pt x="2764" y="6464"/>
                    <a:pt x="2798" y="6464"/>
                  </a:cubicBezTo>
                  <a:cubicBezTo>
                    <a:pt x="2867" y="6464"/>
                    <a:pt x="2901" y="6395"/>
                    <a:pt x="2901" y="6361"/>
                  </a:cubicBezTo>
                  <a:lnTo>
                    <a:pt x="2901" y="6259"/>
                  </a:lnTo>
                  <a:cubicBezTo>
                    <a:pt x="2901" y="6191"/>
                    <a:pt x="2867" y="6156"/>
                    <a:pt x="2798" y="6156"/>
                  </a:cubicBezTo>
                  <a:close/>
                  <a:moveTo>
                    <a:pt x="2798" y="6737"/>
                  </a:moveTo>
                  <a:cubicBezTo>
                    <a:pt x="2764" y="6737"/>
                    <a:pt x="2730" y="6771"/>
                    <a:pt x="2730" y="6839"/>
                  </a:cubicBezTo>
                  <a:lnTo>
                    <a:pt x="2730" y="6941"/>
                  </a:lnTo>
                  <a:cubicBezTo>
                    <a:pt x="2730" y="6975"/>
                    <a:pt x="2764" y="7010"/>
                    <a:pt x="2798" y="7010"/>
                  </a:cubicBezTo>
                  <a:cubicBezTo>
                    <a:pt x="2867" y="7010"/>
                    <a:pt x="2901" y="6975"/>
                    <a:pt x="2901" y="6941"/>
                  </a:cubicBezTo>
                  <a:lnTo>
                    <a:pt x="2901" y="6805"/>
                  </a:lnTo>
                  <a:cubicBezTo>
                    <a:pt x="2901" y="6771"/>
                    <a:pt x="2867" y="6737"/>
                    <a:pt x="2798" y="6737"/>
                  </a:cubicBezTo>
                  <a:close/>
                  <a:moveTo>
                    <a:pt x="2798" y="7317"/>
                  </a:moveTo>
                  <a:cubicBezTo>
                    <a:pt x="2764" y="7317"/>
                    <a:pt x="2730" y="7351"/>
                    <a:pt x="2730" y="7385"/>
                  </a:cubicBezTo>
                  <a:lnTo>
                    <a:pt x="2730" y="7521"/>
                  </a:lnTo>
                  <a:cubicBezTo>
                    <a:pt x="2730" y="7556"/>
                    <a:pt x="2764" y="7590"/>
                    <a:pt x="2798" y="7590"/>
                  </a:cubicBezTo>
                  <a:cubicBezTo>
                    <a:pt x="2867" y="7590"/>
                    <a:pt x="2901" y="7556"/>
                    <a:pt x="2901" y="7521"/>
                  </a:cubicBezTo>
                  <a:lnTo>
                    <a:pt x="2901" y="7385"/>
                  </a:lnTo>
                  <a:cubicBezTo>
                    <a:pt x="2901" y="7351"/>
                    <a:pt x="2867" y="7317"/>
                    <a:pt x="2798" y="7317"/>
                  </a:cubicBezTo>
                  <a:close/>
                  <a:moveTo>
                    <a:pt x="2798" y="7897"/>
                  </a:moveTo>
                  <a:cubicBezTo>
                    <a:pt x="2764" y="7897"/>
                    <a:pt x="2730" y="7931"/>
                    <a:pt x="2730" y="7965"/>
                  </a:cubicBezTo>
                  <a:lnTo>
                    <a:pt x="2730" y="8067"/>
                  </a:lnTo>
                  <a:cubicBezTo>
                    <a:pt x="2730" y="8136"/>
                    <a:pt x="2764" y="8170"/>
                    <a:pt x="2798" y="8170"/>
                  </a:cubicBezTo>
                  <a:cubicBezTo>
                    <a:pt x="2867" y="8170"/>
                    <a:pt x="2901" y="8136"/>
                    <a:pt x="2901" y="8067"/>
                  </a:cubicBezTo>
                  <a:lnTo>
                    <a:pt x="2901" y="7965"/>
                  </a:lnTo>
                  <a:cubicBezTo>
                    <a:pt x="2901" y="7931"/>
                    <a:pt x="2867" y="7897"/>
                    <a:pt x="2798" y="7897"/>
                  </a:cubicBezTo>
                  <a:close/>
                  <a:moveTo>
                    <a:pt x="2798" y="8443"/>
                  </a:moveTo>
                  <a:cubicBezTo>
                    <a:pt x="2764" y="8443"/>
                    <a:pt x="2730" y="8477"/>
                    <a:pt x="2730" y="8545"/>
                  </a:cubicBezTo>
                  <a:lnTo>
                    <a:pt x="2730" y="8647"/>
                  </a:lnTo>
                  <a:cubicBezTo>
                    <a:pt x="2730" y="8716"/>
                    <a:pt x="2764" y="8750"/>
                    <a:pt x="2798" y="8750"/>
                  </a:cubicBezTo>
                  <a:cubicBezTo>
                    <a:pt x="2867" y="8750"/>
                    <a:pt x="2901" y="8716"/>
                    <a:pt x="2901" y="8647"/>
                  </a:cubicBezTo>
                  <a:lnTo>
                    <a:pt x="2901" y="8545"/>
                  </a:lnTo>
                  <a:cubicBezTo>
                    <a:pt x="2901" y="8477"/>
                    <a:pt x="2867" y="8443"/>
                    <a:pt x="2798" y="8443"/>
                  </a:cubicBezTo>
                  <a:close/>
                  <a:moveTo>
                    <a:pt x="2798" y="9023"/>
                  </a:moveTo>
                  <a:cubicBezTo>
                    <a:pt x="2764" y="9023"/>
                    <a:pt x="2730" y="9057"/>
                    <a:pt x="2730" y="9125"/>
                  </a:cubicBezTo>
                  <a:lnTo>
                    <a:pt x="2730" y="9228"/>
                  </a:lnTo>
                  <a:cubicBezTo>
                    <a:pt x="2730" y="9262"/>
                    <a:pt x="2764" y="9296"/>
                    <a:pt x="2798" y="9296"/>
                  </a:cubicBezTo>
                  <a:cubicBezTo>
                    <a:pt x="2867" y="9296"/>
                    <a:pt x="2901" y="9262"/>
                    <a:pt x="2901" y="9228"/>
                  </a:cubicBezTo>
                  <a:lnTo>
                    <a:pt x="2901" y="9125"/>
                  </a:lnTo>
                  <a:cubicBezTo>
                    <a:pt x="2901" y="9057"/>
                    <a:pt x="2867" y="9023"/>
                    <a:pt x="2798" y="9023"/>
                  </a:cubicBezTo>
                  <a:close/>
                  <a:moveTo>
                    <a:pt x="2798" y="9603"/>
                  </a:moveTo>
                  <a:cubicBezTo>
                    <a:pt x="2764" y="9603"/>
                    <a:pt x="2730" y="9637"/>
                    <a:pt x="2730" y="9671"/>
                  </a:cubicBezTo>
                  <a:lnTo>
                    <a:pt x="2730" y="9808"/>
                  </a:lnTo>
                  <a:cubicBezTo>
                    <a:pt x="2730" y="9842"/>
                    <a:pt x="2764" y="9876"/>
                    <a:pt x="2798" y="9876"/>
                  </a:cubicBezTo>
                  <a:cubicBezTo>
                    <a:pt x="2867" y="9876"/>
                    <a:pt x="2901" y="9842"/>
                    <a:pt x="2901" y="9808"/>
                  </a:cubicBezTo>
                  <a:lnTo>
                    <a:pt x="2901" y="9671"/>
                  </a:lnTo>
                  <a:cubicBezTo>
                    <a:pt x="2901" y="9637"/>
                    <a:pt x="2867" y="9603"/>
                    <a:pt x="2798" y="9603"/>
                  </a:cubicBezTo>
                  <a:close/>
                  <a:moveTo>
                    <a:pt x="2798" y="10183"/>
                  </a:moveTo>
                  <a:cubicBezTo>
                    <a:pt x="2764" y="10183"/>
                    <a:pt x="2730" y="10217"/>
                    <a:pt x="2730" y="10251"/>
                  </a:cubicBezTo>
                  <a:lnTo>
                    <a:pt x="2730" y="10388"/>
                  </a:lnTo>
                  <a:cubicBezTo>
                    <a:pt x="2730" y="10422"/>
                    <a:pt x="2764" y="10456"/>
                    <a:pt x="2798" y="10456"/>
                  </a:cubicBezTo>
                  <a:cubicBezTo>
                    <a:pt x="2867" y="10456"/>
                    <a:pt x="2901" y="10422"/>
                    <a:pt x="2901" y="10388"/>
                  </a:cubicBezTo>
                  <a:lnTo>
                    <a:pt x="2901" y="10251"/>
                  </a:lnTo>
                  <a:cubicBezTo>
                    <a:pt x="2901" y="10217"/>
                    <a:pt x="2867" y="10183"/>
                    <a:pt x="2798" y="10183"/>
                  </a:cubicBezTo>
                  <a:close/>
                  <a:moveTo>
                    <a:pt x="2798" y="10729"/>
                  </a:moveTo>
                  <a:cubicBezTo>
                    <a:pt x="2764" y="10729"/>
                    <a:pt x="2730" y="10797"/>
                    <a:pt x="2730" y="10831"/>
                  </a:cubicBezTo>
                  <a:lnTo>
                    <a:pt x="2730" y="10934"/>
                  </a:lnTo>
                  <a:cubicBezTo>
                    <a:pt x="2730" y="11002"/>
                    <a:pt x="2764" y="11036"/>
                    <a:pt x="2798" y="11036"/>
                  </a:cubicBezTo>
                  <a:cubicBezTo>
                    <a:pt x="2867" y="11036"/>
                    <a:pt x="2901" y="11002"/>
                    <a:pt x="2901" y="10934"/>
                  </a:cubicBezTo>
                  <a:lnTo>
                    <a:pt x="2901" y="10831"/>
                  </a:lnTo>
                  <a:cubicBezTo>
                    <a:pt x="2901" y="10797"/>
                    <a:pt x="2867" y="10729"/>
                    <a:pt x="2798" y="10729"/>
                  </a:cubicBezTo>
                  <a:close/>
                  <a:moveTo>
                    <a:pt x="2798" y="11309"/>
                  </a:moveTo>
                  <a:cubicBezTo>
                    <a:pt x="2764" y="11309"/>
                    <a:pt x="2730" y="11343"/>
                    <a:pt x="2730" y="11411"/>
                  </a:cubicBezTo>
                  <a:lnTo>
                    <a:pt x="2730" y="11514"/>
                  </a:lnTo>
                  <a:cubicBezTo>
                    <a:pt x="2730" y="11548"/>
                    <a:pt x="2764" y="11616"/>
                    <a:pt x="2798" y="11616"/>
                  </a:cubicBezTo>
                  <a:cubicBezTo>
                    <a:pt x="2867" y="11616"/>
                    <a:pt x="2901" y="11548"/>
                    <a:pt x="2901" y="11514"/>
                  </a:cubicBezTo>
                  <a:lnTo>
                    <a:pt x="2901" y="11411"/>
                  </a:lnTo>
                  <a:cubicBezTo>
                    <a:pt x="2901" y="11343"/>
                    <a:pt x="2867" y="11309"/>
                    <a:pt x="2798" y="11309"/>
                  </a:cubicBezTo>
                  <a:close/>
                  <a:moveTo>
                    <a:pt x="2798" y="11889"/>
                  </a:moveTo>
                  <a:cubicBezTo>
                    <a:pt x="2764" y="11889"/>
                    <a:pt x="2730" y="11923"/>
                    <a:pt x="2730" y="11957"/>
                  </a:cubicBezTo>
                  <a:lnTo>
                    <a:pt x="2730" y="12094"/>
                  </a:lnTo>
                  <a:cubicBezTo>
                    <a:pt x="2730" y="12128"/>
                    <a:pt x="2764" y="12162"/>
                    <a:pt x="2798" y="12162"/>
                  </a:cubicBezTo>
                  <a:cubicBezTo>
                    <a:pt x="2867" y="12162"/>
                    <a:pt x="2901" y="12128"/>
                    <a:pt x="2901" y="12094"/>
                  </a:cubicBezTo>
                  <a:lnTo>
                    <a:pt x="2901" y="11957"/>
                  </a:lnTo>
                  <a:cubicBezTo>
                    <a:pt x="2901" y="11923"/>
                    <a:pt x="2867" y="11889"/>
                    <a:pt x="2798" y="11889"/>
                  </a:cubicBezTo>
                  <a:close/>
                  <a:moveTo>
                    <a:pt x="2798" y="12469"/>
                  </a:moveTo>
                  <a:cubicBezTo>
                    <a:pt x="2764" y="12469"/>
                    <a:pt x="2730" y="12503"/>
                    <a:pt x="2730" y="12537"/>
                  </a:cubicBezTo>
                  <a:lnTo>
                    <a:pt x="2730" y="12674"/>
                  </a:lnTo>
                  <a:cubicBezTo>
                    <a:pt x="2730" y="12708"/>
                    <a:pt x="2764" y="12742"/>
                    <a:pt x="2798" y="12742"/>
                  </a:cubicBezTo>
                  <a:cubicBezTo>
                    <a:pt x="2867" y="12742"/>
                    <a:pt x="2901" y="12708"/>
                    <a:pt x="2901" y="12674"/>
                  </a:cubicBezTo>
                  <a:lnTo>
                    <a:pt x="2901" y="12537"/>
                  </a:lnTo>
                  <a:cubicBezTo>
                    <a:pt x="2901" y="12503"/>
                    <a:pt x="2867" y="12469"/>
                    <a:pt x="2798" y="12469"/>
                  </a:cubicBezTo>
                  <a:close/>
                  <a:moveTo>
                    <a:pt x="2798" y="13049"/>
                  </a:moveTo>
                  <a:cubicBezTo>
                    <a:pt x="2764" y="13049"/>
                    <a:pt x="2730" y="13083"/>
                    <a:pt x="2730" y="13118"/>
                  </a:cubicBezTo>
                  <a:lnTo>
                    <a:pt x="2730" y="13220"/>
                  </a:lnTo>
                  <a:cubicBezTo>
                    <a:pt x="2730" y="13288"/>
                    <a:pt x="2764" y="13322"/>
                    <a:pt x="2798" y="13322"/>
                  </a:cubicBezTo>
                  <a:cubicBezTo>
                    <a:pt x="2867" y="13322"/>
                    <a:pt x="2901" y="13288"/>
                    <a:pt x="2901" y="13220"/>
                  </a:cubicBezTo>
                  <a:lnTo>
                    <a:pt x="2901" y="13118"/>
                  </a:lnTo>
                  <a:cubicBezTo>
                    <a:pt x="2901" y="13083"/>
                    <a:pt x="2867" y="13049"/>
                    <a:pt x="2798" y="13049"/>
                  </a:cubicBezTo>
                  <a:close/>
                  <a:moveTo>
                    <a:pt x="2798" y="13595"/>
                  </a:moveTo>
                  <a:cubicBezTo>
                    <a:pt x="2764" y="13595"/>
                    <a:pt x="2730" y="13629"/>
                    <a:pt x="2730" y="13698"/>
                  </a:cubicBezTo>
                  <a:lnTo>
                    <a:pt x="2730" y="13800"/>
                  </a:lnTo>
                  <a:cubicBezTo>
                    <a:pt x="2730" y="13868"/>
                    <a:pt x="2764" y="13902"/>
                    <a:pt x="2798" y="13902"/>
                  </a:cubicBezTo>
                  <a:cubicBezTo>
                    <a:pt x="2867" y="13902"/>
                    <a:pt x="2901" y="13868"/>
                    <a:pt x="2901" y="13800"/>
                  </a:cubicBezTo>
                  <a:lnTo>
                    <a:pt x="2901" y="13698"/>
                  </a:lnTo>
                  <a:cubicBezTo>
                    <a:pt x="2901" y="13629"/>
                    <a:pt x="2867" y="13595"/>
                    <a:pt x="2798" y="13595"/>
                  </a:cubicBezTo>
                  <a:close/>
                  <a:moveTo>
                    <a:pt x="2798" y="14175"/>
                  </a:moveTo>
                  <a:cubicBezTo>
                    <a:pt x="2764" y="14175"/>
                    <a:pt x="2730" y="14210"/>
                    <a:pt x="2730" y="14278"/>
                  </a:cubicBezTo>
                  <a:lnTo>
                    <a:pt x="2730" y="14380"/>
                  </a:lnTo>
                  <a:cubicBezTo>
                    <a:pt x="2730" y="14414"/>
                    <a:pt x="2764" y="14448"/>
                    <a:pt x="2798" y="14448"/>
                  </a:cubicBezTo>
                  <a:cubicBezTo>
                    <a:pt x="2867" y="14448"/>
                    <a:pt x="2901" y="14414"/>
                    <a:pt x="2901" y="14380"/>
                  </a:cubicBezTo>
                  <a:lnTo>
                    <a:pt x="2901" y="14278"/>
                  </a:lnTo>
                  <a:cubicBezTo>
                    <a:pt x="2901" y="14210"/>
                    <a:pt x="2867" y="14175"/>
                    <a:pt x="2798" y="14175"/>
                  </a:cubicBezTo>
                  <a:close/>
                  <a:moveTo>
                    <a:pt x="2798" y="14756"/>
                  </a:moveTo>
                  <a:cubicBezTo>
                    <a:pt x="2764" y="14756"/>
                    <a:pt x="2730" y="14790"/>
                    <a:pt x="2730" y="14824"/>
                  </a:cubicBezTo>
                  <a:lnTo>
                    <a:pt x="2730" y="14960"/>
                  </a:lnTo>
                  <a:cubicBezTo>
                    <a:pt x="2730" y="14994"/>
                    <a:pt x="2764" y="15028"/>
                    <a:pt x="2798" y="15028"/>
                  </a:cubicBezTo>
                  <a:cubicBezTo>
                    <a:pt x="2867" y="15028"/>
                    <a:pt x="2901" y="14994"/>
                    <a:pt x="2901" y="14960"/>
                  </a:cubicBezTo>
                  <a:lnTo>
                    <a:pt x="2901" y="14824"/>
                  </a:lnTo>
                  <a:cubicBezTo>
                    <a:pt x="2901" y="14790"/>
                    <a:pt x="2867" y="14756"/>
                    <a:pt x="2798" y="14756"/>
                  </a:cubicBezTo>
                  <a:close/>
                  <a:moveTo>
                    <a:pt x="2798" y="15336"/>
                  </a:moveTo>
                  <a:cubicBezTo>
                    <a:pt x="2764" y="15336"/>
                    <a:pt x="2730" y="15370"/>
                    <a:pt x="2730" y="15404"/>
                  </a:cubicBezTo>
                  <a:lnTo>
                    <a:pt x="2730" y="15540"/>
                  </a:lnTo>
                  <a:cubicBezTo>
                    <a:pt x="2730" y="15574"/>
                    <a:pt x="2764" y="15609"/>
                    <a:pt x="2798" y="15609"/>
                  </a:cubicBezTo>
                  <a:cubicBezTo>
                    <a:pt x="2867" y="15609"/>
                    <a:pt x="2901" y="15574"/>
                    <a:pt x="2901" y="15506"/>
                  </a:cubicBezTo>
                  <a:lnTo>
                    <a:pt x="2901" y="15404"/>
                  </a:lnTo>
                  <a:cubicBezTo>
                    <a:pt x="2901" y="15370"/>
                    <a:pt x="2867" y="15336"/>
                    <a:pt x="2798" y="15336"/>
                  </a:cubicBezTo>
                  <a:close/>
                  <a:moveTo>
                    <a:pt x="2798" y="15882"/>
                  </a:moveTo>
                  <a:cubicBezTo>
                    <a:pt x="2764" y="15882"/>
                    <a:pt x="2730" y="15950"/>
                    <a:pt x="2730" y="15984"/>
                  </a:cubicBezTo>
                  <a:lnTo>
                    <a:pt x="2730" y="16086"/>
                  </a:lnTo>
                  <a:cubicBezTo>
                    <a:pt x="2730" y="16155"/>
                    <a:pt x="2764" y="16189"/>
                    <a:pt x="2798" y="16189"/>
                  </a:cubicBezTo>
                  <a:cubicBezTo>
                    <a:pt x="2867" y="16189"/>
                    <a:pt x="2901" y="16155"/>
                    <a:pt x="2901" y="16086"/>
                  </a:cubicBezTo>
                  <a:lnTo>
                    <a:pt x="2901" y="15984"/>
                  </a:lnTo>
                  <a:cubicBezTo>
                    <a:pt x="2901" y="15950"/>
                    <a:pt x="2867" y="15882"/>
                    <a:pt x="2798" y="15882"/>
                  </a:cubicBezTo>
                  <a:close/>
                  <a:moveTo>
                    <a:pt x="2798" y="16462"/>
                  </a:moveTo>
                  <a:cubicBezTo>
                    <a:pt x="2764" y="16462"/>
                    <a:pt x="2730" y="16496"/>
                    <a:pt x="2730" y="16564"/>
                  </a:cubicBezTo>
                  <a:lnTo>
                    <a:pt x="2730" y="16666"/>
                  </a:lnTo>
                  <a:cubicBezTo>
                    <a:pt x="2730" y="16701"/>
                    <a:pt x="2764" y="16769"/>
                    <a:pt x="2798" y="16769"/>
                  </a:cubicBezTo>
                  <a:cubicBezTo>
                    <a:pt x="2867" y="16769"/>
                    <a:pt x="2901" y="16701"/>
                    <a:pt x="2901" y="16666"/>
                  </a:cubicBezTo>
                  <a:lnTo>
                    <a:pt x="2901" y="16564"/>
                  </a:lnTo>
                  <a:cubicBezTo>
                    <a:pt x="2901" y="16496"/>
                    <a:pt x="2867" y="16462"/>
                    <a:pt x="2798" y="16462"/>
                  </a:cubicBezTo>
                  <a:close/>
                  <a:moveTo>
                    <a:pt x="2798" y="17042"/>
                  </a:moveTo>
                  <a:cubicBezTo>
                    <a:pt x="2764" y="17042"/>
                    <a:pt x="2730" y="17076"/>
                    <a:pt x="2730" y="17110"/>
                  </a:cubicBezTo>
                  <a:lnTo>
                    <a:pt x="2730" y="17246"/>
                  </a:lnTo>
                  <a:cubicBezTo>
                    <a:pt x="2730" y="17281"/>
                    <a:pt x="2764" y="17315"/>
                    <a:pt x="2798" y="17315"/>
                  </a:cubicBezTo>
                  <a:cubicBezTo>
                    <a:pt x="2867" y="17315"/>
                    <a:pt x="2901" y="17281"/>
                    <a:pt x="2901" y="17246"/>
                  </a:cubicBezTo>
                  <a:lnTo>
                    <a:pt x="2901" y="17110"/>
                  </a:lnTo>
                  <a:cubicBezTo>
                    <a:pt x="2901" y="17076"/>
                    <a:pt x="2867" y="17042"/>
                    <a:pt x="2798" y="17042"/>
                  </a:cubicBezTo>
                  <a:close/>
                  <a:moveTo>
                    <a:pt x="2798" y="17622"/>
                  </a:moveTo>
                  <a:cubicBezTo>
                    <a:pt x="2764" y="17622"/>
                    <a:pt x="2730" y="17656"/>
                    <a:pt x="2730" y="17690"/>
                  </a:cubicBezTo>
                  <a:lnTo>
                    <a:pt x="2730" y="17827"/>
                  </a:lnTo>
                  <a:cubicBezTo>
                    <a:pt x="2730" y="17861"/>
                    <a:pt x="2764" y="17895"/>
                    <a:pt x="2798" y="17895"/>
                  </a:cubicBezTo>
                  <a:cubicBezTo>
                    <a:pt x="2867" y="17895"/>
                    <a:pt x="2901" y="17861"/>
                    <a:pt x="2901" y="17827"/>
                  </a:cubicBezTo>
                  <a:lnTo>
                    <a:pt x="2901" y="17690"/>
                  </a:lnTo>
                  <a:cubicBezTo>
                    <a:pt x="2901" y="17656"/>
                    <a:pt x="2867" y="17622"/>
                    <a:pt x="2798" y="17622"/>
                  </a:cubicBezTo>
                  <a:close/>
                  <a:moveTo>
                    <a:pt x="2798" y="18202"/>
                  </a:moveTo>
                  <a:cubicBezTo>
                    <a:pt x="2764" y="18202"/>
                    <a:pt x="2730" y="18236"/>
                    <a:pt x="2730" y="18270"/>
                  </a:cubicBezTo>
                  <a:lnTo>
                    <a:pt x="2730" y="18373"/>
                  </a:lnTo>
                  <a:cubicBezTo>
                    <a:pt x="2730" y="18441"/>
                    <a:pt x="2764" y="18475"/>
                    <a:pt x="2798" y="18475"/>
                  </a:cubicBezTo>
                  <a:cubicBezTo>
                    <a:pt x="2867" y="18475"/>
                    <a:pt x="2901" y="18441"/>
                    <a:pt x="2901" y="18373"/>
                  </a:cubicBezTo>
                  <a:lnTo>
                    <a:pt x="2901" y="18270"/>
                  </a:lnTo>
                  <a:cubicBezTo>
                    <a:pt x="2901" y="18236"/>
                    <a:pt x="2867" y="18202"/>
                    <a:pt x="2798" y="18202"/>
                  </a:cubicBezTo>
                  <a:close/>
                  <a:moveTo>
                    <a:pt x="2798" y="18748"/>
                  </a:moveTo>
                  <a:cubicBezTo>
                    <a:pt x="2764" y="18748"/>
                    <a:pt x="2730" y="18782"/>
                    <a:pt x="2730" y="18850"/>
                  </a:cubicBezTo>
                  <a:lnTo>
                    <a:pt x="2730" y="18953"/>
                  </a:lnTo>
                  <a:cubicBezTo>
                    <a:pt x="2730" y="19021"/>
                    <a:pt x="2764" y="19055"/>
                    <a:pt x="2798" y="19055"/>
                  </a:cubicBezTo>
                  <a:cubicBezTo>
                    <a:pt x="2867" y="19055"/>
                    <a:pt x="2901" y="19021"/>
                    <a:pt x="2901" y="18953"/>
                  </a:cubicBezTo>
                  <a:lnTo>
                    <a:pt x="2901" y="18850"/>
                  </a:lnTo>
                  <a:cubicBezTo>
                    <a:pt x="2901" y="18782"/>
                    <a:pt x="2867" y="18748"/>
                    <a:pt x="2798" y="18748"/>
                  </a:cubicBezTo>
                  <a:close/>
                  <a:moveTo>
                    <a:pt x="2798" y="19328"/>
                  </a:moveTo>
                  <a:cubicBezTo>
                    <a:pt x="2764" y="19328"/>
                    <a:pt x="2730" y="19362"/>
                    <a:pt x="2730" y="19430"/>
                  </a:cubicBezTo>
                  <a:lnTo>
                    <a:pt x="2730" y="19533"/>
                  </a:lnTo>
                  <a:cubicBezTo>
                    <a:pt x="2730" y="19567"/>
                    <a:pt x="2764" y="19601"/>
                    <a:pt x="2798" y="19601"/>
                  </a:cubicBezTo>
                  <a:cubicBezTo>
                    <a:pt x="2867" y="19601"/>
                    <a:pt x="2901" y="19567"/>
                    <a:pt x="2901" y="19533"/>
                  </a:cubicBezTo>
                  <a:lnTo>
                    <a:pt x="2901" y="19430"/>
                  </a:lnTo>
                  <a:cubicBezTo>
                    <a:pt x="2901" y="19362"/>
                    <a:pt x="2867" y="19328"/>
                    <a:pt x="2798" y="19328"/>
                  </a:cubicBezTo>
                  <a:close/>
                  <a:moveTo>
                    <a:pt x="2798" y="19908"/>
                  </a:moveTo>
                  <a:cubicBezTo>
                    <a:pt x="2764" y="19908"/>
                    <a:pt x="2730" y="19942"/>
                    <a:pt x="2730" y="19976"/>
                  </a:cubicBezTo>
                  <a:lnTo>
                    <a:pt x="2730" y="20113"/>
                  </a:lnTo>
                  <a:cubicBezTo>
                    <a:pt x="2730" y="20147"/>
                    <a:pt x="2764" y="20181"/>
                    <a:pt x="2798" y="20181"/>
                  </a:cubicBezTo>
                  <a:cubicBezTo>
                    <a:pt x="2867" y="20181"/>
                    <a:pt x="2901" y="20147"/>
                    <a:pt x="2901" y="20113"/>
                  </a:cubicBezTo>
                  <a:lnTo>
                    <a:pt x="2901" y="19976"/>
                  </a:lnTo>
                  <a:cubicBezTo>
                    <a:pt x="2901" y="19942"/>
                    <a:pt x="2867" y="19908"/>
                    <a:pt x="2798" y="19908"/>
                  </a:cubicBezTo>
                  <a:close/>
                  <a:moveTo>
                    <a:pt x="2798" y="20488"/>
                  </a:moveTo>
                  <a:cubicBezTo>
                    <a:pt x="2764" y="20488"/>
                    <a:pt x="2730" y="20522"/>
                    <a:pt x="2730" y="20556"/>
                  </a:cubicBezTo>
                  <a:lnTo>
                    <a:pt x="2730" y="20693"/>
                  </a:lnTo>
                  <a:cubicBezTo>
                    <a:pt x="2730" y="20727"/>
                    <a:pt x="2764" y="20761"/>
                    <a:pt x="2798" y="20761"/>
                  </a:cubicBezTo>
                  <a:cubicBezTo>
                    <a:pt x="2867" y="20761"/>
                    <a:pt x="2901" y="20727"/>
                    <a:pt x="2901" y="20693"/>
                  </a:cubicBezTo>
                  <a:lnTo>
                    <a:pt x="2901" y="20556"/>
                  </a:lnTo>
                  <a:cubicBezTo>
                    <a:pt x="2901" y="20522"/>
                    <a:pt x="2867" y="20488"/>
                    <a:pt x="2798" y="20488"/>
                  </a:cubicBezTo>
                  <a:close/>
                  <a:moveTo>
                    <a:pt x="2798" y="21034"/>
                  </a:moveTo>
                  <a:cubicBezTo>
                    <a:pt x="2764" y="21034"/>
                    <a:pt x="2730" y="21102"/>
                    <a:pt x="2730" y="21137"/>
                  </a:cubicBezTo>
                  <a:lnTo>
                    <a:pt x="2730" y="21239"/>
                  </a:lnTo>
                  <a:cubicBezTo>
                    <a:pt x="2730" y="21307"/>
                    <a:pt x="2764" y="21341"/>
                    <a:pt x="2798" y="21341"/>
                  </a:cubicBezTo>
                  <a:cubicBezTo>
                    <a:pt x="2867" y="21341"/>
                    <a:pt x="2901" y="21307"/>
                    <a:pt x="2901" y="21239"/>
                  </a:cubicBezTo>
                  <a:lnTo>
                    <a:pt x="2901" y="21137"/>
                  </a:lnTo>
                  <a:cubicBezTo>
                    <a:pt x="2901" y="21102"/>
                    <a:pt x="2867" y="21034"/>
                    <a:pt x="2798" y="21034"/>
                  </a:cubicBezTo>
                  <a:close/>
                  <a:moveTo>
                    <a:pt x="2832" y="21614"/>
                  </a:moveTo>
                  <a:cubicBezTo>
                    <a:pt x="2764" y="21614"/>
                    <a:pt x="2730" y="21648"/>
                    <a:pt x="2730" y="21717"/>
                  </a:cubicBezTo>
                  <a:lnTo>
                    <a:pt x="2730" y="21819"/>
                  </a:lnTo>
                  <a:cubicBezTo>
                    <a:pt x="2730" y="21853"/>
                    <a:pt x="2764" y="21921"/>
                    <a:pt x="2832" y="21921"/>
                  </a:cubicBezTo>
                  <a:cubicBezTo>
                    <a:pt x="2867" y="21921"/>
                    <a:pt x="2901" y="21853"/>
                    <a:pt x="2901" y="21819"/>
                  </a:cubicBezTo>
                  <a:lnTo>
                    <a:pt x="2901" y="21717"/>
                  </a:lnTo>
                  <a:cubicBezTo>
                    <a:pt x="2901" y="21648"/>
                    <a:pt x="2867" y="21614"/>
                    <a:pt x="2832" y="21614"/>
                  </a:cubicBezTo>
                  <a:close/>
                  <a:moveTo>
                    <a:pt x="2832" y="22194"/>
                  </a:moveTo>
                  <a:cubicBezTo>
                    <a:pt x="2764" y="22194"/>
                    <a:pt x="2730" y="22228"/>
                    <a:pt x="2730" y="22263"/>
                  </a:cubicBezTo>
                  <a:lnTo>
                    <a:pt x="2730" y="22399"/>
                  </a:lnTo>
                  <a:cubicBezTo>
                    <a:pt x="2730" y="22433"/>
                    <a:pt x="2764" y="22467"/>
                    <a:pt x="2832" y="22467"/>
                  </a:cubicBezTo>
                  <a:cubicBezTo>
                    <a:pt x="2867" y="22467"/>
                    <a:pt x="2901" y="22433"/>
                    <a:pt x="2901" y="22399"/>
                  </a:cubicBezTo>
                  <a:lnTo>
                    <a:pt x="2901" y="22263"/>
                  </a:lnTo>
                  <a:cubicBezTo>
                    <a:pt x="2901" y="22228"/>
                    <a:pt x="2867" y="22194"/>
                    <a:pt x="2832" y="22194"/>
                  </a:cubicBezTo>
                  <a:close/>
                  <a:moveTo>
                    <a:pt x="2832" y="22774"/>
                  </a:moveTo>
                  <a:cubicBezTo>
                    <a:pt x="2764" y="22774"/>
                    <a:pt x="2730" y="22809"/>
                    <a:pt x="2730" y="22843"/>
                  </a:cubicBezTo>
                  <a:lnTo>
                    <a:pt x="2730" y="22979"/>
                  </a:lnTo>
                  <a:cubicBezTo>
                    <a:pt x="2730" y="23013"/>
                    <a:pt x="2764" y="23047"/>
                    <a:pt x="2832" y="23047"/>
                  </a:cubicBezTo>
                  <a:cubicBezTo>
                    <a:pt x="2867" y="23047"/>
                    <a:pt x="2901" y="23013"/>
                    <a:pt x="2901" y="22979"/>
                  </a:cubicBezTo>
                  <a:lnTo>
                    <a:pt x="2901" y="22843"/>
                  </a:lnTo>
                  <a:cubicBezTo>
                    <a:pt x="2901" y="22809"/>
                    <a:pt x="2867" y="22774"/>
                    <a:pt x="2832" y="22774"/>
                  </a:cubicBezTo>
                  <a:close/>
                  <a:moveTo>
                    <a:pt x="2832" y="23355"/>
                  </a:moveTo>
                  <a:cubicBezTo>
                    <a:pt x="2764" y="23355"/>
                    <a:pt x="2730" y="23389"/>
                    <a:pt x="2730" y="23423"/>
                  </a:cubicBezTo>
                  <a:lnTo>
                    <a:pt x="2730" y="23525"/>
                  </a:lnTo>
                  <a:cubicBezTo>
                    <a:pt x="2730" y="23593"/>
                    <a:pt x="2764" y="23628"/>
                    <a:pt x="2832" y="23628"/>
                  </a:cubicBezTo>
                  <a:cubicBezTo>
                    <a:pt x="2867" y="23628"/>
                    <a:pt x="2901" y="23593"/>
                    <a:pt x="2901" y="23525"/>
                  </a:cubicBezTo>
                  <a:lnTo>
                    <a:pt x="2901" y="23423"/>
                  </a:lnTo>
                  <a:cubicBezTo>
                    <a:pt x="2901" y="23389"/>
                    <a:pt x="2867" y="23355"/>
                    <a:pt x="2832" y="23355"/>
                  </a:cubicBezTo>
                  <a:close/>
                  <a:moveTo>
                    <a:pt x="2832" y="23900"/>
                  </a:moveTo>
                  <a:cubicBezTo>
                    <a:pt x="2764" y="23900"/>
                    <a:pt x="2730" y="23935"/>
                    <a:pt x="2730" y="24003"/>
                  </a:cubicBezTo>
                  <a:lnTo>
                    <a:pt x="2730" y="24105"/>
                  </a:lnTo>
                  <a:cubicBezTo>
                    <a:pt x="2730" y="24173"/>
                    <a:pt x="2764" y="24208"/>
                    <a:pt x="2832" y="24208"/>
                  </a:cubicBezTo>
                  <a:cubicBezTo>
                    <a:pt x="2867" y="24208"/>
                    <a:pt x="2901" y="24173"/>
                    <a:pt x="2901" y="24105"/>
                  </a:cubicBezTo>
                  <a:lnTo>
                    <a:pt x="2901" y="24003"/>
                  </a:lnTo>
                  <a:cubicBezTo>
                    <a:pt x="2901" y="23935"/>
                    <a:pt x="2867" y="23900"/>
                    <a:pt x="2832" y="23900"/>
                  </a:cubicBezTo>
                  <a:close/>
                  <a:moveTo>
                    <a:pt x="2832" y="24481"/>
                  </a:moveTo>
                  <a:cubicBezTo>
                    <a:pt x="2764" y="24481"/>
                    <a:pt x="2730" y="24515"/>
                    <a:pt x="2730" y="24583"/>
                  </a:cubicBezTo>
                  <a:lnTo>
                    <a:pt x="2730" y="24685"/>
                  </a:lnTo>
                  <a:cubicBezTo>
                    <a:pt x="2730" y="24719"/>
                    <a:pt x="2764" y="24754"/>
                    <a:pt x="2832" y="24754"/>
                  </a:cubicBezTo>
                  <a:cubicBezTo>
                    <a:pt x="2867" y="24754"/>
                    <a:pt x="2901" y="24719"/>
                    <a:pt x="2901" y="24685"/>
                  </a:cubicBezTo>
                  <a:lnTo>
                    <a:pt x="2901" y="24583"/>
                  </a:lnTo>
                  <a:cubicBezTo>
                    <a:pt x="2901" y="24515"/>
                    <a:pt x="2867" y="24481"/>
                    <a:pt x="2832" y="24481"/>
                  </a:cubicBezTo>
                  <a:close/>
                  <a:moveTo>
                    <a:pt x="2832" y="25061"/>
                  </a:moveTo>
                  <a:cubicBezTo>
                    <a:pt x="2764" y="25061"/>
                    <a:pt x="2730" y="25095"/>
                    <a:pt x="2730" y="25129"/>
                  </a:cubicBezTo>
                  <a:lnTo>
                    <a:pt x="2730" y="25265"/>
                  </a:lnTo>
                  <a:cubicBezTo>
                    <a:pt x="2730" y="25300"/>
                    <a:pt x="2764" y="25334"/>
                    <a:pt x="2832" y="25334"/>
                  </a:cubicBezTo>
                  <a:cubicBezTo>
                    <a:pt x="2867" y="25334"/>
                    <a:pt x="2901" y="25300"/>
                    <a:pt x="2901" y="25265"/>
                  </a:cubicBezTo>
                  <a:lnTo>
                    <a:pt x="2901" y="25129"/>
                  </a:lnTo>
                  <a:cubicBezTo>
                    <a:pt x="2901" y="25095"/>
                    <a:pt x="2867" y="25061"/>
                    <a:pt x="2832" y="25061"/>
                  </a:cubicBezTo>
                  <a:close/>
                  <a:moveTo>
                    <a:pt x="2832" y="25641"/>
                  </a:moveTo>
                  <a:cubicBezTo>
                    <a:pt x="2764" y="25641"/>
                    <a:pt x="2730" y="25675"/>
                    <a:pt x="2730" y="25709"/>
                  </a:cubicBezTo>
                  <a:lnTo>
                    <a:pt x="2730" y="25811"/>
                  </a:lnTo>
                  <a:cubicBezTo>
                    <a:pt x="2730" y="25880"/>
                    <a:pt x="2764" y="25914"/>
                    <a:pt x="2832" y="25914"/>
                  </a:cubicBezTo>
                  <a:cubicBezTo>
                    <a:pt x="2867" y="25914"/>
                    <a:pt x="2901" y="25880"/>
                    <a:pt x="2901" y="25811"/>
                  </a:cubicBezTo>
                  <a:lnTo>
                    <a:pt x="2901" y="25709"/>
                  </a:lnTo>
                  <a:cubicBezTo>
                    <a:pt x="2901" y="25675"/>
                    <a:pt x="2867" y="25641"/>
                    <a:pt x="2832" y="25641"/>
                  </a:cubicBezTo>
                  <a:close/>
                  <a:moveTo>
                    <a:pt x="2832" y="26187"/>
                  </a:moveTo>
                  <a:cubicBezTo>
                    <a:pt x="2764" y="26187"/>
                    <a:pt x="2730" y="26255"/>
                    <a:pt x="2730" y="26289"/>
                  </a:cubicBezTo>
                  <a:lnTo>
                    <a:pt x="2730" y="26391"/>
                  </a:lnTo>
                  <a:cubicBezTo>
                    <a:pt x="2730" y="26460"/>
                    <a:pt x="2764" y="26494"/>
                    <a:pt x="2832" y="26494"/>
                  </a:cubicBezTo>
                  <a:cubicBezTo>
                    <a:pt x="2867" y="26494"/>
                    <a:pt x="2901" y="26460"/>
                    <a:pt x="2901" y="26391"/>
                  </a:cubicBezTo>
                  <a:lnTo>
                    <a:pt x="2901" y="26289"/>
                  </a:lnTo>
                  <a:cubicBezTo>
                    <a:pt x="2901" y="26255"/>
                    <a:pt x="2867" y="26187"/>
                    <a:pt x="2832" y="26187"/>
                  </a:cubicBezTo>
                  <a:close/>
                  <a:moveTo>
                    <a:pt x="2832" y="26767"/>
                  </a:moveTo>
                  <a:cubicBezTo>
                    <a:pt x="2764" y="26767"/>
                    <a:pt x="2730" y="26801"/>
                    <a:pt x="2730" y="26869"/>
                  </a:cubicBezTo>
                  <a:lnTo>
                    <a:pt x="2730" y="26972"/>
                  </a:lnTo>
                  <a:cubicBezTo>
                    <a:pt x="2730" y="27006"/>
                    <a:pt x="2764" y="27074"/>
                    <a:pt x="2832" y="27074"/>
                  </a:cubicBezTo>
                  <a:cubicBezTo>
                    <a:pt x="2867" y="27074"/>
                    <a:pt x="2901" y="27006"/>
                    <a:pt x="2901" y="26972"/>
                  </a:cubicBezTo>
                  <a:lnTo>
                    <a:pt x="2901" y="26869"/>
                  </a:lnTo>
                  <a:cubicBezTo>
                    <a:pt x="2901" y="26801"/>
                    <a:pt x="2867" y="26767"/>
                    <a:pt x="2832" y="26767"/>
                  </a:cubicBezTo>
                  <a:close/>
                  <a:moveTo>
                    <a:pt x="2832" y="27347"/>
                  </a:moveTo>
                  <a:cubicBezTo>
                    <a:pt x="2764" y="27347"/>
                    <a:pt x="2730" y="27381"/>
                    <a:pt x="2730" y="27415"/>
                  </a:cubicBezTo>
                  <a:lnTo>
                    <a:pt x="2730" y="27552"/>
                  </a:lnTo>
                  <a:cubicBezTo>
                    <a:pt x="2730" y="27586"/>
                    <a:pt x="2764" y="27620"/>
                    <a:pt x="2832" y="27620"/>
                  </a:cubicBezTo>
                  <a:cubicBezTo>
                    <a:pt x="2867" y="27620"/>
                    <a:pt x="2901" y="27586"/>
                    <a:pt x="2901" y="27552"/>
                  </a:cubicBezTo>
                  <a:lnTo>
                    <a:pt x="2901" y="27415"/>
                  </a:lnTo>
                  <a:cubicBezTo>
                    <a:pt x="2901" y="27381"/>
                    <a:pt x="2867" y="27347"/>
                    <a:pt x="2832" y="27347"/>
                  </a:cubicBezTo>
                  <a:close/>
                  <a:moveTo>
                    <a:pt x="2832" y="27927"/>
                  </a:moveTo>
                  <a:cubicBezTo>
                    <a:pt x="2764" y="27927"/>
                    <a:pt x="2730" y="27961"/>
                    <a:pt x="2730" y="27995"/>
                  </a:cubicBezTo>
                  <a:lnTo>
                    <a:pt x="2730" y="28132"/>
                  </a:lnTo>
                  <a:cubicBezTo>
                    <a:pt x="2730" y="28166"/>
                    <a:pt x="2764" y="28200"/>
                    <a:pt x="2832" y="28200"/>
                  </a:cubicBezTo>
                  <a:cubicBezTo>
                    <a:pt x="2867" y="28200"/>
                    <a:pt x="2901" y="28166"/>
                    <a:pt x="2901" y="28132"/>
                  </a:cubicBezTo>
                  <a:lnTo>
                    <a:pt x="2901" y="27995"/>
                  </a:lnTo>
                  <a:cubicBezTo>
                    <a:pt x="2901" y="27961"/>
                    <a:pt x="2867" y="27927"/>
                    <a:pt x="2832" y="27927"/>
                  </a:cubicBezTo>
                  <a:close/>
                  <a:moveTo>
                    <a:pt x="2832" y="28507"/>
                  </a:moveTo>
                  <a:cubicBezTo>
                    <a:pt x="2764" y="28507"/>
                    <a:pt x="2730" y="28541"/>
                    <a:pt x="2730" y="28575"/>
                  </a:cubicBezTo>
                  <a:lnTo>
                    <a:pt x="2730" y="28678"/>
                  </a:lnTo>
                  <a:cubicBezTo>
                    <a:pt x="2730" y="28746"/>
                    <a:pt x="2764" y="28780"/>
                    <a:pt x="2832" y="28780"/>
                  </a:cubicBezTo>
                  <a:cubicBezTo>
                    <a:pt x="2867" y="28780"/>
                    <a:pt x="2901" y="28746"/>
                    <a:pt x="2901" y="28678"/>
                  </a:cubicBezTo>
                  <a:lnTo>
                    <a:pt x="2901" y="28575"/>
                  </a:lnTo>
                  <a:cubicBezTo>
                    <a:pt x="2901" y="28541"/>
                    <a:pt x="2867" y="28507"/>
                    <a:pt x="2832" y="28507"/>
                  </a:cubicBezTo>
                  <a:close/>
                  <a:moveTo>
                    <a:pt x="2832" y="29053"/>
                  </a:moveTo>
                  <a:cubicBezTo>
                    <a:pt x="2764" y="29053"/>
                    <a:pt x="2730" y="29087"/>
                    <a:pt x="2730" y="29155"/>
                  </a:cubicBezTo>
                  <a:lnTo>
                    <a:pt x="2730" y="29258"/>
                  </a:lnTo>
                  <a:cubicBezTo>
                    <a:pt x="2730" y="29326"/>
                    <a:pt x="2764" y="29360"/>
                    <a:pt x="2832" y="29360"/>
                  </a:cubicBezTo>
                  <a:cubicBezTo>
                    <a:pt x="2867" y="29360"/>
                    <a:pt x="2901" y="29326"/>
                    <a:pt x="2901" y="29258"/>
                  </a:cubicBezTo>
                  <a:lnTo>
                    <a:pt x="2901" y="29155"/>
                  </a:lnTo>
                  <a:cubicBezTo>
                    <a:pt x="2901" y="29087"/>
                    <a:pt x="2867" y="29053"/>
                    <a:pt x="2832" y="29053"/>
                  </a:cubicBezTo>
                  <a:close/>
                  <a:moveTo>
                    <a:pt x="2832" y="29633"/>
                  </a:moveTo>
                  <a:cubicBezTo>
                    <a:pt x="2764" y="29633"/>
                    <a:pt x="2730" y="29667"/>
                    <a:pt x="2730" y="29736"/>
                  </a:cubicBezTo>
                  <a:lnTo>
                    <a:pt x="2730" y="29838"/>
                  </a:lnTo>
                  <a:cubicBezTo>
                    <a:pt x="2730" y="29872"/>
                    <a:pt x="2764" y="29906"/>
                    <a:pt x="2832" y="29906"/>
                  </a:cubicBezTo>
                  <a:cubicBezTo>
                    <a:pt x="2867" y="29906"/>
                    <a:pt x="2901" y="29872"/>
                    <a:pt x="2901" y="29838"/>
                  </a:cubicBezTo>
                  <a:lnTo>
                    <a:pt x="2901" y="29736"/>
                  </a:lnTo>
                  <a:cubicBezTo>
                    <a:pt x="2901" y="29667"/>
                    <a:pt x="2867" y="29633"/>
                    <a:pt x="2832" y="29633"/>
                  </a:cubicBezTo>
                  <a:close/>
                  <a:moveTo>
                    <a:pt x="2832" y="30213"/>
                  </a:moveTo>
                  <a:cubicBezTo>
                    <a:pt x="2764" y="30213"/>
                    <a:pt x="2730" y="30247"/>
                    <a:pt x="2730" y="30282"/>
                  </a:cubicBezTo>
                  <a:lnTo>
                    <a:pt x="2730" y="30418"/>
                  </a:lnTo>
                  <a:cubicBezTo>
                    <a:pt x="2730" y="30452"/>
                    <a:pt x="2764" y="30486"/>
                    <a:pt x="2832" y="30486"/>
                  </a:cubicBezTo>
                  <a:cubicBezTo>
                    <a:pt x="2867" y="30486"/>
                    <a:pt x="2901" y="30452"/>
                    <a:pt x="2901" y="30418"/>
                  </a:cubicBezTo>
                  <a:lnTo>
                    <a:pt x="2901" y="30282"/>
                  </a:lnTo>
                  <a:cubicBezTo>
                    <a:pt x="2901" y="30247"/>
                    <a:pt x="2867" y="30213"/>
                    <a:pt x="2832" y="30213"/>
                  </a:cubicBezTo>
                  <a:close/>
                  <a:moveTo>
                    <a:pt x="2832" y="30793"/>
                  </a:moveTo>
                  <a:cubicBezTo>
                    <a:pt x="2764" y="30793"/>
                    <a:pt x="2730" y="30827"/>
                    <a:pt x="2730" y="30862"/>
                  </a:cubicBezTo>
                  <a:lnTo>
                    <a:pt x="2730" y="30964"/>
                  </a:lnTo>
                  <a:cubicBezTo>
                    <a:pt x="2730" y="31032"/>
                    <a:pt x="2764" y="31066"/>
                    <a:pt x="2832" y="31066"/>
                  </a:cubicBezTo>
                  <a:cubicBezTo>
                    <a:pt x="2867" y="31066"/>
                    <a:pt x="2901" y="31032"/>
                    <a:pt x="2901" y="30964"/>
                  </a:cubicBezTo>
                  <a:lnTo>
                    <a:pt x="2901" y="30862"/>
                  </a:lnTo>
                  <a:cubicBezTo>
                    <a:pt x="2901" y="30827"/>
                    <a:pt x="2867" y="30793"/>
                    <a:pt x="2832" y="30793"/>
                  </a:cubicBezTo>
                  <a:close/>
                  <a:moveTo>
                    <a:pt x="2832" y="31339"/>
                  </a:moveTo>
                  <a:cubicBezTo>
                    <a:pt x="2764" y="31339"/>
                    <a:pt x="2730" y="31408"/>
                    <a:pt x="2730" y="31442"/>
                  </a:cubicBezTo>
                  <a:lnTo>
                    <a:pt x="2730" y="31544"/>
                  </a:lnTo>
                  <a:cubicBezTo>
                    <a:pt x="2730" y="31612"/>
                    <a:pt x="2764" y="31646"/>
                    <a:pt x="2832" y="31646"/>
                  </a:cubicBezTo>
                  <a:cubicBezTo>
                    <a:pt x="2867" y="31646"/>
                    <a:pt x="2901" y="31612"/>
                    <a:pt x="2901" y="31544"/>
                  </a:cubicBezTo>
                  <a:lnTo>
                    <a:pt x="2901" y="31442"/>
                  </a:lnTo>
                  <a:cubicBezTo>
                    <a:pt x="2901" y="31408"/>
                    <a:pt x="2867" y="31339"/>
                    <a:pt x="2832" y="31339"/>
                  </a:cubicBezTo>
                  <a:close/>
                  <a:moveTo>
                    <a:pt x="2832" y="31919"/>
                  </a:moveTo>
                  <a:cubicBezTo>
                    <a:pt x="2764" y="31919"/>
                    <a:pt x="2730" y="31954"/>
                    <a:pt x="2730" y="32022"/>
                  </a:cubicBezTo>
                  <a:lnTo>
                    <a:pt x="2730" y="32124"/>
                  </a:lnTo>
                  <a:cubicBezTo>
                    <a:pt x="2730" y="32158"/>
                    <a:pt x="2764" y="32227"/>
                    <a:pt x="2832" y="32227"/>
                  </a:cubicBezTo>
                  <a:cubicBezTo>
                    <a:pt x="2867" y="32227"/>
                    <a:pt x="2901" y="32158"/>
                    <a:pt x="2901" y="32124"/>
                  </a:cubicBezTo>
                  <a:lnTo>
                    <a:pt x="2901" y="32022"/>
                  </a:lnTo>
                  <a:cubicBezTo>
                    <a:pt x="2901" y="31954"/>
                    <a:pt x="2867" y="31919"/>
                    <a:pt x="2832" y="31919"/>
                  </a:cubicBezTo>
                  <a:close/>
                  <a:moveTo>
                    <a:pt x="2832" y="32500"/>
                  </a:moveTo>
                  <a:cubicBezTo>
                    <a:pt x="2764" y="32500"/>
                    <a:pt x="2730" y="32534"/>
                    <a:pt x="2730" y="32568"/>
                  </a:cubicBezTo>
                  <a:lnTo>
                    <a:pt x="2730" y="32704"/>
                  </a:lnTo>
                  <a:cubicBezTo>
                    <a:pt x="2730" y="32738"/>
                    <a:pt x="2764" y="32773"/>
                    <a:pt x="2832" y="32773"/>
                  </a:cubicBezTo>
                  <a:cubicBezTo>
                    <a:pt x="2867" y="32773"/>
                    <a:pt x="2901" y="32738"/>
                    <a:pt x="2901" y="32704"/>
                  </a:cubicBezTo>
                  <a:lnTo>
                    <a:pt x="2901" y="32568"/>
                  </a:lnTo>
                  <a:cubicBezTo>
                    <a:pt x="2901" y="32534"/>
                    <a:pt x="2867" y="32500"/>
                    <a:pt x="2832" y="32500"/>
                  </a:cubicBezTo>
                  <a:close/>
                  <a:moveTo>
                    <a:pt x="2832" y="33080"/>
                  </a:moveTo>
                  <a:cubicBezTo>
                    <a:pt x="2764" y="33080"/>
                    <a:pt x="2730" y="33114"/>
                    <a:pt x="2730" y="33148"/>
                  </a:cubicBezTo>
                  <a:lnTo>
                    <a:pt x="2730" y="33284"/>
                  </a:lnTo>
                  <a:cubicBezTo>
                    <a:pt x="2730" y="33318"/>
                    <a:pt x="2764" y="33353"/>
                    <a:pt x="2832" y="33353"/>
                  </a:cubicBezTo>
                  <a:cubicBezTo>
                    <a:pt x="2867" y="33353"/>
                    <a:pt x="2901" y="33318"/>
                    <a:pt x="2901" y="33284"/>
                  </a:cubicBezTo>
                  <a:lnTo>
                    <a:pt x="2901" y="33148"/>
                  </a:lnTo>
                  <a:cubicBezTo>
                    <a:pt x="2901" y="33114"/>
                    <a:pt x="2867" y="33080"/>
                    <a:pt x="2832" y="33080"/>
                  </a:cubicBezTo>
                  <a:close/>
                  <a:moveTo>
                    <a:pt x="2832" y="33660"/>
                  </a:moveTo>
                  <a:cubicBezTo>
                    <a:pt x="2764" y="33660"/>
                    <a:pt x="2730" y="33694"/>
                    <a:pt x="2730" y="33728"/>
                  </a:cubicBezTo>
                  <a:lnTo>
                    <a:pt x="2730" y="33830"/>
                  </a:lnTo>
                  <a:cubicBezTo>
                    <a:pt x="2730" y="33899"/>
                    <a:pt x="2764" y="33933"/>
                    <a:pt x="2832" y="33933"/>
                  </a:cubicBezTo>
                  <a:cubicBezTo>
                    <a:pt x="2867" y="33933"/>
                    <a:pt x="2901" y="33899"/>
                    <a:pt x="2901" y="33830"/>
                  </a:cubicBezTo>
                  <a:lnTo>
                    <a:pt x="2901" y="33728"/>
                  </a:lnTo>
                  <a:cubicBezTo>
                    <a:pt x="2901" y="33694"/>
                    <a:pt x="2867" y="33660"/>
                    <a:pt x="2832" y="33660"/>
                  </a:cubicBezTo>
                  <a:close/>
                  <a:moveTo>
                    <a:pt x="2832" y="34206"/>
                  </a:moveTo>
                  <a:cubicBezTo>
                    <a:pt x="2764" y="34206"/>
                    <a:pt x="2730" y="34240"/>
                    <a:pt x="2730" y="34308"/>
                  </a:cubicBezTo>
                  <a:lnTo>
                    <a:pt x="2730" y="34410"/>
                  </a:lnTo>
                  <a:cubicBezTo>
                    <a:pt x="2730" y="34479"/>
                    <a:pt x="2764" y="34513"/>
                    <a:pt x="2832" y="34513"/>
                  </a:cubicBezTo>
                  <a:cubicBezTo>
                    <a:pt x="2867" y="34513"/>
                    <a:pt x="2901" y="34479"/>
                    <a:pt x="2901" y="34410"/>
                  </a:cubicBezTo>
                  <a:lnTo>
                    <a:pt x="2901" y="34308"/>
                  </a:lnTo>
                  <a:cubicBezTo>
                    <a:pt x="2901" y="34240"/>
                    <a:pt x="2867" y="34206"/>
                    <a:pt x="2832" y="34206"/>
                  </a:cubicBezTo>
                  <a:close/>
                  <a:moveTo>
                    <a:pt x="2832" y="34786"/>
                  </a:moveTo>
                  <a:cubicBezTo>
                    <a:pt x="2764" y="34786"/>
                    <a:pt x="2730" y="34820"/>
                    <a:pt x="2730" y="34888"/>
                  </a:cubicBezTo>
                  <a:lnTo>
                    <a:pt x="2730" y="34991"/>
                  </a:lnTo>
                  <a:cubicBezTo>
                    <a:pt x="2730" y="35025"/>
                    <a:pt x="2764" y="35059"/>
                    <a:pt x="2832" y="35059"/>
                  </a:cubicBezTo>
                  <a:cubicBezTo>
                    <a:pt x="2867" y="35059"/>
                    <a:pt x="2901" y="35025"/>
                    <a:pt x="2901" y="34991"/>
                  </a:cubicBezTo>
                  <a:lnTo>
                    <a:pt x="2901" y="34888"/>
                  </a:lnTo>
                  <a:cubicBezTo>
                    <a:pt x="2901" y="34820"/>
                    <a:pt x="2867" y="34786"/>
                    <a:pt x="2832" y="34786"/>
                  </a:cubicBezTo>
                  <a:close/>
                  <a:moveTo>
                    <a:pt x="2832" y="35366"/>
                  </a:moveTo>
                  <a:cubicBezTo>
                    <a:pt x="2764" y="35366"/>
                    <a:pt x="2730" y="35400"/>
                    <a:pt x="2730" y="35434"/>
                  </a:cubicBezTo>
                  <a:lnTo>
                    <a:pt x="2730" y="35571"/>
                  </a:lnTo>
                  <a:cubicBezTo>
                    <a:pt x="2730" y="35605"/>
                    <a:pt x="2764" y="35639"/>
                    <a:pt x="2832" y="35639"/>
                  </a:cubicBezTo>
                  <a:cubicBezTo>
                    <a:pt x="2867" y="35639"/>
                    <a:pt x="2901" y="35605"/>
                    <a:pt x="2901" y="35571"/>
                  </a:cubicBezTo>
                  <a:lnTo>
                    <a:pt x="2901" y="35434"/>
                  </a:lnTo>
                  <a:cubicBezTo>
                    <a:pt x="2901" y="35400"/>
                    <a:pt x="2867" y="35366"/>
                    <a:pt x="2832" y="35366"/>
                  </a:cubicBezTo>
                  <a:close/>
                  <a:moveTo>
                    <a:pt x="2832" y="35946"/>
                  </a:moveTo>
                  <a:cubicBezTo>
                    <a:pt x="2764" y="35946"/>
                    <a:pt x="2730" y="35980"/>
                    <a:pt x="2730" y="36014"/>
                  </a:cubicBezTo>
                  <a:lnTo>
                    <a:pt x="2730" y="36117"/>
                  </a:lnTo>
                  <a:cubicBezTo>
                    <a:pt x="2730" y="36185"/>
                    <a:pt x="2764" y="36219"/>
                    <a:pt x="2832" y="36219"/>
                  </a:cubicBezTo>
                  <a:cubicBezTo>
                    <a:pt x="2867" y="36219"/>
                    <a:pt x="2901" y="36185"/>
                    <a:pt x="2901" y="36117"/>
                  </a:cubicBezTo>
                  <a:lnTo>
                    <a:pt x="2901" y="36014"/>
                  </a:lnTo>
                  <a:cubicBezTo>
                    <a:pt x="2901" y="35980"/>
                    <a:pt x="2867" y="35946"/>
                    <a:pt x="2832" y="35946"/>
                  </a:cubicBezTo>
                  <a:close/>
                  <a:moveTo>
                    <a:pt x="2832" y="36492"/>
                  </a:moveTo>
                  <a:cubicBezTo>
                    <a:pt x="2764" y="36492"/>
                    <a:pt x="2730" y="36560"/>
                    <a:pt x="2730" y="36594"/>
                  </a:cubicBezTo>
                  <a:lnTo>
                    <a:pt x="2730" y="36697"/>
                  </a:lnTo>
                  <a:cubicBezTo>
                    <a:pt x="2730" y="36765"/>
                    <a:pt x="2764" y="36799"/>
                    <a:pt x="2832" y="36799"/>
                  </a:cubicBezTo>
                  <a:cubicBezTo>
                    <a:pt x="2867" y="36799"/>
                    <a:pt x="2901" y="36765"/>
                    <a:pt x="2901" y="36697"/>
                  </a:cubicBezTo>
                  <a:lnTo>
                    <a:pt x="2901" y="36594"/>
                  </a:lnTo>
                  <a:cubicBezTo>
                    <a:pt x="2901" y="36560"/>
                    <a:pt x="2867" y="36492"/>
                    <a:pt x="2832" y="36492"/>
                  </a:cubicBezTo>
                  <a:close/>
                  <a:moveTo>
                    <a:pt x="2832" y="37072"/>
                  </a:moveTo>
                  <a:cubicBezTo>
                    <a:pt x="2764" y="37072"/>
                    <a:pt x="2730" y="37106"/>
                    <a:pt x="2730" y="37174"/>
                  </a:cubicBezTo>
                  <a:lnTo>
                    <a:pt x="2730" y="37277"/>
                  </a:lnTo>
                  <a:cubicBezTo>
                    <a:pt x="2730" y="37311"/>
                    <a:pt x="2764" y="37379"/>
                    <a:pt x="2832" y="37379"/>
                  </a:cubicBezTo>
                  <a:cubicBezTo>
                    <a:pt x="2867" y="37379"/>
                    <a:pt x="2901" y="37311"/>
                    <a:pt x="2901" y="37277"/>
                  </a:cubicBezTo>
                  <a:lnTo>
                    <a:pt x="2901" y="37174"/>
                  </a:lnTo>
                  <a:cubicBezTo>
                    <a:pt x="2901" y="37106"/>
                    <a:pt x="2867" y="37072"/>
                    <a:pt x="2832" y="37072"/>
                  </a:cubicBezTo>
                  <a:close/>
                  <a:moveTo>
                    <a:pt x="2832" y="37652"/>
                  </a:moveTo>
                  <a:cubicBezTo>
                    <a:pt x="2764" y="37652"/>
                    <a:pt x="2730" y="37686"/>
                    <a:pt x="2730" y="37720"/>
                  </a:cubicBezTo>
                  <a:lnTo>
                    <a:pt x="2730" y="37857"/>
                  </a:lnTo>
                  <a:cubicBezTo>
                    <a:pt x="2730" y="37891"/>
                    <a:pt x="2764" y="37925"/>
                    <a:pt x="2832" y="37925"/>
                  </a:cubicBezTo>
                  <a:cubicBezTo>
                    <a:pt x="2867" y="37925"/>
                    <a:pt x="2901" y="37891"/>
                    <a:pt x="2901" y="37857"/>
                  </a:cubicBezTo>
                  <a:lnTo>
                    <a:pt x="2901" y="37720"/>
                  </a:lnTo>
                  <a:cubicBezTo>
                    <a:pt x="2901" y="37686"/>
                    <a:pt x="2867" y="37652"/>
                    <a:pt x="2832" y="37652"/>
                  </a:cubicBezTo>
                  <a:close/>
                  <a:moveTo>
                    <a:pt x="2832" y="38232"/>
                  </a:moveTo>
                  <a:cubicBezTo>
                    <a:pt x="2798" y="38232"/>
                    <a:pt x="2730" y="38266"/>
                    <a:pt x="2730" y="38300"/>
                  </a:cubicBezTo>
                  <a:lnTo>
                    <a:pt x="2730" y="38437"/>
                  </a:lnTo>
                  <a:cubicBezTo>
                    <a:pt x="2730" y="38471"/>
                    <a:pt x="2798" y="38505"/>
                    <a:pt x="2832" y="38505"/>
                  </a:cubicBezTo>
                  <a:cubicBezTo>
                    <a:pt x="2867" y="38505"/>
                    <a:pt x="2901" y="38471"/>
                    <a:pt x="2901" y="38437"/>
                  </a:cubicBezTo>
                  <a:lnTo>
                    <a:pt x="2901" y="38300"/>
                  </a:lnTo>
                  <a:cubicBezTo>
                    <a:pt x="2901" y="38266"/>
                    <a:pt x="2867" y="38232"/>
                    <a:pt x="2832" y="38232"/>
                  </a:cubicBezTo>
                  <a:close/>
                  <a:moveTo>
                    <a:pt x="2832" y="38778"/>
                  </a:moveTo>
                  <a:cubicBezTo>
                    <a:pt x="2798" y="38778"/>
                    <a:pt x="2730" y="38846"/>
                    <a:pt x="2730" y="38881"/>
                  </a:cubicBezTo>
                  <a:lnTo>
                    <a:pt x="2730" y="38983"/>
                  </a:lnTo>
                  <a:cubicBezTo>
                    <a:pt x="2730" y="39051"/>
                    <a:pt x="2798" y="39085"/>
                    <a:pt x="2832" y="39085"/>
                  </a:cubicBezTo>
                  <a:cubicBezTo>
                    <a:pt x="2867" y="39085"/>
                    <a:pt x="2901" y="39051"/>
                    <a:pt x="2901" y="38983"/>
                  </a:cubicBezTo>
                  <a:lnTo>
                    <a:pt x="2901" y="38881"/>
                  </a:lnTo>
                  <a:cubicBezTo>
                    <a:pt x="2901" y="38846"/>
                    <a:pt x="2867" y="38778"/>
                    <a:pt x="2832" y="38778"/>
                  </a:cubicBezTo>
                  <a:close/>
                  <a:moveTo>
                    <a:pt x="2832" y="39358"/>
                  </a:moveTo>
                  <a:cubicBezTo>
                    <a:pt x="2798" y="39358"/>
                    <a:pt x="2730" y="39392"/>
                    <a:pt x="2730" y="39461"/>
                  </a:cubicBezTo>
                  <a:lnTo>
                    <a:pt x="2730" y="39563"/>
                  </a:lnTo>
                  <a:cubicBezTo>
                    <a:pt x="2730" y="39631"/>
                    <a:pt x="2798" y="39665"/>
                    <a:pt x="2832" y="39665"/>
                  </a:cubicBezTo>
                  <a:cubicBezTo>
                    <a:pt x="2867" y="39665"/>
                    <a:pt x="2901" y="39631"/>
                    <a:pt x="2901" y="39563"/>
                  </a:cubicBezTo>
                  <a:lnTo>
                    <a:pt x="2901" y="39461"/>
                  </a:lnTo>
                  <a:cubicBezTo>
                    <a:pt x="2901" y="39392"/>
                    <a:pt x="2867" y="39358"/>
                    <a:pt x="2832" y="39358"/>
                  </a:cubicBezTo>
                  <a:close/>
                  <a:moveTo>
                    <a:pt x="2832" y="39938"/>
                  </a:moveTo>
                  <a:cubicBezTo>
                    <a:pt x="2798" y="39938"/>
                    <a:pt x="2730" y="39972"/>
                    <a:pt x="2730" y="40041"/>
                  </a:cubicBezTo>
                  <a:lnTo>
                    <a:pt x="2730" y="40143"/>
                  </a:lnTo>
                  <a:cubicBezTo>
                    <a:pt x="2730" y="40177"/>
                    <a:pt x="2798" y="40211"/>
                    <a:pt x="2832" y="40211"/>
                  </a:cubicBezTo>
                  <a:cubicBezTo>
                    <a:pt x="2867" y="40211"/>
                    <a:pt x="2901" y="40177"/>
                    <a:pt x="2901" y="40143"/>
                  </a:cubicBezTo>
                  <a:lnTo>
                    <a:pt x="2901" y="40041"/>
                  </a:lnTo>
                  <a:cubicBezTo>
                    <a:pt x="2901" y="39972"/>
                    <a:pt x="2867" y="39938"/>
                    <a:pt x="2832" y="39938"/>
                  </a:cubicBezTo>
                  <a:close/>
                  <a:moveTo>
                    <a:pt x="2832" y="40518"/>
                  </a:moveTo>
                  <a:cubicBezTo>
                    <a:pt x="2798" y="40518"/>
                    <a:pt x="2730" y="40553"/>
                    <a:pt x="2730" y="40587"/>
                  </a:cubicBezTo>
                  <a:lnTo>
                    <a:pt x="2730" y="40723"/>
                  </a:lnTo>
                  <a:cubicBezTo>
                    <a:pt x="2730" y="40757"/>
                    <a:pt x="2798" y="40791"/>
                    <a:pt x="2832" y="40791"/>
                  </a:cubicBezTo>
                  <a:cubicBezTo>
                    <a:pt x="2867" y="40791"/>
                    <a:pt x="2901" y="40757"/>
                    <a:pt x="2901" y="40723"/>
                  </a:cubicBezTo>
                  <a:lnTo>
                    <a:pt x="2901" y="40587"/>
                  </a:lnTo>
                  <a:cubicBezTo>
                    <a:pt x="2901" y="40553"/>
                    <a:pt x="2867" y="40518"/>
                    <a:pt x="2832" y="40518"/>
                  </a:cubicBezTo>
                  <a:close/>
                  <a:moveTo>
                    <a:pt x="2832" y="41099"/>
                  </a:moveTo>
                  <a:cubicBezTo>
                    <a:pt x="2798" y="41099"/>
                    <a:pt x="2730" y="41133"/>
                    <a:pt x="2730" y="41167"/>
                  </a:cubicBezTo>
                  <a:lnTo>
                    <a:pt x="2730" y="41269"/>
                  </a:lnTo>
                  <a:cubicBezTo>
                    <a:pt x="2730" y="41337"/>
                    <a:pt x="2798" y="41372"/>
                    <a:pt x="2832" y="41372"/>
                  </a:cubicBezTo>
                  <a:cubicBezTo>
                    <a:pt x="2867" y="41372"/>
                    <a:pt x="2901" y="41337"/>
                    <a:pt x="2901" y="41269"/>
                  </a:cubicBezTo>
                  <a:lnTo>
                    <a:pt x="2901" y="41167"/>
                  </a:lnTo>
                  <a:cubicBezTo>
                    <a:pt x="2901" y="41133"/>
                    <a:pt x="2867" y="41099"/>
                    <a:pt x="2832" y="41099"/>
                  </a:cubicBezTo>
                  <a:close/>
                  <a:moveTo>
                    <a:pt x="2832" y="41645"/>
                  </a:moveTo>
                  <a:cubicBezTo>
                    <a:pt x="2798" y="41645"/>
                    <a:pt x="2730" y="41713"/>
                    <a:pt x="2730" y="41747"/>
                  </a:cubicBezTo>
                  <a:lnTo>
                    <a:pt x="2730" y="41849"/>
                  </a:lnTo>
                  <a:cubicBezTo>
                    <a:pt x="2730" y="41917"/>
                    <a:pt x="2798" y="41952"/>
                    <a:pt x="2832" y="41952"/>
                  </a:cubicBezTo>
                  <a:cubicBezTo>
                    <a:pt x="2867" y="41952"/>
                    <a:pt x="2901" y="41917"/>
                    <a:pt x="2901" y="41849"/>
                  </a:cubicBezTo>
                  <a:lnTo>
                    <a:pt x="2901" y="41747"/>
                  </a:lnTo>
                  <a:cubicBezTo>
                    <a:pt x="2901" y="41679"/>
                    <a:pt x="2867" y="41645"/>
                    <a:pt x="2832" y="41645"/>
                  </a:cubicBezTo>
                  <a:close/>
                  <a:moveTo>
                    <a:pt x="2832" y="42225"/>
                  </a:moveTo>
                  <a:cubicBezTo>
                    <a:pt x="2798" y="42225"/>
                    <a:pt x="2730" y="42259"/>
                    <a:pt x="2730" y="42327"/>
                  </a:cubicBezTo>
                  <a:lnTo>
                    <a:pt x="2730" y="42429"/>
                  </a:lnTo>
                  <a:cubicBezTo>
                    <a:pt x="2730" y="42463"/>
                    <a:pt x="2798" y="42532"/>
                    <a:pt x="2832" y="42532"/>
                  </a:cubicBezTo>
                  <a:cubicBezTo>
                    <a:pt x="2867" y="42532"/>
                    <a:pt x="2935" y="42463"/>
                    <a:pt x="2935" y="42429"/>
                  </a:cubicBezTo>
                  <a:lnTo>
                    <a:pt x="2935" y="42327"/>
                  </a:lnTo>
                  <a:cubicBezTo>
                    <a:pt x="2935" y="42259"/>
                    <a:pt x="2867" y="42225"/>
                    <a:pt x="2832" y="42225"/>
                  </a:cubicBezTo>
                  <a:close/>
                  <a:moveTo>
                    <a:pt x="2832" y="42805"/>
                  </a:moveTo>
                  <a:cubicBezTo>
                    <a:pt x="2798" y="42805"/>
                    <a:pt x="2730" y="42839"/>
                    <a:pt x="2730" y="42873"/>
                  </a:cubicBezTo>
                  <a:lnTo>
                    <a:pt x="2730" y="43009"/>
                  </a:lnTo>
                  <a:cubicBezTo>
                    <a:pt x="2730" y="43044"/>
                    <a:pt x="2798" y="43078"/>
                    <a:pt x="2832" y="43078"/>
                  </a:cubicBezTo>
                  <a:cubicBezTo>
                    <a:pt x="2867" y="43078"/>
                    <a:pt x="2935" y="43044"/>
                    <a:pt x="2935" y="43009"/>
                  </a:cubicBezTo>
                  <a:lnTo>
                    <a:pt x="2935" y="42873"/>
                  </a:lnTo>
                  <a:cubicBezTo>
                    <a:pt x="2935" y="42839"/>
                    <a:pt x="2867" y="42805"/>
                    <a:pt x="2832" y="42805"/>
                  </a:cubicBezTo>
                  <a:close/>
                  <a:moveTo>
                    <a:pt x="2832" y="43385"/>
                  </a:moveTo>
                  <a:cubicBezTo>
                    <a:pt x="2798" y="43385"/>
                    <a:pt x="2764" y="43419"/>
                    <a:pt x="2764" y="43453"/>
                  </a:cubicBezTo>
                  <a:lnTo>
                    <a:pt x="2764" y="43590"/>
                  </a:lnTo>
                  <a:cubicBezTo>
                    <a:pt x="2764" y="43624"/>
                    <a:pt x="2798" y="43658"/>
                    <a:pt x="2832" y="43658"/>
                  </a:cubicBezTo>
                  <a:cubicBezTo>
                    <a:pt x="2867" y="43658"/>
                    <a:pt x="2935" y="43624"/>
                    <a:pt x="2935" y="43590"/>
                  </a:cubicBezTo>
                  <a:lnTo>
                    <a:pt x="2935" y="43453"/>
                  </a:lnTo>
                  <a:cubicBezTo>
                    <a:pt x="2935" y="43419"/>
                    <a:pt x="2867" y="43385"/>
                    <a:pt x="2832" y="43385"/>
                  </a:cubicBezTo>
                  <a:close/>
                  <a:moveTo>
                    <a:pt x="2832" y="43931"/>
                  </a:moveTo>
                  <a:cubicBezTo>
                    <a:pt x="2798" y="43931"/>
                    <a:pt x="2764" y="43999"/>
                    <a:pt x="2764" y="44033"/>
                  </a:cubicBezTo>
                  <a:lnTo>
                    <a:pt x="2764" y="44135"/>
                  </a:lnTo>
                  <a:cubicBezTo>
                    <a:pt x="2764" y="44204"/>
                    <a:pt x="2798" y="44238"/>
                    <a:pt x="2832" y="44238"/>
                  </a:cubicBezTo>
                  <a:cubicBezTo>
                    <a:pt x="2867" y="44238"/>
                    <a:pt x="2935" y="44204"/>
                    <a:pt x="2935" y="44135"/>
                  </a:cubicBezTo>
                  <a:lnTo>
                    <a:pt x="2935" y="44033"/>
                  </a:lnTo>
                  <a:cubicBezTo>
                    <a:pt x="2935" y="43999"/>
                    <a:pt x="2867" y="43931"/>
                    <a:pt x="2832" y="43931"/>
                  </a:cubicBezTo>
                  <a:close/>
                  <a:moveTo>
                    <a:pt x="2832" y="44511"/>
                  </a:moveTo>
                  <a:cubicBezTo>
                    <a:pt x="2798" y="44511"/>
                    <a:pt x="2764" y="44545"/>
                    <a:pt x="2764" y="44613"/>
                  </a:cubicBezTo>
                  <a:lnTo>
                    <a:pt x="2764" y="44716"/>
                  </a:lnTo>
                  <a:cubicBezTo>
                    <a:pt x="2764" y="44784"/>
                    <a:pt x="2798" y="44818"/>
                    <a:pt x="2832" y="44818"/>
                  </a:cubicBezTo>
                  <a:cubicBezTo>
                    <a:pt x="2867" y="44818"/>
                    <a:pt x="2935" y="44784"/>
                    <a:pt x="2935" y="44716"/>
                  </a:cubicBezTo>
                  <a:lnTo>
                    <a:pt x="2935" y="44613"/>
                  </a:lnTo>
                  <a:cubicBezTo>
                    <a:pt x="2935" y="44545"/>
                    <a:pt x="2867" y="44511"/>
                    <a:pt x="2832" y="44511"/>
                  </a:cubicBezTo>
                  <a:close/>
                  <a:moveTo>
                    <a:pt x="2832" y="45091"/>
                  </a:moveTo>
                  <a:cubicBezTo>
                    <a:pt x="2798" y="45091"/>
                    <a:pt x="2764" y="45125"/>
                    <a:pt x="2764" y="45193"/>
                  </a:cubicBezTo>
                  <a:lnTo>
                    <a:pt x="2764" y="45296"/>
                  </a:lnTo>
                  <a:cubicBezTo>
                    <a:pt x="2764" y="45330"/>
                    <a:pt x="2798" y="45364"/>
                    <a:pt x="2832" y="45364"/>
                  </a:cubicBezTo>
                  <a:cubicBezTo>
                    <a:pt x="2867" y="45364"/>
                    <a:pt x="2935" y="45330"/>
                    <a:pt x="2935" y="45296"/>
                  </a:cubicBezTo>
                  <a:lnTo>
                    <a:pt x="2935" y="45193"/>
                  </a:lnTo>
                  <a:cubicBezTo>
                    <a:pt x="2935" y="45125"/>
                    <a:pt x="2867" y="45091"/>
                    <a:pt x="2832" y="45091"/>
                  </a:cubicBezTo>
                  <a:close/>
                  <a:moveTo>
                    <a:pt x="2832" y="45671"/>
                  </a:moveTo>
                  <a:cubicBezTo>
                    <a:pt x="2798" y="45671"/>
                    <a:pt x="2764" y="45705"/>
                    <a:pt x="2764" y="45739"/>
                  </a:cubicBezTo>
                  <a:lnTo>
                    <a:pt x="2764" y="45876"/>
                  </a:lnTo>
                  <a:cubicBezTo>
                    <a:pt x="2764" y="45910"/>
                    <a:pt x="2798" y="45944"/>
                    <a:pt x="2832" y="45944"/>
                  </a:cubicBezTo>
                  <a:cubicBezTo>
                    <a:pt x="2867" y="45944"/>
                    <a:pt x="2935" y="45910"/>
                    <a:pt x="2935" y="45876"/>
                  </a:cubicBezTo>
                  <a:lnTo>
                    <a:pt x="2935" y="45739"/>
                  </a:lnTo>
                  <a:cubicBezTo>
                    <a:pt x="2935" y="45705"/>
                    <a:pt x="2867" y="45671"/>
                    <a:pt x="2832" y="45671"/>
                  </a:cubicBezTo>
                  <a:close/>
                  <a:moveTo>
                    <a:pt x="2832" y="46251"/>
                  </a:moveTo>
                  <a:cubicBezTo>
                    <a:pt x="2798" y="46251"/>
                    <a:pt x="2764" y="46285"/>
                    <a:pt x="2764" y="46319"/>
                  </a:cubicBezTo>
                  <a:lnTo>
                    <a:pt x="2764" y="46422"/>
                  </a:lnTo>
                  <a:cubicBezTo>
                    <a:pt x="2764" y="46490"/>
                    <a:pt x="2798" y="46524"/>
                    <a:pt x="2832" y="46524"/>
                  </a:cubicBezTo>
                  <a:cubicBezTo>
                    <a:pt x="2867" y="46524"/>
                    <a:pt x="2935" y="46490"/>
                    <a:pt x="2935" y="46422"/>
                  </a:cubicBezTo>
                  <a:lnTo>
                    <a:pt x="2935" y="46319"/>
                  </a:lnTo>
                  <a:cubicBezTo>
                    <a:pt x="2935" y="46285"/>
                    <a:pt x="2867" y="46251"/>
                    <a:pt x="2832" y="46251"/>
                  </a:cubicBezTo>
                  <a:close/>
                  <a:moveTo>
                    <a:pt x="2832" y="46797"/>
                  </a:moveTo>
                  <a:cubicBezTo>
                    <a:pt x="2798" y="46797"/>
                    <a:pt x="2764" y="46865"/>
                    <a:pt x="2764" y="46899"/>
                  </a:cubicBezTo>
                  <a:lnTo>
                    <a:pt x="2764" y="47002"/>
                  </a:lnTo>
                  <a:cubicBezTo>
                    <a:pt x="2764" y="47070"/>
                    <a:pt x="2798" y="47104"/>
                    <a:pt x="2832" y="47104"/>
                  </a:cubicBezTo>
                  <a:cubicBezTo>
                    <a:pt x="2867" y="47104"/>
                    <a:pt x="2935" y="47070"/>
                    <a:pt x="2935" y="47002"/>
                  </a:cubicBezTo>
                  <a:lnTo>
                    <a:pt x="2935" y="46899"/>
                  </a:lnTo>
                  <a:cubicBezTo>
                    <a:pt x="2935" y="46831"/>
                    <a:pt x="2867" y="46797"/>
                    <a:pt x="2832" y="46797"/>
                  </a:cubicBezTo>
                  <a:close/>
                  <a:moveTo>
                    <a:pt x="2832" y="47377"/>
                  </a:moveTo>
                  <a:cubicBezTo>
                    <a:pt x="2798" y="47377"/>
                    <a:pt x="2764" y="47411"/>
                    <a:pt x="2764" y="47480"/>
                  </a:cubicBezTo>
                  <a:lnTo>
                    <a:pt x="2764" y="47582"/>
                  </a:lnTo>
                  <a:cubicBezTo>
                    <a:pt x="2764" y="47616"/>
                    <a:pt x="2798" y="47684"/>
                    <a:pt x="2832" y="47684"/>
                  </a:cubicBezTo>
                  <a:cubicBezTo>
                    <a:pt x="2867" y="47684"/>
                    <a:pt x="2935" y="47616"/>
                    <a:pt x="2935" y="47582"/>
                  </a:cubicBezTo>
                  <a:lnTo>
                    <a:pt x="2935" y="47480"/>
                  </a:lnTo>
                  <a:cubicBezTo>
                    <a:pt x="2935" y="47411"/>
                    <a:pt x="2867" y="47377"/>
                    <a:pt x="2832" y="47377"/>
                  </a:cubicBezTo>
                  <a:close/>
                  <a:moveTo>
                    <a:pt x="2832" y="47957"/>
                  </a:moveTo>
                  <a:cubicBezTo>
                    <a:pt x="2798" y="47957"/>
                    <a:pt x="2764" y="47991"/>
                    <a:pt x="2764" y="48026"/>
                  </a:cubicBezTo>
                  <a:lnTo>
                    <a:pt x="2764" y="48162"/>
                  </a:lnTo>
                  <a:cubicBezTo>
                    <a:pt x="2764" y="48196"/>
                    <a:pt x="2798" y="48230"/>
                    <a:pt x="2832" y="48230"/>
                  </a:cubicBezTo>
                  <a:cubicBezTo>
                    <a:pt x="2901" y="48230"/>
                    <a:pt x="2935" y="48196"/>
                    <a:pt x="2935" y="48162"/>
                  </a:cubicBezTo>
                  <a:lnTo>
                    <a:pt x="2935" y="48026"/>
                  </a:lnTo>
                  <a:cubicBezTo>
                    <a:pt x="2935" y="47991"/>
                    <a:pt x="2901" y="47957"/>
                    <a:pt x="2832" y="47957"/>
                  </a:cubicBezTo>
                  <a:close/>
                  <a:moveTo>
                    <a:pt x="2832" y="48537"/>
                  </a:moveTo>
                  <a:cubicBezTo>
                    <a:pt x="2798" y="48537"/>
                    <a:pt x="2764" y="48572"/>
                    <a:pt x="2764" y="48606"/>
                  </a:cubicBezTo>
                  <a:lnTo>
                    <a:pt x="2764" y="48742"/>
                  </a:lnTo>
                  <a:cubicBezTo>
                    <a:pt x="2764" y="48776"/>
                    <a:pt x="2798" y="48810"/>
                    <a:pt x="2832" y="48810"/>
                  </a:cubicBezTo>
                  <a:cubicBezTo>
                    <a:pt x="2901" y="48810"/>
                    <a:pt x="2935" y="48776"/>
                    <a:pt x="2935" y="48742"/>
                  </a:cubicBezTo>
                  <a:lnTo>
                    <a:pt x="2935" y="48606"/>
                  </a:lnTo>
                  <a:cubicBezTo>
                    <a:pt x="2935" y="48572"/>
                    <a:pt x="2901" y="48537"/>
                    <a:pt x="2832" y="48537"/>
                  </a:cubicBezTo>
                  <a:close/>
                  <a:moveTo>
                    <a:pt x="2832" y="49083"/>
                  </a:moveTo>
                  <a:cubicBezTo>
                    <a:pt x="2798" y="49083"/>
                    <a:pt x="2764" y="49152"/>
                    <a:pt x="2764" y="49186"/>
                  </a:cubicBezTo>
                  <a:lnTo>
                    <a:pt x="2764" y="49288"/>
                  </a:lnTo>
                  <a:cubicBezTo>
                    <a:pt x="2764" y="49356"/>
                    <a:pt x="2798" y="49390"/>
                    <a:pt x="2832" y="49390"/>
                  </a:cubicBezTo>
                  <a:cubicBezTo>
                    <a:pt x="2901" y="49390"/>
                    <a:pt x="2935" y="49356"/>
                    <a:pt x="2935" y="49288"/>
                  </a:cubicBezTo>
                  <a:lnTo>
                    <a:pt x="2935" y="49186"/>
                  </a:lnTo>
                  <a:cubicBezTo>
                    <a:pt x="2935" y="49152"/>
                    <a:pt x="2901" y="49083"/>
                    <a:pt x="2832" y="49083"/>
                  </a:cubicBezTo>
                  <a:close/>
                  <a:moveTo>
                    <a:pt x="2832" y="49663"/>
                  </a:moveTo>
                  <a:cubicBezTo>
                    <a:pt x="2798" y="49663"/>
                    <a:pt x="2764" y="49698"/>
                    <a:pt x="2764" y="49766"/>
                  </a:cubicBezTo>
                  <a:lnTo>
                    <a:pt x="2764" y="49868"/>
                  </a:lnTo>
                  <a:cubicBezTo>
                    <a:pt x="2764" y="49936"/>
                    <a:pt x="2798" y="49971"/>
                    <a:pt x="2832" y="49971"/>
                  </a:cubicBezTo>
                  <a:cubicBezTo>
                    <a:pt x="2901" y="49971"/>
                    <a:pt x="2935" y="49936"/>
                    <a:pt x="2935" y="49868"/>
                  </a:cubicBezTo>
                  <a:lnTo>
                    <a:pt x="2935" y="49766"/>
                  </a:lnTo>
                  <a:cubicBezTo>
                    <a:pt x="2935" y="49698"/>
                    <a:pt x="2901" y="49663"/>
                    <a:pt x="2832" y="49663"/>
                  </a:cubicBezTo>
                  <a:close/>
                  <a:moveTo>
                    <a:pt x="2832" y="50244"/>
                  </a:moveTo>
                  <a:cubicBezTo>
                    <a:pt x="2798" y="50244"/>
                    <a:pt x="2764" y="50278"/>
                    <a:pt x="2764" y="50346"/>
                  </a:cubicBezTo>
                  <a:lnTo>
                    <a:pt x="2764" y="50448"/>
                  </a:lnTo>
                  <a:cubicBezTo>
                    <a:pt x="2764" y="50482"/>
                    <a:pt x="2798" y="50517"/>
                    <a:pt x="2832" y="50517"/>
                  </a:cubicBezTo>
                  <a:cubicBezTo>
                    <a:pt x="2901" y="50517"/>
                    <a:pt x="2935" y="50482"/>
                    <a:pt x="2935" y="50448"/>
                  </a:cubicBezTo>
                  <a:lnTo>
                    <a:pt x="2935" y="50346"/>
                  </a:lnTo>
                  <a:cubicBezTo>
                    <a:pt x="2935" y="50278"/>
                    <a:pt x="2901" y="50244"/>
                    <a:pt x="2832" y="50244"/>
                  </a:cubicBezTo>
                  <a:close/>
                  <a:moveTo>
                    <a:pt x="2832" y="50824"/>
                  </a:moveTo>
                  <a:cubicBezTo>
                    <a:pt x="2798" y="50824"/>
                    <a:pt x="2764" y="50858"/>
                    <a:pt x="2764" y="50892"/>
                  </a:cubicBezTo>
                  <a:lnTo>
                    <a:pt x="2764" y="51028"/>
                  </a:lnTo>
                  <a:cubicBezTo>
                    <a:pt x="2764" y="51062"/>
                    <a:pt x="2798" y="51097"/>
                    <a:pt x="2832" y="51097"/>
                  </a:cubicBezTo>
                  <a:cubicBezTo>
                    <a:pt x="2901" y="51097"/>
                    <a:pt x="2935" y="51062"/>
                    <a:pt x="2935" y="51028"/>
                  </a:cubicBezTo>
                  <a:lnTo>
                    <a:pt x="2935" y="50892"/>
                  </a:lnTo>
                  <a:cubicBezTo>
                    <a:pt x="2935" y="50858"/>
                    <a:pt x="2901" y="50824"/>
                    <a:pt x="2832" y="50824"/>
                  </a:cubicBezTo>
                  <a:close/>
                  <a:moveTo>
                    <a:pt x="2832" y="51404"/>
                  </a:moveTo>
                  <a:cubicBezTo>
                    <a:pt x="2798" y="51404"/>
                    <a:pt x="2764" y="51438"/>
                    <a:pt x="2764" y="51472"/>
                  </a:cubicBezTo>
                  <a:lnTo>
                    <a:pt x="2764" y="51574"/>
                  </a:lnTo>
                  <a:cubicBezTo>
                    <a:pt x="2764" y="51643"/>
                    <a:pt x="2798" y="51677"/>
                    <a:pt x="2832" y="51677"/>
                  </a:cubicBezTo>
                  <a:cubicBezTo>
                    <a:pt x="2901" y="51677"/>
                    <a:pt x="2935" y="51643"/>
                    <a:pt x="2935" y="51574"/>
                  </a:cubicBezTo>
                  <a:lnTo>
                    <a:pt x="2935" y="51472"/>
                  </a:lnTo>
                  <a:cubicBezTo>
                    <a:pt x="2935" y="51438"/>
                    <a:pt x="2901" y="51404"/>
                    <a:pt x="2832" y="51404"/>
                  </a:cubicBezTo>
                  <a:close/>
                  <a:moveTo>
                    <a:pt x="2832" y="51950"/>
                  </a:moveTo>
                  <a:cubicBezTo>
                    <a:pt x="2798" y="51950"/>
                    <a:pt x="2764" y="52018"/>
                    <a:pt x="2764" y="52052"/>
                  </a:cubicBezTo>
                  <a:lnTo>
                    <a:pt x="2764" y="52154"/>
                  </a:lnTo>
                  <a:cubicBezTo>
                    <a:pt x="2764" y="52223"/>
                    <a:pt x="2798" y="52257"/>
                    <a:pt x="2832" y="52257"/>
                  </a:cubicBezTo>
                  <a:cubicBezTo>
                    <a:pt x="2901" y="52257"/>
                    <a:pt x="2935" y="52223"/>
                    <a:pt x="2935" y="52154"/>
                  </a:cubicBezTo>
                  <a:lnTo>
                    <a:pt x="2935" y="52052"/>
                  </a:lnTo>
                  <a:cubicBezTo>
                    <a:pt x="2935" y="51984"/>
                    <a:pt x="2901" y="51950"/>
                    <a:pt x="2832" y="51950"/>
                  </a:cubicBezTo>
                  <a:close/>
                  <a:moveTo>
                    <a:pt x="2832" y="52530"/>
                  </a:moveTo>
                  <a:cubicBezTo>
                    <a:pt x="2798" y="52530"/>
                    <a:pt x="2764" y="52564"/>
                    <a:pt x="2764" y="52632"/>
                  </a:cubicBezTo>
                  <a:lnTo>
                    <a:pt x="2764" y="52735"/>
                  </a:lnTo>
                  <a:cubicBezTo>
                    <a:pt x="2764" y="52769"/>
                    <a:pt x="2798" y="52837"/>
                    <a:pt x="2832" y="52837"/>
                  </a:cubicBezTo>
                  <a:cubicBezTo>
                    <a:pt x="2901" y="52837"/>
                    <a:pt x="2935" y="52769"/>
                    <a:pt x="2935" y="52735"/>
                  </a:cubicBezTo>
                  <a:lnTo>
                    <a:pt x="2935" y="52632"/>
                  </a:lnTo>
                  <a:cubicBezTo>
                    <a:pt x="2935" y="52564"/>
                    <a:pt x="2901" y="52530"/>
                    <a:pt x="2832" y="52530"/>
                  </a:cubicBezTo>
                  <a:close/>
                  <a:moveTo>
                    <a:pt x="2832" y="53110"/>
                  </a:moveTo>
                  <a:cubicBezTo>
                    <a:pt x="2798" y="53110"/>
                    <a:pt x="2764" y="53144"/>
                    <a:pt x="2764" y="53178"/>
                  </a:cubicBezTo>
                  <a:lnTo>
                    <a:pt x="2764" y="53315"/>
                  </a:lnTo>
                  <a:cubicBezTo>
                    <a:pt x="2764" y="53349"/>
                    <a:pt x="2798" y="53383"/>
                    <a:pt x="2832" y="53383"/>
                  </a:cubicBezTo>
                  <a:cubicBezTo>
                    <a:pt x="2901" y="53383"/>
                    <a:pt x="2935" y="53349"/>
                    <a:pt x="2935" y="53315"/>
                  </a:cubicBezTo>
                  <a:lnTo>
                    <a:pt x="2935" y="53178"/>
                  </a:lnTo>
                  <a:cubicBezTo>
                    <a:pt x="2935" y="53144"/>
                    <a:pt x="2901" y="53110"/>
                    <a:pt x="2832" y="53110"/>
                  </a:cubicBezTo>
                  <a:close/>
                  <a:moveTo>
                    <a:pt x="2832" y="53690"/>
                  </a:moveTo>
                  <a:cubicBezTo>
                    <a:pt x="2798" y="53690"/>
                    <a:pt x="2764" y="53724"/>
                    <a:pt x="2764" y="53758"/>
                  </a:cubicBezTo>
                  <a:lnTo>
                    <a:pt x="2764" y="53895"/>
                  </a:lnTo>
                  <a:cubicBezTo>
                    <a:pt x="2764" y="53929"/>
                    <a:pt x="2798" y="53963"/>
                    <a:pt x="2832" y="53963"/>
                  </a:cubicBezTo>
                  <a:cubicBezTo>
                    <a:pt x="2901" y="53963"/>
                    <a:pt x="2935" y="53929"/>
                    <a:pt x="2935" y="53895"/>
                  </a:cubicBezTo>
                  <a:lnTo>
                    <a:pt x="2935" y="53758"/>
                  </a:lnTo>
                  <a:cubicBezTo>
                    <a:pt x="2935" y="53724"/>
                    <a:pt x="2901" y="53690"/>
                    <a:pt x="2832" y="53690"/>
                  </a:cubicBezTo>
                  <a:close/>
                  <a:moveTo>
                    <a:pt x="2832" y="54236"/>
                  </a:moveTo>
                  <a:cubicBezTo>
                    <a:pt x="2798" y="54236"/>
                    <a:pt x="2764" y="54304"/>
                    <a:pt x="2764" y="54338"/>
                  </a:cubicBezTo>
                  <a:lnTo>
                    <a:pt x="2764" y="54441"/>
                  </a:lnTo>
                  <a:cubicBezTo>
                    <a:pt x="2764" y="54509"/>
                    <a:pt x="2798" y="54543"/>
                    <a:pt x="2832" y="54543"/>
                  </a:cubicBezTo>
                  <a:cubicBezTo>
                    <a:pt x="2901" y="54543"/>
                    <a:pt x="2935" y="54509"/>
                    <a:pt x="2935" y="54441"/>
                  </a:cubicBezTo>
                  <a:lnTo>
                    <a:pt x="2935" y="54338"/>
                  </a:lnTo>
                  <a:cubicBezTo>
                    <a:pt x="2935" y="54304"/>
                    <a:pt x="2901" y="54236"/>
                    <a:pt x="2832" y="54236"/>
                  </a:cubicBezTo>
                  <a:close/>
                  <a:moveTo>
                    <a:pt x="2832" y="54816"/>
                  </a:moveTo>
                  <a:cubicBezTo>
                    <a:pt x="2798" y="54816"/>
                    <a:pt x="2764" y="54850"/>
                    <a:pt x="2764" y="54918"/>
                  </a:cubicBezTo>
                  <a:lnTo>
                    <a:pt x="2764" y="55021"/>
                  </a:lnTo>
                  <a:cubicBezTo>
                    <a:pt x="2764" y="55089"/>
                    <a:pt x="2798" y="55123"/>
                    <a:pt x="2832" y="55123"/>
                  </a:cubicBezTo>
                  <a:cubicBezTo>
                    <a:pt x="2901" y="55123"/>
                    <a:pt x="2935" y="55089"/>
                    <a:pt x="2935" y="55021"/>
                  </a:cubicBezTo>
                  <a:lnTo>
                    <a:pt x="2935" y="54918"/>
                  </a:lnTo>
                  <a:cubicBezTo>
                    <a:pt x="2935" y="54850"/>
                    <a:pt x="2901" y="54816"/>
                    <a:pt x="2832" y="54816"/>
                  </a:cubicBezTo>
                  <a:close/>
                  <a:moveTo>
                    <a:pt x="2832" y="55396"/>
                  </a:moveTo>
                  <a:cubicBezTo>
                    <a:pt x="2798" y="55396"/>
                    <a:pt x="2764" y="55430"/>
                    <a:pt x="2764" y="55498"/>
                  </a:cubicBezTo>
                  <a:lnTo>
                    <a:pt x="2764" y="55601"/>
                  </a:lnTo>
                  <a:cubicBezTo>
                    <a:pt x="2764" y="55635"/>
                    <a:pt x="2798" y="55669"/>
                    <a:pt x="2832" y="55669"/>
                  </a:cubicBezTo>
                  <a:cubicBezTo>
                    <a:pt x="2901" y="55669"/>
                    <a:pt x="2935" y="55635"/>
                    <a:pt x="2935" y="55601"/>
                  </a:cubicBezTo>
                  <a:lnTo>
                    <a:pt x="2935" y="55498"/>
                  </a:lnTo>
                  <a:cubicBezTo>
                    <a:pt x="2935" y="55430"/>
                    <a:pt x="2901" y="55396"/>
                    <a:pt x="2832" y="55396"/>
                  </a:cubicBezTo>
                  <a:close/>
                  <a:moveTo>
                    <a:pt x="2832" y="55976"/>
                  </a:moveTo>
                  <a:cubicBezTo>
                    <a:pt x="2798" y="55976"/>
                    <a:pt x="2764" y="56010"/>
                    <a:pt x="2764" y="56044"/>
                  </a:cubicBezTo>
                  <a:lnTo>
                    <a:pt x="2764" y="56181"/>
                  </a:lnTo>
                  <a:cubicBezTo>
                    <a:pt x="2764" y="56215"/>
                    <a:pt x="2798" y="56249"/>
                    <a:pt x="2832" y="56249"/>
                  </a:cubicBezTo>
                  <a:cubicBezTo>
                    <a:pt x="2901" y="56249"/>
                    <a:pt x="2935" y="56215"/>
                    <a:pt x="2935" y="56181"/>
                  </a:cubicBezTo>
                  <a:lnTo>
                    <a:pt x="2935" y="56044"/>
                  </a:lnTo>
                  <a:cubicBezTo>
                    <a:pt x="2935" y="56010"/>
                    <a:pt x="2901" y="55976"/>
                    <a:pt x="2832" y="55976"/>
                  </a:cubicBezTo>
                  <a:close/>
                  <a:moveTo>
                    <a:pt x="2832" y="56556"/>
                  </a:moveTo>
                  <a:cubicBezTo>
                    <a:pt x="2798" y="56556"/>
                    <a:pt x="2764" y="56590"/>
                    <a:pt x="2764" y="56625"/>
                  </a:cubicBezTo>
                  <a:lnTo>
                    <a:pt x="2764" y="56727"/>
                  </a:lnTo>
                  <a:cubicBezTo>
                    <a:pt x="2764" y="56795"/>
                    <a:pt x="2798" y="56829"/>
                    <a:pt x="2832" y="56829"/>
                  </a:cubicBezTo>
                  <a:cubicBezTo>
                    <a:pt x="2901" y="56829"/>
                    <a:pt x="2935" y="56795"/>
                    <a:pt x="2935" y="56727"/>
                  </a:cubicBezTo>
                  <a:lnTo>
                    <a:pt x="2935" y="56625"/>
                  </a:lnTo>
                  <a:cubicBezTo>
                    <a:pt x="2935" y="56590"/>
                    <a:pt x="2901" y="56556"/>
                    <a:pt x="2832" y="56556"/>
                  </a:cubicBezTo>
                  <a:close/>
                  <a:moveTo>
                    <a:pt x="2832" y="57102"/>
                  </a:moveTo>
                  <a:cubicBezTo>
                    <a:pt x="2798" y="57102"/>
                    <a:pt x="2764" y="57171"/>
                    <a:pt x="2764" y="57205"/>
                  </a:cubicBezTo>
                  <a:lnTo>
                    <a:pt x="2764" y="57307"/>
                  </a:lnTo>
                  <a:cubicBezTo>
                    <a:pt x="2764" y="57375"/>
                    <a:pt x="2798" y="57409"/>
                    <a:pt x="2832" y="57409"/>
                  </a:cubicBezTo>
                  <a:cubicBezTo>
                    <a:pt x="2901" y="57409"/>
                    <a:pt x="2935" y="57375"/>
                    <a:pt x="2935" y="57307"/>
                  </a:cubicBezTo>
                  <a:lnTo>
                    <a:pt x="2935" y="57205"/>
                  </a:lnTo>
                  <a:cubicBezTo>
                    <a:pt x="2935" y="57136"/>
                    <a:pt x="2901" y="57102"/>
                    <a:pt x="2832" y="57102"/>
                  </a:cubicBezTo>
                  <a:close/>
                  <a:moveTo>
                    <a:pt x="2832" y="57682"/>
                  </a:moveTo>
                  <a:cubicBezTo>
                    <a:pt x="2798" y="57682"/>
                    <a:pt x="2764" y="57716"/>
                    <a:pt x="2764" y="57785"/>
                  </a:cubicBezTo>
                  <a:lnTo>
                    <a:pt x="2764" y="57887"/>
                  </a:lnTo>
                  <a:cubicBezTo>
                    <a:pt x="2764" y="57921"/>
                    <a:pt x="2798" y="57989"/>
                    <a:pt x="2832" y="57989"/>
                  </a:cubicBezTo>
                  <a:cubicBezTo>
                    <a:pt x="2901" y="57989"/>
                    <a:pt x="2935" y="57921"/>
                    <a:pt x="2935" y="57887"/>
                  </a:cubicBezTo>
                  <a:lnTo>
                    <a:pt x="2935" y="57785"/>
                  </a:lnTo>
                  <a:cubicBezTo>
                    <a:pt x="2935" y="57716"/>
                    <a:pt x="2901" y="57682"/>
                    <a:pt x="2832" y="57682"/>
                  </a:cubicBezTo>
                  <a:close/>
                  <a:moveTo>
                    <a:pt x="2832" y="58262"/>
                  </a:moveTo>
                  <a:cubicBezTo>
                    <a:pt x="2798" y="58262"/>
                    <a:pt x="2764" y="58297"/>
                    <a:pt x="2764" y="58331"/>
                  </a:cubicBezTo>
                  <a:lnTo>
                    <a:pt x="2764" y="58467"/>
                  </a:lnTo>
                  <a:cubicBezTo>
                    <a:pt x="2764" y="58501"/>
                    <a:pt x="2798" y="58535"/>
                    <a:pt x="2832" y="58535"/>
                  </a:cubicBezTo>
                  <a:cubicBezTo>
                    <a:pt x="2901" y="58535"/>
                    <a:pt x="2935" y="58501"/>
                    <a:pt x="2935" y="58467"/>
                  </a:cubicBezTo>
                  <a:lnTo>
                    <a:pt x="2935" y="58331"/>
                  </a:lnTo>
                  <a:cubicBezTo>
                    <a:pt x="2935" y="58297"/>
                    <a:pt x="2901" y="58262"/>
                    <a:pt x="2832" y="58262"/>
                  </a:cubicBezTo>
                  <a:close/>
                  <a:moveTo>
                    <a:pt x="2832" y="58843"/>
                  </a:moveTo>
                  <a:cubicBezTo>
                    <a:pt x="2798" y="58843"/>
                    <a:pt x="2764" y="58877"/>
                    <a:pt x="2764" y="58911"/>
                  </a:cubicBezTo>
                  <a:lnTo>
                    <a:pt x="2764" y="59047"/>
                  </a:lnTo>
                  <a:cubicBezTo>
                    <a:pt x="2764" y="59081"/>
                    <a:pt x="2798" y="59116"/>
                    <a:pt x="2832" y="59116"/>
                  </a:cubicBezTo>
                  <a:cubicBezTo>
                    <a:pt x="2901" y="59116"/>
                    <a:pt x="2935" y="59081"/>
                    <a:pt x="2935" y="59047"/>
                  </a:cubicBezTo>
                  <a:lnTo>
                    <a:pt x="2935" y="58911"/>
                  </a:lnTo>
                  <a:cubicBezTo>
                    <a:pt x="2935" y="58877"/>
                    <a:pt x="2901" y="58843"/>
                    <a:pt x="2832" y="58843"/>
                  </a:cubicBezTo>
                  <a:close/>
                  <a:moveTo>
                    <a:pt x="2832" y="59389"/>
                  </a:moveTo>
                  <a:cubicBezTo>
                    <a:pt x="2798" y="59389"/>
                    <a:pt x="2764" y="59457"/>
                    <a:pt x="2764" y="59491"/>
                  </a:cubicBezTo>
                  <a:lnTo>
                    <a:pt x="2764" y="59593"/>
                  </a:lnTo>
                  <a:cubicBezTo>
                    <a:pt x="2764" y="59662"/>
                    <a:pt x="2798" y="59696"/>
                    <a:pt x="2832" y="59696"/>
                  </a:cubicBezTo>
                  <a:cubicBezTo>
                    <a:pt x="2901" y="59696"/>
                    <a:pt x="2935" y="59662"/>
                    <a:pt x="2935" y="59593"/>
                  </a:cubicBezTo>
                  <a:lnTo>
                    <a:pt x="2935" y="59491"/>
                  </a:lnTo>
                  <a:cubicBezTo>
                    <a:pt x="2935" y="59457"/>
                    <a:pt x="2901" y="59389"/>
                    <a:pt x="2832" y="59389"/>
                  </a:cubicBezTo>
                  <a:close/>
                  <a:moveTo>
                    <a:pt x="2832" y="59969"/>
                  </a:moveTo>
                  <a:cubicBezTo>
                    <a:pt x="2798" y="59969"/>
                    <a:pt x="2764" y="60003"/>
                    <a:pt x="2764" y="60071"/>
                  </a:cubicBezTo>
                  <a:lnTo>
                    <a:pt x="2764" y="60173"/>
                  </a:lnTo>
                  <a:cubicBezTo>
                    <a:pt x="2764" y="60242"/>
                    <a:pt x="2798" y="60276"/>
                    <a:pt x="2832" y="60276"/>
                  </a:cubicBezTo>
                  <a:cubicBezTo>
                    <a:pt x="2901" y="60276"/>
                    <a:pt x="2935" y="60242"/>
                    <a:pt x="2935" y="60173"/>
                  </a:cubicBezTo>
                  <a:lnTo>
                    <a:pt x="2935" y="60071"/>
                  </a:lnTo>
                  <a:cubicBezTo>
                    <a:pt x="2935" y="60003"/>
                    <a:pt x="2901" y="59969"/>
                    <a:pt x="2832" y="59969"/>
                  </a:cubicBezTo>
                  <a:close/>
                  <a:moveTo>
                    <a:pt x="2832" y="60549"/>
                  </a:moveTo>
                  <a:cubicBezTo>
                    <a:pt x="2798" y="60549"/>
                    <a:pt x="2764" y="60583"/>
                    <a:pt x="2764" y="60651"/>
                  </a:cubicBezTo>
                  <a:lnTo>
                    <a:pt x="2764" y="60753"/>
                  </a:lnTo>
                  <a:cubicBezTo>
                    <a:pt x="2764" y="60788"/>
                    <a:pt x="2798" y="60822"/>
                    <a:pt x="2832" y="60822"/>
                  </a:cubicBezTo>
                  <a:cubicBezTo>
                    <a:pt x="2901" y="60822"/>
                    <a:pt x="2935" y="60788"/>
                    <a:pt x="2935" y="60753"/>
                  </a:cubicBezTo>
                  <a:lnTo>
                    <a:pt x="2935" y="60651"/>
                  </a:lnTo>
                  <a:cubicBezTo>
                    <a:pt x="2935" y="60583"/>
                    <a:pt x="2901" y="60549"/>
                    <a:pt x="2832" y="60549"/>
                  </a:cubicBezTo>
                  <a:close/>
                  <a:moveTo>
                    <a:pt x="2832" y="61129"/>
                  </a:moveTo>
                  <a:cubicBezTo>
                    <a:pt x="2798" y="61129"/>
                    <a:pt x="2764" y="61163"/>
                    <a:pt x="2764" y="61197"/>
                  </a:cubicBezTo>
                  <a:lnTo>
                    <a:pt x="2764" y="61334"/>
                  </a:lnTo>
                  <a:cubicBezTo>
                    <a:pt x="2764" y="61368"/>
                    <a:pt x="2798" y="61402"/>
                    <a:pt x="2832" y="61402"/>
                  </a:cubicBezTo>
                  <a:cubicBezTo>
                    <a:pt x="2901" y="61402"/>
                    <a:pt x="2935" y="61368"/>
                    <a:pt x="2935" y="61334"/>
                  </a:cubicBezTo>
                  <a:lnTo>
                    <a:pt x="2935" y="61197"/>
                  </a:lnTo>
                  <a:cubicBezTo>
                    <a:pt x="2935" y="61163"/>
                    <a:pt x="2901" y="61129"/>
                    <a:pt x="2832" y="61129"/>
                  </a:cubicBezTo>
                  <a:close/>
                  <a:moveTo>
                    <a:pt x="2832" y="61709"/>
                  </a:moveTo>
                  <a:cubicBezTo>
                    <a:pt x="2798" y="61709"/>
                    <a:pt x="2764" y="61743"/>
                    <a:pt x="2764" y="61777"/>
                  </a:cubicBezTo>
                  <a:lnTo>
                    <a:pt x="2764" y="61880"/>
                  </a:lnTo>
                  <a:cubicBezTo>
                    <a:pt x="2764" y="61948"/>
                    <a:pt x="2798" y="61982"/>
                    <a:pt x="2832" y="61982"/>
                  </a:cubicBezTo>
                  <a:cubicBezTo>
                    <a:pt x="2901" y="61982"/>
                    <a:pt x="2935" y="61948"/>
                    <a:pt x="2935" y="61880"/>
                  </a:cubicBezTo>
                  <a:lnTo>
                    <a:pt x="2935" y="61777"/>
                  </a:lnTo>
                  <a:cubicBezTo>
                    <a:pt x="2935" y="61743"/>
                    <a:pt x="2901" y="61709"/>
                    <a:pt x="2832" y="61709"/>
                  </a:cubicBezTo>
                  <a:close/>
                  <a:moveTo>
                    <a:pt x="2832" y="62255"/>
                  </a:moveTo>
                  <a:cubicBezTo>
                    <a:pt x="2798" y="62255"/>
                    <a:pt x="2764" y="62289"/>
                    <a:pt x="2764" y="62357"/>
                  </a:cubicBezTo>
                  <a:lnTo>
                    <a:pt x="2764" y="62460"/>
                  </a:lnTo>
                  <a:cubicBezTo>
                    <a:pt x="2764" y="62528"/>
                    <a:pt x="2798" y="62562"/>
                    <a:pt x="2832" y="62562"/>
                  </a:cubicBezTo>
                  <a:cubicBezTo>
                    <a:pt x="2901" y="62562"/>
                    <a:pt x="2935" y="62528"/>
                    <a:pt x="2935" y="62460"/>
                  </a:cubicBezTo>
                  <a:lnTo>
                    <a:pt x="2935" y="62357"/>
                  </a:lnTo>
                  <a:cubicBezTo>
                    <a:pt x="2935" y="62289"/>
                    <a:pt x="2901" y="62255"/>
                    <a:pt x="2832" y="62255"/>
                  </a:cubicBezTo>
                  <a:close/>
                  <a:moveTo>
                    <a:pt x="2832" y="62835"/>
                  </a:moveTo>
                  <a:cubicBezTo>
                    <a:pt x="2798" y="62835"/>
                    <a:pt x="2764" y="62869"/>
                    <a:pt x="2764" y="62937"/>
                  </a:cubicBezTo>
                  <a:lnTo>
                    <a:pt x="2764" y="63040"/>
                  </a:lnTo>
                  <a:cubicBezTo>
                    <a:pt x="2764" y="63074"/>
                    <a:pt x="2798" y="63142"/>
                    <a:pt x="2832" y="63142"/>
                  </a:cubicBezTo>
                  <a:cubicBezTo>
                    <a:pt x="2901" y="63142"/>
                    <a:pt x="2935" y="63074"/>
                    <a:pt x="2935" y="63040"/>
                  </a:cubicBezTo>
                  <a:lnTo>
                    <a:pt x="2935" y="62937"/>
                  </a:lnTo>
                  <a:cubicBezTo>
                    <a:pt x="2935" y="62869"/>
                    <a:pt x="2901" y="62835"/>
                    <a:pt x="2832" y="62835"/>
                  </a:cubicBezTo>
                  <a:close/>
                  <a:moveTo>
                    <a:pt x="2832" y="63415"/>
                  </a:moveTo>
                  <a:cubicBezTo>
                    <a:pt x="2798" y="63415"/>
                    <a:pt x="2764" y="63449"/>
                    <a:pt x="2764" y="63483"/>
                  </a:cubicBezTo>
                  <a:lnTo>
                    <a:pt x="2764" y="63620"/>
                  </a:lnTo>
                  <a:cubicBezTo>
                    <a:pt x="2764" y="63654"/>
                    <a:pt x="2798" y="63688"/>
                    <a:pt x="2832" y="63688"/>
                  </a:cubicBezTo>
                  <a:cubicBezTo>
                    <a:pt x="2901" y="63688"/>
                    <a:pt x="2935" y="63654"/>
                    <a:pt x="2935" y="63620"/>
                  </a:cubicBezTo>
                  <a:lnTo>
                    <a:pt x="2935" y="63483"/>
                  </a:lnTo>
                  <a:cubicBezTo>
                    <a:pt x="2935" y="63449"/>
                    <a:pt x="2901" y="63415"/>
                    <a:pt x="2832" y="63415"/>
                  </a:cubicBezTo>
                  <a:close/>
                  <a:moveTo>
                    <a:pt x="2867" y="63995"/>
                  </a:moveTo>
                  <a:cubicBezTo>
                    <a:pt x="2798" y="63995"/>
                    <a:pt x="2764" y="64029"/>
                    <a:pt x="2764" y="64063"/>
                  </a:cubicBezTo>
                  <a:lnTo>
                    <a:pt x="2764" y="64200"/>
                  </a:lnTo>
                  <a:cubicBezTo>
                    <a:pt x="2764" y="64234"/>
                    <a:pt x="2798" y="64268"/>
                    <a:pt x="2867" y="64268"/>
                  </a:cubicBezTo>
                  <a:cubicBezTo>
                    <a:pt x="2901" y="64268"/>
                    <a:pt x="2935" y="64234"/>
                    <a:pt x="2935" y="64200"/>
                  </a:cubicBezTo>
                  <a:lnTo>
                    <a:pt x="2935" y="64063"/>
                  </a:lnTo>
                  <a:cubicBezTo>
                    <a:pt x="2935" y="64029"/>
                    <a:pt x="2901" y="63995"/>
                    <a:pt x="2867" y="63995"/>
                  </a:cubicBezTo>
                  <a:close/>
                  <a:moveTo>
                    <a:pt x="2867" y="64541"/>
                  </a:moveTo>
                  <a:cubicBezTo>
                    <a:pt x="2798" y="64541"/>
                    <a:pt x="2764" y="64609"/>
                    <a:pt x="2764" y="64643"/>
                  </a:cubicBezTo>
                  <a:lnTo>
                    <a:pt x="2764" y="64746"/>
                  </a:lnTo>
                  <a:cubicBezTo>
                    <a:pt x="2764" y="64814"/>
                    <a:pt x="2798" y="64848"/>
                    <a:pt x="2867" y="64848"/>
                  </a:cubicBezTo>
                  <a:cubicBezTo>
                    <a:pt x="2901" y="64848"/>
                    <a:pt x="2935" y="64814"/>
                    <a:pt x="2935" y="64746"/>
                  </a:cubicBezTo>
                  <a:lnTo>
                    <a:pt x="2935" y="64643"/>
                  </a:lnTo>
                  <a:cubicBezTo>
                    <a:pt x="2935" y="64609"/>
                    <a:pt x="2901" y="64541"/>
                    <a:pt x="2867" y="64541"/>
                  </a:cubicBezTo>
                  <a:close/>
                  <a:moveTo>
                    <a:pt x="2867" y="65121"/>
                  </a:moveTo>
                  <a:cubicBezTo>
                    <a:pt x="2798" y="65121"/>
                    <a:pt x="2764" y="65155"/>
                    <a:pt x="2764" y="65224"/>
                  </a:cubicBezTo>
                  <a:lnTo>
                    <a:pt x="2764" y="65326"/>
                  </a:lnTo>
                  <a:cubicBezTo>
                    <a:pt x="2764" y="65394"/>
                    <a:pt x="2798" y="65428"/>
                    <a:pt x="2867" y="65428"/>
                  </a:cubicBezTo>
                  <a:cubicBezTo>
                    <a:pt x="2901" y="65428"/>
                    <a:pt x="2935" y="65394"/>
                    <a:pt x="2935" y="65326"/>
                  </a:cubicBezTo>
                  <a:lnTo>
                    <a:pt x="2935" y="65224"/>
                  </a:lnTo>
                  <a:cubicBezTo>
                    <a:pt x="2935" y="65155"/>
                    <a:pt x="2901" y="65121"/>
                    <a:pt x="2867" y="65121"/>
                  </a:cubicBezTo>
                  <a:close/>
                  <a:moveTo>
                    <a:pt x="2867" y="65701"/>
                  </a:moveTo>
                  <a:cubicBezTo>
                    <a:pt x="2798" y="65701"/>
                    <a:pt x="2764" y="65735"/>
                    <a:pt x="2764" y="65804"/>
                  </a:cubicBezTo>
                  <a:lnTo>
                    <a:pt x="2764" y="65906"/>
                  </a:lnTo>
                  <a:cubicBezTo>
                    <a:pt x="2764" y="65940"/>
                    <a:pt x="2798" y="65974"/>
                    <a:pt x="2867" y="65974"/>
                  </a:cubicBezTo>
                  <a:cubicBezTo>
                    <a:pt x="2901" y="65974"/>
                    <a:pt x="2935" y="65940"/>
                    <a:pt x="2935" y="65906"/>
                  </a:cubicBezTo>
                  <a:lnTo>
                    <a:pt x="2935" y="65804"/>
                  </a:lnTo>
                  <a:cubicBezTo>
                    <a:pt x="2935" y="65735"/>
                    <a:pt x="2901" y="65701"/>
                    <a:pt x="2867" y="65701"/>
                  </a:cubicBezTo>
                  <a:close/>
                  <a:moveTo>
                    <a:pt x="2867" y="66281"/>
                  </a:moveTo>
                  <a:cubicBezTo>
                    <a:pt x="2798" y="66281"/>
                    <a:pt x="2764" y="66316"/>
                    <a:pt x="2764" y="66350"/>
                  </a:cubicBezTo>
                  <a:lnTo>
                    <a:pt x="2764" y="66486"/>
                  </a:lnTo>
                  <a:cubicBezTo>
                    <a:pt x="2764" y="66520"/>
                    <a:pt x="2798" y="66554"/>
                    <a:pt x="2867" y="66554"/>
                  </a:cubicBezTo>
                  <a:cubicBezTo>
                    <a:pt x="2901" y="66554"/>
                    <a:pt x="2935" y="66520"/>
                    <a:pt x="2935" y="66486"/>
                  </a:cubicBezTo>
                  <a:lnTo>
                    <a:pt x="2935" y="66350"/>
                  </a:lnTo>
                  <a:cubicBezTo>
                    <a:pt x="2935" y="66316"/>
                    <a:pt x="2901" y="66281"/>
                    <a:pt x="2867" y="66281"/>
                  </a:cubicBezTo>
                  <a:close/>
                  <a:moveTo>
                    <a:pt x="2867" y="66861"/>
                  </a:moveTo>
                  <a:cubicBezTo>
                    <a:pt x="2798" y="66861"/>
                    <a:pt x="2764" y="66896"/>
                    <a:pt x="2764" y="66930"/>
                  </a:cubicBezTo>
                  <a:lnTo>
                    <a:pt x="2764" y="67032"/>
                  </a:lnTo>
                  <a:cubicBezTo>
                    <a:pt x="2764" y="67100"/>
                    <a:pt x="2798" y="67134"/>
                    <a:pt x="2867" y="67134"/>
                  </a:cubicBezTo>
                  <a:cubicBezTo>
                    <a:pt x="2901" y="67134"/>
                    <a:pt x="2935" y="67100"/>
                    <a:pt x="2935" y="67032"/>
                  </a:cubicBezTo>
                  <a:lnTo>
                    <a:pt x="2935" y="66930"/>
                  </a:lnTo>
                  <a:cubicBezTo>
                    <a:pt x="2935" y="66896"/>
                    <a:pt x="2901" y="66861"/>
                    <a:pt x="2867" y="66861"/>
                  </a:cubicBezTo>
                  <a:close/>
                  <a:moveTo>
                    <a:pt x="2867" y="67407"/>
                  </a:moveTo>
                  <a:cubicBezTo>
                    <a:pt x="2798" y="67407"/>
                    <a:pt x="2764" y="67442"/>
                    <a:pt x="2764" y="67510"/>
                  </a:cubicBezTo>
                  <a:lnTo>
                    <a:pt x="2764" y="67612"/>
                  </a:lnTo>
                  <a:cubicBezTo>
                    <a:pt x="2764" y="67680"/>
                    <a:pt x="2798" y="67715"/>
                    <a:pt x="2867" y="67715"/>
                  </a:cubicBezTo>
                  <a:cubicBezTo>
                    <a:pt x="2901" y="67715"/>
                    <a:pt x="2935" y="67680"/>
                    <a:pt x="2935" y="67612"/>
                  </a:cubicBezTo>
                  <a:lnTo>
                    <a:pt x="2935" y="67510"/>
                  </a:lnTo>
                  <a:cubicBezTo>
                    <a:pt x="2935" y="67442"/>
                    <a:pt x="2901" y="67407"/>
                    <a:pt x="2867" y="67407"/>
                  </a:cubicBezTo>
                  <a:close/>
                  <a:moveTo>
                    <a:pt x="2867" y="67988"/>
                  </a:moveTo>
                  <a:cubicBezTo>
                    <a:pt x="2798" y="67988"/>
                    <a:pt x="2764" y="68022"/>
                    <a:pt x="2764" y="68090"/>
                  </a:cubicBezTo>
                  <a:lnTo>
                    <a:pt x="2764" y="68192"/>
                  </a:lnTo>
                  <a:cubicBezTo>
                    <a:pt x="2764" y="68226"/>
                    <a:pt x="2798" y="68295"/>
                    <a:pt x="2867" y="68295"/>
                  </a:cubicBezTo>
                  <a:cubicBezTo>
                    <a:pt x="2901" y="68295"/>
                    <a:pt x="2935" y="68226"/>
                    <a:pt x="2935" y="68192"/>
                  </a:cubicBezTo>
                  <a:lnTo>
                    <a:pt x="2935" y="68090"/>
                  </a:lnTo>
                  <a:cubicBezTo>
                    <a:pt x="2935" y="68022"/>
                    <a:pt x="2901" y="67988"/>
                    <a:pt x="2867" y="67988"/>
                  </a:cubicBezTo>
                  <a:close/>
                  <a:moveTo>
                    <a:pt x="2867" y="68568"/>
                  </a:moveTo>
                  <a:cubicBezTo>
                    <a:pt x="2798" y="68568"/>
                    <a:pt x="2764" y="68602"/>
                    <a:pt x="2764" y="68636"/>
                  </a:cubicBezTo>
                  <a:lnTo>
                    <a:pt x="2764" y="68772"/>
                  </a:lnTo>
                  <a:cubicBezTo>
                    <a:pt x="2764" y="68807"/>
                    <a:pt x="2798" y="68841"/>
                    <a:pt x="2867" y="68841"/>
                  </a:cubicBezTo>
                  <a:cubicBezTo>
                    <a:pt x="2901" y="68841"/>
                    <a:pt x="2935" y="68807"/>
                    <a:pt x="2935" y="68772"/>
                  </a:cubicBezTo>
                  <a:lnTo>
                    <a:pt x="2935" y="68636"/>
                  </a:lnTo>
                  <a:cubicBezTo>
                    <a:pt x="2935" y="68602"/>
                    <a:pt x="2901" y="68568"/>
                    <a:pt x="2867" y="68568"/>
                  </a:cubicBezTo>
                  <a:close/>
                  <a:moveTo>
                    <a:pt x="2867" y="69148"/>
                  </a:moveTo>
                  <a:cubicBezTo>
                    <a:pt x="2798" y="69148"/>
                    <a:pt x="2764" y="69182"/>
                    <a:pt x="2764" y="69216"/>
                  </a:cubicBezTo>
                  <a:lnTo>
                    <a:pt x="2764" y="69352"/>
                  </a:lnTo>
                  <a:cubicBezTo>
                    <a:pt x="2764" y="69387"/>
                    <a:pt x="2798" y="69421"/>
                    <a:pt x="2867" y="69421"/>
                  </a:cubicBezTo>
                  <a:cubicBezTo>
                    <a:pt x="2901" y="69421"/>
                    <a:pt x="2935" y="69387"/>
                    <a:pt x="2935" y="69352"/>
                  </a:cubicBezTo>
                  <a:lnTo>
                    <a:pt x="2935" y="69216"/>
                  </a:lnTo>
                  <a:cubicBezTo>
                    <a:pt x="2935" y="69182"/>
                    <a:pt x="2901" y="69148"/>
                    <a:pt x="2867" y="69148"/>
                  </a:cubicBezTo>
                  <a:close/>
                  <a:moveTo>
                    <a:pt x="2867" y="69694"/>
                  </a:moveTo>
                  <a:cubicBezTo>
                    <a:pt x="2798" y="69694"/>
                    <a:pt x="2764" y="69762"/>
                    <a:pt x="2764" y="69796"/>
                  </a:cubicBezTo>
                  <a:lnTo>
                    <a:pt x="2764" y="69898"/>
                  </a:lnTo>
                  <a:cubicBezTo>
                    <a:pt x="2764" y="69967"/>
                    <a:pt x="2798" y="70001"/>
                    <a:pt x="2867" y="70001"/>
                  </a:cubicBezTo>
                  <a:cubicBezTo>
                    <a:pt x="2901" y="70001"/>
                    <a:pt x="2935" y="69967"/>
                    <a:pt x="2935" y="69898"/>
                  </a:cubicBezTo>
                  <a:lnTo>
                    <a:pt x="2935" y="69796"/>
                  </a:lnTo>
                  <a:cubicBezTo>
                    <a:pt x="2935" y="69762"/>
                    <a:pt x="2901" y="69694"/>
                    <a:pt x="2867" y="69694"/>
                  </a:cubicBezTo>
                  <a:close/>
                  <a:moveTo>
                    <a:pt x="2867" y="70274"/>
                  </a:moveTo>
                  <a:cubicBezTo>
                    <a:pt x="2798" y="70274"/>
                    <a:pt x="2764" y="70308"/>
                    <a:pt x="2764" y="70376"/>
                  </a:cubicBezTo>
                  <a:lnTo>
                    <a:pt x="2764" y="70479"/>
                  </a:lnTo>
                  <a:cubicBezTo>
                    <a:pt x="2764" y="70513"/>
                    <a:pt x="2798" y="70581"/>
                    <a:pt x="2867" y="70581"/>
                  </a:cubicBezTo>
                  <a:cubicBezTo>
                    <a:pt x="2901" y="70581"/>
                    <a:pt x="2935" y="70513"/>
                    <a:pt x="2935" y="70479"/>
                  </a:cubicBezTo>
                  <a:lnTo>
                    <a:pt x="2935" y="70376"/>
                  </a:lnTo>
                  <a:cubicBezTo>
                    <a:pt x="2935" y="70308"/>
                    <a:pt x="2901" y="70274"/>
                    <a:pt x="2867" y="70274"/>
                  </a:cubicBezTo>
                  <a:close/>
                  <a:moveTo>
                    <a:pt x="2867" y="70854"/>
                  </a:moveTo>
                  <a:cubicBezTo>
                    <a:pt x="2798" y="70854"/>
                    <a:pt x="2764" y="70888"/>
                    <a:pt x="2764" y="70956"/>
                  </a:cubicBezTo>
                  <a:lnTo>
                    <a:pt x="2764" y="71059"/>
                  </a:lnTo>
                  <a:cubicBezTo>
                    <a:pt x="2764" y="71093"/>
                    <a:pt x="2798" y="71127"/>
                    <a:pt x="2867" y="71127"/>
                  </a:cubicBezTo>
                  <a:cubicBezTo>
                    <a:pt x="2901" y="71127"/>
                    <a:pt x="2935" y="71093"/>
                    <a:pt x="2935" y="71059"/>
                  </a:cubicBezTo>
                  <a:lnTo>
                    <a:pt x="2935" y="70956"/>
                  </a:lnTo>
                  <a:cubicBezTo>
                    <a:pt x="2935" y="70888"/>
                    <a:pt x="2901" y="70854"/>
                    <a:pt x="2867" y="70854"/>
                  </a:cubicBezTo>
                  <a:close/>
                  <a:moveTo>
                    <a:pt x="2867" y="71434"/>
                  </a:moveTo>
                  <a:cubicBezTo>
                    <a:pt x="2798" y="71434"/>
                    <a:pt x="2764" y="71468"/>
                    <a:pt x="2764" y="71502"/>
                  </a:cubicBezTo>
                  <a:lnTo>
                    <a:pt x="2764" y="71639"/>
                  </a:lnTo>
                  <a:cubicBezTo>
                    <a:pt x="2764" y="71673"/>
                    <a:pt x="2798" y="71707"/>
                    <a:pt x="2867" y="71707"/>
                  </a:cubicBezTo>
                  <a:cubicBezTo>
                    <a:pt x="2901" y="71707"/>
                    <a:pt x="2935" y="71673"/>
                    <a:pt x="2935" y="71639"/>
                  </a:cubicBezTo>
                  <a:lnTo>
                    <a:pt x="2935" y="71502"/>
                  </a:lnTo>
                  <a:cubicBezTo>
                    <a:pt x="2935" y="71468"/>
                    <a:pt x="2901" y="71434"/>
                    <a:pt x="2867" y="71434"/>
                  </a:cubicBezTo>
                  <a:close/>
                  <a:moveTo>
                    <a:pt x="2867" y="72014"/>
                  </a:moveTo>
                  <a:cubicBezTo>
                    <a:pt x="2798" y="72014"/>
                    <a:pt x="2764" y="72048"/>
                    <a:pt x="2764" y="72082"/>
                  </a:cubicBezTo>
                  <a:lnTo>
                    <a:pt x="2764" y="72185"/>
                  </a:lnTo>
                  <a:cubicBezTo>
                    <a:pt x="2764" y="72253"/>
                    <a:pt x="2798" y="72287"/>
                    <a:pt x="2867" y="72287"/>
                  </a:cubicBezTo>
                  <a:cubicBezTo>
                    <a:pt x="2901" y="72287"/>
                    <a:pt x="2935" y="72253"/>
                    <a:pt x="2935" y="72185"/>
                  </a:cubicBezTo>
                  <a:lnTo>
                    <a:pt x="2935" y="72082"/>
                  </a:lnTo>
                  <a:cubicBezTo>
                    <a:pt x="2935" y="72048"/>
                    <a:pt x="2901" y="72014"/>
                    <a:pt x="2867" y="72014"/>
                  </a:cubicBezTo>
                  <a:close/>
                  <a:moveTo>
                    <a:pt x="2867" y="72560"/>
                  </a:moveTo>
                  <a:cubicBezTo>
                    <a:pt x="2798" y="72560"/>
                    <a:pt x="2764" y="72594"/>
                    <a:pt x="2764" y="72662"/>
                  </a:cubicBezTo>
                  <a:lnTo>
                    <a:pt x="2764" y="72765"/>
                  </a:lnTo>
                  <a:cubicBezTo>
                    <a:pt x="2764" y="72833"/>
                    <a:pt x="2798" y="72867"/>
                    <a:pt x="2867" y="72867"/>
                  </a:cubicBezTo>
                  <a:cubicBezTo>
                    <a:pt x="2901" y="72867"/>
                    <a:pt x="2935" y="72833"/>
                    <a:pt x="2935" y="72765"/>
                  </a:cubicBezTo>
                  <a:lnTo>
                    <a:pt x="2935" y="72662"/>
                  </a:lnTo>
                  <a:cubicBezTo>
                    <a:pt x="2935" y="72594"/>
                    <a:pt x="2901" y="72560"/>
                    <a:pt x="2867" y="72560"/>
                  </a:cubicBezTo>
                  <a:close/>
                  <a:moveTo>
                    <a:pt x="2867" y="73140"/>
                  </a:moveTo>
                  <a:cubicBezTo>
                    <a:pt x="2798" y="73140"/>
                    <a:pt x="2764" y="73174"/>
                    <a:pt x="2764" y="73243"/>
                  </a:cubicBezTo>
                  <a:lnTo>
                    <a:pt x="2764" y="73345"/>
                  </a:lnTo>
                  <a:cubicBezTo>
                    <a:pt x="2764" y="73379"/>
                    <a:pt x="2798" y="73447"/>
                    <a:pt x="2867" y="73447"/>
                  </a:cubicBezTo>
                  <a:cubicBezTo>
                    <a:pt x="2901" y="73447"/>
                    <a:pt x="2935" y="73379"/>
                    <a:pt x="2935" y="73345"/>
                  </a:cubicBezTo>
                  <a:lnTo>
                    <a:pt x="2935" y="73243"/>
                  </a:lnTo>
                  <a:cubicBezTo>
                    <a:pt x="2935" y="73174"/>
                    <a:pt x="2901" y="73140"/>
                    <a:pt x="2867" y="73140"/>
                  </a:cubicBezTo>
                  <a:close/>
                  <a:moveTo>
                    <a:pt x="2867" y="73720"/>
                  </a:moveTo>
                  <a:cubicBezTo>
                    <a:pt x="2798" y="73720"/>
                    <a:pt x="2764" y="73754"/>
                    <a:pt x="2764" y="73788"/>
                  </a:cubicBezTo>
                  <a:lnTo>
                    <a:pt x="2764" y="73925"/>
                  </a:lnTo>
                  <a:cubicBezTo>
                    <a:pt x="2764" y="73959"/>
                    <a:pt x="2798" y="73993"/>
                    <a:pt x="2867" y="73993"/>
                  </a:cubicBezTo>
                  <a:cubicBezTo>
                    <a:pt x="2901" y="73993"/>
                    <a:pt x="2935" y="73959"/>
                    <a:pt x="2935" y="73925"/>
                  </a:cubicBezTo>
                  <a:lnTo>
                    <a:pt x="2935" y="73788"/>
                  </a:lnTo>
                  <a:cubicBezTo>
                    <a:pt x="2935" y="73754"/>
                    <a:pt x="2901" y="73720"/>
                    <a:pt x="2867" y="73720"/>
                  </a:cubicBezTo>
                  <a:close/>
                  <a:moveTo>
                    <a:pt x="2867" y="74300"/>
                  </a:moveTo>
                  <a:cubicBezTo>
                    <a:pt x="2798" y="74300"/>
                    <a:pt x="2764" y="74334"/>
                    <a:pt x="2764" y="74369"/>
                  </a:cubicBezTo>
                  <a:lnTo>
                    <a:pt x="2764" y="74505"/>
                  </a:lnTo>
                  <a:cubicBezTo>
                    <a:pt x="2764" y="74539"/>
                    <a:pt x="2798" y="74573"/>
                    <a:pt x="2867" y="74573"/>
                  </a:cubicBezTo>
                  <a:cubicBezTo>
                    <a:pt x="2901" y="74573"/>
                    <a:pt x="2935" y="74539"/>
                    <a:pt x="2935" y="74505"/>
                  </a:cubicBezTo>
                  <a:lnTo>
                    <a:pt x="2935" y="74369"/>
                  </a:lnTo>
                  <a:cubicBezTo>
                    <a:pt x="2935" y="74334"/>
                    <a:pt x="2901" y="74300"/>
                    <a:pt x="2867" y="74300"/>
                  </a:cubicBezTo>
                  <a:close/>
                  <a:moveTo>
                    <a:pt x="2867" y="74846"/>
                  </a:moveTo>
                  <a:cubicBezTo>
                    <a:pt x="2798" y="74846"/>
                    <a:pt x="2764" y="74915"/>
                    <a:pt x="2764" y="74949"/>
                  </a:cubicBezTo>
                  <a:lnTo>
                    <a:pt x="2764" y="75051"/>
                  </a:lnTo>
                  <a:cubicBezTo>
                    <a:pt x="2764" y="75119"/>
                    <a:pt x="2798" y="75153"/>
                    <a:pt x="2867" y="75153"/>
                  </a:cubicBezTo>
                  <a:cubicBezTo>
                    <a:pt x="2901" y="75153"/>
                    <a:pt x="2935" y="75119"/>
                    <a:pt x="2935" y="75051"/>
                  </a:cubicBezTo>
                  <a:lnTo>
                    <a:pt x="2935" y="74949"/>
                  </a:lnTo>
                  <a:cubicBezTo>
                    <a:pt x="2935" y="74915"/>
                    <a:pt x="2901" y="74846"/>
                    <a:pt x="2867" y="74846"/>
                  </a:cubicBezTo>
                  <a:close/>
                  <a:moveTo>
                    <a:pt x="2867" y="75426"/>
                  </a:moveTo>
                  <a:cubicBezTo>
                    <a:pt x="2798" y="75426"/>
                    <a:pt x="2764" y="75461"/>
                    <a:pt x="2764" y="75529"/>
                  </a:cubicBezTo>
                  <a:lnTo>
                    <a:pt x="2764" y="75631"/>
                  </a:lnTo>
                  <a:cubicBezTo>
                    <a:pt x="2764" y="75631"/>
                    <a:pt x="2764" y="75631"/>
                    <a:pt x="2764" y="75665"/>
                  </a:cubicBezTo>
                  <a:cubicBezTo>
                    <a:pt x="2798" y="75699"/>
                    <a:pt x="2832" y="75733"/>
                    <a:pt x="2867" y="75733"/>
                  </a:cubicBezTo>
                  <a:cubicBezTo>
                    <a:pt x="2901" y="75699"/>
                    <a:pt x="2935" y="75665"/>
                    <a:pt x="2935" y="75631"/>
                  </a:cubicBezTo>
                  <a:lnTo>
                    <a:pt x="2935" y="75529"/>
                  </a:lnTo>
                  <a:cubicBezTo>
                    <a:pt x="2935" y="75461"/>
                    <a:pt x="2901" y="75426"/>
                    <a:pt x="2867" y="75426"/>
                  </a:cubicBezTo>
                  <a:close/>
                  <a:moveTo>
                    <a:pt x="2389" y="75665"/>
                  </a:moveTo>
                  <a:lnTo>
                    <a:pt x="2286" y="75699"/>
                  </a:lnTo>
                  <a:cubicBezTo>
                    <a:pt x="2218" y="75699"/>
                    <a:pt x="2218" y="75733"/>
                    <a:pt x="2218" y="75802"/>
                  </a:cubicBezTo>
                  <a:cubicBezTo>
                    <a:pt x="2218" y="75836"/>
                    <a:pt x="2252" y="75870"/>
                    <a:pt x="2286" y="75870"/>
                  </a:cubicBezTo>
                  <a:lnTo>
                    <a:pt x="2321" y="75870"/>
                  </a:lnTo>
                  <a:lnTo>
                    <a:pt x="2423" y="75836"/>
                  </a:lnTo>
                  <a:cubicBezTo>
                    <a:pt x="2491" y="75802"/>
                    <a:pt x="2491" y="75768"/>
                    <a:pt x="2491" y="75733"/>
                  </a:cubicBezTo>
                  <a:cubicBezTo>
                    <a:pt x="2491" y="75665"/>
                    <a:pt x="2423" y="75665"/>
                    <a:pt x="2389" y="75665"/>
                  </a:cubicBezTo>
                  <a:close/>
                  <a:moveTo>
                    <a:pt x="1843" y="75802"/>
                  </a:moveTo>
                  <a:lnTo>
                    <a:pt x="1740" y="75836"/>
                  </a:lnTo>
                  <a:cubicBezTo>
                    <a:pt x="1672" y="75836"/>
                    <a:pt x="1638" y="75870"/>
                    <a:pt x="1672" y="75938"/>
                  </a:cubicBezTo>
                  <a:cubicBezTo>
                    <a:pt x="1672" y="75972"/>
                    <a:pt x="1706" y="76006"/>
                    <a:pt x="1740" y="76006"/>
                  </a:cubicBezTo>
                  <a:lnTo>
                    <a:pt x="1775" y="76006"/>
                  </a:lnTo>
                  <a:lnTo>
                    <a:pt x="1877" y="75972"/>
                  </a:lnTo>
                  <a:cubicBezTo>
                    <a:pt x="1911" y="75938"/>
                    <a:pt x="1945" y="75904"/>
                    <a:pt x="1945" y="75870"/>
                  </a:cubicBezTo>
                  <a:cubicBezTo>
                    <a:pt x="1945" y="75802"/>
                    <a:pt x="1877" y="75802"/>
                    <a:pt x="1843" y="75802"/>
                  </a:cubicBezTo>
                  <a:close/>
                  <a:moveTo>
                    <a:pt x="1297" y="75938"/>
                  </a:moveTo>
                  <a:lnTo>
                    <a:pt x="1160" y="75972"/>
                  </a:lnTo>
                  <a:cubicBezTo>
                    <a:pt x="1126" y="75972"/>
                    <a:pt x="1092" y="76006"/>
                    <a:pt x="1092" y="76075"/>
                  </a:cubicBezTo>
                  <a:cubicBezTo>
                    <a:pt x="1126" y="76109"/>
                    <a:pt x="1160" y="76143"/>
                    <a:pt x="1194" y="76143"/>
                  </a:cubicBezTo>
                  <a:lnTo>
                    <a:pt x="1331" y="76109"/>
                  </a:lnTo>
                  <a:cubicBezTo>
                    <a:pt x="1365" y="76075"/>
                    <a:pt x="1399" y="76041"/>
                    <a:pt x="1399" y="76006"/>
                  </a:cubicBezTo>
                  <a:cubicBezTo>
                    <a:pt x="1365" y="75938"/>
                    <a:pt x="1331" y="75938"/>
                    <a:pt x="1297" y="75938"/>
                  </a:cubicBezTo>
                  <a:close/>
                  <a:moveTo>
                    <a:pt x="717" y="76075"/>
                  </a:moveTo>
                  <a:lnTo>
                    <a:pt x="614" y="76109"/>
                  </a:lnTo>
                  <a:cubicBezTo>
                    <a:pt x="580" y="76109"/>
                    <a:pt x="546" y="76143"/>
                    <a:pt x="546" y="76211"/>
                  </a:cubicBezTo>
                  <a:cubicBezTo>
                    <a:pt x="546" y="76245"/>
                    <a:pt x="580" y="76279"/>
                    <a:pt x="649" y="76279"/>
                  </a:cubicBezTo>
                  <a:lnTo>
                    <a:pt x="751" y="76245"/>
                  </a:lnTo>
                  <a:cubicBezTo>
                    <a:pt x="819" y="76211"/>
                    <a:pt x="853" y="76177"/>
                    <a:pt x="819" y="76143"/>
                  </a:cubicBezTo>
                  <a:cubicBezTo>
                    <a:pt x="819" y="76075"/>
                    <a:pt x="785" y="76075"/>
                    <a:pt x="717" y="76075"/>
                  </a:cubicBezTo>
                  <a:close/>
                  <a:moveTo>
                    <a:pt x="171" y="76211"/>
                  </a:moveTo>
                  <a:lnTo>
                    <a:pt x="68" y="76245"/>
                  </a:lnTo>
                  <a:cubicBezTo>
                    <a:pt x="34" y="76245"/>
                    <a:pt x="0" y="76279"/>
                    <a:pt x="0" y="76348"/>
                  </a:cubicBezTo>
                  <a:cubicBezTo>
                    <a:pt x="0" y="76382"/>
                    <a:pt x="34" y="76416"/>
                    <a:pt x="103" y="76416"/>
                  </a:cubicBezTo>
                  <a:lnTo>
                    <a:pt x="205" y="76382"/>
                  </a:lnTo>
                  <a:cubicBezTo>
                    <a:pt x="273" y="76382"/>
                    <a:pt x="273" y="76314"/>
                    <a:pt x="273" y="76279"/>
                  </a:cubicBezTo>
                  <a:cubicBezTo>
                    <a:pt x="273" y="76211"/>
                    <a:pt x="205" y="76211"/>
                    <a:pt x="171" y="762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" name="Google Shape;1781;p45">
              <a:extLst>
                <a:ext uri="{FF2B5EF4-FFF2-40B4-BE49-F238E27FC236}">
                  <a16:creationId xmlns:a16="http://schemas.microsoft.com/office/drawing/2014/main" id="{CFACEA5A-ABC4-C9CA-62DC-187DA642FADD}"/>
                </a:ext>
              </a:extLst>
            </p:cNvPr>
            <p:cNvSpPr/>
            <p:nvPr/>
          </p:nvSpPr>
          <p:spPr>
            <a:xfrm>
              <a:off x="4082637" y="3451328"/>
              <a:ext cx="120918" cy="12948"/>
            </a:xfrm>
            <a:custGeom>
              <a:avLst/>
              <a:gdLst/>
              <a:ahLst/>
              <a:cxnLst/>
              <a:rect l="l" t="t" r="r" b="b"/>
              <a:pathLst>
                <a:path w="5426" h="581" extrusionOk="0">
                  <a:moveTo>
                    <a:pt x="103" y="1"/>
                  </a:moveTo>
                  <a:cubicBezTo>
                    <a:pt x="34" y="1"/>
                    <a:pt x="0" y="35"/>
                    <a:pt x="0" y="103"/>
                  </a:cubicBezTo>
                  <a:cubicBezTo>
                    <a:pt x="0" y="137"/>
                    <a:pt x="34" y="171"/>
                    <a:pt x="69" y="171"/>
                  </a:cubicBezTo>
                  <a:lnTo>
                    <a:pt x="205" y="171"/>
                  </a:lnTo>
                  <a:cubicBezTo>
                    <a:pt x="239" y="171"/>
                    <a:pt x="273" y="137"/>
                    <a:pt x="307" y="103"/>
                  </a:cubicBezTo>
                  <a:cubicBezTo>
                    <a:pt x="307" y="69"/>
                    <a:pt x="273" y="35"/>
                    <a:pt x="205" y="1"/>
                  </a:cubicBezTo>
                  <a:close/>
                  <a:moveTo>
                    <a:pt x="683" y="35"/>
                  </a:moveTo>
                  <a:cubicBezTo>
                    <a:pt x="614" y="35"/>
                    <a:pt x="580" y="69"/>
                    <a:pt x="580" y="137"/>
                  </a:cubicBezTo>
                  <a:cubicBezTo>
                    <a:pt x="580" y="171"/>
                    <a:pt x="614" y="206"/>
                    <a:pt x="649" y="206"/>
                  </a:cubicBezTo>
                  <a:lnTo>
                    <a:pt x="785" y="240"/>
                  </a:lnTo>
                  <a:cubicBezTo>
                    <a:pt x="819" y="240"/>
                    <a:pt x="853" y="206"/>
                    <a:pt x="853" y="137"/>
                  </a:cubicBezTo>
                  <a:cubicBezTo>
                    <a:pt x="853" y="103"/>
                    <a:pt x="819" y="69"/>
                    <a:pt x="785" y="69"/>
                  </a:cubicBezTo>
                  <a:lnTo>
                    <a:pt x="683" y="35"/>
                  </a:lnTo>
                  <a:close/>
                  <a:moveTo>
                    <a:pt x="1209" y="94"/>
                  </a:moveTo>
                  <a:cubicBezTo>
                    <a:pt x="1183" y="94"/>
                    <a:pt x="1160" y="144"/>
                    <a:pt x="1160" y="171"/>
                  </a:cubicBezTo>
                  <a:cubicBezTo>
                    <a:pt x="1160" y="206"/>
                    <a:pt x="1195" y="274"/>
                    <a:pt x="1229" y="274"/>
                  </a:cubicBezTo>
                  <a:lnTo>
                    <a:pt x="1331" y="274"/>
                  </a:lnTo>
                  <a:cubicBezTo>
                    <a:pt x="1399" y="274"/>
                    <a:pt x="1433" y="240"/>
                    <a:pt x="1433" y="206"/>
                  </a:cubicBezTo>
                  <a:cubicBezTo>
                    <a:pt x="1433" y="137"/>
                    <a:pt x="1399" y="103"/>
                    <a:pt x="1365" y="103"/>
                  </a:cubicBezTo>
                  <a:lnTo>
                    <a:pt x="1229" y="103"/>
                  </a:lnTo>
                  <a:cubicBezTo>
                    <a:pt x="1222" y="97"/>
                    <a:pt x="1216" y="94"/>
                    <a:pt x="1209" y="94"/>
                  </a:cubicBezTo>
                  <a:close/>
                  <a:moveTo>
                    <a:pt x="1809" y="137"/>
                  </a:moveTo>
                  <a:cubicBezTo>
                    <a:pt x="1775" y="137"/>
                    <a:pt x="1706" y="171"/>
                    <a:pt x="1706" y="206"/>
                  </a:cubicBezTo>
                  <a:cubicBezTo>
                    <a:pt x="1706" y="274"/>
                    <a:pt x="1741" y="308"/>
                    <a:pt x="1809" y="308"/>
                  </a:cubicBezTo>
                  <a:lnTo>
                    <a:pt x="1911" y="308"/>
                  </a:lnTo>
                  <a:cubicBezTo>
                    <a:pt x="1979" y="308"/>
                    <a:pt x="2014" y="274"/>
                    <a:pt x="2014" y="240"/>
                  </a:cubicBezTo>
                  <a:cubicBezTo>
                    <a:pt x="2014" y="206"/>
                    <a:pt x="1979" y="137"/>
                    <a:pt x="1911" y="137"/>
                  </a:cubicBezTo>
                  <a:close/>
                  <a:moveTo>
                    <a:pt x="2389" y="171"/>
                  </a:moveTo>
                  <a:cubicBezTo>
                    <a:pt x="2321" y="171"/>
                    <a:pt x="2287" y="206"/>
                    <a:pt x="2287" y="274"/>
                  </a:cubicBezTo>
                  <a:cubicBezTo>
                    <a:pt x="2287" y="308"/>
                    <a:pt x="2321" y="342"/>
                    <a:pt x="2355" y="342"/>
                  </a:cubicBezTo>
                  <a:lnTo>
                    <a:pt x="2491" y="376"/>
                  </a:lnTo>
                  <a:cubicBezTo>
                    <a:pt x="2525" y="376"/>
                    <a:pt x="2559" y="342"/>
                    <a:pt x="2559" y="274"/>
                  </a:cubicBezTo>
                  <a:cubicBezTo>
                    <a:pt x="2594" y="240"/>
                    <a:pt x="2559" y="206"/>
                    <a:pt x="2491" y="171"/>
                  </a:cubicBezTo>
                  <a:close/>
                  <a:moveTo>
                    <a:pt x="2908" y="226"/>
                  </a:moveTo>
                  <a:cubicBezTo>
                    <a:pt x="2885" y="226"/>
                    <a:pt x="2867" y="258"/>
                    <a:pt x="2867" y="308"/>
                  </a:cubicBezTo>
                  <a:cubicBezTo>
                    <a:pt x="2867" y="342"/>
                    <a:pt x="2901" y="376"/>
                    <a:pt x="2935" y="410"/>
                  </a:cubicBezTo>
                  <a:lnTo>
                    <a:pt x="3071" y="410"/>
                  </a:lnTo>
                  <a:cubicBezTo>
                    <a:pt x="3105" y="410"/>
                    <a:pt x="3140" y="376"/>
                    <a:pt x="3140" y="308"/>
                  </a:cubicBezTo>
                  <a:cubicBezTo>
                    <a:pt x="3140" y="274"/>
                    <a:pt x="3105" y="240"/>
                    <a:pt x="3071" y="240"/>
                  </a:cubicBezTo>
                  <a:lnTo>
                    <a:pt x="2935" y="240"/>
                  </a:lnTo>
                  <a:cubicBezTo>
                    <a:pt x="2926" y="231"/>
                    <a:pt x="2917" y="226"/>
                    <a:pt x="2908" y="226"/>
                  </a:cubicBezTo>
                  <a:close/>
                  <a:moveTo>
                    <a:pt x="3515" y="274"/>
                  </a:moveTo>
                  <a:cubicBezTo>
                    <a:pt x="3481" y="274"/>
                    <a:pt x="3447" y="308"/>
                    <a:pt x="3447" y="342"/>
                  </a:cubicBezTo>
                  <a:cubicBezTo>
                    <a:pt x="3413" y="376"/>
                    <a:pt x="3447" y="444"/>
                    <a:pt x="3515" y="444"/>
                  </a:cubicBezTo>
                  <a:lnTo>
                    <a:pt x="3617" y="444"/>
                  </a:lnTo>
                  <a:cubicBezTo>
                    <a:pt x="3686" y="444"/>
                    <a:pt x="3720" y="410"/>
                    <a:pt x="3720" y="376"/>
                  </a:cubicBezTo>
                  <a:cubicBezTo>
                    <a:pt x="3720" y="308"/>
                    <a:pt x="3686" y="274"/>
                    <a:pt x="3651" y="274"/>
                  </a:cubicBezTo>
                  <a:close/>
                  <a:moveTo>
                    <a:pt x="4095" y="308"/>
                  </a:moveTo>
                  <a:cubicBezTo>
                    <a:pt x="4027" y="308"/>
                    <a:pt x="3993" y="342"/>
                    <a:pt x="3993" y="376"/>
                  </a:cubicBezTo>
                  <a:cubicBezTo>
                    <a:pt x="3993" y="444"/>
                    <a:pt x="4027" y="479"/>
                    <a:pt x="4095" y="479"/>
                  </a:cubicBezTo>
                  <a:lnTo>
                    <a:pt x="4197" y="479"/>
                  </a:lnTo>
                  <a:cubicBezTo>
                    <a:pt x="4232" y="479"/>
                    <a:pt x="4300" y="444"/>
                    <a:pt x="4300" y="410"/>
                  </a:cubicBezTo>
                  <a:cubicBezTo>
                    <a:pt x="4300" y="376"/>
                    <a:pt x="4266" y="308"/>
                    <a:pt x="4197" y="308"/>
                  </a:cubicBezTo>
                  <a:close/>
                  <a:moveTo>
                    <a:pt x="4675" y="342"/>
                  </a:moveTo>
                  <a:cubicBezTo>
                    <a:pt x="4607" y="342"/>
                    <a:pt x="4573" y="376"/>
                    <a:pt x="4573" y="444"/>
                  </a:cubicBezTo>
                  <a:cubicBezTo>
                    <a:pt x="4573" y="479"/>
                    <a:pt x="4607" y="513"/>
                    <a:pt x="4641" y="513"/>
                  </a:cubicBezTo>
                  <a:lnTo>
                    <a:pt x="4777" y="547"/>
                  </a:lnTo>
                  <a:cubicBezTo>
                    <a:pt x="4812" y="547"/>
                    <a:pt x="4846" y="513"/>
                    <a:pt x="4846" y="444"/>
                  </a:cubicBezTo>
                  <a:cubicBezTo>
                    <a:pt x="4846" y="410"/>
                    <a:pt x="4812" y="376"/>
                    <a:pt x="4777" y="376"/>
                  </a:cubicBezTo>
                  <a:lnTo>
                    <a:pt x="4675" y="342"/>
                  </a:lnTo>
                  <a:close/>
                  <a:moveTo>
                    <a:pt x="5194" y="397"/>
                  </a:moveTo>
                  <a:cubicBezTo>
                    <a:pt x="5171" y="397"/>
                    <a:pt x="5153" y="429"/>
                    <a:pt x="5153" y="479"/>
                  </a:cubicBezTo>
                  <a:cubicBezTo>
                    <a:pt x="5153" y="513"/>
                    <a:pt x="5187" y="547"/>
                    <a:pt x="5221" y="581"/>
                  </a:cubicBezTo>
                  <a:lnTo>
                    <a:pt x="5358" y="581"/>
                  </a:lnTo>
                  <a:cubicBezTo>
                    <a:pt x="5392" y="581"/>
                    <a:pt x="5426" y="547"/>
                    <a:pt x="5426" y="479"/>
                  </a:cubicBezTo>
                  <a:cubicBezTo>
                    <a:pt x="5426" y="444"/>
                    <a:pt x="5392" y="410"/>
                    <a:pt x="5358" y="410"/>
                  </a:cubicBezTo>
                  <a:lnTo>
                    <a:pt x="5221" y="410"/>
                  </a:lnTo>
                  <a:cubicBezTo>
                    <a:pt x="5212" y="401"/>
                    <a:pt x="5203" y="397"/>
                    <a:pt x="5194" y="39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" name="Google Shape;1782;p45">
              <a:extLst>
                <a:ext uri="{FF2B5EF4-FFF2-40B4-BE49-F238E27FC236}">
                  <a16:creationId xmlns:a16="http://schemas.microsoft.com/office/drawing/2014/main" id="{1E25E7A3-0F1F-EA56-0ECC-870A412AFDE5}"/>
                </a:ext>
              </a:extLst>
            </p:cNvPr>
            <p:cNvSpPr/>
            <p:nvPr/>
          </p:nvSpPr>
          <p:spPr>
            <a:xfrm>
              <a:off x="4074258" y="1778839"/>
              <a:ext cx="120941" cy="15533"/>
            </a:xfrm>
            <a:custGeom>
              <a:avLst/>
              <a:gdLst/>
              <a:ahLst/>
              <a:cxnLst/>
              <a:rect l="l" t="t" r="r" b="b"/>
              <a:pathLst>
                <a:path w="5427" h="697" extrusionOk="0">
                  <a:moveTo>
                    <a:pt x="5372" y="1"/>
                  </a:moveTo>
                  <a:cubicBezTo>
                    <a:pt x="5358" y="1"/>
                    <a:pt x="5342" y="5"/>
                    <a:pt x="5324" y="14"/>
                  </a:cubicBezTo>
                  <a:lnTo>
                    <a:pt x="5222" y="14"/>
                  </a:lnTo>
                  <a:cubicBezTo>
                    <a:pt x="5188" y="14"/>
                    <a:pt x="5153" y="48"/>
                    <a:pt x="5153" y="117"/>
                  </a:cubicBezTo>
                  <a:cubicBezTo>
                    <a:pt x="5153" y="151"/>
                    <a:pt x="5188" y="185"/>
                    <a:pt x="5222" y="185"/>
                  </a:cubicBezTo>
                  <a:lnTo>
                    <a:pt x="5358" y="185"/>
                  </a:lnTo>
                  <a:cubicBezTo>
                    <a:pt x="5392" y="151"/>
                    <a:pt x="5426" y="117"/>
                    <a:pt x="5426" y="82"/>
                  </a:cubicBezTo>
                  <a:cubicBezTo>
                    <a:pt x="5426" y="32"/>
                    <a:pt x="5408" y="1"/>
                    <a:pt x="5372" y="1"/>
                  </a:cubicBezTo>
                  <a:close/>
                  <a:moveTo>
                    <a:pt x="4778" y="48"/>
                  </a:moveTo>
                  <a:lnTo>
                    <a:pt x="4642" y="82"/>
                  </a:lnTo>
                  <a:cubicBezTo>
                    <a:pt x="4608" y="82"/>
                    <a:pt x="4573" y="117"/>
                    <a:pt x="4573" y="151"/>
                  </a:cubicBezTo>
                  <a:cubicBezTo>
                    <a:pt x="4573" y="219"/>
                    <a:pt x="4608" y="253"/>
                    <a:pt x="4676" y="253"/>
                  </a:cubicBezTo>
                  <a:lnTo>
                    <a:pt x="4778" y="219"/>
                  </a:lnTo>
                  <a:cubicBezTo>
                    <a:pt x="4846" y="219"/>
                    <a:pt x="4881" y="185"/>
                    <a:pt x="4846" y="151"/>
                  </a:cubicBezTo>
                  <a:cubicBezTo>
                    <a:pt x="4846" y="82"/>
                    <a:pt x="4812" y="48"/>
                    <a:pt x="4778" y="48"/>
                  </a:cubicBezTo>
                  <a:close/>
                  <a:moveTo>
                    <a:pt x="4096" y="117"/>
                  </a:moveTo>
                  <a:cubicBezTo>
                    <a:pt x="4027" y="151"/>
                    <a:pt x="3993" y="185"/>
                    <a:pt x="3993" y="219"/>
                  </a:cubicBezTo>
                  <a:cubicBezTo>
                    <a:pt x="3993" y="253"/>
                    <a:pt x="4062" y="287"/>
                    <a:pt x="4096" y="287"/>
                  </a:cubicBezTo>
                  <a:lnTo>
                    <a:pt x="4198" y="287"/>
                  </a:lnTo>
                  <a:cubicBezTo>
                    <a:pt x="4266" y="287"/>
                    <a:pt x="4300" y="253"/>
                    <a:pt x="4300" y="185"/>
                  </a:cubicBezTo>
                  <a:cubicBezTo>
                    <a:pt x="4300" y="151"/>
                    <a:pt x="4232" y="117"/>
                    <a:pt x="4198" y="117"/>
                  </a:cubicBezTo>
                  <a:close/>
                  <a:moveTo>
                    <a:pt x="3516" y="185"/>
                  </a:moveTo>
                  <a:cubicBezTo>
                    <a:pt x="3481" y="185"/>
                    <a:pt x="3447" y="219"/>
                    <a:pt x="3447" y="287"/>
                  </a:cubicBezTo>
                  <a:cubicBezTo>
                    <a:pt x="3447" y="321"/>
                    <a:pt x="3481" y="355"/>
                    <a:pt x="3516" y="355"/>
                  </a:cubicBezTo>
                  <a:lnTo>
                    <a:pt x="3652" y="355"/>
                  </a:lnTo>
                  <a:cubicBezTo>
                    <a:pt x="3686" y="355"/>
                    <a:pt x="3720" y="287"/>
                    <a:pt x="3720" y="253"/>
                  </a:cubicBezTo>
                  <a:cubicBezTo>
                    <a:pt x="3720" y="219"/>
                    <a:pt x="3686" y="185"/>
                    <a:pt x="3618" y="185"/>
                  </a:cubicBezTo>
                  <a:close/>
                  <a:moveTo>
                    <a:pt x="3099" y="240"/>
                  </a:moveTo>
                  <a:cubicBezTo>
                    <a:pt x="3090" y="240"/>
                    <a:pt x="3081" y="244"/>
                    <a:pt x="3072" y="253"/>
                  </a:cubicBezTo>
                  <a:lnTo>
                    <a:pt x="2935" y="253"/>
                  </a:lnTo>
                  <a:cubicBezTo>
                    <a:pt x="2901" y="253"/>
                    <a:pt x="2867" y="287"/>
                    <a:pt x="2867" y="355"/>
                  </a:cubicBezTo>
                  <a:cubicBezTo>
                    <a:pt x="2867" y="390"/>
                    <a:pt x="2901" y="424"/>
                    <a:pt x="2935" y="424"/>
                  </a:cubicBezTo>
                  <a:lnTo>
                    <a:pt x="3072" y="424"/>
                  </a:lnTo>
                  <a:cubicBezTo>
                    <a:pt x="3106" y="390"/>
                    <a:pt x="3140" y="355"/>
                    <a:pt x="3140" y="321"/>
                  </a:cubicBezTo>
                  <a:cubicBezTo>
                    <a:pt x="3140" y="271"/>
                    <a:pt x="3122" y="240"/>
                    <a:pt x="3099" y="240"/>
                  </a:cubicBezTo>
                  <a:close/>
                  <a:moveTo>
                    <a:pt x="2492" y="287"/>
                  </a:moveTo>
                  <a:lnTo>
                    <a:pt x="2390" y="321"/>
                  </a:lnTo>
                  <a:cubicBezTo>
                    <a:pt x="2321" y="321"/>
                    <a:pt x="2287" y="355"/>
                    <a:pt x="2287" y="390"/>
                  </a:cubicBezTo>
                  <a:cubicBezTo>
                    <a:pt x="2287" y="458"/>
                    <a:pt x="2355" y="492"/>
                    <a:pt x="2390" y="492"/>
                  </a:cubicBezTo>
                  <a:lnTo>
                    <a:pt x="2492" y="458"/>
                  </a:lnTo>
                  <a:cubicBezTo>
                    <a:pt x="2560" y="458"/>
                    <a:pt x="2594" y="424"/>
                    <a:pt x="2594" y="355"/>
                  </a:cubicBezTo>
                  <a:cubicBezTo>
                    <a:pt x="2560" y="321"/>
                    <a:pt x="2526" y="287"/>
                    <a:pt x="2492" y="287"/>
                  </a:cubicBezTo>
                  <a:close/>
                  <a:moveTo>
                    <a:pt x="1809" y="355"/>
                  </a:moveTo>
                  <a:cubicBezTo>
                    <a:pt x="1741" y="355"/>
                    <a:pt x="1707" y="424"/>
                    <a:pt x="1741" y="458"/>
                  </a:cubicBezTo>
                  <a:cubicBezTo>
                    <a:pt x="1741" y="492"/>
                    <a:pt x="1775" y="526"/>
                    <a:pt x="1809" y="526"/>
                  </a:cubicBezTo>
                  <a:lnTo>
                    <a:pt x="1946" y="526"/>
                  </a:lnTo>
                  <a:cubicBezTo>
                    <a:pt x="1980" y="526"/>
                    <a:pt x="2014" y="492"/>
                    <a:pt x="2014" y="424"/>
                  </a:cubicBezTo>
                  <a:cubicBezTo>
                    <a:pt x="2014" y="390"/>
                    <a:pt x="1980" y="355"/>
                    <a:pt x="1912" y="355"/>
                  </a:cubicBezTo>
                  <a:close/>
                  <a:moveTo>
                    <a:pt x="1229" y="424"/>
                  </a:moveTo>
                  <a:cubicBezTo>
                    <a:pt x="1195" y="424"/>
                    <a:pt x="1161" y="458"/>
                    <a:pt x="1161" y="526"/>
                  </a:cubicBezTo>
                  <a:cubicBezTo>
                    <a:pt x="1161" y="560"/>
                    <a:pt x="1195" y="594"/>
                    <a:pt x="1229" y="594"/>
                  </a:cubicBezTo>
                  <a:lnTo>
                    <a:pt x="1366" y="594"/>
                  </a:lnTo>
                  <a:cubicBezTo>
                    <a:pt x="1400" y="594"/>
                    <a:pt x="1434" y="526"/>
                    <a:pt x="1434" y="492"/>
                  </a:cubicBezTo>
                  <a:cubicBezTo>
                    <a:pt x="1434" y="458"/>
                    <a:pt x="1400" y="424"/>
                    <a:pt x="1332" y="424"/>
                  </a:cubicBezTo>
                  <a:close/>
                  <a:moveTo>
                    <a:pt x="786" y="458"/>
                  </a:moveTo>
                  <a:lnTo>
                    <a:pt x="649" y="492"/>
                  </a:lnTo>
                  <a:cubicBezTo>
                    <a:pt x="615" y="492"/>
                    <a:pt x="581" y="526"/>
                    <a:pt x="581" y="594"/>
                  </a:cubicBezTo>
                  <a:cubicBezTo>
                    <a:pt x="581" y="628"/>
                    <a:pt x="615" y="663"/>
                    <a:pt x="683" y="663"/>
                  </a:cubicBezTo>
                  <a:lnTo>
                    <a:pt x="786" y="628"/>
                  </a:lnTo>
                  <a:cubicBezTo>
                    <a:pt x="854" y="628"/>
                    <a:pt x="888" y="594"/>
                    <a:pt x="888" y="560"/>
                  </a:cubicBezTo>
                  <a:cubicBezTo>
                    <a:pt x="854" y="492"/>
                    <a:pt x="820" y="458"/>
                    <a:pt x="786" y="458"/>
                  </a:cubicBezTo>
                  <a:close/>
                  <a:moveTo>
                    <a:pt x="103" y="526"/>
                  </a:moveTo>
                  <a:cubicBezTo>
                    <a:pt x="35" y="560"/>
                    <a:pt x="1" y="594"/>
                    <a:pt x="35" y="628"/>
                  </a:cubicBezTo>
                  <a:cubicBezTo>
                    <a:pt x="35" y="697"/>
                    <a:pt x="69" y="697"/>
                    <a:pt x="103" y="697"/>
                  </a:cubicBezTo>
                  <a:lnTo>
                    <a:pt x="240" y="697"/>
                  </a:lnTo>
                  <a:cubicBezTo>
                    <a:pt x="274" y="697"/>
                    <a:pt x="308" y="663"/>
                    <a:pt x="308" y="594"/>
                  </a:cubicBezTo>
                  <a:cubicBezTo>
                    <a:pt x="308" y="560"/>
                    <a:pt x="274" y="526"/>
                    <a:pt x="206" y="52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" name="Google Shape;1783;p45">
              <a:extLst>
                <a:ext uri="{FF2B5EF4-FFF2-40B4-BE49-F238E27FC236}">
                  <a16:creationId xmlns:a16="http://schemas.microsoft.com/office/drawing/2014/main" id="{3BE17204-1A65-8983-1267-2D0EF475190F}"/>
                </a:ext>
              </a:extLst>
            </p:cNvPr>
            <p:cNvSpPr/>
            <p:nvPr/>
          </p:nvSpPr>
          <p:spPr>
            <a:xfrm>
              <a:off x="525327" y="3439940"/>
              <a:ext cx="4176320" cy="260846"/>
            </a:xfrm>
            <a:custGeom>
              <a:avLst/>
              <a:gdLst/>
              <a:ahLst/>
              <a:cxnLst/>
              <a:rect l="l" t="t" r="r" b="b"/>
              <a:pathLst>
                <a:path w="187405" h="11705" extrusionOk="0">
                  <a:moveTo>
                    <a:pt x="81691" y="0"/>
                  </a:moveTo>
                  <a:cubicBezTo>
                    <a:pt x="81657" y="34"/>
                    <a:pt x="81623" y="68"/>
                    <a:pt x="81623" y="102"/>
                  </a:cubicBezTo>
                  <a:cubicBezTo>
                    <a:pt x="81623" y="137"/>
                    <a:pt x="81657" y="171"/>
                    <a:pt x="81725" y="171"/>
                  </a:cubicBezTo>
                  <a:lnTo>
                    <a:pt x="81828" y="171"/>
                  </a:lnTo>
                  <a:cubicBezTo>
                    <a:pt x="81896" y="171"/>
                    <a:pt x="81930" y="102"/>
                    <a:pt x="81896" y="68"/>
                  </a:cubicBezTo>
                  <a:cubicBezTo>
                    <a:pt x="81896" y="34"/>
                    <a:pt x="81862" y="0"/>
                    <a:pt x="81828" y="0"/>
                  </a:cubicBezTo>
                  <a:close/>
                  <a:moveTo>
                    <a:pt x="82271" y="34"/>
                  </a:moveTo>
                  <a:cubicBezTo>
                    <a:pt x="82237" y="34"/>
                    <a:pt x="82203" y="68"/>
                    <a:pt x="82203" y="102"/>
                  </a:cubicBezTo>
                  <a:cubicBezTo>
                    <a:pt x="82203" y="137"/>
                    <a:pt x="82237" y="205"/>
                    <a:pt x="82271" y="205"/>
                  </a:cubicBezTo>
                  <a:lnTo>
                    <a:pt x="82408" y="205"/>
                  </a:lnTo>
                  <a:cubicBezTo>
                    <a:pt x="82442" y="205"/>
                    <a:pt x="82476" y="171"/>
                    <a:pt x="82476" y="137"/>
                  </a:cubicBezTo>
                  <a:cubicBezTo>
                    <a:pt x="82476" y="68"/>
                    <a:pt x="82442" y="34"/>
                    <a:pt x="82408" y="34"/>
                  </a:cubicBezTo>
                  <a:close/>
                  <a:moveTo>
                    <a:pt x="81248" y="68"/>
                  </a:moveTo>
                  <a:lnTo>
                    <a:pt x="81145" y="102"/>
                  </a:lnTo>
                  <a:cubicBezTo>
                    <a:pt x="81077" y="102"/>
                    <a:pt x="81043" y="137"/>
                    <a:pt x="81043" y="205"/>
                  </a:cubicBezTo>
                  <a:cubicBezTo>
                    <a:pt x="81077" y="239"/>
                    <a:pt x="81111" y="273"/>
                    <a:pt x="81145" y="273"/>
                  </a:cubicBezTo>
                  <a:lnTo>
                    <a:pt x="81282" y="239"/>
                  </a:lnTo>
                  <a:cubicBezTo>
                    <a:pt x="81316" y="239"/>
                    <a:pt x="81350" y="205"/>
                    <a:pt x="81350" y="137"/>
                  </a:cubicBezTo>
                  <a:cubicBezTo>
                    <a:pt x="81350" y="102"/>
                    <a:pt x="81282" y="68"/>
                    <a:pt x="81248" y="68"/>
                  </a:cubicBezTo>
                  <a:close/>
                  <a:moveTo>
                    <a:pt x="82851" y="68"/>
                  </a:moveTo>
                  <a:cubicBezTo>
                    <a:pt x="82817" y="68"/>
                    <a:pt x="82783" y="102"/>
                    <a:pt x="82749" y="137"/>
                  </a:cubicBezTo>
                  <a:cubicBezTo>
                    <a:pt x="82749" y="205"/>
                    <a:pt x="82783" y="239"/>
                    <a:pt x="82851" y="239"/>
                  </a:cubicBezTo>
                  <a:lnTo>
                    <a:pt x="82954" y="273"/>
                  </a:lnTo>
                  <a:cubicBezTo>
                    <a:pt x="83022" y="273"/>
                    <a:pt x="83056" y="239"/>
                    <a:pt x="83056" y="171"/>
                  </a:cubicBezTo>
                  <a:cubicBezTo>
                    <a:pt x="83056" y="137"/>
                    <a:pt x="83022" y="102"/>
                    <a:pt x="82954" y="68"/>
                  </a:cubicBezTo>
                  <a:close/>
                  <a:moveTo>
                    <a:pt x="83396" y="127"/>
                  </a:moveTo>
                  <a:cubicBezTo>
                    <a:pt x="83352" y="127"/>
                    <a:pt x="83329" y="177"/>
                    <a:pt x="83329" y="205"/>
                  </a:cubicBezTo>
                  <a:cubicBezTo>
                    <a:pt x="83329" y="239"/>
                    <a:pt x="83363" y="307"/>
                    <a:pt x="83397" y="307"/>
                  </a:cubicBezTo>
                  <a:lnTo>
                    <a:pt x="83534" y="307"/>
                  </a:lnTo>
                  <a:cubicBezTo>
                    <a:pt x="83568" y="307"/>
                    <a:pt x="83602" y="273"/>
                    <a:pt x="83602" y="239"/>
                  </a:cubicBezTo>
                  <a:cubicBezTo>
                    <a:pt x="83636" y="171"/>
                    <a:pt x="83602" y="137"/>
                    <a:pt x="83534" y="137"/>
                  </a:cubicBezTo>
                  <a:lnTo>
                    <a:pt x="83432" y="137"/>
                  </a:lnTo>
                  <a:cubicBezTo>
                    <a:pt x="83419" y="130"/>
                    <a:pt x="83407" y="127"/>
                    <a:pt x="83396" y="127"/>
                  </a:cubicBezTo>
                  <a:close/>
                  <a:moveTo>
                    <a:pt x="80715" y="157"/>
                  </a:moveTo>
                  <a:cubicBezTo>
                    <a:pt x="80702" y="157"/>
                    <a:pt x="80686" y="162"/>
                    <a:pt x="80668" y="171"/>
                  </a:cubicBezTo>
                  <a:lnTo>
                    <a:pt x="80565" y="171"/>
                  </a:lnTo>
                  <a:cubicBezTo>
                    <a:pt x="80531" y="171"/>
                    <a:pt x="80497" y="239"/>
                    <a:pt x="80497" y="273"/>
                  </a:cubicBezTo>
                  <a:cubicBezTo>
                    <a:pt x="80497" y="307"/>
                    <a:pt x="80531" y="341"/>
                    <a:pt x="80565" y="341"/>
                  </a:cubicBezTo>
                  <a:lnTo>
                    <a:pt x="80702" y="341"/>
                  </a:lnTo>
                  <a:cubicBezTo>
                    <a:pt x="80736" y="307"/>
                    <a:pt x="80770" y="273"/>
                    <a:pt x="80770" y="239"/>
                  </a:cubicBezTo>
                  <a:cubicBezTo>
                    <a:pt x="80770" y="189"/>
                    <a:pt x="80752" y="157"/>
                    <a:pt x="80715" y="157"/>
                  </a:cubicBezTo>
                  <a:close/>
                  <a:moveTo>
                    <a:pt x="84012" y="171"/>
                  </a:moveTo>
                  <a:cubicBezTo>
                    <a:pt x="83943" y="171"/>
                    <a:pt x="83909" y="205"/>
                    <a:pt x="83909" y="239"/>
                  </a:cubicBezTo>
                  <a:cubicBezTo>
                    <a:pt x="83909" y="307"/>
                    <a:pt x="83943" y="341"/>
                    <a:pt x="83978" y="341"/>
                  </a:cubicBezTo>
                  <a:lnTo>
                    <a:pt x="84080" y="341"/>
                  </a:lnTo>
                  <a:cubicBezTo>
                    <a:pt x="84114" y="375"/>
                    <a:pt x="84114" y="375"/>
                    <a:pt x="84114" y="375"/>
                  </a:cubicBezTo>
                  <a:cubicBezTo>
                    <a:pt x="84148" y="375"/>
                    <a:pt x="84182" y="341"/>
                    <a:pt x="84182" y="273"/>
                  </a:cubicBezTo>
                  <a:cubicBezTo>
                    <a:pt x="84182" y="239"/>
                    <a:pt x="84148" y="205"/>
                    <a:pt x="84114" y="171"/>
                  </a:cubicBezTo>
                  <a:close/>
                  <a:moveTo>
                    <a:pt x="79985" y="239"/>
                  </a:moveTo>
                  <a:cubicBezTo>
                    <a:pt x="79951" y="273"/>
                    <a:pt x="79917" y="307"/>
                    <a:pt x="79917" y="341"/>
                  </a:cubicBezTo>
                  <a:cubicBezTo>
                    <a:pt x="79917" y="410"/>
                    <a:pt x="79951" y="410"/>
                    <a:pt x="80019" y="410"/>
                  </a:cubicBezTo>
                  <a:lnTo>
                    <a:pt x="80122" y="410"/>
                  </a:lnTo>
                  <a:cubicBezTo>
                    <a:pt x="80190" y="410"/>
                    <a:pt x="80224" y="341"/>
                    <a:pt x="80224" y="307"/>
                  </a:cubicBezTo>
                  <a:cubicBezTo>
                    <a:pt x="80190" y="273"/>
                    <a:pt x="80156" y="239"/>
                    <a:pt x="80122" y="239"/>
                  </a:cubicBezTo>
                  <a:close/>
                  <a:moveTo>
                    <a:pt x="84558" y="239"/>
                  </a:moveTo>
                  <a:cubicBezTo>
                    <a:pt x="84523" y="239"/>
                    <a:pt x="84489" y="273"/>
                    <a:pt x="84489" y="307"/>
                  </a:cubicBezTo>
                  <a:cubicBezTo>
                    <a:pt x="84455" y="341"/>
                    <a:pt x="84489" y="410"/>
                    <a:pt x="84558" y="410"/>
                  </a:cubicBezTo>
                  <a:lnTo>
                    <a:pt x="84660" y="410"/>
                  </a:lnTo>
                  <a:cubicBezTo>
                    <a:pt x="84728" y="410"/>
                    <a:pt x="84762" y="375"/>
                    <a:pt x="84762" y="341"/>
                  </a:cubicBezTo>
                  <a:cubicBezTo>
                    <a:pt x="84762" y="273"/>
                    <a:pt x="84728" y="239"/>
                    <a:pt x="84694" y="239"/>
                  </a:cubicBezTo>
                  <a:close/>
                  <a:moveTo>
                    <a:pt x="85138" y="273"/>
                  </a:moveTo>
                  <a:cubicBezTo>
                    <a:pt x="85104" y="273"/>
                    <a:pt x="85035" y="307"/>
                    <a:pt x="85035" y="341"/>
                  </a:cubicBezTo>
                  <a:cubicBezTo>
                    <a:pt x="85035" y="410"/>
                    <a:pt x="85069" y="444"/>
                    <a:pt x="85138" y="444"/>
                  </a:cubicBezTo>
                  <a:lnTo>
                    <a:pt x="85240" y="444"/>
                  </a:lnTo>
                  <a:cubicBezTo>
                    <a:pt x="85274" y="444"/>
                    <a:pt x="85342" y="444"/>
                    <a:pt x="85342" y="375"/>
                  </a:cubicBezTo>
                  <a:cubicBezTo>
                    <a:pt x="85342" y="341"/>
                    <a:pt x="85308" y="307"/>
                    <a:pt x="85240" y="273"/>
                  </a:cubicBezTo>
                  <a:close/>
                  <a:moveTo>
                    <a:pt x="79542" y="307"/>
                  </a:moveTo>
                  <a:lnTo>
                    <a:pt x="79439" y="341"/>
                  </a:lnTo>
                  <a:cubicBezTo>
                    <a:pt x="79371" y="341"/>
                    <a:pt x="79337" y="375"/>
                    <a:pt x="79371" y="444"/>
                  </a:cubicBezTo>
                  <a:cubicBezTo>
                    <a:pt x="79371" y="478"/>
                    <a:pt x="79405" y="512"/>
                    <a:pt x="79439" y="512"/>
                  </a:cubicBezTo>
                  <a:lnTo>
                    <a:pt x="79576" y="478"/>
                  </a:lnTo>
                  <a:cubicBezTo>
                    <a:pt x="79610" y="478"/>
                    <a:pt x="79644" y="444"/>
                    <a:pt x="79644" y="375"/>
                  </a:cubicBezTo>
                  <a:cubicBezTo>
                    <a:pt x="79644" y="341"/>
                    <a:pt x="79576" y="307"/>
                    <a:pt x="79542" y="307"/>
                  </a:cubicBezTo>
                  <a:close/>
                  <a:moveTo>
                    <a:pt x="85718" y="341"/>
                  </a:moveTo>
                  <a:cubicBezTo>
                    <a:pt x="85650" y="341"/>
                    <a:pt x="85615" y="375"/>
                    <a:pt x="85615" y="410"/>
                  </a:cubicBezTo>
                  <a:cubicBezTo>
                    <a:pt x="85615" y="444"/>
                    <a:pt x="85650" y="512"/>
                    <a:pt x="85684" y="512"/>
                  </a:cubicBezTo>
                  <a:lnTo>
                    <a:pt x="85820" y="512"/>
                  </a:lnTo>
                  <a:cubicBezTo>
                    <a:pt x="85854" y="512"/>
                    <a:pt x="85888" y="478"/>
                    <a:pt x="85888" y="444"/>
                  </a:cubicBezTo>
                  <a:cubicBezTo>
                    <a:pt x="85888" y="375"/>
                    <a:pt x="85854" y="341"/>
                    <a:pt x="85820" y="341"/>
                  </a:cubicBezTo>
                  <a:close/>
                  <a:moveTo>
                    <a:pt x="86264" y="375"/>
                  </a:moveTo>
                  <a:cubicBezTo>
                    <a:pt x="86230" y="375"/>
                    <a:pt x="86196" y="410"/>
                    <a:pt x="86196" y="444"/>
                  </a:cubicBezTo>
                  <a:cubicBezTo>
                    <a:pt x="86196" y="512"/>
                    <a:pt x="86230" y="546"/>
                    <a:pt x="86264" y="546"/>
                  </a:cubicBezTo>
                  <a:lnTo>
                    <a:pt x="86400" y="546"/>
                  </a:lnTo>
                  <a:cubicBezTo>
                    <a:pt x="86434" y="546"/>
                    <a:pt x="86469" y="512"/>
                    <a:pt x="86469" y="478"/>
                  </a:cubicBezTo>
                  <a:cubicBezTo>
                    <a:pt x="86469" y="444"/>
                    <a:pt x="86434" y="410"/>
                    <a:pt x="86400" y="375"/>
                  </a:cubicBezTo>
                  <a:close/>
                  <a:moveTo>
                    <a:pt x="79009" y="396"/>
                  </a:moveTo>
                  <a:cubicBezTo>
                    <a:pt x="78996" y="396"/>
                    <a:pt x="78980" y="400"/>
                    <a:pt x="78961" y="410"/>
                  </a:cubicBezTo>
                  <a:lnTo>
                    <a:pt x="78859" y="410"/>
                  </a:lnTo>
                  <a:cubicBezTo>
                    <a:pt x="78825" y="410"/>
                    <a:pt x="78791" y="478"/>
                    <a:pt x="78791" y="512"/>
                  </a:cubicBezTo>
                  <a:cubicBezTo>
                    <a:pt x="78791" y="546"/>
                    <a:pt x="78825" y="580"/>
                    <a:pt x="78859" y="580"/>
                  </a:cubicBezTo>
                  <a:lnTo>
                    <a:pt x="78996" y="580"/>
                  </a:lnTo>
                  <a:cubicBezTo>
                    <a:pt x="79064" y="546"/>
                    <a:pt x="79064" y="512"/>
                    <a:pt x="79064" y="478"/>
                  </a:cubicBezTo>
                  <a:cubicBezTo>
                    <a:pt x="79064" y="428"/>
                    <a:pt x="79046" y="396"/>
                    <a:pt x="79009" y="396"/>
                  </a:cubicBezTo>
                  <a:close/>
                  <a:moveTo>
                    <a:pt x="86844" y="444"/>
                  </a:moveTo>
                  <a:cubicBezTo>
                    <a:pt x="86810" y="444"/>
                    <a:pt x="86776" y="478"/>
                    <a:pt x="86741" y="512"/>
                  </a:cubicBezTo>
                  <a:cubicBezTo>
                    <a:pt x="86741" y="546"/>
                    <a:pt x="86776" y="614"/>
                    <a:pt x="86844" y="614"/>
                  </a:cubicBezTo>
                  <a:lnTo>
                    <a:pt x="86946" y="614"/>
                  </a:lnTo>
                  <a:cubicBezTo>
                    <a:pt x="87014" y="614"/>
                    <a:pt x="87049" y="580"/>
                    <a:pt x="87049" y="546"/>
                  </a:cubicBezTo>
                  <a:cubicBezTo>
                    <a:pt x="87049" y="478"/>
                    <a:pt x="87014" y="444"/>
                    <a:pt x="86946" y="444"/>
                  </a:cubicBezTo>
                  <a:close/>
                  <a:moveTo>
                    <a:pt x="78279" y="478"/>
                  </a:moveTo>
                  <a:cubicBezTo>
                    <a:pt x="78245" y="512"/>
                    <a:pt x="78211" y="546"/>
                    <a:pt x="78211" y="580"/>
                  </a:cubicBezTo>
                  <a:cubicBezTo>
                    <a:pt x="78245" y="648"/>
                    <a:pt x="78279" y="648"/>
                    <a:pt x="78313" y="648"/>
                  </a:cubicBezTo>
                  <a:lnTo>
                    <a:pt x="78450" y="648"/>
                  </a:lnTo>
                  <a:cubicBezTo>
                    <a:pt x="78484" y="648"/>
                    <a:pt x="78518" y="580"/>
                    <a:pt x="78518" y="546"/>
                  </a:cubicBezTo>
                  <a:cubicBezTo>
                    <a:pt x="78484" y="512"/>
                    <a:pt x="78450" y="478"/>
                    <a:pt x="78415" y="478"/>
                  </a:cubicBezTo>
                  <a:close/>
                  <a:moveTo>
                    <a:pt x="87424" y="478"/>
                  </a:moveTo>
                  <a:cubicBezTo>
                    <a:pt x="87356" y="478"/>
                    <a:pt x="87322" y="512"/>
                    <a:pt x="87322" y="546"/>
                  </a:cubicBezTo>
                  <a:cubicBezTo>
                    <a:pt x="87322" y="614"/>
                    <a:pt x="87356" y="648"/>
                    <a:pt x="87390" y="648"/>
                  </a:cubicBezTo>
                  <a:lnTo>
                    <a:pt x="87526" y="648"/>
                  </a:lnTo>
                  <a:cubicBezTo>
                    <a:pt x="87560" y="648"/>
                    <a:pt x="87595" y="614"/>
                    <a:pt x="87595" y="580"/>
                  </a:cubicBezTo>
                  <a:cubicBezTo>
                    <a:pt x="87629" y="546"/>
                    <a:pt x="87595" y="512"/>
                    <a:pt x="87526" y="478"/>
                  </a:cubicBezTo>
                  <a:close/>
                  <a:moveTo>
                    <a:pt x="87969" y="537"/>
                  </a:moveTo>
                  <a:cubicBezTo>
                    <a:pt x="87924" y="537"/>
                    <a:pt x="87902" y="587"/>
                    <a:pt x="87902" y="614"/>
                  </a:cubicBezTo>
                  <a:cubicBezTo>
                    <a:pt x="87902" y="648"/>
                    <a:pt x="87936" y="717"/>
                    <a:pt x="87970" y="717"/>
                  </a:cubicBezTo>
                  <a:lnTo>
                    <a:pt x="88106" y="717"/>
                  </a:lnTo>
                  <a:cubicBezTo>
                    <a:pt x="88141" y="717"/>
                    <a:pt x="88175" y="682"/>
                    <a:pt x="88175" y="648"/>
                  </a:cubicBezTo>
                  <a:cubicBezTo>
                    <a:pt x="88175" y="580"/>
                    <a:pt x="88141" y="546"/>
                    <a:pt x="88106" y="546"/>
                  </a:cubicBezTo>
                  <a:lnTo>
                    <a:pt x="88004" y="546"/>
                  </a:lnTo>
                  <a:cubicBezTo>
                    <a:pt x="87991" y="539"/>
                    <a:pt x="87979" y="537"/>
                    <a:pt x="87969" y="537"/>
                  </a:cubicBezTo>
                  <a:close/>
                  <a:moveTo>
                    <a:pt x="77835" y="546"/>
                  </a:moveTo>
                  <a:lnTo>
                    <a:pt x="77733" y="580"/>
                  </a:lnTo>
                  <a:cubicBezTo>
                    <a:pt x="77699" y="580"/>
                    <a:pt x="77665" y="614"/>
                    <a:pt x="77665" y="682"/>
                  </a:cubicBezTo>
                  <a:cubicBezTo>
                    <a:pt x="77665" y="717"/>
                    <a:pt x="77699" y="751"/>
                    <a:pt x="77733" y="751"/>
                  </a:cubicBezTo>
                  <a:lnTo>
                    <a:pt x="77767" y="751"/>
                  </a:lnTo>
                  <a:lnTo>
                    <a:pt x="77870" y="717"/>
                  </a:lnTo>
                  <a:cubicBezTo>
                    <a:pt x="77904" y="717"/>
                    <a:pt x="77938" y="682"/>
                    <a:pt x="77938" y="614"/>
                  </a:cubicBezTo>
                  <a:cubicBezTo>
                    <a:pt x="77938" y="580"/>
                    <a:pt x="77904" y="546"/>
                    <a:pt x="77835" y="546"/>
                  </a:cubicBezTo>
                  <a:close/>
                  <a:moveTo>
                    <a:pt x="88550" y="580"/>
                  </a:moveTo>
                  <a:cubicBezTo>
                    <a:pt x="88516" y="580"/>
                    <a:pt x="88482" y="614"/>
                    <a:pt x="88482" y="648"/>
                  </a:cubicBezTo>
                  <a:cubicBezTo>
                    <a:pt x="88448" y="717"/>
                    <a:pt x="88482" y="751"/>
                    <a:pt x="88550" y="751"/>
                  </a:cubicBezTo>
                  <a:lnTo>
                    <a:pt x="88652" y="751"/>
                  </a:lnTo>
                  <a:cubicBezTo>
                    <a:pt x="88721" y="751"/>
                    <a:pt x="88755" y="717"/>
                    <a:pt x="88755" y="682"/>
                  </a:cubicBezTo>
                  <a:cubicBezTo>
                    <a:pt x="88755" y="648"/>
                    <a:pt x="88721" y="614"/>
                    <a:pt x="88687" y="580"/>
                  </a:cubicBezTo>
                  <a:close/>
                  <a:moveTo>
                    <a:pt x="77316" y="635"/>
                  </a:moveTo>
                  <a:cubicBezTo>
                    <a:pt x="77308" y="635"/>
                    <a:pt x="77299" y="639"/>
                    <a:pt x="77289" y="648"/>
                  </a:cubicBezTo>
                  <a:lnTo>
                    <a:pt x="77153" y="648"/>
                  </a:lnTo>
                  <a:cubicBezTo>
                    <a:pt x="77119" y="648"/>
                    <a:pt x="77085" y="717"/>
                    <a:pt x="77085" y="751"/>
                  </a:cubicBezTo>
                  <a:cubicBezTo>
                    <a:pt x="77085" y="785"/>
                    <a:pt x="77119" y="819"/>
                    <a:pt x="77187" y="819"/>
                  </a:cubicBezTo>
                  <a:lnTo>
                    <a:pt x="77289" y="819"/>
                  </a:lnTo>
                  <a:cubicBezTo>
                    <a:pt x="77358" y="785"/>
                    <a:pt x="77392" y="751"/>
                    <a:pt x="77358" y="717"/>
                  </a:cubicBezTo>
                  <a:cubicBezTo>
                    <a:pt x="77358" y="667"/>
                    <a:pt x="77339" y="635"/>
                    <a:pt x="77316" y="635"/>
                  </a:cubicBezTo>
                  <a:close/>
                  <a:moveTo>
                    <a:pt x="89108" y="639"/>
                  </a:moveTo>
                  <a:cubicBezTo>
                    <a:pt x="89072" y="639"/>
                    <a:pt x="89028" y="689"/>
                    <a:pt x="89028" y="717"/>
                  </a:cubicBezTo>
                  <a:cubicBezTo>
                    <a:pt x="89028" y="751"/>
                    <a:pt x="89062" y="819"/>
                    <a:pt x="89130" y="819"/>
                  </a:cubicBezTo>
                  <a:lnTo>
                    <a:pt x="89232" y="819"/>
                  </a:lnTo>
                  <a:cubicBezTo>
                    <a:pt x="89267" y="819"/>
                    <a:pt x="89301" y="785"/>
                    <a:pt x="89335" y="751"/>
                  </a:cubicBezTo>
                  <a:cubicBezTo>
                    <a:pt x="89335" y="682"/>
                    <a:pt x="89301" y="648"/>
                    <a:pt x="89232" y="648"/>
                  </a:cubicBezTo>
                  <a:lnTo>
                    <a:pt x="89130" y="648"/>
                  </a:lnTo>
                  <a:cubicBezTo>
                    <a:pt x="89124" y="642"/>
                    <a:pt x="89116" y="639"/>
                    <a:pt x="89108" y="639"/>
                  </a:cubicBezTo>
                  <a:close/>
                  <a:moveTo>
                    <a:pt x="89710" y="682"/>
                  </a:moveTo>
                  <a:cubicBezTo>
                    <a:pt x="89642" y="682"/>
                    <a:pt x="89608" y="717"/>
                    <a:pt x="89608" y="751"/>
                  </a:cubicBezTo>
                  <a:cubicBezTo>
                    <a:pt x="89608" y="819"/>
                    <a:pt x="89642" y="853"/>
                    <a:pt x="89676" y="853"/>
                  </a:cubicBezTo>
                  <a:lnTo>
                    <a:pt x="89813" y="853"/>
                  </a:lnTo>
                  <a:cubicBezTo>
                    <a:pt x="89847" y="853"/>
                    <a:pt x="89881" y="819"/>
                    <a:pt x="89881" y="785"/>
                  </a:cubicBezTo>
                  <a:cubicBezTo>
                    <a:pt x="89881" y="751"/>
                    <a:pt x="89847" y="717"/>
                    <a:pt x="89813" y="682"/>
                  </a:cubicBezTo>
                  <a:close/>
                  <a:moveTo>
                    <a:pt x="76607" y="717"/>
                  </a:moveTo>
                  <a:cubicBezTo>
                    <a:pt x="76539" y="751"/>
                    <a:pt x="76505" y="785"/>
                    <a:pt x="76539" y="819"/>
                  </a:cubicBezTo>
                  <a:cubicBezTo>
                    <a:pt x="76539" y="887"/>
                    <a:pt x="76573" y="887"/>
                    <a:pt x="76607" y="887"/>
                  </a:cubicBezTo>
                  <a:lnTo>
                    <a:pt x="76743" y="887"/>
                  </a:lnTo>
                  <a:cubicBezTo>
                    <a:pt x="76778" y="887"/>
                    <a:pt x="76812" y="853"/>
                    <a:pt x="76812" y="785"/>
                  </a:cubicBezTo>
                  <a:cubicBezTo>
                    <a:pt x="76812" y="751"/>
                    <a:pt x="76743" y="717"/>
                    <a:pt x="76709" y="717"/>
                  </a:cubicBezTo>
                  <a:close/>
                  <a:moveTo>
                    <a:pt x="90237" y="741"/>
                  </a:moveTo>
                  <a:cubicBezTo>
                    <a:pt x="90210" y="741"/>
                    <a:pt x="90188" y="791"/>
                    <a:pt x="90188" y="819"/>
                  </a:cubicBezTo>
                  <a:cubicBezTo>
                    <a:pt x="90188" y="853"/>
                    <a:pt x="90222" y="921"/>
                    <a:pt x="90256" y="921"/>
                  </a:cubicBezTo>
                  <a:lnTo>
                    <a:pt x="90393" y="921"/>
                  </a:lnTo>
                  <a:cubicBezTo>
                    <a:pt x="90427" y="921"/>
                    <a:pt x="90461" y="887"/>
                    <a:pt x="90461" y="853"/>
                  </a:cubicBezTo>
                  <a:cubicBezTo>
                    <a:pt x="90461" y="785"/>
                    <a:pt x="90427" y="751"/>
                    <a:pt x="90393" y="751"/>
                  </a:cubicBezTo>
                  <a:lnTo>
                    <a:pt x="90256" y="751"/>
                  </a:lnTo>
                  <a:cubicBezTo>
                    <a:pt x="90250" y="744"/>
                    <a:pt x="90243" y="741"/>
                    <a:pt x="90237" y="741"/>
                  </a:cubicBezTo>
                  <a:close/>
                  <a:moveTo>
                    <a:pt x="90836" y="785"/>
                  </a:moveTo>
                  <a:cubicBezTo>
                    <a:pt x="90802" y="785"/>
                    <a:pt x="90768" y="819"/>
                    <a:pt x="90734" y="853"/>
                  </a:cubicBezTo>
                  <a:cubicBezTo>
                    <a:pt x="90734" y="921"/>
                    <a:pt x="90768" y="955"/>
                    <a:pt x="90836" y="955"/>
                  </a:cubicBezTo>
                  <a:lnTo>
                    <a:pt x="90939" y="955"/>
                  </a:lnTo>
                  <a:cubicBezTo>
                    <a:pt x="91007" y="955"/>
                    <a:pt x="91041" y="921"/>
                    <a:pt x="91041" y="887"/>
                  </a:cubicBezTo>
                  <a:cubicBezTo>
                    <a:pt x="91041" y="853"/>
                    <a:pt x="91007" y="819"/>
                    <a:pt x="90939" y="785"/>
                  </a:cubicBezTo>
                  <a:close/>
                  <a:moveTo>
                    <a:pt x="76129" y="785"/>
                  </a:moveTo>
                  <a:lnTo>
                    <a:pt x="76027" y="819"/>
                  </a:lnTo>
                  <a:cubicBezTo>
                    <a:pt x="75993" y="819"/>
                    <a:pt x="75959" y="853"/>
                    <a:pt x="75959" y="921"/>
                  </a:cubicBezTo>
                  <a:cubicBezTo>
                    <a:pt x="75959" y="955"/>
                    <a:pt x="75993" y="990"/>
                    <a:pt x="76027" y="990"/>
                  </a:cubicBezTo>
                  <a:lnTo>
                    <a:pt x="76061" y="990"/>
                  </a:lnTo>
                  <a:lnTo>
                    <a:pt x="76163" y="955"/>
                  </a:lnTo>
                  <a:cubicBezTo>
                    <a:pt x="76197" y="955"/>
                    <a:pt x="76232" y="921"/>
                    <a:pt x="76232" y="853"/>
                  </a:cubicBezTo>
                  <a:cubicBezTo>
                    <a:pt x="76232" y="819"/>
                    <a:pt x="76197" y="785"/>
                    <a:pt x="76129" y="785"/>
                  </a:cubicBezTo>
                  <a:close/>
                  <a:moveTo>
                    <a:pt x="91416" y="853"/>
                  </a:moveTo>
                  <a:cubicBezTo>
                    <a:pt x="91348" y="853"/>
                    <a:pt x="91314" y="853"/>
                    <a:pt x="91314" y="921"/>
                  </a:cubicBezTo>
                  <a:cubicBezTo>
                    <a:pt x="91314" y="955"/>
                    <a:pt x="91348" y="990"/>
                    <a:pt x="91382" y="1024"/>
                  </a:cubicBezTo>
                  <a:lnTo>
                    <a:pt x="91519" y="1024"/>
                  </a:lnTo>
                  <a:cubicBezTo>
                    <a:pt x="91553" y="1024"/>
                    <a:pt x="91587" y="990"/>
                    <a:pt x="91587" y="955"/>
                  </a:cubicBezTo>
                  <a:cubicBezTo>
                    <a:pt x="91621" y="887"/>
                    <a:pt x="91587" y="853"/>
                    <a:pt x="91519" y="853"/>
                  </a:cubicBezTo>
                  <a:close/>
                  <a:moveTo>
                    <a:pt x="75611" y="874"/>
                  </a:moveTo>
                  <a:cubicBezTo>
                    <a:pt x="75602" y="874"/>
                    <a:pt x="75592" y="878"/>
                    <a:pt x="75583" y="887"/>
                  </a:cubicBezTo>
                  <a:lnTo>
                    <a:pt x="75447" y="887"/>
                  </a:lnTo>
                  <a:cubicBezTo>
                    <a:pt x="75413" y="887"/>
                    <a:pt x="75379" y="955"/>
                    <a:pt x="75379" y="990"/>
                  </a:cubicBezTo>
                  <a:cubicBezTo>
                    <a:pt x="75379" y="1024"/>
                    <a:pt x="75447" y="1058"/>
                    <a:pt x="75481" y="1058"/>
                  </a:cubicBezTo>
                  <a:lnTo>
                    <a:pt x="75583" y="1058"/>
                  </a:lnTo>
                  <a:cubicBezTo>
                    <a:pt x="75652" y="1024"/>
                    <a:pt x="75686" y="990"/>
                    <a:pt x="75686" y="955"/>
                  </a:cubicBezTo>
                  <a:cubicBezTo>
                    <a:pt x="75661" y="906"/>
                    <a:pt x="75636" y="874"/>
                    <a:pt x="75611" y="874"/>
                  </a:cubicBezTo>
                  <a:close/>
                  <a:moveTo>
                    <a:pt x="91996" y="887"/>
                  </a:moveTo>
                  <a:cubicBezTo>
                    <a:pt x="91928" y="887"/>
                    <a:pt x="91894" y="921"/>
                    <a:pt x="91894" y="955"/>
                  </a:cubicBezTo>
                  <a:cubicBezTo>
                    <a:pt x="91894" y="1024"/>
                    <a:pt x="91928" y="1058"/>
                    <a:pt x="91962" y="1058"/>
                  </a:cubicBezTo>
                  <a:lnTo>
                    <a:pt x="92099" y="1058"/>
                  </a:lnTo>
                  <a:cubicBezTo>
                    <a:pt x="92133" y="1058"/>
                    <a:pt x="92167" y="1024"/>
                    <a:pt x="92167" y="990"/>
                  </a:cubicBezTo>
                  <a:cubicBezTo>
                    <a:pt x="92167" y="955"/>
                    <a:pt x="92133" y="921"/>
                    <a:pt x="92099" y="887"/>
                  </a:cubicBezTo>
                  <a:close/>
                  <a:moveTo>
                    <a:pt x="74901" y="955"/>
                  </a:moveTo>
                  <a:cubicBezTo>
                    <a:pt x="74833" y="990"/>
                    <a:pt x="74798" y="1024"/>
                    <a:pt x="74833" y="1058"/>
                  </a:cubicBezTo>
                  <a:cubicBezTo>
                    <a:pt x="74833" y="1126"/>
                    <a:pt x="74867" y="1126"/>
                    <a:pt x="74901" y="1126"/>
                  </a:cubicBezTo>
                  <a:lnTo>
                    <a:pt x="75037" y="1126"/>
                  </a:lnTo>
                  <a:cubicBezTo>
                    <a:pt x="75071" y="1126"/>
                    <a:pt x="75106" y="1092"/>
                    <a:pt x="75106" y="1024"/>
                  </a:cubicBezTo>
                  <a:cubicBezTo>
                    <a:pt x="75106" y="990"/>
                    <a:pt x="75037" y="955"/>
                    <a:pt x="75003" y="955"/>
                  </a:cubicBezTo>
                  <a:close/>
                  <a:moveTo>
                    <a:pt x="92542" y="955"/>
                  </a:moveTo>
                  <a:cubicBezTo>
                    <a:pt x="92508" y="955"/>
                    <a:pt x="92474" y="955"/>
                    <a:pt x="92440" y="1024"/>
                  </a:cubicBezTo>
                  <a:cubicBezTo>
                    <a:pt x="92440" y="1058"/>
                    <a:pt x="92474" y="1092"/>
                    <a:pt x="92542" y="1126"/>
                  </a:cubicBezTo>
                  <a:lnTo>
                    <a:pt x="92645" y="1126"/>
                  </a:lnTo>
                  <a:cubicBezTo>
                    <a:pt x="92713" y="1126"/>
                    <a:pt x="92747" y="1092"/>
                    <a:pt x="92747" y="1058"/>
                  </a:cubicBezTo>
                  <a:cubicBezTo>
                    <a:pt x="92747" y="990"/>
                    <a:pt x="92713" y="955"/>
                    <a:pt x="92679" y="955"/>
                  </a:cubicBezTo>
                  <a:close/>
                  <a:moveTo>
                    <a:pt x="93122" y="990"/>
                  </a:moveTo>
                  <a:cubicBezTo>
                    <a:pt x="93054" y="990"/>
                    <a:pt x="93020" y="1024"/>
                    <a:pt x="93020" y="1058"/>
                  </a:cubicBezTo>
                  <a:cubicBezTo>
                    <a:pt x="93020" y="1126"/>
                    <a:pt x="93054" y="1160"/>
                    <a:pt x="93088" y="1160"/>
                  </a:cubicBezTo>
                  <a:lnTo>
                    <a:pt x="93225" y="1160"/>
                  </a:lnTo>
                  <a:cubicBezTo>
                    <a:pt x="93259" y="1160"/>
                    <a:pt x="93293" y="1126"/>
                    <a:pt x="93327" y="1092"/>
                  </a:cubicBezTo>
                  <a:cubicBezTo>
                    <a:pt x="93327" y="1058"/>
                    <a:pt x="93293" y="1024"/>
                    <a:pt x="93225" y="990"/>
                  </a:cubicBezTo>
                  <a:close/>
                  <a:moveTo>
                    <a:pt x="74457" y="1024"/>
                  </a:moveTo>
                  <a:lnTo>
                    <a:pt x="74321" y="1058"/>
                  </a:lnTo>
                  <a:cubicBezTo>
                    <a:pt x="74287" y="1058"/>
                    <a:pt x="74252" y="1092"/>
                    <a:pt x="74252" y="1160"/>
                  </a:cubicBezTo>
                  <a:cubicBezTo>
                    <a:pt x="74252" y="1194"/>
                    <a:pt x="74287" y="1228"/>
                    <a:pt x="74355" y="1228"/>
                  </a:cubicBezTo>
                  <a:lnTo>
                    <a:pt x="74457" y="1194"/>
                  </a:lnTo>
                  <a:cubicBezTo>
                    <a:pt x="74525" y="1194"/>
                    <a:pt x="74560" y="1160"/>
                    <a:pt x="74525" y="1126"/>
                  </a:cubicBezTo>
                  <a:cubicBezTo>
                    <a:pt x="74525" y="1058"/>
                    <a:pt x="74491" y="1024"/>
                    <a:pt x="74457" y="1024"/>
                  </a:cubicBezTo>
                  <a:close/>
                  <a:moveTo>
                    <a:pt x="93655" y="1044"/>
                  </a:moveTo>
                  <a:cubicBezTo>
                    <a:pt x="93619" y="1044"/>
                    <a:pt x="93600" y="1076"/>
                    <a:pt x="93600" y="1126"/>
                  </a:cubicBezTo>
                  <a:cubicBezTo>
                    <a:pt x="93600" y="1160"/>
                    <a:pt x="93634" y="1194"/>
                    <a:pt x="93668" y="1228"/>
                  </a:cubicBezTo>
                  <a:lnTo>
                    <a:pt x="93805" y="1228"/>
                  </a:lnTo>
                  <a:cubicBezTo>
                    <a:pt x="93839" y="1228"/>
                    <a:pt x="93873" y="1194"/>
                    <a:pt x="93873" y="1160"/>
                  </a:cubicBezTo>
                  <a:cubicBezTo>
                    <a:pt x="93873" y="1092"/>
                    <a:pt x="93839" y="1058"/>
                    <a:pt x="93805" y="1058"/>
                  </a:cubicBezTo>
                  <a:lnTo>
                    <a:pt x="93703" y="1058"/>
                  </a:lnTo>
                  <a:cubicBezTo>
                    <a:pt x="93684" y="1049"/>
                    <a:pt x="93668" y="1044"/>
                    <a:pt x="93655" y="1044"/>
                  </a:cubicBezTo>
                  <a:close/>
                  <a:moveTo>
                    <a:pt x="94249" y="1092"/>
                  </a:moveTo>
                  <a:cubicBezTo>
                    <a:pt x="94214" y="1092"/>
                    <a:pt x="94180" y="1126"/>
                    <a:pt x="94180" y="1160"/>
                  </a:cubicBezTo>
                  <a:cubicBezTo>
                    <a:pt x="94180" y="1228"/>
                    <a:pt x="94214" y="1263"/>
                    <a:pt x="94249" y="1263"/>
                  </a:cubicBezTo>
                  <a:lnTo>
                    <a:pt x="94351" y="1263"/>
                  </a:lnTo>
                  <a:cubicBezTo>
                    <a:pt x="94419" y="1263"/>
                    <a:pt x="94453" y="1228"/>
                    <a:pt x="94453" y="1194"/>
                  </a:cubicBezTo>
                  <a:cubicBezTo>
                    <a:pt x="94453" y="1160"/>
                    <a:pt x="94419" y="1092"/>
                    <a:pt x="94385" y="1092"/>
                  </a:cubicBezTo>
                  <a:close/>
                  <a:moveTo>
                    <a:pt x="73910" y="1113"/>
                  </a:moveTo>
                  <a:cubicBezTo>
                    <a:pt x="73898" y="1113"/>
                    <a:pt x="73886" y="1117"/>
                    <a:pt x="73877" y="1126"/>
                  </a:cubicBezTo>
                  <a:lnTo>
                    <a:pt x="73775" y="1126"/>
                  </a:lnTo>
                  <a:cubicBezTo>
                    <a:pt x="73707" y="1126"/>
                    <a:pt x="73672" y="1194"/>
                    <a:pt x="73672" y="1228"/>
                  </a:cubicBezTo>
                  <a:cubicBezTo>
                    <a:pt x="73707" y="1263"/>
                    <a:pt x="73741" y="1297"/>
                    <a:pt x="73775" y="1297"/>
                  </a:cubicBezTo>
                  <a:lnTo>
                    <a:pt x="73911" y="1297"/>
                  </a:lnTo>
                  <a:cubicBezTo>
                    <a:pt x="73945" y="1263"/>
                    <a:pt x="73979" y="1228"/>
                    <a:pt x="73979" y="1194"/>
                  </a:cubicBezTo>
                  <a:cubicBezTo>
                    <a:pt x="73979" y="1144"/>
                    <a:pt x="73943" y="1113"/>
                    <a:pt x="73910" y="1113"/>
                  </a:cubicBezTo>
                  <a:close/>
                  <a:moveTo>
                    <a:pt x="94796" y="1147"/>
                  </a:moveTo>
                  <a:cubicBezTo>
                    <a:pt x="94763" y="1147"/>
                    <a:pt x="94726" y="1179"/>
                    <a:pt x="94726" y="1228"/>
                  </a:cubicBezTo>
                  <a:cubicBezTo>
                    <a:pt x="94726" y="1263"/>
                    <a:pt x="94760" y="1297"/>
                    <a:pt x="94829" y="1331"/>
                  </a:cubicBezTo>
                  <a:lnTo>
                    <a:pt x="94931" y="1331"/>
                  </a:lnTo>
                  <a:cubicBezTo>
                    <a:pt x="94965" y="1331"/>
                    <a:pt x="95033" y="1297"/>
                    <a:pt x="95033" y="1263"/>
                  </a:cubicBezTo>
                  <a:cubicBezTo>
                    <a:pt x="95033" y="1194"/>
                    <a:pt x="94999" y="1160"/>
                    <a:pt x="94931" y="1160"/>
                  </a:cubicBezTo>
                  <a:lnTo>
                    <a:pt x="94829" y="1160"/>
                  </a:lnTo>
                  <a:cubicBezTo>
                    <a:pt x="94820" y="1151"/>
                    <a:pt x="94808" y="1147"/>
                    <a:pt x="94796" y="1147"/>
                  </a:cubicBezTo>
                  <a:close/>
                  <a:moveTo>
                    <a:pt x="95409" y="1194"/>
                  </a:moveTo>
                  <a:cubicBezTo>
                    <a:pt x="95340" y="1194"/>
                    <a:pt x="95306" y="1228"/>
                    <a:pt x="95306" y="1263"/>
                  </a:cubicBezTo>
                  <a:cubicBezTo>
                    <a:pt x="95306" y="1331"/>
                    <a:pt x="95340" y="1365"/>
                    <a:pt x="95375" y="1365"/>
                  </a:cubicBezTo>
                  <a:lnTo>
                    <a:pt x="95511" y="1365"/>
                  </a:lnTo>
                  <a:cubicBezTo>
                    <a:pt x="95545" y="1365"/>
                    <a:pt x="95579" y="1331"/>
                    <a:pt x="95579" y="1297"/>
                  </a:cubicBezTo>
                  <a:cubicBezTo>
                    <a:pt x="95613" y="1263"/>
                    <a:pt x="95579" y="1194"/>
                    <a:pt x="95511" y="1194"/>
                  </a:cubicBezTo>
                  <a:close/>
                  <a:moveTo>
                    <a:pt x="73297" y="1194"/>
                  </a:moveTo>
                  <a:lnTo>
                    <a:pt x="73195" y="1228"/>
                  </a:lnTo>
                  <a:cubicBezTo>
                    <a:pt x="73161" y="1228"/>
                    <a:pt x="73126" y="1263"/>
                    <a:pt x="73126" y="1297"/>
                  </a:cubicBezTo>
                  <a:cubicBezTo>
                    <a:pt x="73126" y="1365"/>
                    <a:pt x="73161" y="1399"/>
                    <a:pt x="73195" y="1399"/>
                  </a:cubicBezTo>
                  <a:cubicBezTo>
                    <a:pt x="73195" y="1399"/>
                    <a:pt x="73229" y="1399"/>
                    <a:pt x="73229" y="1365"/>
                  </a:cubicBezTo>
                  <a:lnTo>
                    <a:pt x="73331" y="1365"/>
                  </a:lnTo>
                  <a:cubicBezTo>
                    <a:pt x="73365" y="1365"/>
                    <a:pt x="73399" y="1331"/>
                    <a:pt x="73399" y="1263"/>
                  </a:cubicBezTo>
                  <a:cubicBezTo>
                    <a:pt x="73399" y="1228"/>
                    <a:pt x="73365" y="1194"/>
                    <a:pt x="73297" y="1194"/>
                  </a:cubicBezTo>
                  <a:close/>
                  <a:moveTo>
                    <a:pt x="95928" y="1249"/>
                  </a:moveTo>
                  <a:cubicBezTo>
                    <a:pt x="95905" y="1249"/>
                    <a:pt x="95886" y="1281"/>
                    <a:pt x="95886" y="1331"/>
                  </a:cubicBezTo>
                  <a:cubicBezTo>
                    <a:pt x="95886" y="1365"/>
                    <a:pt x="95921" y="1399"/>
                    <a:pt x="95955" y="1433"/>
                  </a:cubicBezTo>
                  <a:lnTo>
                    <a:pt x="96091" y="1433"/>
                  </a:lnTo>
                  <a:cubicBezTo>
                    <a:pt x="96125" y="1433"/>
                    <a:pt x="96159" y="1399"/>
                    <a:pt x="96159" y="1365"/>
                  </a:cubicBezTo>
                  <a:cubicBezTo>
                    <a:pt x="96159" y="1297"/>
                    <a:pt x="96125" y="1263"/>
                    <a:pt x="96091" y="1263"/>
                  </a:cubicBezTo>
                  <a:lnTo>
                    <a:pt x="95955" y="1263"/>
                  </a:lnTo>
                  <a:cubicBezTo>
                    <a:pt x="95946" y="1253"/>
                    <a:pt x="95936" y="1249"/>
                    <a:pt x="95928" y="1249"/>
                  </a:cubicBezTo>
                  <a:close/>
                  <a:moveTo>
                    <a:pt x="72751" y="1263"/>
                  </a:moveTo>
                  <a:lnTo>
                    <a:pt x="72615" y="1297"/>
                  </a:lnTo>
                  <a:cubicBezTo>
                    <a:pt x="72580" y="1297"/>
                    <a:pt x="72546" y="1331"/>
                    <a:pt x="72546" y="1399"/>
                  </a:cubicBezTo>
                  <a:cubicBezTo>
                    <a:pt x="72546" y="1433"/>
                    <a:pt x="72580" y="1467"/>
                    <a:pt x="72649" y="1467"/>
                  </a:cubicBezTo>
                  <a:lnTo>
                    <a:pt x="72751" y="1433"/>
                  </a:lnTo>
                  <a:cubicBezTo>
                    <a:pt x="72819" y="1433"/>
                    <a:pt x="72853" y="1399"/>
                    <a:pt x="72853" y="1365"/>
                  </a:cubicBezTo>
                  <a:cubicBezTo>
                    <a:pt x="72819" y="1297"/>
                    <a:pt x="72785" y="1263"/>
                    <a:pt x="72751" y="1263"/>
                  </a:cubicBezTo>
                  <a:close/>
                  <a:moveTo>
                    <a:pt x="96535" y="1297"/>
                  </a:moveTo>
                  <a:cubicBezTo>
                    <a:pt x="96501" y="1297"/>
                    <a:pt x="96467" y="1331"/>
                    <a:pt x="96432" y="1365"/>
                  </a:cubicBezTo>
                  <a:cubicBezTo>
                    <a:pt x="96432" y="1433"/>
                    <a:pt x="96467" y="1467"/>
                    <a:pt x="96535" y="1467"/>
                  </a:cubicBezTo>
                  <a:lnTo>
                    <a:pt x="96637" y="1467"/>
                  </a:lnTo>
                  <a:cubicBezTo>
                    <a:pt x="96705" y="1467"/>
                    <a:pt x="96740" y="1433"/>
                    <a:pt x="96740" y="1399"/>
                  </a:cubicBezTo>
                  <a:cubicBezTo>
                    <a:pt x="96740" y="1365"/>
                    <a:pt x="96705" y="1297"/>
                    <a:pt x="96671" y="1297"/>
                  </a:cubicBezTo>
                  <a:close/>
                  <a:moveTo>
                    <a:pt x="72069" y="1365"/>
                  </a:moveTo>
                  <a:cubicBezTo>
                    <a:pt x="72000" y="1365"/>
                    <a:pt x="71966" y="1433"/>
                    <a:pt x="72000" y="1467"/>
                  </a:cubicBezTo>
                  <a:cubicBezTo>
                    <a:pt x="72000" y="1501"/>
                    <a:pt x="72034" y="1536"/>
                    <a:pt x="72069" y="1536"/>
                  </a:cubicBezTo>
                  <a:lnTo>
                    <a:pt x="72205" y="1536"/>
                  </a:lnTo>
                  <a:cubicBezTo>
                    <a:pt x="72239" y="1536"/>
                    <a:pt x="72273" y="1467"/>
                    <a:pt x="72273" y="1433"/>
                  </a:cubicBezTo>
                  <a:cubicBezTo>
                    <a:pt x="72273" y="1399"/>
                    <a:pt x="72239" y="1365"/>
                    <a:pt x="72171" y="1365"/>
                  </a:cubicBezTo>
                  <a:close/>
                  <a:moveTo>
                    <a:pt x="97067" y="1352"/>
                  </a:moveTo>
                  <a:cubicBezTo>
                    <a:pt x="97031" y="1352"/>
                    <a:pt x="97013" y="1383"/>
                    <a:pt x="97013" y="1433"/>
                  </a:cubicBezTo>
                  <a:cubicBezTo>
                    <a:pt x="97013" y="1467"/>
                    <a:pt x="97047" y="1501"/>
                    <a:pt x="97081" y="1536"/>
                  </a:cubicBezTo>
                  <a:lnTo>
                    <a:pt x="97217" y="1536"/>
                  </a:lnTo>
                  <a:cubicBezTo>
                    <a:pt x="97251" y="1536"/>
                    <a:pt x="97286" y="1501"/>
                    <a:pt x="97320" y="1467"/>
                  </a:cubicBezTo>
                  <a:cubicBezTo>
                    <a:pt x="97320" y="1399"/>
                    <a:pt x="97286" y="1365"/>
                    <a:pt x="97217" y="1365"/>
                  </a:cubicBezTo>
                  <a:lnTo>
                    <a:pt x="97115" y="1365"/>
                  </a:lnTo>
                  <a:cubicBezTo>
                    <a:pt x="97097" y="1356"/>
                    <a:pt x="97081" y="1352"/>
                    <a:pt x="97067" y="1352"/>
                  </a:cubicBezTo>
                  <a:close/>
                  <a:moveTo>
                    <a:pt x="97695" y="1399"/>
                  </a:moveTo>
                  <a:cubicBezTo>
                    <a:pt x="97627" y="1399"/>
                    <a:pt x="97593" y="1433"/>
                    <a:pt x="97593" y="1467"/>
                  </a:cubicBezTo>
                  <a:cubicBezTo>
                    <a:pt x="97593" y="1536"/>
                    <a:pt x="97627" y="1570"/>
                    <a:pt x="97661" y="1570"/>
                  </a:cubicBezTo>
                  <a:lnTo>
                    <a:pt x="97797" y="1570"/>
                  </a:lnTo>
                  <a:cubicBezTo>
                    <a:pt x="97831" y="1570"/>
                    <a:pt x="97866" y="1536"/>
                    <a:pt x="97866" y="1501"/>
                  </a:cubicBezTo>
                  <a:cubicBezTo>
                    <a:pt x="97866" y="1467"/>
                    <a:pt x="97831" y="1399"/>
                    <a:pt x="97797" y="1399"/>
                  </a:cubicBezTo>
                  <a:close/>
                  <a:moveTo>
                    <a:pt x="71591" y="1433"/>
                  </a:moveTo>
                  <a:lnTo>
                    <a:pt x="71489" y="1467"/>
                  </a:lnTo>
                  <a:cubicBezTo>
                    <a:pt x="71454" y="1467"/>
                    <a:pt x="71420" y="1501"/>
                    <a:pt x="71420" y="1536"/>
                  </a:cubicBezTo>
                  <a:cubicBezTo>
                    <a:pt x="71420" y="1604"/>
                    <a:pt x="71454" y="1638"/>
                    <a:pt x="71523" y="1638"/>
                  </a:cubicBezTo>
                  <a:lnTo>
                    <a:pt x="71625" y="1604"/>
                  </a:lnTo>
                  <a:cubicBezTo>
                    <a:pt x="71693" y="1604"/>
                    <a:pt x="71727" y="1570"/>
                    <a:pt x="71693" y="1501"/>
                  </a:cubicBezTo>
                  <a:cubicBezTo>
                    <a:pt x="71693" y="1467"/>
                    <a:pt x="71659" y="1433"/>
                    <a:pt x="71591" y="1433"/>
                  </a:cubicBezTo>
                  <a:close/>
                  <a:moveTo>
                    <a:pt x="98241" y="1433"/>
                  </a:moveTo>
                  <a:cubicBezTo>
                    <a:pt x="98207" y="1433"/>
                    <a:pt x="98173" y="1467"/>
                    <a:pt x="98173" y="1536"/>
                  </a:cubicBezTo>
                  <a:cubicBezTo>
                    <a:pt x="98139" y="1570"/>
                    <a:pt x="98207" y="1604"/>
                    <a:pt x="98241" y="1638"/>
                  </a:cubicBezTo>
                  <a:lnTo>
                    <a:pt x="98343" y="1638"/>
                  </a:lnTo>
                  <a:cubicBezTo>
                    <a:pt x="98412" y="1638"/>
                    <a:pt x="98446" y="1604"/>
                    <a:pt x="98446" y="1570"/>
                  </a:cubicBezTo>
                  <a:cubicBezTo>
                    <a:pt x="98446" y="1501"/>
                    <a:pt x="98412" y="1467"/>
                    <a:pt x="98377" y="1467"/>
                  </a:cubicBezTo>
                  <a:lnTo>
                    <a:pt x="98241" y="1433"/>
                  </a:lnTo>
                  <a:close/>
                  <a:moveTo>
                    <a:pt x="98821" y="1501"/>
                  </a:moveTo>
                  <a:cubicBezTo>
                    <a:pt x="98787" y="1501"/>
                    <a:pt x="98719" y="1536"/>
                    <a:pt x="98719" y="1570"/>
                  </a:cubicBezTo>
                  <a:cubicBezTo>
                    <a:pt x="98719" y="1638"/>
                    <a:pt x="98753" y="1672"/>
                    <a:pt x="98821" y="1672"/>
                  </a:cubicBezTo>
                  <a:lnTo>
                    <a:pt x="98923" y="1672"/>
                  </a:lnTo>
                  <a:cubicBezTo>
                    <a:pt x="98958" y="1672"/>
                    <a:pt x="99026" y="1638"/>
                    <a:pt x="99026" y="1604"/>
                  </a:cubicBezTo>
                  <a:cubicBezTo>
                    <a:pt x="99026" y="1570"/>
                    <a:pt x="98992" y="1501"/>
                    <a:pt x="98923" y="1501"/>
                  </a:cubicBezTo>
                  <a:close/>
                  <a:moveTo>
                    <a:pt x="71045" y="1501"/>
                  </a:moveTo>
                  <a:lnTo>
                    <a:pt x="70943" y="1536"/>
                  </a:lnTo>
                  <a:cubicBezTo>
                    <a:pt x="70874" y="1536"/>
                    <a:pt x="70840" y="1570"/>
                    <a:pt x="70840" y="1638"/>
                  </a:cubicBezTo>
                  <a:cubicBezTo>
                    <a:pt x="70874" y="1672"/>
                    <a:pt x="70908" y="1706"/>
                    <a:pt x="70943" y="1706"/>
                  </a:cubicBezTo>
                  <a:lnTo>
                    <a:pt x="71079" y="1672"/>
                  </a:lnTo>
                  <a:cubicBezTo>
                    <a:pt x="71113" y="1672"/>
                    <a:pt x="71147" y="1638"/>
                    <a:pt x="71147" y="1604"/>
                  </a:cubicBezTo>
                  <a:cubicBezTo>
                    <a:pt x="71147" y="1536"/>
                    <a:pt x="71079" y="1501"/>
                    <a:pt x="71045" y="1501"/>
                  </a:cubicBezTo>
                  <a:close/>
                  <a:moveTo>
                    <a:pt x="99401" y="1536"/>
                  </a:moveTo>
                  <a:cubicBezTo>
                    <a:pt x="99333" y="1536"/>
                    <a:pt x="99299" y="1570"/>
                    <a:pt x="99299" y="1638"/>
                  </a:cubicBezTo>
                  <a:cubicBezTo>
                    <a:pt x="99299" y="1672"/>
                    <a:pt x="99333" y="1706"/>
                    <a:pt x="99367" y="1740"/>
                  </a:cubicBezTo>
                  <a:lnTo>
                    <a:pt x="99504" y="1740"/>
                  </a:lnTo>
                  <a:cubicBezTo>
                    <a:pt x="99538" y="1740"/>
                    <a:pt x="99572" y="1706"/>
                    <a:pt x="99572" y="1672"/>
                  </a:cubicBezTo>
                  <a:cubicBezTo>
                    <a:pt x="99572" y="1604"/>
                    <a:pt x="99538" y="1570"/>
                    <a:pt x="99504" y="1570"/>
                  </a:cubicBezTo>
                  <a:lnTo>
                    <a:pt x="99401" y="1536"/>
                  </a:lnTo>
                  <a:close/>
                  <a:moveTo>
                    <a:pt x="70362" y="1604"/>
                  </a:moveTo>
                  <a:cubicBezTo>
                    <a:pt x="70328" y="1604"/>
                    <a:pt x="70294" y="1672"/>
                    <a:pt x="70294" y="1706"/>
                  </a:cubicBezTo>
                  <a:cubicBezTo>
                    <a:pt x="70294" y="1740"/>
                    <a:pt x="70328" y="1774"/>
                    <a:pt x="70362" y="1774"/>
                  </a:cubicBezTo>
                  <a:lnTo>
                    <a:pt x="70499" y="1774"/>
                  </a:lnTo>
                  <a:cubicBezTo>
                    <a:pt x="70533" y="1774"/>
                    <a:pt x="70567" y="1706"/>
                    <a:pt x="70567" y="1672"/>
                  </a:cubicBezTo>
                  <a:cubicBezTo>
                    <a:pt x="70567" y="1638"/>
                    <a:pt x="70533" y="1604"/>
                    <a:pt x="70465" y="1604"/>
                  </a:cubicBezTo>
                  <a:close/>
                  <a:moveTo>
                    <a:pt x="99947" y="1604"/>
                  </a:moveTo>
                  <a:cubicBezTo>
                    <a:pt x="99913" y="1604"/>
                    <a:pt x="99879" y="1638"/>
                    <a:pt x="99879" y="1672"/>
                  </a:cubicBezTo>
                  <a:cubicBezTo>
                    <a:pt x="99879" y="1740"/>
                    <a:pt x="99913" y="1774"/>
                    <a:pt x="99947" y="1774"/>
                  </a:cubicBezTo>
                  <a:lnTo>
                    <a:pt x="100084" y="1774"/>
                  </a:lnTo>
                  <a:cubicBezTo>
                    <a:pt x="100118" y="1774"/>
                    <a:pt x="100152" y="1740"/>
                    <a:pt x="100152" y="1706"/>
                  </a:cubicBezTo>
                  <a:cubicBezTo>
                    <a:pt x="100152" y="1672"/>
                    <a:pt x="100118" y="1604"/>
                    <a:pt x="100084" y="1604"/>
                  </a:cubicBezTo>
                  <a:close/>
                  <a:moveTo>
                    <a:pt x="100527" y="1638"/>
                  </a:moveTo>
                  <a:cubicBezTo>
                    <a:pt x="100493" y="1638"/>
                    <a:pt x="100459" y="1672"/>
                    <a:pt x="100425" y="1740"/>
                  </a:cubicBezTo>
                  <a:cubicBezTo>
                    <a:pt x="100425" y="1774"/>
                    <a:pt x="100459" y="1809"/>
                    <a:pt x="100527" y="1809"/>
                  </a:cubicBezTo>
                  <a:lnTo>
                    <a:pt x="100630" y="1843"/>
                  </a:lnTo>
                  <a:cubicBezTo>
                    <a:pt x="100698" y="1843"/>
                    <a:pt x="100732" y="1809"/>
                    <a:pt x="100732" y="1774"/>
                  </a:cubicBezTo>
                  <a:cubicBezTo>
                    <a:pt x="100732" y="1706"/>
                    <a:pt x="100698" y="1672"/>
                    <a:pt x="100664" y="1672"/>
                  </a:cubicBezTo>
                  <a:lnTo>
                    <a:pt x="100527" y="1638"/>
                  </a:lnTo>
                  <a:close/>
                  <a:moveTo>
                    <a:pt x="69919" y="1672"/>
                  </a:moveTo>
                  <a:lnTo>
                    <a:pt x="69782" y="1706"/>
                  </a:lnTo>
                  <a:cubicBezTo>
                    <a:pt x="69748" y="1706"/>
                    <a:pt x="69714" y="1740"/>
                    <a:pt x="69714" y="1774"/>
                  </a:cubicBezTo>
                  <a:cubicBezTo>
                    <a:pt x="69714" y="1843"/>
                    <a:pt x="69748" y="1877"/>
                    <a:pt x="69816" y="1877"/>
                  </a:cubicBezTo>
                  <a:lnTo>
                    <a:pt x="69919" y="1843"/>
                  </a:lnTo>
                  <a:cubicBezTo>
                    <a:pt x="69987" y="1843"/>
                    <a:pt x="70021" y="1809"/>
                    <a:pt x="69987" y="1740"/>
                  </a:cubicBezTo>
                  <a:cubicBezTo>
                    <a:pt x="69987" y="1706"/>
                    <a:pt x="69953" y="1672"/>
                    <a:pt x="69919" y="1672"/>
                  </a:cubicBezTo>
                  <a:close/>
                  <a:moveTo>
                    <a:pt x="101107" y="1706"/>
                  </a:moveTo>
                  <a:cubicBezTo>
                    <a:pt x="101073" y="1706"/>
                    <a:pt x="101005" y="1740"/>
                    <a:pt x="101005" y="1774"/>
                  </a:cubicBezTo>
                  <a:cubicBezTo>
                    <a:pt x="101005" y="1843"/>
                    <a:pt x="101039" y="1877"/>
                    <a:pt x="101073" y="1877"/>
                  </a:cubicBezTo>
                  <a:lnTo>
                    <a:pt x="101210" y="1877"/>
                  </a:lnTo>
                  <a:cubicBezTo>
                    <a:pt x="101244" y="1877"/>
                    <a:pt x="101278" y="1843"/>
                    <a:pt x="101312" y="1809"/>
                  </a:cubicBezTo>
                  <a:cubicBezTo>
                    <a:pt x="101312" y="1774"/>
                    <a:pt x="101278" y="1706"/>
                    <a:pt x="101210" y="1706"/>
                  </a:cubicBezTo>
                  <a:close/>
                  <a:moveTo>
                    <a:pt x="69339" y="1740"/>
                  </a:moveTo>
                  <a:lnTo>
                    <a:pt x="69236" y="1774"/>
                  </a:lnTo>
                  <a:cubicBezTo>
                    <a:pt x="69168" y="1774"/>
                    <a:pt x="69134" y="1809"/>
                    <a:pt x="69168" y="1877"/>
                  </a:cubicBezTo>
                  <a:cubicBezTo>
                    <a:pt x="69168" y="1911"/>
                    <a:pt x="69202" y="1945"/>
                    <a:pt x="69236" y="1945"/>
                  </a:cubicBezTo>
                  <a:lnTo>
                    <a:pt x="69373" y="1911"/>
                  </a:lnTo>
                  <a:cubicBezTo>
                    <a:pt x="69407" y="1911"/>
                    <a:pt x="69441" y="1877"/>
                    <a:pt x="69441" y="1843"/>
                  </a:cubicBezTo>
                  <a:cubicBezTo>
                    <a:pt x="69441" y="1774"/>
                    <a:pt x="69373" y="1740"/>
                    <a:pt x="69339" y="1740"/>
                  </a:cubicBezTo>
                  <a:close/>
                  <a:moveTo>
                    <a:pt x="101687" y="1740"/>
                  </a:moveTo>
                  <a:cubicBezTo>
                    <a:pt x="101619" y="1740"/>
                    <a:pt x="101585" y="1774"/>
                    <a:pt x="101585" y="1843"/>
                  </a:cubicBezTo>
                  <a:cubicBezTo>
                    <a:pt x="101585" y="1877"/>
                    <a:pt x="101619" y="1911"/>
                    <a:pt x="101653" y="1911"/>
                  </a:cubicBezTo>
                  <a:lnTo>
                    <a:pt x="101756" y="1945"/>
                  </a:lnTo>
                  <a:lnTo>
                    <a:pt x="101790" y="1945"/>
                  </a:lnTo>
                  <a:cubicBezTo>
                    <a:pt x="101824" y="1945"/>
                    <a:pt x="101858" y="1911"/>
                    <a:pt x="101858" y="1877"/>
                  </a:cubicBezTo>
                  <a:cubicBezTo>
                    <a:pt x="101858" y="1809"/>
                    <a:pt x="101824" y="1774"/>
                    <a:pt x="101790" y="1774"/>
                  </a:cubicBezTo>
                  <a:lnTo>
                    <a:pt x="101687" y="1740"/>
                  </a:lnTo>
                  <a:close/>
                  <a:moveTo>
                    <a:pt x="102233" y="1809"/>
                  </a:moveTo>
                  <a:cubicBezTo>
                    <a:pt x="102199" y="1809"/>
                    <a:pt x="102165" y="1843"/>
                    <a:pt x="102165" y="1877"/>
                  </a:cubicBezTo>
                  <a:cubicBezTo>
                    <a:pt x="102131" y="1945"/>
                    <a:pt x="102165" y="1979"/>
                    <a:pt x="102233" y="1979"/>
                  </a:cubicBezTo>
                  <a:lnTo>
                    <a:pt x="102336" y="1979"/>
                  </a:lnTo>
                  <a:cubicBezTo>
                    <a:pt x="102404" y="1979"/>
                    <a:pt x="102438" y="1945"/>
                    <a:pt x="102438" y="1911"/>
                  </a:cubicBezTo>
                  <a:cubicBezTo>
                    <a:pt x="102438" y="1877"/>
                    <a:pt x="102404" y="1809"/>
                    <a:pt x="102370" y="1809"/>
                  </a:cubicBezTo>
                  <a:close/>
                  <a:moveTo>
                    <a:pt x="68656" y="1843"/>
                  </a:moveTo>
                  <a:cubicBezTo>
                    <a:pt x="68622" y="1843"/>
                    <a:pt x="68588" y="1911"/>
                    <a:pt x="68588" y="1945"/>
                  </a:cubicBezTo>
                  <a:cubicBezTo>
                    <a:pt x="68588" y="1979"/>
                    <a:pt x="68622" y="2013"/>
                    <a:pt x="68656" y="2013"/>
                  </a:cubicBezTo>
                  <a:lnTo>
                    <a:pt x="68793" y="2013"/>
                  </a:lnTo>
                  <a:cubicBezTo>
                    <a:pt x="68827" y="2013"/>
                    <a:pt x="68861" y="1945"/>
                    <a:pt x="68861" y="1911"/>
                  </a:cubicBezTo>
                  <a:cubicBezTo>
                    <a:pt x="68861" y="1877"/>
                    <a:pt x="68827" y="1843"/>
                    <a:pt x="68759" y="1843"/>
                  </a:cubicBezTo>
                  <a:close/>
                  <a:moveTo>
                    <a:pt x="102813" y="1843"/>
                  </a:moveTo>
                  <a:cubicBezTo>
                    <a:pt x="102779" y="1843"/>
                    <a:pt x="102711" y="1877"/>
                    <a:pt x="102711" y="1945"/>
                  </a:cubicBezTo>
                  <a:cubicBezTo>
                    <a:pt x="102711" y="1979"/>
                    <a:pt x="102745" y="2013"/>
                    <a:pt x="102813" y="2013"/>
                  </a:cubicBezTo>
                  <a:lnTo>
                    <a:pt x="102916" y="2047"/>
                  </a:lnTo>
                  <a:cubicBezTo>
                    <a:pt x="102950" y="2047"/>
                    <a:pt x="103018" y="2013"/>
                    <a:pt x="103018" y="1945"/>
                  </a:cubicBezTo>
                  <a:cubicBezTo>
                    <a:pt x="103018" y="1911"/>
                    <a:pt x="102984" y="1877"/>
                    <a:pt x="102916" y="1877"/>
                  </a:cubicBezTo>
                  <a:lnTo>
                    <a:pt x="102813" y="1843"/>
                  </a:lnTo>
                  <a:close/>
                  <a:moveTo>
                    <a:pt x="103394" y="1911"/>
                  </a:moveTo>
                  <a:cubicBezTo>
                    <a:pt x="103325" y="1911"/>
                    <a:pt x="103291" y="1945"/>
                    <a:pt x="103291" y="1979"/>
                  </a:cubicBezTo>
                  <a:cubicBezTo>
                    <a:pt x="103291" y="2047"/>
                    <a:pt x="103325" y="2082"/>
                    <a:pt x="103359" y="2082"/>
                  </a:cubicBezTo>
                  <a:lnTo>
                    <a:pt x="103496" y="2082"/>
                  </a:lnTo>
                  <a:cubicBezTo>
                    <a:pt x="103530" y="2082"/>
                    <a:pt x="103564" y="2047"/>
                    <a:pt x="103564" y="2013"/>
                  </a:cubicBezTo>
                  <a:cubicBezTo>
                    <a:pt x="103564" y="1979"/>
                    <a:pt x="103530" y="1911"/>
                    <a:pt x="103496" y="1911"/>
                  </a:cubicBezTo>
                  <a:close/>
                  <a:moveTo>
                    <a:pt x="68213" y="1911"/>
                  </a:moveTo>
                  <a:lnTo>
                    <a:pt x="68076" y="1945"/>
                  </a:lnTo>
                  <a:cubicBezTo>
                    <a:pt x="68042" y="1945"/>
                    <a:pt x="68008" y="1979"/>
                    <a:pt x="68008" y="2013"/>
                  </a:cubicBezTo>
                  <a:cubicBezTo>
                    <a:pt x="68042" y="2082"/>
                    <a:pt x="68076" y="2116"/>
                    <a:pt x="68110" y="2116"/>
                  </a:cubicBezTo>
                  <a:lnTo>
                    <a:pt x="68247" y="2082"/>
                  </a:lnTo>
                  <a:cubicBezTo>
                    <a:pt x="68281" y="2082"/>
                    <a:pt x="68315" y="2047"/>
                    <a:pt x="68315" y="1979"/>
                  </a:cubicBezTo>
                  <a:cubicBezTo>
                    <a:pt x="68281" y="1945"/>
                    <a:pt x="68247" y="1911"/>
                    <a:pt x="68213" y="1911"/>
                  </a:cubicBezTo>
                  <a:close/>
                  <a:moveTo>
                    <a:pt x="103939" y="1945"/>
                  </a:moveTo>
                  <a:cubicBezTo>
                    <a:pt x="103905" y="1945"/>
                    <a:pt x="103871" y="1979"/>
                    <a:pt x="103871" y="2047"/>
                  </a:cubicBezTo>
                  <a:cubicBezTo>
                    <a:pt x="103871" y="2082"/>
                    <a:pt x="103905" y="2116"/>
                    <a:pt x="103939" y="2116"/>
                  </a:cubicBezTo>
                  <a:lnTo>
                    <a:pt x="104042" y="2150"/>
                  </a:lnTo>
                  <a:lnTo>
                    <a:pt x="104076" y="2150"/>
                  </a:lnTo>
                  <a:cubicBezTo>
                    <a:pt x="104110" y="2150"/>
                    <a:pt x="104144" y="2116"/>
                    <a:pt x="104144" y="2047"/>
                  </a:cubicBezTo>
                  <a:cubicBezTo>
                    <a:pt x="104144" y="2013"/>
                    <a:pt x="104110" y="1979"/>
                    <a:pt x="104076" y="1979"/>
                  </a:cubicBezTo>
                  <a:lnTo>
                    <a:pt x="103939" y="1945"/>
                  </a:lnTo>
                  <a:close/>
                  <a:moveTo>
                    <a:pt x="67680" y="2000"/>
                  </a:moveTo>
                  <a:cubicBezTo>
                    <a:pt x="67667" y="2000"/>
                    <a:pt x="67651" y="2004"/>
                    <a:pt x="67633" y="2013"/>
                  </a:cubicBezTo>
                  <a:lnTo>
                    <a:pt x="67530" y="2013"/>
                  </a:lnTo>
                  <a:cubicBezTo>
                    <a:pt x="67462" y="2013"/>
                    <a:pt x="67462" y="2047"/>
                    <a:pt x="67462" y="2116"/>
                  </a:cubicBezTo>
                  <a:cubicBezTo>
                    <a:pt x="67462" y="2150"/>
                    <a:pt x="67496" y="2184"/>
                    <a:pt x="67530" y="2184"/>
                  </a:cubicBezTo>
                  <a:lnTo>
                    <a:pt x="67564" y="2184"/>
                  </a:lnTo>
                  <a:lnTo>
                    <a:pt x="67667" y="2150"/>
                  </a:lnTo>
                  <a:cubicBezTo>
                    <a:pt x="67701" y="2150"/>
                    <a:pt x="67735" y="2116"/>
                    <a:pt x="67735" y="2082"/>
                  </a:cubicBezTo>
                  <a:cubicBezTo>
                    <a:pt x="67735" y="2032"/>
                    <a:pt x="67717" y="2000"/>
                    <a:pt x="67680" y="2000"/>
                  </a:cubicBezTo>
                  <a:close/>
                  <a:moveTo>
                    <a:pt x="104520" y="2013"/>
                  </a:moveTo>
                  <a:cubicBezTo>
                    <a:pt x="104485" y="2013"/>
                    <a:pt x="104451" y="2047"/>
                    <a:pt x="104417" y="2082"/>
                  </a:cubicBezTo>
                  <a:cubicBezTo>
                    <a:pt x="104417" y="2150"/>
                    <a:pt x="104451" y="2184"/>
                    <a:pt x="104520" y="2184"/>
                  </a:cubicBezTo>
                  <a:lnTo>
                    <a:pt x="104622" y="2184"/>
                  </a:lnTo>
                  <a:cubicBezTo>
                    <a:pt x="104690" y="2184"/>
                    <a:pt x="104724" y="2150"/>
                    <a:pt x="104724" y="2116"/>
                  </a:cubicBezTo>
                  <a:cubicBezTo>
                    <a:pt x="104724" y="2082"/>
                    <a:pt x="104690" y="2013"/>
                    <a:pt x="104622" y="2013"/>
                  </a:cubicBezTo>
                  <a:close/>
                  <a:moveTo>
                    <a:pt x="66950" y="2082"/>
                  </a:moveTo>
                  <a:cubicBezTo>
                    <a:pt x="66916" y="2116"/>
                    <a:pt x="66882" y="2150"/>
                    <a:pt x="66882" y="2184"/>
                  </a:cubicBezTo>
                  <a:cubicBezTo>
                    <a:pt x="66882" y="2218"/>
                    <a:pt x="66916" y="2252"/>
                    <a:pt x="66984" y="2252"/>
                  </a:cubicBezTo>
                  <a:lnTo>
                    <a:pt x="67087" y="2252"/>
                  </a:lnTo>
                  <a:cubicBezTo>
                    <a:pt x="67155" y="2252"/>
                    <a:pt x="67189" y="2184"/>
                    <a:pt x="67155" y="2150"/>
                  </a:cubicBezTo>
                  <a:cubicBezTo>
                    <a:pt x="67155" y="2116"/>
                    <a:pt x="67121" y="2082"/>
                    <a:pt x="67087" y="2082"/>
                  </a:cubicBezTo>
                  <a:close/>
                  <a:moveTo>
                    <a:pt x="105100" y="2047"/>
                  </a:moveTo>
                  <a:cubicBezTo>
                    <a:pt x="105031" y="2047"/>
                    <a:pt x="104997" y="2082"/>
                    <a:pt x="104997" y="2150"/>
                  </a:cubicBezTo>
                  <a:cubicBezTo>
                    <a:pt x="104997" y="2184"/>
                    <a:pt x="105031" y="2218"/>
                    <a:pt x="105066" y="2218"/>
                  </a:cubicBezTo>
                  <a:lnTo>
                    <a:pt x="105202" y="2252"/>
                  </a:lnTo>
                  <a:cubicBezTo>
                    <a:pt x="105236" y="2252"/>
                    <a:pt x="105270" y="2218"/>
                    <a:pt x="105270" y="2150"/>
                  </a:cubicBezTo>
                  <a:cubicBezTo>
                    <a:pt x="105304" y="2116"/>
                    <a:pt x="105270" y="2082"/>
                    <a:pt x="105202" y="2082"/>
                  </a:cubicBezTo>
                  <a:lnTo>
                    <a:pt x="105100" y="2047"/>
                  </a:lnTo>
                  <a:close/>
                  <a:moveTo>
                    <a:pt x="105680" y="2116"/>
                  </a:moveTo>
                  <a:cubicBezTo>
                    <a:pt x="105612" y="2116"/>
                    <a:pt x="105577" y="2150"/>
                    <a:pt x="105577" y="2184"/>
                  </a:cubicBezTo>
                  <a:cubicBezTo>
                    <a:pt x="105577" y="2252"/>
                    <a:pt x="105612" y="2286"/>
                    <a:pt x="105646" y="2286"/>
                  </a:cubicBezTo>
                  <a:lnTo>
                    <a:pt x="105782" y="2286"/>
                  </a:lnTo>
                  <a:cubicBezTo>
                    <a:pt x="105816" y="2286"/>
                    <a:pt x="105850" y="2252"/>
                    <a:pt x="105850" y="2218"/>
                  </a:cubicBezTo>
                  <a:cubicBezTo>
                    <a:pt x="105850" y="2184"/>
                    <a:pt x="105816" y="2116"/>
                    <a:pt x="105782" y="2116"/>
                  </a:cubicBezTo>
                  <a:close/>
                  <a:moveTo>
                    <a:pt x="66507" y="2150"/>
                  </a:moveTo>
                  <a:lnTo>
                    <a:pt x="66404" y="2184"/>
                  </a:lnTo>
                  <a:cubicBezTo>
                    <a:pt x="66336" y="2184"/>
                    <a:pt x="66302" y="2218"/>
                    <a:pt x="66336" y="2286"/>
                  </a:cubicBezTo>
                  <a:cubicBezTo>
                    <a:pt x="66336" y="2320"/>
                    <a:pt x="66370" y="2355"/>
                    <a:pt x="66404" y="2355"/>
                  </a:cubicBezTo>
                  <a:lnTo>
                    <a:pt x="66541" y="2320"/>
                  </a:lnTo>
                  <a:cubicBezTo>
                    <a:pt x="66575" y="2320"/>
                    <a:pt x="66609" y="2286"/>
                    <a:pt x="66609" y="2218"/>
                  </a:cubicBezTo>
                  <a:cubicBezTo>
                    <a:pt x="66609" y="2184"/>
                    <a:pt x="66541" y="2150"/>
                    <a:pt x="66507" y="2150"/>
                  </a:cubicBezTo>
                  <a:close/>
                  <a:moveTo>
                    <a:pt x="106226" y="2150"/>
                  </a:moveTo>
                  <a:cubicBezTo>
                    <a:pt x="106192" y="2150"/>
                    <a:pt x="106157" y="2184"/>
                    <a:pt x="106157" y="2252"/>
                  </a:cubicBezTo>
                  <a:cubicBezTo>
                    <a:pt x="106123" y="2286"/>
                    <a:pt x="106157" y="2320"/>
                    <a:pt x="106226" y="2320"/>
                  </a:cubicBezTo>
                  <a:lnTo>
                    <a:pt x="106328" y="2355"/>
                  </a:lnTo>
                  <a:cubicBezTo>
                    <a:pt x="106396" y="2355"/>
                    <a:pt x="106430" y="2320"/>
                    <a:pt x="106430" y="2252"/>
                  </a:cubicBezTo>
                  <a:cubicBezTo>
                    <a:pt x="106430" y="2218"/>
                    <a:pt x="106396" y="2184"/>
                    <a:pt x="106362" y="2184"/>
                  </a:cubicBezTo>
                  <a:lnTo>
                    <a:pt x="106226" y="2150"/>
                  </a:lnTo>
                  <a:close/>
                  <a:moveTo>
                    <a:pt x="106806" y="2218"/>
                  </a:moveTo>
                  <a:cubicBezTo>
                    <a:pt x="106772" y="2218"/>
                    <a:pt x="106703" y="2252"/>
                    <a:pt x="106703" y="2286"/>
                  </a:cubicBezTo>
                  <a:cubicBezTo>
                    <a:pt x="106703" y="2355"/>
                    <a:pt x="106738" y="2389"/>
                    <a:pt x="106806" y="2389"/>
                  </a:cubicBezTo>
                  <a:lnTo>
                    <a:pt x="106908" y="2389"/>
                  </a:lnTo>
                  <a:cubicBezTo>
                    <a:pt x="106942" y="2389"/>
                    <a:pt x="106976" y="2355"/>
                    <a:pt x="107011" y="2320"/>
                  </a:cubicBezTo>
                  <a:cubicBezTo>
                    <a:pt x="107011" y="2286"/>
                    <a:pt x="106976" y="2218"/>
                    <a:pt x="106908" y="2218"/>
                  </a:cubicBezTo>
                  <a:close/>
                  <a:moveTo>
                    <a:pt x="65974" y="2239"/>
                  </a:moveTo>
                  <a:cubicBezTo>
                    <a:pt x="65961" y="2239"/>
                    <a:pt x="65945" y="2243"/>
                    <a:pt x="65926" y="2252"/>
                  </a:cubicBezTo>
                  <a:lnTo>
                    <a:pt x="65824" y="2252"/>
                  </a:lnTo>
                  <a:cubicBezTo>
                    <a:pt x="65790" y="2252"/>
                    <a:pt x="65756" y="2286"/>
                    <a:pt x="65756" y="2355"/>
                  </a:cubicBezTo>
                  <a:cubicBezTo>
                    <a:pt x="65756" y="2389"/>
                    <a:pt x="65790" y="2423"/>
                    <a:pt x="65824" y="2423"/>
                  </a:cubicBezTo>
                  <a:lnTo>
                    <a:pt x="65961" y="2423"/>
                  </a:lnTo>
                  <a:cubicBezTo>
                    <a:pt x="65995" y="2389"/>
                    <a:pt x="66029" y="2355"/>
                    <a:pt x="66029" y="2320"/>
                  </a:cubicBezTo>
                  <a:cubicBezTo>
                    <a:pt x="66029" y="2270"/>
                    <a:pt x="66011" y="2239"/>
                    <a:pt x="65974" y="2239"/>
                  </a:cubicBezTo>
                  <a:close/>
                  <a:moveTo>
                    <a:pt x="107386" y="2252"/>
                  </a:moveTo>
                  <a:cubicBezTo>
                    <a:pt x="107318" y="2252"/>
                    <a:pt x="107284" y="2286"/>
                    <a:pt x="107284" y="2355"/>
                  </a:cubicBezTo>
                  <a:cubicBezTo>
                    <a:pt x="107284" y="2389"/>
                    <a:pt x="107318" y="2423"/>
                    <a:pt x="107352" y="2423"/>
                  </a:cubicBezTo>
                  <a:lnTo>
                    <a:pt x="107488" y="2457"/>
                  </a:lnTo>
                  <a:cubicBezTo>
                    <a:pt x="107522" y="2457"/>
                    <a:pt x="107557" y="2423"/>
                    <a:pt x="107557" y="2355"/>
                  </a:cubicBezTo>
                  <a:cubicBezTo>
                    <a:pt x="107557" y="2320"/>
                    <a:pt x="107522" y="2286"/>
                    <a:pt x="107488" y="2286"/>
                  </a:cubicBezTo>
                  <a:lnTo>
                    <a:pt x="107386" y="2252"/>
                  </a:lnTo>
                  <a:close/>
                  <a:moveTo>
                    <a:pt x="65244" y="2320"/>
                  </a:moveTo>
                  <a:cubicBezTo>
                    <a:pt x="65210" y="2355"/>
                    <a:pt x="65176" y="2389"/>
                    <a:pt x="65176" y="2423"/>
                  </a:cubicBezTo>
                  <a:cubicBezTo>
                    <a:pt x="65176" y="2457"/>
                    <a:pt x="65244" y="2491"/>
                    <a:pt x="65278" y="2491"/>
                  </a:cubicBezTo>
                  <a:lnTo>
                    <a:pt x="65380" y="2491"/>
                  </a:lnTo>
                  <a:cubicBezTo>
                    <a:pt x="65449" y="2491"/>
                    <a:pt x="65483" y="2423"/>
                    <a:pt x="65483" y="2389"/>
                  </a:cubicBezTo>
                  <a:cubicBezTo>
                    <a:pt x="65449" y="2355"/>
                    <a:pt x="65415" y="2320"/>
                    <a:pt x="65380" y="2320"/>
                  </a:cubicBezTo>
                  <a:close/>
                  <a:moveTo>
                    <a:pt x="107932" y="2320"/>
                  </a:moveTo>
                  <a:cubicBezTo>
                    <a:pt x="107898" y="2320"/>
                    <a:pt x="107864" y="2355"/>
                    <a:pt x="107864" y="2389"/>
                  </a:cubicBezTo>
                  <a:cubicBezTo>
                    <a:pt x="107864" y="2457"/>
                    <a:pt x="107898" y="2491"/>
                    <a:pt x="107932" y="2491"/>
                  </a:cubicBezTo>
                  <a:lnTo>
                    <a:pt x="108068" y="2491"/>
                  </a:lnTo>
                  <a:cubicBezTo>
                    <a:pt x="108103" y="2491"/>
                    <a:pt x="108137" y="2457"/>
                    <a:pt x="108137" y="2423"/>
                  </a:cubicBezTo>
                  <a:cubicBezTo>
                    <a:pt x="108137" y="2389"/>
                    <a:pt x="108103" y="2320"/>
                    <a:pt x="108068" y="2320"/>
                  </a:cubicBezTo>
                  <a:close/>
                  <a:moveTo>
                    <a:pt x="108512" y="2355"/>
                  </a:moveTo>
                  <a:cubicBezTo>
                    <a:pt x="108478" y="2355"/>
                    <a:pt x="108444" y="2389"/>
                    <a:pt x="108410" y="2457"/>
                  </a:cubicBezTo>
                  <a:cubicBezTo>
                    <a:pt x="108410" y="2491"/>
                    <a:pt x="108444" y="2525"/>
                    <a:pt x="108512" y="2525"/>
                  </a:cubicBezTo>
                  <a:lnTo>
                    <a:pt x="108614" y="2559"/>
                  </a:lnTo>
                  <a:cubicBezTo>
                    <a:pt x="108683" y="2559"/>
                    <a:pt x="108717" y="2525"/>
                    <a:pt x="108717" y="2457"/>
                  </a:cubicBezTo>
                  <a:cubicBezTo>
                    <a:pt x="108717" y="2423"/>
                    <a:pt x="108683" y="2389"/>
                    <a:pt x="108614" y="2389"/>
                  </a:cubicBezTo>
                  <a:lnTo>
                    <a:pt x="108512" y="2355"/>
                  </a:lnTo>
                  <a:close/>
                  <a:moveTo>
                    <a:pt x="64800" y="2389"/>
                  </a:moveTo>
                  <a:lnTo>
                    <a:pt x="64698" y="2423"/>
                  </a:lnTo>
                  <a:cubicBezTo>
                    <a:pt x="64630" y="2423"/>
                    <a:pt x="64596" y="2457"/>
                    <a:pt x="64630" y="2525"/>
                  </a:cubicBezTo>
                  <a:cubicBezTo>
                    <a:pt x="64630" y="2559"/>
                    <a:pt x="64664" y="2593"/>
                    <a:pt x="64698" y="2593"/>
                  </a:cubicBezTo>
                  <a:lnTo>
                    <a:pt x="64732" y="2593"/>
                  </a:lnTo>
                  <a:lnTo>
                    <a:pt x="64835" y="2559"/>
                  </a:lnTo>
                  <a:cubicBezTo>
                    <a:pt x="64869" y="2559"/>
                    <a:pt x="64903" y="2525"/>
                    <a:pt x="64903" y="2457"/>
                  </a:cubicBezTo>
                  <a:cubicBezTo>
                    <a:pt x="64903" y="2423"/>
                    <a:pt x="64869" y="2389"/>
                    <a:pt x="64800" y="2389"/>
                  </a:cubicBezTo>
                  <a:close/>
                  <a:moveTo>
                    <a:pt x="109092" y="2423"/>
                  </a:moveTo>
                  <a:cubicBezTo>
                    <a:pt x="109024" y="2423"/>
                    <a:pt x="108990" y="2457"/>
                    <a:pt x="108990" y="2491"/>
                  </a:cubicBezTo>
                  <a:cubicBezTo>
                    <a:pt x="108990" y="2559"/>
                    <a:pt x="109024" y="2593"/>
                    <a:pt x="109058" y="2593"/>
                  </a:cubicBezTo>
                  <a:lnTo>
                    <a:pt x="109194" y="2593"/>
                  </a:lnTo>
                  <a:cubicBezTo>
                    <a:pt x="109229" y="2593"/>
                    <a:pt x="109263" y="2559"/>
                    <a:pt x="109263" y="2525"/>
                  </a:cubicBezTo>
                  <a:cubicBezTo>
                    <a:pt x="109297" y="2491"/>
                    <a:pt x="109263" y="2423"/>
                    <a:pt x="109194" y="2423"/>
                  </a:cubicBezTo>
                  <a:close/>
                  <a:moveTo>
                    <a:pt x="64281" y="2478"/>
                  </a:moveTo>
                  <a:cubicBezTo>
                    <a:pt x="64273" y="2478"/>
                    <a:pt x="64264" y="2482"/>
                    <a:pt x="64254" y="2491"/>
                  </a:cubicBezTo>
                  <a:lnTo>
                    <a:pt x="64118" y="2491"/>
                  </a:lnTo>
                  <a:cubicBezTo>
                    <a:pt x="64084" y="2491"/>
                    <a:pt x="64050" y="2559"/>
                    <a:pt x="64050" y="2593"/>
                  </a:cubicBezTo>
                  <a:cubicBezTo>
                    <a:pt x="64050" y="2628"/>
                    <a:pt x="64084" y="2662"/>
                    <a:pt x="64152" y="2662"/>
                  </a:cubicBezTo>
                  <a:lnTo>
                    <a:pt x="64254" y="2662"/>
                  </a:lnTo>
                  <a:cubicBezTo>
                    <a:pt x="64323" y="2628"/>
                    <a:pt x="64357" y="2593"/>
                    <a:pt x="64323" y="2559"/>
                  </a:cubicBezTo>
                  <a:cubicBezTo>
                    <a:pt x="64323" y="2509"/>
                    <a:pt x="64304" y="2478"/>
                    <a:pt x="64281" y="2478"/>
                  </a:cubicBezTo>
                  <a:close/>
                  <a:moveTo>
                    <a:pt x="109672" y="2457"/>
                  </a:moveTo>
                  <a:cubicBezTo>
                    <a:pt x="109604" y="2457"/>
                    <a:pt x="109570" y="2491"/>
                    <a:pt x="109570" y="2559"/>
                  </a:cubicBezTo>
                  <a:cubicBezTo>
                    <a:pt x="109570" y="2593"/>
                    <a:pt x="109604" y="2628"/>
                    <a:pt x="109638" y="2628"/>
                  </a:cubicBezTo>
                  <a:lnTo>
                    <a:pt x="109740" y="2662"/>
                  </a:lnTo>
                  <a:lnTo>
                    <a:pt x="109775" y="2662"/>
                  </a:lnTo>
                  <a:cubicBezTo>
                    <a:pt x="109809" y="2662"/>
                    <a:pt x="109843" y="2628"/>
                    <a:pt x="109843" y="2559"/>
                  </a:cubicBezTo>
                  <a:cubicBezTo>
                    <a:pt x="109843" y="2525"/>
                    <a:pt x="109809" y="2491"/>
                    <a:pt x="109775" y="2491"/>
                  </a:cubicBezTo>
                  <a:lnTo>
                    <a:pt x="109672" y="2457"/>
                  </a:lnTo>
                  <a:close/>
                  <a:moveTo>
                    <a:pt x="110218" y="2525"/>
                  </a:moveTo>
                  <a:cubicBezTo>
                    <a:pt x="110184" y="2525"/>
                    <a:pt x="110150" y="2559"/>
                    <a:pt x="110150" y="2593"/>
                  </a:cubicBezTo>
                  <a:cubicBezTo>
                    <a:pt x="110116" y="2662"/>
                    <a:pt x="110150" y="2696"/>
                    <a:pt x="110218" y="2696"/>
                  </a:cubicBezTo>
                  <a:lnTo>
                    <a:pt x="110321" y="2696"/>
                  </a:lnTo>
                  <a:cubicBezTo>
                    <a:pt x="110389" y="2696"/>
                    <a:pt x="110423" y="2662"/>
                    <a:pt x="110423" y="2628"/>
                  </a:cubicBezTo>
                  <a:cubicBezTo>
                    <a:pt x="110423" y="2559"/>
                    <a:pt x="110389" y="2525"/>
                    <a:pt x="110355" y="2525"/>
                  </a:cubicBezTo>
                  <a:close/>
                  <a:moveTo>
                    <a:pt x="63572" y="2559"/>
                  </a:moveTo>
                  <a:cubicBezTo>
                    <a:pt x="63504" y="2593"/>
                    <a:pt x="63470" y="2628"/>
                    <a:pt x="63470" y="2662"/>
                  </a:cubicBezTo>
                  <a:cubicBezTo>
                    <a:pt x="63504" y="2696"/>
                    <a:pt x="63538" y="2730"/>
                    <a:pt x="63572" y="2730"/>
                  </a:cubicBezTo>
                  <a:lnTo>
                    <a:pt x="63708" y="2730"/>
                  </a:lnTo>
                  <a:cubicBezTo>
                    <a:pt x="63743" y="2730"/>
                    <a:pt x="63777" y="2662"/>
                    <a:pt x="63777" y="2628"/>
                  </a:cubicBezTo>
                  <a:cubicBezTo>
                    <a:pt x="63777" y="2593"/>
                    <a:pt x="63708" y="2559"/>
                    <a:pt x="63674" y="2559"/>
                  </a:cubicBezTo>
                  <a:close/>
                  <a:moveTo>
                    <a:pt x="110798" y="2559"/>
                  </a:moveTo>
                  <a:cubicBezTo>
                    <a:pt x="110764" y="2559"/>
                    <a:pt x="110696" y="2593"/>
                    <a:pt x="110696" y="2662"/>
                  </a:cubicBezTo>
                  <a:cubicBezTo>
                    <a:pt x="110696" y="2696"/>
                    <a:pt x="110730" y="2730"/>
                    <a:pt x="110798" y="2730"/>
                  </a:cubicBezTo>
                  <a:lnTo>
                    <a:pt x="110901" y="2764"/>
                  </a:lnTo>
                  <a:cubicBezTo>
                    <a:pt x="110935" y="2764"/>
                    <a:pt x="110969" y="2730"/>
                    <a:pt x="111003" y="2662"/>
                  </a:cubicBezTo>
                  <a:cubicBezTo>
                    <a:pt x="111003" y="2628"/>
                    <a:pt x="110969" y="2593"/>
                    <a:pt x="110901" y="2593"/>
                  </a:cubicBezTo>
                  <a:lnTo>
                    <a:pt x="110798" y="2559"/>
                  </a:lnTo>
                  <a:close/>
                  <a:moveTo>
                    <a:pt x="111378" y="2628"/>
                  </a:moveTo>
                  <a:cubicBezTo>
                    <a:pt x="111310" y="2628"/>
                    <a:pt x="111276" y="2662"/>
                    <a:pt x="111276" y="2696"/>
                  </a:cubicBezTo>
                  <a:cubicBezTo>
                    <a:pt x="111276" y="2730"/>
                    <a:pt x="111310" y="2798"/>
                    <a:pt x="111344" y="2798"/>
                  </a:cubicBezTo>
                  <a:lnTo>
                    <a:pt x="111481" y="2798"/>
                  </a:lnTo>
                  <a:cubicBezTo>
                    <a:pt x="111515" y="2798"/>
                    <a:pt x="111549" y="2764"/>
                    <a:pt x="111549" y="2730"/>
                  </a:cubicBezTo>
                  <a:cubicBezTo>
                    <a:pt x="111549" y="2662"/>
                    <a:pt x="111515" y="2628"/>
                    <a:pt x="111481" y="2628"/>
                  </a:cubicBezTo>
                  <a:close/>
                  <a:moveTo>
                    <a:pt x="63094" y="2628"/>
                  </a:moveTo>
                  <a:lnTo>
                    <a:pt x="62992" y="2662"/>
                  </a:lnTo>
                  <a:cubicBezTo>
                    <a:pt x="62958" y="2662"/>
                    <a:pt x="62924" y="2696"/>
                    <a:pt x="62924" y="2764"/>
                  </a:cubicBezTo>
                  <a:cubicBezTo>
                    <a:pt x="62924" y="2798"/>
                    <a:pt x="62958" y="2832"/>
                    <a:pt x="62992" y="2832"/>
                  </a:cubicBezTo>
                  <a:lnTo>
                    <a:pt x="63026" y="2832"/>
                  </a:lnTo>
                  <a:lnTo>
                    <a:pt x="63128" y="2798"/>
                  </a:lnTo>
                  <a:cubicBezTo>
                    <a:pt x="63162" y="2798"/>
                    <a:pt x="63197" y="2764"/>
                    <a:pt x="63197" y="2696"/>
                  </a:cubicBezTo>
                  <a:cubicBezTo>
                    <a:pt x="63197" y="2662"/>
                    <a:pt x="63162" y="2628"/>
                    <a:pt x="63094" y="2628"/>
                  </a:cubicBezTo>
                  <a:close/>
                  <a:moveTo>
                    <a:pt x="111924" y="2662"/>
                  </a:moveTo>
                  <a:cubicBezTo>
                    <a:pt x="111890" y="2662"/>
                    <a:pt x="111856" y="2696"/>
                    <a:pt x="111856" y="2764"/>
                  </a:cubicBezTo>
                  <a:cubicBezTo>
                    <a:pt x="111856" y="2798"/>
                    <a:pt x="111890" y="2832"/>
                    <a:pt x="111924" y="2832"/>
                  </a:cubicBezTo>
                  <a:lnTo>
                    <a:pt x="112027" y="2866"/>
                  </a:lnTo>
                  <a:lnTo>
                    <a:pt x="112061" y="2866"/>
                  </a:lnTo>
                  <a:cubicBezTo>
                    <a:pt x="112095" y="2866"/>
                    <a:pt x="112129" y="2832"/>
                    <a:pt x="112129" y="2764"/>
                  </a:cubicBezTo>
                  <a:cubicBezTo>
                    <a:pt x="112129" y="2730"/>
                    <a:pt x="112095" y="2696"/>
                    <a:pt x="112061" y="2696"/>
                  </a:cubicBezTo>
                  <a:lnTo>
                    <a:pt x="111924" y="2662"/>
                  </a:lnTo>
                  <a:close/>
                  <a:moveTo>
                    <a:pt x="62576" y="2716"/>
                  </a:moveTo>
                  <a:cubicBezTo>
                    <a:pt x="62567" y="2716"/>
                    <a:pt x="62557" y="2721"/>
                    <a:pt x="62548" y="2730"/>
                  </a:cubicBezTo>
                  <a:lnTo>
                    <a:pt x="62412" y="2730"/>
                  </a:lnTo>
                  <a:cubicBezTo>
                    <a:pt x="62378" y="2730"/>
                    <a:pt x="62344" y="2798"/>
                    <a:pt x="62344" y="2832"/>
                  </a:cubicBezTo>
                  <a:cubicBezTo>
                    <a:pt x="62344" y="2866"/>
                    <a:pt x="62378" y="2900"/>
                    <a:pt x="62446" y="2900"/>
                  </a:cubicBezTo>
                  <a:lnTo>
                    <a:pt x="62548" y="2900"/>
                  </a:lnTo>
                  <a:cubicBezTo>
                    <a:pt x="62617" y="2866"/>
                    <a:pt x="62651" y="2832"/>
                    <a:pt x="62651" y="2798"/>
                  </a:cubicBezTo>
                  <a:cubicBezTo>
                    <a:pt x="62626" y="2748"/>
                    <a:pt x="62601" y="2716"/>
                    <a:pt x="62576" y="2716"/>
                  </a:cubicBezTo>
                  <a:close/>
                  <a:moveTo>
                    <a:pt x="112504" y="2730"/>
                  </a:moveTo>
                  <a:cubicBezTo>
                    <a:pt x="112470" y="2730"/>
                    <a:pt x="112402" y="2764"/>
                    <a:pt x="112402" y="2798"/>
                  </a:cubicBezTo>
                  <a:cubicBezTo>
                    <a:pt x="112402" y="2832"/>
                    <a:pt x="112436" y="2900"/>
                    <a:pt x="112504" y="2900"/>
                  </a:cubicBezTo>
                  <a:lnTo>
                    <a:pt x="112607" y="2900"/>
                  </a:lnTo>
                  <a:cubicBezTo>
                    <a:pt x="112675" y="2900"/>
                    <a:pt x="112709" y="2866"/>
                    <a:pt x="112709" y="2832"/>
                  </a:cubicBezTo>
                  <a:cubicBezTo>
                    <a:pt x="112709" y="2764"/>
                    <a:pt x="112675" y="2730"/>
                    <a:pt x="112607" y="2730"/>
                  </a:cubicBezTo>
                  <a:close/>
                  <a:moveTo>
                    <a:pt x="61866" y="2798"/>
                  </a:moveTo>
                  <a:cubicBezTo>
                    <a:pt x="61798" y="2832"/>
                    <a:pt x="61763" y="2866"/>
                    <a:pt x="61798" y="2900"/>
                  </a:cubicBezTo>
                  <a:cubicBezTo>
                    <a:pt x="61798" y="2969"/>
                    <a:pt x="61832" y="2969"/>
                    <a:pt x="61866" y="2969"/>
                  </a:cubicBezTo>
                  <a:lnTo>
                    <a:pt x="62002" y="2969"/>
                  </a:lnTo>
                  <a:cubicBezTo>
                    <a:pt x="62036" y="2969"/>
                    <a:pt x="62071" y="2900"/>
                    <a:pt x="62071" y="2866"/>
                  </a:cubicBezTo>
                  <a:cubicBezTo>
                    <a:pt x="62071" y="2832"/>
                    <a:pt x="62002" y="2798"/>
                    <a:pt x="61968" y="2798"/>
                  </a:cubicBezTo>
                  <a:close/>
                  <a:moveTo>
                    <a:pt x="113084" y="2764"/>
                  </a:moveTo>
                  <a:cubicBezTo>
                    <a:pt x="113050" y="2764"/>
                    <a:pt x="112982" y="2798"/>
                    <a:pt x="112982" y="2866"/>
                  </a:cubicBezTo>
                  <a:cubicBezTo>
                    <a:pt x="112982" y="2900"/>
                    <a:pt x="113016" y="2935"/>
                    <a:pt x="113050" y="2935"/>
                  </a:cubicBezTo>
                  <a:lnTo>
                    <a:pt x="113187" y="2969"/>
                  </a:lnTo>
                  <a:cubicBezTo>
                    <a:pt x="113221" y="2969"/>
                    <a:pt x="113255" y="2935"/>
                    <a:pt x="113255" y="2866"/>
                  </a:cubicBezTo>
                  <a:cubicBezTo>
                    <a:pt x="113289" y="2832"/>
                    <a:pt x="113255" y="2798"/>
                    <a:pt x="113187" y="2798"/>
                  </a:cubicBezTo>
                  <a:lnTo>
                    <a:pt x="113084" y="2764"/>
                  </a:lnTo>
                  <a:close/>
                  <a:moveTo>
                    <a:pt x="113665" y="2832"/>
                  </a:moveTo>
                  <a:cubicBezTo>
                    <a:pt x="113596" y="2832"/>
                    <a:pt x="113562" y="2866"/>
                    <a:pt x="113562" y="2900"/>
                  </a:cubicBezTo>
                  <a:cubicBezTo>
                    <a:pt x="113562" y="2935"/>
                    <a:pt x="113596" y="3003"/>
                    <a:pt x="113630" y="3003"/>
                  </a:cubicBezTo>
                  <a:lnTo>
                    <a:pt x="113767" y="3003"/>
                  </a:lnTo>
                  <a:cubicBezTo>
                    <a:pt x="113801" y="3003"/>
                    <a:pt x="113835" y="2969"/>
                    <a:pt x="113835" y="2935"/>
                  </a:cubicBezTo>
                  <a:cubicBezTo>
                    <a:pt x="113835" y="2866"/>
                    <a:pt x="113801" y="2832"/>
                    <a:pt x="113767" y="2832"/>
                  </a:cubicBezTo>
                  <a:close/>
                  <a:moveTo>
                    <a:pt x="61388" y="2866"/>
                  </a:moveTo>
                  <a:lnTo>
                    <a:pt x="61286" y="2900"/>
                  </a:lnTo>
                  <a:cubicBezTo>
                    <a:pt x="61252" y="2900"/>
                    <a:pt x="61217" y="2935"/>
                    <a:pt x="61217" y="3003"/>
                  </a:cubicBezTo>
                  <a:cubicBezTo>
                    <a:pt x="61217" y="3037"/>
                    <a:pt x="61252" y="3071"/>
                    <a:pt x="61286" y="3071"/>
                  </a:cubicBezTo>
                  <a:lnTo>
                    <a:pt x="61320" y="3071"/>
                  </a:lnTo>
                  <a:lnTo>
                    <a:pt x="61422" y="3037"/>
                  </a:lnTo>
                  <a:cubicBezTo>
                    <a:pt x="61490" y="3037"/>
                    <a:pt x="61490" y="3003"/>
                    <a:pt x="61490" y="2935"/>
                  </a:cubicBezTo>
                  <a:cubicBezTo>
                    <a:pt x="61490" y="2900"/>
                    <a:pt x="61456" y="2866"/>
                    <a:pt x="61388" y="2866"/>
                  </a:cubicBezTo>
                  <a:close/>
                  <a:moveTo>
                    <a:pt x="114211" y="2866"/>
                  </a:moveTo>
                  <a:cubicBezTo>
                    <a:pt x="114176" y="2866"/>
                    <a:pt x="114142" y="2900"/>
                    <a:pt x="114108" y="2969"/>
                  </a:cubicBezTo>
                  <a:cubicBezTo>
                    <a:pt x="114108" y="3003"/>
                    <a:pt x="114142" y="3037"/>
                    <a:pt x="114211" y="3037"/>
                  </a:cubicBezTo>
                  <a:lnTo>
                    <a:pt x="114313" y="3071"/>
                  </a:lnTo>
                  <a:cubicBezTo>
                    <a:pt x="114381" y="3071"/>
                    <a:pt x="114415" y="3037"/>
                    <a:pt x="114415" y="2969"/>
                  </a:cubicBezTo>
                  <a:cubicBezTo>
                    <a:pt x="114415" y="2935"/>
                    <a:pt x="114381" y="2900"/>
                    <a:pt x="114347" y="2900"/>
                  </a:cubicBezTo>
                  <a:lnTo>
                    <a:pt x="114211" y="2866"/>
                  </a:lnTo>
                  <a:close/>
                  <a:moveTo>
                    <a:pt x="114791" y="2935"/>
                  </a:moveTo>
                  <a:cubicBezTo>
                    <a:pt x="114722" y="2935"/>
                    <a:pt x="114688" y="2969"/>
                    <a:pt x="114688" y="3003"/>
                  </a:cubicBezTo>
                  <a:cubicBezTo>
                    <a:pt x="114688" y="3037"/>
                    <a:pt x="114722" y="3105"/>
                    <a:pt x="114756" y="3105"/>
                  </a:cubicBezTo>
                  <a:lnTo>
                    <a:pt x="114893" y="3105"/>
                  </a:lnTo>
                  <a:cubicBezTo>
                    <a:pt x="114927" y="3105"/>
                    <a:pt x="114961" y="3071"/>
                    <a:pt x="114995" y="3037"/>
                  </a:cubicBezTo>
                  <a:cubicBezTo>
                    <a:pt x="114995" y="2969"/>
                    <a:pt x="114961" y="2935"/>
                    <a:pt x="114893" y="2935"/>
                  </a:cubicBezTo>
                  <a:close/>
                  <a:moveTo>
                    <a:pt x="60870" y="2955"/>
                  </a:moveTo>
                  <a:cubicBezTo>
                    <a:pt x="60860" y="2955"/>
                    <a:pt x="60851" y="2960"/>
                    <a:pt x="60842" y="2969"/>
                  </a:cubicBezTo>
                  <a:lnTo>
                    <a:pt x="60740" y="2969"/>
                  </a:lnTo>
                  <a:cubicBezTo>
                    <a:pt x="60672" y="2969"/>
                    <a:pt x="60637" y="3037"/>
                    <a:pt x="60637" y="3071"/>
                  </a:cubicBezTo>
                  <a:cubicBezTo>
                    <a:pt x="60672" y="3105"/>
                    <a:pt x="60706" y="3139"/>
                    <a:pt x="60740" y="3139"/>
                  </a:cubicBezTo>
                  <a:lnTo>
                    <a:pt x="60876" y="3139"/>
                  </a:lnTo>
                  <a:cubicBezTo>
                    <a:pt x="60910" y="3105"/>
                    <a:pt x="60944" y="3071"/>
                    <a:pt x="60944" y="3037"/>
                  </a:cubicBezTo>
                  <a:cubicBezTo>
                    <a:pt x="60920" y="2987"/>
                    <a:pt x="60895" y="2955"/>
                    <a:pt x="60870" y="2955"/>
                  </a:cubicBezTo>
                  <a:close/>
                  <a:moveTo>
                    <a:pt x="115371" y="2969"/>
                  </a:moveTo>
                  <a:cubicBezTo>
                    <a:pt x="115302" y="2969"/>
                    <a:pt x="115268" y="3003"/>
                    <a:pt x="115268" y="3071"/>
                  </a:cubicBezTo>
                  <a:cubicBezTo>
                    <a:pt x="115268" y="3105"/>
                    <a:pt x="115302" y="3139"/>
                    <a:pt x="115337" y="3139"/>
                  </a:cubicBezTo>
                  <a:lnTo>
                    <a:pt x="115473" y="3173"/>
                  </a:lnTo>
                  <a:cubicBezTo>
                    <a:pt x="115507" y="3173"/>
                    <a:pt x="115541" y="3139"/>
                    <a:pt x="115541" y="3071"/>
                  </a:cubicBezTo>
                  <a:cubicBezTo>
                    <a:pt x="115541" y="3037"/>
                    <a:pt x="115507" y="3003"/>
                    <a:pt x="115473" y="3003"/>
                  </a:cubicBezTo>
                  <a:lnTo>
                    <a:pt x="115371" y="2969"/>
                  </a:lnTo>
                  <a:close/>
                  <a:moveTo>
                    <a:pt x="60160" y="3037"/>
                  </a:moveTo>
                  <a:cubicBezTo>
                    <a:pt x="60126" y="3071"/>
                    <a:pt x="60091" y="3105"/>
                    <a:pt x="60091" y="3139"/>
                  </a:cubicBezTo>
                  <a:cubicBezTo>
                    <a:pt x="60091" y="3208"/>
                    <a:pt x="60126" y="3208"/>
                    <a:pt x="60160" y="3208"/>
                  </a:cubicBezTo>
                  <a:lnTo>
                    <a:pt x="60296" y="3208"/>
                  </a:lnTo>
                  <a:cubicBezTo>
                    <a:pt x="60330" y="3208"/>
                    <a:pt x="60364" y="3139"/>
                    <a:pt x="60364" y="3105"/>
                  </a:cubicBezTo>
                  <a:cubicBezTo>
                    <a:pt x="60364" y="3071"/>
                    <a:pt x="60330" y="3037"/>
                    <a:pt x="60262" y="3037"/>
                  </a:cubicBezTo>
                  <a:close/>
                  <a:moveTo>
                    <a:pt x="115917" y="3037"/>
                  </a:moveTo>
                  <a:cubicBezTo>
                    <a:pt x="115883" y="3037"/>
                    <a:pt x="115848" y="3071"/>
                    <a:pt x="115848" y="3105"/>
                  </a:cubicBezTo>
                  <a:cubicBezTo>
                    <a:pt x="115848" y="3139"/>
                    <a:pt x="115883" y="3208"/>
                    <a:pt x="115917" y="3208"/>
                  </a:cubicBezTo>
                  <a:lnTo>
                    <a:pt x="116019" y="3208"/>
                  </a:lnTo>
                  <a:cubicBezTo>
                    <a:pt x="116087" y="3208"/>
                    <a:pt x="116121" y="3173"/>
                    <a:pt x="116121" y="3139"/>
                  </a:cubicBezTo>
                  <a:cubicBezTo>
                    <a:pt x="116121" y="3071"/>
                    <a:pt x="116087" y="3037"/>
                    <a:pt x="116053" y="3037"/>
                  </a:cubicBezTo>
                  <a:close/>
                  <a:moveTo>
                    <a:pt x="116497" y="3071"/>
                  </a:moveTo>
                  <a:cubicBezTo>
                    <a:pt x="116463" y="3071"/>
                    <a:pt x="116394" y="3105"/>
                    <a:pt x="116394" y="3173"/>
                  </a:cubicBezTo>
                  <a:cubicBezTo>
                    <a:pt x="116394" y="3208"/>
                    <a:pt x="116429" y="3242"/>
                    <a:pt x="116497" y="3242"/>
                  </a:cubicBezTo>
                  <a:lnTo>
                    <a:pt x="116599" y="3276"/>
                  </a:lnTo>
                  <a:cubicBezTo>
                    <a:pt x="116633" y="3276"/>
                    <a:pt x="116702" y="3242"/>
                    <a:pt x="116702" y="3173"/>
                  </a:cubicBezTo>
                  <a:cubicBezTo>
                    <a:pt x="116702" y="3139"/>
                    <a:pt x="116667" y="3105"/>
                    <a:pt x="116599" y="3105"/>
                  </a:cubicBezTo>
                  <a:lnTo>
                    <a:pt x="116497" y="3071"/>
                  </a:lnTo>
                  <a:close/>
                  <a:moveTo>
                    <a:pt x="59716" y="3105"/>
                  </a:moveTo>
                  <a:lnTo>
                    <a:pt x="59580" y="3139"/>
                  </a:lnTo>
                  <a:cubicBezTo>
                    <a:pt x="59545" y="3139"/>
                    <a:pt x="59511" y="3173"/>
                    <a:pt x="59511" y="3242"/>
                  </a:cubicBezTo>
                  <a:cubicBezTo>
                    <a:pt x="59511" y="3276"/>
                    <a:pt x="59545" y="3310"/>
                    <a:pt x="59614" y="3310"/>
                  </a:cubicBezTo>
                  <a:lnTo>
                    <a:pt x="59716" y="3276"/>
                  </a:lnTo>
                  <a:cubicBezTo>
                    <a:pt x="59784" y="3276"/>
                    <a:pt x="59818" y="3242"/>
                    <a:pt x="59784" y="3173"/>
                  </a:cubicBezTo>
                  <a:cubicBezTo>
                    <a:pt x="59784" y="3139"/>
                    <a:pt x="59750" y="3105"/>
                    <a:pt x="59716" y="3105"/>
                  </a:cubicBezTo>
                  <a:close/>
                  <a:moveTo>
                    <a:pt x="117077" y="3139"/>
                  </a:moveTo>
                  <a:cubicBezTo>
                    <a:pt x="117009" y="3139"/>
                    <a:pt x="116974" y="3173"/>
                    <a:pt x="116974" y="3208"/>
                  </a:cubicBezTo>
                  <a:cubicBezTo>
                    <a:pt x="116974" y="3242"/>
                    <a:pt x="117009" y="3310"/>
                    <a:pt x="117043" y="3310"/>
                  </a:cubicBezTo>
                  <a:lnTo>
                    <a:pt x="117179" y="3310"/>
                  </a:lnTo>
                  <a:cubicBezTo>
                    <a:pt x="117213" y="3310"/>
                    <a:pt x="117247" y="3276"/>
                    <a:pt x="117247" y="3242"/>
                  </a:cubicBezTo>
                  <a:cubicBezTo>
                    <a:pt x="117282" y="3173"/>
                    <a:pt x="117247" y="3139"/>
                    <a:pt x="117179" y="3139"/>
                  </a:cubicBezTo>
                  <a:close/>
                  <a:moveTo>
                    <a:pt x="59169" y="3194"/>
                  </a:moveTo>
                  <a:cubicBezTo>
                    <a:pt x="59157" y="3194"/>
                    <a:pt x="59145" y="3198"/>
                    <a:pt x="59136" y="3208"/>
                  </a:cubicBezTo>
                  <a:lnTo>
                    <a:pt x="59034" y="3208"/>
                  </a:lnTo>
                  <a:cubicBezTo>
                    <a:pt x="58965" y="3208"/>
                    <a:pt x="58931" y="3276"/>
                    <a:pt x="58965" y="3310"/>
                  </a:cubicBezTo>
                  <a:cubicBezTo>
                    <a:pt x="58965" y="3344"/>
                    <a:pt x="58999" y="3378"/>
                    <a:pt x="59034" y="3378"/>
                  </a:cubicBezTo>
                  <a:lnTo>
                    <a:pt x="59170" y="3378"/>
                  </a:lnTo>
                  <a:cubicBezTo>
                    <a:pt x="59204" y="3344"/>
                    <a:pt x="59238" y="3310"/>
                    <a:pt x="59238" y="3276"/>
                  </a:cubicBezTo>
                  <a:cubicBezTo>
                    <a:pt x="59238" y="3226"/>
                    <a:pt x="59202" y="3194"/>
                    <a:pt x="59169" y="3194"/>
                  </a:cubicBezTo>
                  <a:close/>
                  <a:moveTo>
                    <a:pt x="117623" y="3173"/>
                  </a:moveTo>
                  <a:cubicBezTo>
                    <a:pt x="117589" y="3173"/>
                    <a:pt x="117555" y="3208"/>
                    <a:pt x="117555" y="3276"/>
                  </a:cubicBezTo>
                  <a:cubicBezTo>
                    <a:pt x="117555" y="3310"/>
                    <a:pt x="117589" y="3344"/>
                    <a:pt x="117623" y="3344"/>
                  </a:cubicBezTo>
                  <a:lnTo>
                    <a:pt x="117725" y="3378"/>
                  </a:lnTo>
                  <a:lnTo>
                    <a:pt x="117759" y="3378"/>
                  </a:lnTo>
                  <a:cubicBezTo>
                    <a:pt x="117793" y="3378"/>
                    <a:pt x="117828" y="3344"/>
                    <a:pt x="117828" y="3276"/>
                  </a:cubicBezTo>
                  <a:cubicBezTo>
                    <a:pt x="117828" y="3242"/>
                    <a:pt x="117793" y="3208"/>
                    <a:pt x="117759" y="3208"/>
                  </a:cubicBezTo>
                  <a:lnTo>
                    <a:pt x="117623" y="3173"/>
                  </a:lnTo>
                  <a:close/>
                  <a:moveTo>
                    <a:pt x="118203" y="3242"/>
                  </a:moveTo>
                  <a:cubicBezTo>
                    <a:pt x="118169" y="3242"/>
                    <a:pt x="118135" y="3276"/>
                    <a:pt x="118101" y="3310"/>
                  </a:cubicBezTo>
                  <a:cubicBezTo>
                    <a:pt x="118101" y="3344"/>
                    <a:pt x="118135" y="3412"/>
                    <a:pt x="118203" y="3412"/>
                  </a:cubicBezTo>
                  <a:lnTo>
                    <a:pt x="118305" y="3412"/>
                  </a:lnTo>
                  <a:cubicBezTo>
                    <a:pt x="118374" y="3412"/>
                    <a:pt x="118408" y="3378"/>
                    <a:pt x="118408" y="3344"/>
                  </a:cubicBezTo>
                  <a:cubicBezTo>
                    <a:pt x="118408" y="3276"/>
                    <a:pt x="118374" y="3242"/>
                    <a:pt x="118339" y="3242"/>
                  </a:cubicBezTo>
                  <a:close/>
                  <a:moveTo>
                    <a:pt x="58454" y="3276"/>
                  </a:moveTo>
                  <a:cubicBezTo>
                    <a:pt x="58419" y="3310"/>
                    <a:pt x="58385" y="3344"/>
                    <a:pt x="58385" y="3378"/>
                  </a:cubicBezTo>
                  <a:cubicBezTo>
                    <a:pt x="58385" y="3446"/>
                    <a:pt x="58419" y="3446"/>
                    <a:pt x="58454" y="3446"/>
                  </a:cubicBezTo>
                  <a:lnTo>
                    <a:pt x="58590" y="3446"/>
                  </a:lnTo>
                  <a:cubicBezTo>
                    <a:pt x="58624" y="3446"/>
                    <a:pt x="58658" y="3412"/>
                    <a:pt x="58658" y="3344"/>
                  </a:cubicBezTo>
                  <a:cubicBezTo>
                    <a:pt x="58658" y="3310"/>
                    <a:pt x="58624" y="3276"/>
                    <a:pt x="58556" y="3276"/>
                  </a:cubicBezTo>
                  <a:close/>
                  <a:moveTo>
                    <a:pt x="118783" y="3276"/>
                  </a:moveTo>
                  <a:cubicBezTo>
                    <a:pt x="118749" y="3276"/>
                    <a:pt x="118681" y="3310"/>
                    <a:pt x="118681" y="3378"/>
                  </a:cubicBezTo>
                  <a:cubicBezTo>
                    <a:pt x="118681" y="3412"/>
                    <a:pt x="118715" y="3446"/>
                    <a:pt x="118749" y="3446"/>
                  </a:cubicBezTo>
                  <a:lnTo>
                    <a:pt x="118885" y="3481"/>
                  </a:lnTo>
                  <a:cubicBezTo>
                    <a:pt x="118920" y="3481"/>
                    <a:pt x="118954" y="3446"/>
                    <a:pt x="118988" y="3378"/>
                  </a:cubicBezTo>
                  <a:cubicBezTo>
                    <a:pt x="118988" y="3344"/>
                    <a:pt x="118954" y="3310"/>
                    <a:pt x="118885" y="3310"/>
                  </a:cubicBezTo>
                  <a:lnTo>
                    <a:pt x="118783" y="3276"/>
                  </a:lnTo>
                  <a:close/>
                  <a:moveTo>
                    <a:pt x="119363" y="3344"/>
                  </a:moveTo>
                  <a:cubicBezTo>
                    <a:pt x="119295" y="3344"/>
                    <a:pt x="119261" y="3378"/>
                    <a:pt x="119261" y="3412"/>
                  </a:cubicBezTo>
                  <a:cubicBezTo>
                    <a:pt x="119261" y="3446"/>
                    <a:pt x="119295" y="3515"/>
                    <a:pt x="119329" y="3515"/>
                  </a:cubicBezTo>
                  <a:lnTo>
                    <a:pt x="119465" y="3515"/>
                  </a:lnTo>
                  <a:cubicBezTo>
                    <a:pt x="119500" y="3515"/>
                    <a:pt x="119534" y="3481"/>
                    <a:pt x="119534" y="3446"/>
                  </a:cubicBezTo>
                  <a:cubicBezTo>
                    <a:pt x="119534" y="3378"/>
                    <a:pt x="119500" y="3344"/>
                    <a:pt x="119465" y="3344"/>
                  </a:cubicBezTo>
                  <a:close/>
                  <a:moveTo>
                    <a:pt x="58010" y="3344"/>
                  </a:moveTo>
                  <a:lnTo>
                    <a:pt x="57873" y="3378"/>
                  </a:lnTo>
                  <a:cubicBezTo>
                    <a:pt x="57839" y="3378"/>
                    <a:pt x="57805" y="3412"/>
                    <a:pt x="57805" y="3481"/>
                  </a:cubicBezTo>
                  <a:cubicBezTo>
                    <a:pt x="57805" y="3515"/>
                    <a:pt x="57873" y="3549"/>
                    <a:pt x="57908" y="3549"/>
                  </a:cubicBezTo>
                  <a:lnTo>
                    <a:pt x="58010" y="3515"/>
                  </a:lnTo>
                  <a:cubicBezTo>
                    <a:pt x="58078" y="3515"/>
                    <a:pt x="58112" y="3481"/>
                    <a:pt x="58112" y="3446"/>
                  </a:cubicBezTo>
                  <a:cubicBezTo>
                    <a:pt x="58078" y="3378"/>
                    <a:pt x="58044" y="3344"/>
                    <a:pt x="58010" y="3344"/>
                  </a:cubicBezTo>
                  <a:close/>
                  <a:moveTo>
                    <a:pt x="119909" y="3378"/>
                  </a:moveTo>
                  <a:cubicBezTo>
                    <a:pt x="119875" y="3378"/>
                    <a:pt x="119841" y="3412"/>
                    <a:pt x="119841" y="3481"/>
                  </a:cubicBezTo>
                  <a:cubicBezTo>
                    <a:pt x="119807" y="3515"/>
                    <a:pt x="119875" y="3549"/>
                    <a:pt x="119909" y="3549"/>
                  </a:cubicBezTo>
                  <a:lnTo>
                    <a:pt x="120011" y="3583"/>
                  </a:lnTo>
                  <a:cubicBezTo>
                    <a:pt x="120080" y="3583"/>
                    <a:pt x="120114" y="3549"/>
                    <a:pt x="120114" y="3481"/>
                  </a:cubicBezTo>
                  <a:cubicBezTo>
                    <a:pt x="120114" y="3446"/>
                    <a:pt x="120080" y="3412"/>
                    <a:pt x="120046" y="3412"/>
                  </a:cubicBezTo>
                  <a:lnTo>
                    <a:pt x="119909" y="3378"/>
                  </a:lnTo>
                  <a:close/>
                  <a:moveTo>
                    <a:pt x="57477" y="3433"/>
                  </a:moveTo>
                  <a:cubicBezTo>
                    <a:pt x="57464" y="3433"/>
                    <a:pt x="57448" y="3437"/>
                    <a:pt x="57430" y="3446"/>
                  </a:cubicBezTo>
                  <a:lnTo>
                    <a:pt x="57327" y="3446"/>
                  </a:lnTo>
                  <a:cubicBezTo>
                    <a:pt x="57259" y="3446"/>
                    <a:pt x="57259" y="3515"/>
                    <a:pt x="57259" y="3549"/>
                  </a:cubicBezTo>
                  <a:cubicBezTo>
                    <a:pt x="57259" y="3583"/>
                    <a:pt x="57293" y="3617"/>
                    <a:pt x="57327" y="3617"/>
                  </a:cubicBezTo>
                  <a:lnTo>
                    <a:pt x="57464" y="3617"/>
                  </a:lnTo>
                  <a:cubicBezTo>
                    <a:pt x="57498" y="3617"/>
                    <a:pt x="57532" y="3549"/>
                    <a:pt x="57532" y="3515"/>
                  </a:cubicBezTo>
                  <a:cubicBezTo>
                    <a:pt x="57532" y="3465"/>
                    <a:pt x="57514" y="3433"/>
                    <a:pt x="57477" y="3433"/>
                  </a:cubicBezTo>
                  <a:close/>
                  <a:moveTo>
                    <a:pt x="120489" y="3446"/>
                  </a:moveTo>
                  <a:cubicBezTo>
                    <a:pt x="120455" y="3446"/>
                    <a:pt x="120387" y="3481"/>
                    <a:pt x="120387" y="3515"/>
                  </a:cubicBezTo>
                  <a:cubicBezTo>
                    <a:pt x="120387" y="3549"/>
                    <a:pt x="120421" y="3617"/>
                    <a:pt x="120489" y="3617"/>
                  </a:cubicBezTo>
                  <a:lnTo>
                    <a:pt x="120592" y="3617"/>
                  </a:lnTo>
                  <a:cubicBezTo>
                    <a:pt x="120626" y="3617"/>
                    <a:pt x="120694" y="3583"/>
                    <a:pt x="120694" y="3549"/>
                  </a:cubicBezTo>
                  <a:cubicBezTo>
                    <a:pt x="120694" y="3481"/>
                    <a:pt x="120660" y="3446"/>
                    <a:pt x="120592" y="3446"/>
                  </a:cubicBezTo>
                  <a:close/>
                  <a:moveTo>
                    <a:pt x="121069" y="3481"/>
                  </a:moveTo>
                  <a:cubicBezTo>
                    <a:pt x="121001" y="3481"/>
                    <a:pt x="120967" y="3515"/>
                    <a:pt x="120967" y="3549"/>
                  </a:cubicBezTo>
                  <a:cubicBezTo>
                    <a:pt x="120967" y="3617"/>
                    <a:pt x="121001" y="3651"/>
                    <a:pt x="121035" y="3651"/>
                  </a:cubicBezTo>
                  <a:lnTo>
                    <a:pt x="121172" y="3685"/>
                  </a:lnTo>
                  <a:cubicBezTo>
                    <a:pt x="121206" y="3685"/>
                    <a:pt x="121240" y="3651"/>
                    <a:pt x="121240" y="3583"/>
                  </a:cubicBezTo>
                  <a:cubicBezTo>
                    <a:pt x="121274" y="3549"/>
                    <a:pt x="121240" y="3515"/>
                    <a:pt x="121172" y="3515"/>
                  </a:cubicBezTo>
                  <a:lnTo>
                    <a:pt x="121069" y="3481"/>
                  </a:lnTo>
                  <a:close/>
                  <a:moveTo>
                    <a:pt x="56884" y="3515"/>
                  </a:moveTo>
                  <a:lnTo>
                    <a:pt x="56747" y="3549"/>
                  </a:lnTo>
                  <a:cubicBezTo>
                    <a:pt x="56713" y="3549"/>
                    <a:pt x="56679" y="3583"/>
                    <a:pt x="56679" y="3617"/>
                  </a:cubicBezTo>
                  <a:cubicBezTo>
                    <a:pt x="56679" y="3685"/>
                    <a:pt x="56713" y="3719"/>
                    <a:pt x="56781" y="3719"/>
                  </a:cubicBezTo>
                  <a:lnTo>
                    <a:pt x="56884" y="3685"/>
                  </a:lnTo>
                  <a:cubicBezTo>
                    <a:pt x="56952" y="3685"/>
                    <a:pt x="56986" y="3651"/>
                    <a:pt x="56952" y="3583"/>
                  </a:cubicBezTo>
                  <a:cubicBezTo>
                    <a:pt x="56952" y="3549"/>
                    <a:pt x="56918" y="3515"/>
                    <a:pt x="56884" y="3515"/>
                  </a:cubicBezTo>
                  <a:close/>
                  <a:moveTo>
                    <a:pt x="121596" y="3540"/>
                  </a:moveTo>
                  <a:cubicBezTo>
                    <a:pt x="121569" y="3540"/>
                    <a:pt x="121547" y="3589"/>
                    <a:pt x="121547" y="3617"/>
                  </a:cubicBezTo>
                  <a:cubicBezTo>
                    <a:pt x="121547" y="3651"/>
                    <a:pt x="121581" y="3719"/>
                    <a:pt x="121615" y="3719"/>
                  </a:cubicBezTo>
                  <a:lnTo>
                    <a:pt x="121752" y="3719"/>
                  </a:lnTo>
                  <a:cubicBezTo>
                    <a:pt x="121786" y="3719"/>
                    <a:pt x="121820" y="3685"/>
                    <a:pt x="121820" y="3651"/>
                  </a:cubicBezTo>
                  <a:cubicBezTo>
                    <a:pt x="121820" y="3583"/>
                    <a:pt x="121786" y="3549"/>
                    <a:pt x="121752" y="3549"/>
                  </a:cubicBezTo>
                  <a:lnTo>
                    <a:pt x="121615" y="3549"/>
                  </a:lnTo>
                  <a:cubicBezTo>
                    <a:pt x="121609" y="3542"/>
                    <a:pt x="121602" y="3540"/>
                    <a:pt x="121596" y="3540"/>
                  </a:cubicBezTo>
                  <a:close/>
                  <a:moveTo>
                    <a:pt x="56304" y="3583"/>
                  </a:moveTo>
                  <a:lnTo>
                    <a:pt x="56201" y="3617"/>
                  </a:lnTo>
                  <a:cubicBezTo>
                    <a:pt x="56133" y="3617"/>
                    <a:pt x="56099" y="3651"/>
                    <a:pt x="56099" y="3719"/>
                  </a:cubicBezTo>
                  <a:cubicBezTo>
                    <a:pt x="56133" y="3754"/>
                    <a:pt x="56167" y="3788"/>
                    <a:pt x="56201" y="3788"/>
                  </a:cubicBezTo>
                  <a:lnTo>
                    <a:pt x="56338" y="3754"/>
                  </a:lnTo>
                  <a:cubicBezTo>
                    <a:pt x="56372" y="3754"/>
                    <a:pt x="56406" y="3719"/>
                    <a:pt x="56406" y="3685"/>
                  </a:cubicBezTo>
                  <a:cubicBezTo>
                    <a:pt x="56406" y="3617"/>
                    <a:pt x="56338" y="3583"/>
                    <a:pt x="56304" y="3583"/>
                  </a:cubicBezTo>
                  <a:close/>
                  <a:moveTo>
                    <a:pt x="122195" y="3583"/>
                  </a:moveTo>
                  <a:cubicBezTo>
                    <a:pt x="122161" y="3583"/>
                    <a:pt x="122127" y="3617"/>
                    <a:pt x="122093" y="3651"/>
                  </a:cubicBezTo>
                  <a:cubicBezTo>
                    <a:pt x="122093" y="3719"/>
                    <a:pt x="122127" y="3754"/>
                    <a:pt x="122195" y="3754"/>
                  </a:cubicBezTo>
                  <a:lnTo>
                    <a:pt x="122298" y="3788"/>
                  </a:lnTo>
                  <a:cubicBezTo>
                    <a:pt x="122366" y="3788"/>
                    <a:pt x="122400" y="3754"/>
                    <a:pt x="122400" y="3685"/>
                  </a:cubicBezTo>
                  <a:cubicBezTo>
                    <a:pt x="122400" y="3651"/>
                    <a:pt x="122366" y="3617"/>
                    <a:pt x="122332" y="3583"/>
                  </a:cubicBezTo>
                  <a:close/>
                  <a:moveTo>
                    <a:pt x="122775" y="3651"/>
                  </a:moveTo>
                  <a:cubicBezTo>
                    <a:pt x="122707" y="3651"/>
                    <a:pt x="122673" y="3685"/>
                    <a:pt x="122673" y="3719"/>
                  </a:cubicBezTo>
                  <a:cubicBezTo>
                    <a:pt x="122673" y="3754"/>
                    <a:pt x="122707" y="3822"/>
                    <a:pt x="122741" y="3822"/>
                  </a:cubicBezTo>
                  <a:lnTo>
                    <a:pt x="122878" y="3822"/>
                  </a:lnTo>
                  <a:cubicBezTo>
                    <a:pt x="122912" y="3822"/>
                    <a:pt x="122946" y="3788"/>
                    <a:pt x="122980" y="3754"/>
                  </a:cubicBezTo>
                  <a:cubicBezTo>
                    <a:pt x="122980" y="3685"/>
                    <a:pt x="122946" y="3651"/>
                    <a:pt x="122878" y="3651"/>
                  </a:cubicBezTo>
                  <a:close/>
                  <a:moveTo>
                    <a:pt x="55621" y="3685"/>
                  </a:moveTo>
                  <a:cubicBezTo>
                    <a:pt x="55587" y="3685"/>
                    <a:pt x="55553" y="3754"/>
                    <a:pt x="55553" y="3788"/>
                  </a:cubicBezTo>
                  <a:cubicBezTo>
                    <a:pt x="55553" y="3822"/>
                    <a:pt x="55587" y="3856"/>
                    <a:pt x="55621" y="3856"/>
                  </a:cubicBezTo>
                  <a:lnTo>
                    <a:pt x="55758" y="3856"/>
                  </a:lnTo>
                  <a:cubicBezTo>
                    <a:pt x="55792" y="3856"/>
                    <a:pt x="55826" y="3788"/>
                    <a:pt x="55826" y="3754"/>
                  </a:cubicBezTo>
                  <a:cubicBezTo>
                    <a:pt x="55826" y="3719"/>
                    <a:pt x="55792" y="3685"/>
                    <a:pt x="55724" y="3685"/>
                  </a:cubicBezTo>
                  <a:close/>
                  <a:moveTo>
                    <a:pt x="123355" y="3685"/>
                  </a:moveTo>
                  <a:cubicBezTo>
                    <a:pt x="123287" y="3685"/>
                    <a:pt x="123253" y="3719"/>
                    <a:pt x="123253" y="3754"/>
                  </a:cubicBezTo>
                  <a:cubicBezTo>
                    <a:pt x="123253" y="3822"/>
                    <a:pt x="123287" y="3856"/>
                    <a:pt x="123321" y="3856"/>
                  </a:cubicBezTo>
                  <a:lnTo>
                    <a:pt x="123424" y="3856"/>
                  </a:lnTo>
                  <a:cubicBezTo>
                    <a:pt x="123458" y="3890"/>
                    <a:pt x="123458" y="3890"/>
                    <a:pt x="123458" y="3890"/>
                  </a:cubicBezTo>
                  <a:cubicBezTo>
                    <a:pt x="123492" y="3890"/>
                    <a:pt x="123526" y="3856"/>
                    <a:pt x="123526" y="3788"/>
                  </a:cubicBezTo>
                  <a:cubicBezTo>
                    <a:pt x="123526" y="3754"/>
                    <a:pt x="123492" y="3719"/>
                    <a:pt x="123458" y="3685"/>
                  </a:cubicBezTo>
                  <a:close/>
                  <a:moveTo>
                    <a:pt x="123901" y="3754"/>
                  </a:moveTo>
                  <a:cubicBezTo>
                    <a:pt x="123867" y="3754"/>
                    <a:pt x="123833" y="3788"/>
                    <a:pt x="123833" y="3822"/>
                  </a:cubicBezTo>
                  <a:cubicBezTo>
                    <a:pt x="123799" y="3856"/>
                    <a:pt x="123833" y="3924"/>
                    <a:pt x="123901" y="3924"/>
                  </a:cubicBezTo>
                  <a:lnTo>
                    <a:pt x="124004" y="3924"/>
                  </a:lnTo>
                  <a:cubicBezTo>
                    <a:pt x="124072" y="3924"/>
                    <a:pt x="124106" y="3890"/>
                    <a:pt x="124106" y="3856"/>
                  </a:cubicBezTo>
                  <a:cubicBezTo>
                    <a:pt x="124106" y="3788"/>
                    <a:pt x="124072" y="3754"/>
                    <a:pt x="124038" y="3754"/>
                  </a:cubicBezTo>
                  <a:close/>
                  <a:moveTo>
                    <a:pt x="55178" y="3754"/>
                  </a:moveTo>
                  <a:lnTo>
                    <a:pt x="55041" y="3788"/>
                  </a:lnTo>
                  <a:cubicBezTo>
                    <a:pt x="55007" y="3788"/>
                    <a:pt x="54973" y="3822"/>
                    <a:pt x="54973" y="3856"/>
                  </a:cubicBezTo>
                  <a:cubicBezTo>
                    <a:pt x="54973" y="3924"/>
                    <a:pt x="55041" y="3958"/>
                    <a:pt x="55075" y="3958"/>
                  </a:cubicBezTo>
                  <a:lnTo>
                    <a:pt x="55178" y="3924"/>
                  </a:lnTo>
                  <a:cubicBezTo>
                    <a:pt x="55246" y="3924"/>
                    <a:pt x="55280" y="3890"/>
                    <a:pt x="55280" y="3822"/>
                  </a:cubicBezTo>
                  <a:cubicBezTo>
                    <a:pt x="55246" y="3788"/>
                    <a:pt x="55212" y="3754"/>
                    <a:pt x="55178" y="3754"/>
                  </a:cubicBezTo>
                  <a:close/>
                  <a:moveTo>
                    <a:pt x="124482" y="3788"/>
                  </a:moveTo>
                  <a:cubicBezTo>
                    <a:pt x="124447" y="3788"/>
                    <a:pt x="124379" y="3822"/>
                    <a:pt x="124379" y="3856"/>
                  </a:cubicBezTo>
                  <a:cubicBezTo>
                    <a:pt x="124379" y="3924"/>
                    <a:pt x="124413" y="3958"/>
                    <a:pt x="124482" y="3958"/>
                  </a:cubicBezTo>
                  <a:lnTo>
                    <a:pt x="124584" y="3958"/>
                  </a:lnTo>
                  <a:cubicBezTo>
                    <a:pt x="124618" y="3958"/>
                    <a:pt x="124686" y="3958"/>
                    <a:pt x="124686" y="3890"/>
                  </a:cubicBezTo>
                  <a:cubicBezTo>
                    <a:pt x="124686" y="3856"/>
                    <a:pt x="124652" y="3822"/>
                    <a:pt x="124584" y="3788"/>
                  </a:cubicBezTo>
                  <a:close/>
                  <a:moveTo>
                    <a:pt x="54598" y="3822"/>
                  </a:moveTo>
                  <a:lnTo>
                    <a:pt x="54495" y="3856"/>
                  </a:lnTo>
                  <a:cubicBezTo>
                    <a:pt x="54427" y="3856"/>
                    <a:pt x="54393" y="3890"/>
                    <a:pt x="54427" y="3958"/>
                  </a:cubicBezTo>
                  <a:cubicBezTo>
                    <a:pt x="54427" y="3992"/>
                    <a:pt x="54461" y="4027"/>
                    <a:pt x="54495" y="4027"/>
                  </a:cubicBezTo>
                  <a:lnTo>
                    <a:pt x="54632" y="3992"/>
                  </a:lnTo>
                  <a:cubicBezTo>
                    <a:pt x="54666" y="3992"/>
                    <a:pt x="54700" y="3958"/>
                    <a:pt x="54700" y="3924"/>
                  </a:cubicBezTo>
                  <a:cubicBezTo>
                    <a:pt x="54700" y="3856"/>
                    <a:pt x="54666" y="3822"/>
                    <a:pt x="54598" y="3822"/>
                  </a:cubicBezTo>
                  <a:close/>
                  <a:moveTo>
                    <a:pt x="125062" y="3856"/>
                  </a:moveTo>
                  <a:cubicBezTo>
                    <a:pt x="124993" y="3856"/>
                    <a:pt x="124959" y="3890"/>
                    <a:pt x="124959" y="3924"/>
                  </a:cubicBezTo>
                  <a:cubicBezTo>
                    <a:pt x="124959" y="3958"/>
                    <a:pt x="124993" y="4027"/>
                    <a:pt x="125028" y="4027"/>
                  </a:cubicBezTo>
                  <a:lnTo>
                    <a:pt x="125164" y="4027"/>
                  </a:lnTo>
                  <a:cubicBezTo>
                    <a:pt x="125198" y="4027"/>
                    <a:pt x="125232" y="3992"/>
                    <a:pt x="125232" y="3958"/>
                  </a:cubicBezTo>
                  <a:cubicBezTo>
                    <a:pt x="125232" y="3890"/>
                    <a:pt x="125198" y="3856"/>
                    <a:pt x="125164" y="3856"/>
                  </a:cubicBezTo>
                  <a:close/>
                  <a:moveTo>
                    <a:pt x="125608" y="3890"/>
                  </a:moveTo>
                  <a:cubicBezTo>
                    <a:pt x="125573" y="3890"/>
                    <a:pt x="125539" y="3924"/>
                    <a:pt x="125539" y="3958"/>
                  </a:cubicBezTo>
                  <a:cubicBezTo>
                    <a:pt x="125539" y="4027"/>
                    <a:pt x="125573" y="4061"/>
                    <a:pt x="125608" y="4061"/>
                  </a:cubicBezTo>
                  <a:lnTo>
                    <a:pt x="125744" y="4061"/>
                  </a:lnTo>
                  <a:cubicBezTo>
                    <a:pt x="125778" y="4061"/>
                    <a:pt x="125812" y="4027"/>
                    <a:pt x="125812" y="3992"/>
                  </a:cubicBezTo>
                  <a:cubicBezTo>
                    <a:pt x="125812" y="3958"/>
                    <a:pt x="125778" y="3924"/>
                    <a:pt x="125744" y="3890"/>
                  </a:cubicBezTo>
                  <a:close/>
                  <a:moveTo>
                    <a:pt x="53915" y="3924"/>
                  </a:moveTo>
                  <a:cubicBezTo>
                    <a:pt x="53881" y="3924"/>
                    <a:pt x="53847" y="3992"/>
                    <a:pt x="53847" y="4027"/>
                  </a:cubicBezTo>
                  <a:cubicBezTo>
                    <a:pt x="53847" y="4061"/>
                    <a:pt x="53881" y="4095"/>
                    <a:pt x="53949" y="4095"/>
                  </a:cubicBezTo>
                  <a:lnTo>
                    <a:pt x="54052" y="4095"/>
                  </a:lnTo>
                  <a:cubicBezTo>
                    <a:pt x="54120" y="4095"/>
                    <a:pt x="54154" y="4027"/>
                    <a:pt x="54120" y="3992"/>
                  </a:cubicBezTo>
                  <a:cubicBezTo>
                    <a:pt x="54120" y="3958"/>
                    <a:pt x="54086" y="3924"/>
                    <a:pt x="54018" y="3924"/>
                  </a:cubicBezTo>
                  <a:close/>
                  <a:moveTo>
                    <a:pt x="126168" y="3949"/>
                  </a:moveTo>
                  <a:cubicBezTo>
                    <a:pt x="126141" y="3949"/>
                    <a:pt x="126113" y="3999"/>
                    <a:pt x="126085" y="4027"/>
                  </a:cubicBezTo>
                  <a:cubicBezTo>
                    <a:pt x="126085" y="4061"/>
                    <a:pt x="126119" y="4129"/>
                    <a:pt x="126188" y="4129"/>
                  </a:cubicBezTo>
                  <a:lnTo>
                    <a:pt x="126290" y="4129"/>
                  </a:lnTo>
                  <a:cubicBezTo>
                    <a:pt x="126358" y="4129"/>
                    <a:pt x="126392" y="4095"/>
                    <a:pt x="126392" y="4061"/>
                  </a:cubicBezTo>
                  <a:cubicBezTo>
                    <a:pt x="126392" y="3992"/>
                    <a:pt x="126358" y="3958"/>
                    <a:pt x="126290" y="3958"/>
                  </a:cubicBezTo>
                  <a:lnTo>
                    <a:pt x="126188" y="3958"/>
                  </a:lnTo>
                  <a:cubicBezTo>
                    <a:pt x="126181" y="3952"/>
                    <a:pt x="126175" y="3949"/>
                    <a:pt x="126168" y="3949"/>
                  </a:cubicBezTo>
                  <a:close/>
                  <a:moveTo>
                    <a:pt x="126768" y="3992"/>
                  </a:moveTo>
                  <a:cubicBezTo>
                    <a:pt x="126734" y="3992"/>
                    <a:pt x="126665" y="4027"/>
                    <a:pt x="126665" y="4061"/>
                  </a:cubicBezTo>
                  <a:cubicBezTo>
                    <a:pt x="126665" y="4129"/>
                    <a:pt x="126700" y="4163"/>
                    <a:pt x="126734" y="4163"/>
                  </a:cubicBezTo>
                  <a:lnTo>
                    <a:pt x="126870" y="4163"/>
                  </a:lnTo>
                  <a:cubicBezTo>
                    <a:pt x="126904" y="4163"/>
                    <a:pt x="126938" y="4129"/>
                    <a:pt x="126938" y="4095"/>
                  </a:cubicBezTo>
                  <a:cubicBezTo>
                    <a:pt x="126973" y="4061"/>
                    <a:pt x="126938" y="4027"/>
                    <a:pt x="126870" y="3992"/>
                  </a:cubicBezTo>
                  <a:close/>
                  <a:moveTo>
                    <a:pt x="53472" y="3992"/>
                  </a:moveTo>
                  <a:lnTo>
                    <a:pt x="53369" y="4027"/>
                  </a:lnTo>
                  <a:cubicBezTo>
                    <a:pt x="53301" y="4027"/>
                    <a:pt x="53267" y="4061"/>
                    <a:pt x="53267" y="4095"/>
                  </a:cubicBezTo>
                  <a:cubicBezTo>
                    <a:pt x="53301" y="4163"/>
                    <a:pt x="53335" y="4197"/>
                    <a:pt x="53369" y="4197"/>
                  </a:cubicBezTo>
                  <a:lnTo>
                    <a:pt x="53506" y="4163"/>
                  </a:lnTo>
                  <a:cubicBezTo>
                    <a:pt x="53540" y="4163"/>
                    <a:pt x="53574" y="4129"/>
                    <a:pt x="53574" y="4061"/>
                  </a:cubicBezTo>
                  <a:cubicBezTo>
                    <a:pt x="53574" y="4027"/>
                    <a:pt x="53506" y="3992"/>
                    <a:pt x="53472" y="3992"/>
                  </a:cubicBezTo>
                  <a:close/>
                  <a:moveTo>
                    <a:pt x="127348" y="4061"/>
                  </a:moveTo>
                  <a:cubicBezTo>
                    <a:pt x="127280" y="4061"/>
                    <a:pt x="127246" y="4095"/>
                    <a:pt x="127246" y="4129"/>
                  </a:cubicBezTo>
                  <a:cubicBezTo>
                    <a:pt x="127246" y="4163"/>
                    <a:pt x="127280" y="4231"/>
                    <a:pt x="127314" y="4231"/>
                  </a:cubicBezTo>
                  <a:lnTo>
                    <a:pt x="127450" y="4231"/>
                  </a:lnTo>
                  <a:cubicBezTo>
                    <a:pt x="127484" y="4231"/>
                    <a:pt x="127519" y="4197"/>
                    <a:pt x="127519" y="4163"/>
                  </a:cubicBezTo>
                  <a:cubicBezTo>
                    <a:pt x="127519" y="4095"/>
                    <a:pt x="127484" y="4061"/>
                    <a:pt x="127450" y="4061"/>
                  </a:cubicBezTo>
                  <a:close/>
                  <a:moveTo>
                    <a:pt x="52891" y="4061"/>
                  </a:moveTo>
                  <a:lnTo>
                    <a:pt x="52789" y="4095"/>
                  </a:lnTo>
                  <a:cubicBezTo>
                    <a:pt x="52755" y="4095"/>
                    <a:pt x="52721" y="4129"/>
                    <a:pt x="52721" y="4197"/>
                  </a:cubicBezTo>
                  <a:cubicBezTo>
                    <a:pt x="52721" y="4231"/>
                    <a:pt x="52755" y="4265"/>
                    <a:pt x="52789" y="4265"/>
                  </a:cubicBezTo>
                  <a:lnTo>
                    <a:pt x="52823" y="4265"/>
                  </a:lnTo>
                  <a:lnTo>
                    <a:pt x="52926" y="4231"/>
                  </a:lnTo>
                  <a:cubicBezTo>
                    <a:pt x="52960" y="4231"/>
                    <a:pt x="52994" y="4197"/>
                    <a:pt x="52994" y="4163"/>
                  </a:cubicBezTo>
                  <a:cubicBezTo>
                    <a:pt x="52994" y="4095"/>
                    <a:pt x="52960" y="4061"/>
                    <a:pt x="52891" y="4061"/>
                  </a:cubicBezTo>
                  <a:close/>
                  <a:moveTo>
                    <a:pt x="127894" y="4095"/>
                  </a:moveTo>
                  <a:cubicBezTo>
                    <a:pt x="127860" y="4095"/>
                    <a:pt x="127826" y="4129"/>
                    <a:pt x="127826" y="4163"/>
                  </a:cubicBezTo>
                  <a:cubicBezTo>
                    <a:pt x="127791" y="4231"/>
                    <a:pt x="127826" y="4265"/>
                    <a:pt x="127894" y="4265"/>
                  </a:cubicBezTo>
                  <a:lnTo>
                    <a:pt x="127996" y="4265"/>
                  </a:lnTo>
                  <a:cubicBezTo>
                    <a:pt x="128064" y="4265"/>
                    <a:pt x="128099" y="4231"/>
                    <a:pt x="128099" y="4197"/>
                  </a:cubicBezTo>
                  <a:cubicBezTo>
                    <a:pt x="128099" y="4163"/>
                    <a:pt x="128064" y="4129"/>
                    <a:pt x="128030" y="4095"/>
                  </a:cubicBezTo>
                  <a:close/>
                  <a:moveTo>
                    <a:pt x="52209" y="4163"/>
                  </a:moveTo>
                  <a:cubicBezTo>
                    <a:pt x="52175" y="4163"/>
                    <a:pt x="52141" y="4231"/>
                    <a:pt x="52141" y="4265"/>
                  </a:cubicBezTo>
                  <a:cubicBezTo>
                    <a:pt x="52141" y="4300"/>
                    <a:pt x="52175" y="4334"/>
                    <a:pt x="52243" y="4334"/>
                  </a:cubicBezTo>
                  <a:lnTo>
                    <a:pt x="52345" y="4334"/>
                  </a:lnTo>
                  <a:cubicBezTo>
                    <a:pt x="52414" y="4334"/>
                    <a:pt x="52448" y="4265"/>
                    <a:pt x="52414" y="4231"/>
                  </a:cubicBezTo>
                  <a:cubicBezTo>
                    <a:pt x="52414" y="4197"/>
                    <a:pt x="52380" y="4163"/>
                    <a:pt x="52345" y="4163"/>
                  </a:cubicBezTo>
                  <a:close/>
                  <a:moveTo>
                    <a:pt x="128474" y="4163"/>
                  </a:moveTo>
                  <a:cubicBezTo>
                    <a:pt x="128440" y="4163"/>
                    <a:pt x="128372" y="4197"/>
                    <a:pt x="128372" y="4231"/>
                  </a:cubicBezTo>
                  <a:cubicBezTo>
                    <a:pt x="128372" y="4265"/>
                    <a:pt x="128406" y="4334"/>
                    <a:pt x="128474" y="4334"/>
                  </a:cubicBezTo>
                  <a:lnTo>
                    <a:pt x="128576" y="4334"/>
                  </a:lnTo>
                  <a:cubicBezTo>
                    <a:pt x="128610" y="4334"/>
                    <a:pt x="128645" y="4300"/>
                    <a:pt x="128679" y="4265"/>
                  </a:cubicBezTo>
                  <a:cubicBezTo>
                    <a:pt x="128679" y="4197"/>
                    <a:pt x="128645" y="4163"/>
                    <a:pt x="128576" y="4163"/>
                  </a:cubicBezTo>
                  <a:close/>
                  <a:moveTo>
                    <a:pt x="129054" y="4197"/>
                  </a:moveTo>
                  <a:cubicBezTo>
                    <a:pt x="128986" y="4197"/>
                    <a:pt x="128952" y="4231"/>
                    <a:pt x="128952" y="4265"/>
                  </a:cubicBezTo>
                  <a:cubicBezTo>
                    <a:pt x="128952" y="4334"/>
                    <a:pt x="128986" y="4368"/>
                    <a:pt x="129020" y="4368"/>
                  </a:cubicBezTo>
                  <a:lnTo>
                    <a:pt x="129156" y="4368"/>
                  </a:lnTo>
                  <a:cubicBezTo>
                    <a:pt x="129191" y="4368"/>
                    <a:pt x="129225" y="4334"/>
                    <a:pt x="129225" y="4300"/>
                  </a:cubicBezTo>
                  <a:cubicBezTo>
                    <a:pt x="129225" y="4265"/>
                    <a:pt x="129191" y="4231"/>
                    <a:pt x="129156" y="4197"/>
                  </a:cubicBezTo>
                  <a:close/>
                  <a:moveTo>
                    <a:pt x="51765" y="4231"/>
                  </a:moveTo>
                  <a:lnTo>
                    <a:pt x="51663" y="4265"/>
                  </a:lnTo>
                  <a:cubicBezTo>
                    <a:pt x="51595" y="4265"/>
                    <a:pt x="51561" y="4300"/>
                    <a:pt x="51595" y="4334"/>
                  </a:cubicBezTo>
                  <a:cubicBezTo>
                    <a:pt x="51595" y="4402"/>
                    <a:pt x="51629" y="4436"/>
                    <a:pt x="51663" y="4436"/>
                  </a:cubicBezTo>
                  <a:lnTo>
                    <a:pt x="51800" y="4402"/>
                  </a:lnTo>
                  <a:cubicBezTo>
                    <a:pt x="51834" y="4402"/>
                    <a:pt x="51868" y="4368"/>
                    <a:pt x="51868" y="4300"/>
                  </a:cubicBezTo>
                  <a:cubicBezTo>
                    <a:pt x="51868" y="4265"/>
                    <a:pt x="51800" y="4231"/>
                    <a:pt x="51765" y="4231"/>
                  </a:cubicBezTo>
                  <a:close/>
                  <a:moveTo>
                    <a:pt x="129600" y="4265"/>
                  </a:moveTo>
                  <a:cubicBezTo>
                    <a:pt x="129566" y="4265"/>
                    <a:pt x="129532" y="4265"/>
                    <a:pt x="129532" y="4334"/>
                  </a:cubicBezTo>
                  <a:cubicBezTo>
                    <a:pt x="129532" y="4368"/>
                    <a:pt x="129566" y="4402"/>
                    <a:pt x="129600" y="4436"/>
                  </a:cubicBezTo>
                  <a:lnTo>
                    <a:pt x="129737" y="4436"/>
                  </a:lnTo>
                  <a:cubicBezTo>
                    <a:pt x="129771" y="4436"/>
                    <a:pt x="129805" y="4402"/>
                    <a:pt x="129805" y="4368"/>
                  </a:cubicBezTo>
                  <a:cubicBezTo>
                    <a:pt x="129805" y="4300"/>
                    <a:pt x="129771" y="4265"/>
                    <a:pt x="129737" y="4265"/>
                  </a:cubicBezTo>
                  <a:close/>
                  <a:moveTo>
                    <a:pt x="130180" y="4300"/>
                  </a:moveTo>
                  <a:cubicBezTo>
                    <a:pt x="130146" y="4300"/>
                    <a:pt x="130112" y="4334"/>
                    <a:pt x="130078" y="4368"/>
                  </a:cubicBezTo>
                  <a:cubicBezTo>
                    <a:pt x="130078" y="4436"/>
                    <a:pt x="130112" y="4470"/>
                    <a:pt x="130180" y="4470"/>
                  </a:cubicBezTo>
                  <a:lnTo>
                    <a:pt x="130282" y="4470"/>
                  </a:lnTo>
                  <a:cubicBezTo>
                    <a:pt x="130351" y="4470"/>
                    <a:pt x="130385" y="4436"/>
                    <a:pt x="130385" y="4402"/>
                  </a:cubicBezTo>
                  <a:cubicBezTo>
                    <a:pt x="130385" y="4368"/>
                    <a:pt x="130351" y="4334"/>
                    <a:pt x="130282" y="4300"/>
                  </a:cubicBezTo>
                  <a:close/>
                  <a:moveTo>
                    <a:pt x="51185" y="4300"/>
                  </a:moveTo>
                  <a:lnTo>
                    <a:pt x="51083" y="4334"/>
                  </a:lnTo>
                  <a:cubicBezTo>
                    <a:pt x="51049" y="4334"/>
                    <a:pt x="51015" y="4368"/>
                    <a:pt x="51015" y="4436"/>
                  </a:cubicBezTo>
                  <a:cubicBezTo>
                    <a:pt x="51015" y="4470"/>
                    <a:pt x="51049" y="4504"/>
                    <a:pt x="51083" y="4504"/>
                  </a:cubicBezTo>
                  <a:lnTo>
                    <a:pt x="51117" y="4504"/>
                  </a:lnTo>
                  <a:lnTo>
                    <a:pt x="51219" y="4470"/>
                  </a:lnTo>
                  <a:cubicBezTo>
                    <a:pt x="51254" y="4470"/>
                    <a:pt x="51288" y="4436"/>
                    <a:pt x="51288" y="4402"/>
                  </a:cubicBezTo>
                  <a:cubicBezTo>
                    <a:pt x="51288" y="4334"/>
                    <a:pt x="51254" y="4300"/>
                    <a:pt x="51185" y="4300"/>
                  </a:cubicBezTo>
                  <a:close/>
                  <a:moveTo>
                    <a:pt x="130713" y="4354"/>
                  </a:moveTo>
                  <a:cubicBezTo>
                    <a:pt x="130676" y="4354"/>
                    <a:pt x="130658" y="4386"/>
                    <a:pt x="130658" y="4436"/>
                  </a:cubicBezTo>
                  <a:cubicBezTo>
                    <a:pt x="130658" y="4470"/>
                    <a:pt x="130692" y="4504"/>
                    <a:pt x="130726" y="4538"/>
                  </a:cubicBezTo>
                  <a:lnTo>
                    <a:pt x="130863" y="4538"/>
                  </a:lnTo>
                  <a:cubicBezTo>
                    <a:pt x="130897" y="4538"/>
                    <a:pt x="130931" y="4504"/>
                    <a:pt x="130931" y="4470"/>
                  </a:cubicBezTo>
                  <a:cubicBezTo>
                    <a:pt x="130965" y="4402"/>
                    <a:pt x="130931" y="4368"/>
                    <a:pt x="130863" y="4368"/>
                  </a:cubicBezTo>
                  <a:lnTo>
                    <a:pt x="130760" y="4368"/>
                  </a:lnTo>
                  <a:cubicBezTo>
                    <a:pt x="130742" y="4359"/>
                    <a:pt x="130726" y="4354"/>
                    <a:pt x="130713" y="4354"/>
                  </a:cubicBezTo>
                  <a:close/>
                  <a:moveTo>
                    <a:pt x="50503" y="4402"/>
                  </a:moveTo>
                  <a:cubicBezTo>
                    <a:pt x="50469" y="4402"/>
                    <a:pt x="50435" y="4470"/>
                    <a:pt x="50435" y="4504"/>
                  </a:cubicBezTo>
                  <a:cubicBezTo>
                    <a:pt x="50469" y="4538"/>
                    <a:pt x="50503" y="4573"/>
                    <a:pt x="50537" y="4573"/>
                  </a:cubicBezTo>
                  <a:lnTo>
                    <a:pt x="50673" y="4573"/>
                  </a:lnTo>
                  <a:cubicBezTo>
                    <a:pt x="50708" y="4573"/>
                    <a:pt x="50742" y="4504"/>
                    <a:pt x="50742" y="4470"/>
                  </a:cubicBezTo>
                  <a:cubicBezTo>
                    <a:pt x="50708" y="4436"/>
                    <a:pt x="50673" y="4402"/>
                    <a:pt x="50639" y="4402"/>
                  </a:cubicBezTo>
                  <a:close/>
                  <a:moveTo>
                    <a:pt x="131340" y="4402"/>
                  </a:moveTo>
                  <a:cubicBezTo>
                    <a:pt x="131272" y="4402"/>
                    <a:pt x="131238" y="4436"/>
                    <a:pt x="131238" y="4470"/>
                  </a:cubicBezTo>
                  <a:cubicBezTo>
                    <a:pt x="131238" y="4538"/>
                    <a:pt x="131272" y="4573"/>
                    <a:pt x="131306" y="4573"/>
                  </a:cubicBezTo>
                  <a:lnTo>
                    <a:pt x="131443" y="4573"/>
                  </a:lnTo>
                  <a:cubicBezTo>
                    <a:pt x="131477" y="4573"/>
                    <a:pt x="131511" y="4538"/>
                    <a:pt x="131511" y="4504"/>
                  </a:cubicBezTo>
                  <a:cubicBezTo>
                    <a:pt x="131511" y="4470"/>
                    <a:pt x="131477" y="4436"/>
                    <a:pt x="131443" y="4402"/>
                  </a:cubicBezTo>
                  <a:close/>
                  <a:moveTo>
                    <a:pt x="131859" y="4457"/>
                  </a:moveTo>
                  <a:cubicBezTo>
                    <a:pt x="131836" y="4457"/>
                    <a:pt x="131818" y="4488"/>
                    <a:pt x="131818" y="4538"/>
                  </a:cubicBezTo>
                  <a:cubicBezTo>
                    <a:pt x="131784" y="4573"/>
                    <a:pt x="131818" y="4607"/>
                    <a:pt x="131886" y="4641"/>
                  </a:cubicBezTo>
                  <a:lnTo>
                    <a:pt x="131989" y="4641"/>
                  </a:lnTo>
                  <a:cubicBezTo>
                    <a:pt x="132057" y="4641"/>
                    <a:pt x="132091" y="4607"/>
                    <a:pt x="132091" y="4573"/>
                  </a:cubicBezTo>
                  <a:cubicBezTo>
                    <a:pt x="132091" y="4504"/>
                    <a:pt x="132057" y="4470"/>
                    <a:pt x="132023" y="4470"/>
                  </a:cubicBezTo>
                  <a:lnTo>
                    <a:pt x="131886" y="4470"/>
                  </a:lnTo>
                  <a:cubicBezTo>
                    <a:pt x="131877" y="4461"/>
                    <a:pt x="131868" y="4457"/>
                    <a:pt x="131859" y="4457"/>
                  </a:cubicBezTo>
                  <a:close/>
                  <a:moveTo>
                    <a:pt x="50059" y="4470"/>
                  </a:moveTo>
                  <a:lnTo>
                    <a:pt x="49957" y="4504"/>
                  </a:lnTo>
                  <a:cubicBezTo>
                    <a:pt x="49923" y="4504"/>
                    <a:pt x="49889" y="4538"/>
                    <a:pt x="49889" y="4607"/>
                  </a:cubicBezTo>
                  <a:cubicBezTo>
                    <a:pt x="49889" y="4641"/>
                    <a:pt x="49923" y="4675"/>
                    <a:pt x="49957" y="4675"/>
                  </a:cubicBezTo>
                  <a:lnTo>
                    <a:pt x="49991" y="4675"/>
                  </a:lnTo>
                  <a:lnTo>
                    <a:pt x="50093" y="4641"/>
                  </a:lnTo>
                  <a:cubicBezTo>
                    <a:pt x="50127" y="4641"/>
                    <a:pt x="50162" y="4607"/>
                    <a:pt x="50162" y="4538"/>
                  </a:cubicBezTo>
                  <a:cubicBezTo>
                    <a:pt x="50162" y="4504"/>
                    <a:pt x="50127" y="4470"/>
                    <a:pt x="50059" y="4470"/>
                  </a:cubicBezTo>
                  <a:close/>
                  <a:moveTo>
                    <a:pt x="132466" y="4504"/>
                  </a:moveTo>
                  <a:cubicBezTo>
                    <a:pt x="132432" y="4504"/>
                    <a:pt x="132364" y="4538"/>
                    <a:pt x="132364" y="4573"/>
                  </a:cubicBezTo>
                  <a:cubicBezTo>
                    <a:pt x="132364" y="4641"/>
                    <a:pt x="132398" y="4675"/>
                    <a:pt x="132466" y="4675"/>
                  </a:cubicBezTo>
                  <a:lnTo>
                    <a:pt x="132569" y="4675"/>
                  </a:lnTo>
                  <a:cubicBezTo>
                    <a:pt x="132603" y="4675"/>
                    <a:pt x="132637" y="4641"/>
                    <a:pt x="132671" y="4607"/>
                  </a:cubicBezTo>
                  <a:cubicBezTo>
                    <a:pt x="132671" y="4573"/>
                    <a:pt x="132637" y="4504"/>
                    <a:pt x="132569" y="4504"/>
                  </a:cubicBezTo>
                  <a:close/>
                  <a:moveTo>
                    <a:pt x="49540" y="4559"/>
                  </a:moveTo>
                  <a:cubicBezTo>
                    <a:pt x="49532" y="4559"/>
                    <a:pt x="49522" y="4563"/>
                    <a:pt x="49513" y="4573"/>
                  </a:cubicBezTo>
                  <a:lnTo>
                    <a:pt x="49377" y="4573"/>
                  </a:lnTo>
                  <a:cubicBezTo>
                    <a:pt x="49343" y="4573"/>
                    <a:pt x="49309" y="4607"/>
                    <a:pt x="49309" y="4675"/>
                  </a:cubicBezTo>
                  <a:cubicBezTo>
                    <a:pt x="49309" y="4709"/>
                    <a:pt x="49343" y="4743"/>
                    <a:pt x="49411" y="4743"/>
                  </a:cubicBezTo>
                  <a:lnTo>
                    <a:pt x="49513" y="4709"/>
                  </a:lnTo>
                  <a:cubicBezTo>
                    <a:pt x="49582" y="4709"/>
                    <a:pt x="49616" y="4675"/>
                    <a:pt x="49582" y="4641"/>
                  </a:cubicBezTo>
                  <a:cubicBezTo>
                    <a:pt x="49582" y="4591"/>
                    <a:pt x="49563" y="4559"/>
                    <a:pt x="49540" y="4559"/>
                  </a:cubicBezTo>
                  <a:close/>
                  <a:moveTo>
                    <a:pt x="132999" y="4559"/>
                  </a:moveTo>
                  <a:cubicBezTo>
                    <a:pt x="132962" y="4559"/>
                    <a:pt x="132944" y="4591"/>
                    <a:pt x="132944" y="4641"/>
                  </a:cubicBezTo>
                  <a:cubicBezTo>
                    <a:pt x="132944" y="4675"/>
                    <a:pt x="132978" y="4709"/>
                    <a:pt x="133012" y="4743"/>
                  </a:cubicBezTo>
                  <a:lnTo>
                    <a:pt x="133149" y="4743"/>
                  </a:lnTo>
                  <a:cubicBezTo>
                    <a:pt x="133183" y="4743"/>
                    <a:pt x="133217" y="4709"/>
                    <a:pt x="133217" y="4675"/>
                  </a:cubicBezTo>
                  <a:cubicBezTo>
                    <a:pt x="133217" y="4607"/>
                    <a:pt x="133183" y="4573"/>
                    <a:pt x="133149" y="4573"/>
                  </a:cubicBezTo>
                  <a:lnTo>
                    <a:pt x="133046" y="4573"/>
                  </a:lnTo>
                  <a:cubicBezTo>
                    <a:pt x="133028" y="4563"/>
                    <a:pt x="133012" y="4559"/>
                    <a:pt x="132999" y="4559"/>
                  </a:cubicBezTo>
                  <a:close/>
                  <a:moveTo>
                    <a:pt x="133592" y="4607"/>
                  </a:moveTo>
                  <a:cubicBezTo>
                    <a:pt x="133558" y="4607"/>
                    <a:pt x="133524" y="4641"/>
                    <a:pt x="133524" y="4675"/>
                  </a:cubicBezTo>
                  <a:cubicBezTo>
                    <a:pt x="133524" y="4743"/>
                    <a:pt x="133558" y="4777"/>
                    <a:pt x="133592" y="4777"/>
                  </a:cubicBezTo>
                  <a:lnTo>
                    <a:pt x="133729" y="4777"/>
                  </a:lnTo>
                  <a:cubicBezTo>
                    <a:pt x="133763" y="4777"/>
                    <a:pt x="133797" y="4743"/>
                    <a:pt x="133797" y="4709"/>
                  </a:cubicBezTo>
                  <a:cubicBezTo>
                    <a:pt x="133797" y="4675"/>
                    <a:pt x="133763" y="4607"/>
                    <a:pt x="133729" y="4607"/>
                  </a:cubicBezTo>
                  <a:close/>
                  <a:moveTo>
                    <a:pt x="48831" y="4641"/>
                  </a:moveTo>
                  <a:cubicBezTo>
                    <a:pt x="48763" y="4675"/>
                    <a:pt x="48728" y="4709"/>
                    <a:pt x="48763" y="4743"/>
                  </a:cubicBezTo>
                  <a:cubicBezTo>
                    <a:pt x="48763" y="4777"/>
                    <a:pt x="48797" y="4811"/>
                    <a:pt x="48831" y="4811"/>
                  </a:cubicBezTo>
                  <a:lnTo>
                    <a:pt x="48967" y="4811"/>
                  </a:lnTo>
                  <a:cubicBezTo>
                    <a:pt x="49001" y="4811"/>
                    <a:pt x="49036" y="4743"/>
                    <a:pt x="49036" y="4709"/>
                  </a:cubicBezTo>
                  <a:cubicBezTo>
                    <a:pt x="49036" y="4675"/>
                    <a:pt x="48967" y="4641"/>
                    <a:pt x="48933" y="4641"/>
                  </a:cubicBezTo>
                  <a:close/>
                  <a:moveTo>
                    <a:pt x="134145" y="4662"/>
                  </a:moveTo>
                  <a:cubicBezTo>
                    <a:pt x="134120" y="4662"/>
                    <a:pt x="134095" y="4693"/>
                    <a:pt x="134070" y="4743"/>
                  </a:cubicBezTo>
                  <a:cubicBezTo>
                    <a:pt x="134070" y="4777"/>
                    <a:pt x="134104" y="4811"/>
                    <a:pt x="134172" y="4846"/>
                  </a:cubicBezTo>
                  <a:lnTo>
                    <a:pt x="134275" y="4846"/>
                  </a:lnTo>
                  <a:cubicBezTo>
                    <a:pt x="134343" y="4846"/>
                    <a:pt x="134377" y="4811"/>
                    <a:pt x="134377" y="4777"/>
                  </a:cubicBezTo>
                  <a:cubicBezTo>
                    <a:pt x="134377" y="4709"/>
                    <a:pt x="134343" y="4675"/>
                    <a:pt x="134275" y="4675"/>
                  </a:cubicBezTo>
                  <a:lnTo>
                    <a:pt x="134172" y="4675"/>
                  </a:lnTo>
                  <a:cubicBezTo>
                    <a:pt x="134163" y="4666"/>
                    <a:pt x="134154" y="4662"/>
                    <a:pt x="134145" y="4662"/>
                  </a:cubicBezTo>
                  <a:close/>
                  <a:moveTo>
                    <a:pt x="134753" y="4709"/>
                  </a:moveTo>
                  <a:cubicBezTo>
                    <a:pt x="134684" y="4709"/>
                    <a:pt x="134650" y="4743"/>
                    <a:pt x="134650" y="4777"/>
                  </a:cubicBezTo>
                  <a:cubicBezTo>
                    <a:pt x="134650" y="4846"/>
                    <a:pt x="134684" y="4880"/>
                    <a:pt x="134718" y="4880"/>
                  </a:cubicBezTo>
                  <a:lnTo>
                    <a:pt x="134855" y="4880"/>
                  </a:lnTo>
                  <a:cubicBezTo>
                    <a:pt x="134889" y="4880"/>
                    <a:pt x="134923" y="4846"/>
                    <a:pt x="134923" y="4811"/>
                  </a:cubicBezTo>
                  <a:cubicBezTo>
                    <a:pt x="134957" y="4777"/>
                    <a:pt x="134923" y="4709"/>
                    <a:pt x="134855" y="4709"/>
                  </a:cubicBezTo>
                  <a:close/>
                  <a:moveTo>
                    <a:pt x="48353" y="4709"/>
                  </a:moveTo>
                  <a:lnTo>
                    <a:pt x="48251" y="4743"/>
                  </a:lnTo>
                  <a:cubicBezTo>
                    <a:pt x="48217" y="4743"/>
                    <a:pt x="48182" y="4777"/>
                    <a:pt x="48182" y="4846"/>
                  </a:cubicBezTo>
                  <a:cubicBezTo>
                    <a:pt x="48182" y="4880"/>
                    <a:pt x="48217" y="4914"/>
                    <a:pt x="48251" y="4914"/>
                  </a:cubicBezTo>
                  <a:lnTo>
                    <a:pt x="48285" y="4914"/>
                  </a:lnTo>
                  <a:lnTo>
                    <a:pt x="48387" y="4880"/>
                  </a:lnTo>
                  <a:cubicBezTo>
                    <a:pt x="48421" y="4880"/>
                    <a:pt x="48455" y="4846"/>
                    <a:pt x="48455" y="4777"/>
                  </a:cubicBezTo>
                  <a:cubicBezTo>
                    <a:pt x="48455" y="4743"/>
                    <a:pt x="48421" y="4709"/>
                    <a:pt x="48353" y="4709"/>
                  </a:cubicBezTo>
                  <a:close/>
                  <a:moveTo>
                    <a:pt x="135285" y="4764"/>
                  </a:moveTo>
                  <a:cubicBezTo>
                    <a:pt x="135249" y="4764"/>
                    <a:pt x="135230" y="4796"/>
                    <a:pt x="135230" y="4846"/>
                  </a:cubicBezTo>
                  <a:cubicBezTo>
                    <a:pt x="135230" y="4880"/>
                    <a:pt x="135264" y="4914"/>
                    <a:pt x="135299" y="4948"/>
                  </a:cubicBezTo>
                  <a:lnTo>
                    <a:pt x="135435" y="4948"/>
                  </a:lnTo>
                  <a:cubicBezTo>
                    <a:pt x="135469" y="4948"/>
                    <a:pt x="135503" y="4914"/>
                    <a:pt x="135503" y="4880"/>
                  </a:cubicBezTo>
                  <a:cubicBezTo>
                    <a:pt x="135503" y="4811"/>
                    <a:pt x="135469" y="4777"/>
                    <a:pt x="135435" y="4777"/>
                  </a:cubicBezTo>
                  <a:lnTo>
                    <a:pt x="135333" y="4777"/>
                  </a:lnTo>
                  <a:cubicBezTo>
                    <a:pt x="135314" y="4768"/>
                    <a:pt x="135299" y="4764"/>
                    <a:pt x="135285" y="4764"/>
                  </a:cubicBezTo>
                  <a:close/>
                  <a:moveTo>
                    <a:pt x="47835" y="4798"/>
                  </a:moveTo>
                  <a:cubicBezTo>
                    <a:pt x="47825" y="4798"/>
                    <a:pt x="47816" y="4802"/>
                    <a:pt x="47807" y="4811"/>
                  </a:cubicBezTo>
                  <a:lnTo>
                    <a:pt x="47671" y="4811"/>
                  </a:lnTo>
                  <a:cubicBezTo>
                    <a:pt x="47637" y="4811"/>
                    <a:pt x="47602" y="4846"/>
                    <a:pt x="47602" y="4914"/>
                  </a:cubicBezTo>
                  <a:cubicBezTo>
                    <a:pt x="47602" y="4948"/>
                    <a:pt x="47671" y="4982"/>
                    <a:pt x="47705" y="4982"/>
                  </a:cubicBezTo>
                  <a:lnTo>
                    <a:pt x="47807" y="4982"/>
                  </a:lnTo>
                  <a:cubicBezTo>
                    <a:pt x="47875" y="4948"/>
                    <a:pt x="47909" y="4914"/>
                    <a:pt x="47909" y="4880"/>
                  </a:cubicBezTo>
                  <a:cubicBezTo>
                    <a:pt x="47885" y="4830"/>
                    <a:pt x="47860" y="4798"/>
                    <a:pt x="47835" y="4798"/>
                  </a:cubicBezTo>
                  <a:close/>
                  <a:moveTo>
                    <a:pt x="135879" y="4811"/>
                  </a:moveTo>
                  <a:cubicBezTo>
                    <a:pt x="135845" y="4811"/>
                    <a:pt x="135810" y="4846"/>
                    <a:pt x="135810" y="4880"/>
                  </a:cubicBezTo>
                  <a:cubicBezTo>
                    <a:pt x="135776" y="4948"/>
                    <a:pt x="135810" y="4982"/>
                    <a:pt x="135879" y="4982"/>
                  </a:cubicBezTo>
                  <a:lnTo>
                    <a:pt x="135981" y="4982"/>
                  </a:lnTo>
                  <a:cubicBezTo>
                    <a:pt x="136049" y="4982"/>
                    <a:pt x="136083" y="4948"/>
                    <a:pt x="136083" y="4914"/>
                  </a:cubicBezTo>
                  <a:cubicBezTo>
                    <a:pt x="136083" y="4880"/>
                    <a:pt x="136049" y="4811"/>
                    <a:pt x="136015" y="4811"/>
                  </a:cubicBezTo>
                  <a:close/>
                  <a:moveTo>
                    <a:pt x="47125" y="4880"/>
                  </a:moveTo>
                  <a:cubicBezTo>
                    <a:pt x="47056" y="4914"/>
                    <a:pt x="47022" y="4948"/>
                    <a:pt x="47056" y="4982"/>
                  </a:cubicBezTo>
                  <a:cubicBezTo>
                    <a:pt x="47056" y="5016"/>
                    <a:pt x="47091" y="5050"/>
                    <a:pt x="47125" y="5050"/>
                  </a:cubicBezTo>
                  <a:lnTo>
                    <a:pt x="47261" y="5050"/>
                  </a:lnTo>
                  <a:cubicBezTo>
                    <a:pt x="47295" y="5050"/>
                    <a:pt x="47329" y="4982"/>
                    <a:pt x="47329" y="4948"/>
                  </a:cubicBezTo>
                  <a:cubicBezTo>
                    <a:pt x="47329" y="4914"/>
                    <a:pt x="47261" y="4880"/>
                    <a:pt x="47227" y="4880"/>
                  </a:cubicBezTo>
                  <a:close/>
                  <a:moveTo>
                    <a:pt x="136411" y="4866"/>
                  </a:moveTo>
                  <a:cubicBezTo>
                    <a:pt x="136375" y="4866"/>
                    <a:pt x="136356" y="4898"/>
                    <a:pt x="136356" y="4948"/>
                  </a:cubicBezTo>
                  <a:cubicBezTo>
                    <a:pt x="136356" y="4982"/>
                    <a:pt x="136390" y="5016"/>
                    <a:pt x="136425" y="5050"/>
                  </a:cubicBezTo>
                  <a:lnTo>
                    <a:pt x="136561" y="5050"/>
                  </a:lnTo>
                  <a:cubicBezTo>
                    <a:pt x="136595" y="5050"/>
                    <a:pt x="136629" y="5016"/>
                    <a:pt x="136663" y="4982"/>
                  </a:cubicBezTo>
                  <a:cubicBezTo>
                    <a:pt x="136663" y="4914"/>
                    <a:pt x="136629" y="4880"/>
                    <a:pt x="136561" y="4880"/>
                  </a:cubicBezTo>
                  <a:lnTo>
                    <a:pt x="136459" y="4880"/>
                  </a:lnTo>
                  <a:cubicBezTo>
                    <a:pt x="136440" y="4870"/>
                    <a:pt x="136425" y="4866"/>
                    <a:pt x="136411" y="4866"/>
                  </a:cubicBezTo>
                  <a:close/>
                  <a:moveTo>
                    <a:pt x="137039" y="4914"/>
                  </a:moveTo>
                  <a:cubicBezTo>
                    <a:pt x="136971" y="4914"/>
                    <a:pt x="136936" y="4948"/>
                    <a:pt x="136936" y="4982"/>
                  </a:cubicBezTo>
                  <a:cubicBezTo>
                    <a:pt x="136936" y="5050"/>
                    <a:pt x="136971" y="5084"/>
                    <a:pt x="137005" y="5084"/>
                  </a:cubicBezTo>
                  <a:lnTo>
                    <a:pt x="137141" y="5084"/>
                  </a:lnTo>
                  <a:cubicBezTo>
                    <a:pt x="137175" y="5084"/>
                    <a:pt x="137209" y="5050"/>
                    <a:pt x="137209" y="5016"/>
                  </a:cubicBezTo>
                  <a:cubicBezTo>
                    <a:pt x="137209" y="4982"/>
                    <a:pt x="137175" y="4914"/>
                    <a:pt x="137141" y="4914"/>
                  </a:cubicBezTo>
                  <a:close/>
                  <a:moveTo>
                    <a:pt x="46681" y="4948"/>
                  </a:moveTo>
                  <a:lnTo>
                    <a:pt x="46545" y="4982"/>
                  </a:lnTo>
                  <a:cubicBezTo>
                    <a:pt x="46510" y="4982"/>
                    <a:pt x="46476" y="5016"/>
                    <a:pt x="46476" y="5084"/>
                  </a:cubicBezTo>
                  <a:cubicBezTo>
                    <a:pt x="46476" y="5119"/>
                    <a:pt x="46510" y="5153"/>
                    <a:pt x="46579" y="5153"/>
                  </a:cubicBezTo>
                  <a:lnTo>
                    <a:pt x="46681" y="5119"/>
                  </a:lnTo>
                  <a:cubicBezTo>
                    <a:pt x="46749" y="5119"/>
                    <a:pt x="46783" y="5084"/>
                    <a:pt x="46749" y="5016"/>
                  </a:cubicBezTo>
                  <a:cubicBezTo>
                    <a:pt x="46749" y="4982"/>
                    <a:pt x="46715" y="4948"/>
                    <a:pt x="46681" y="4948"/>
                  </a:cubicBezTo>
                  <a:close/>
                  <a:moveTo>
                    <a:pt x="137585" y="4948"/>
                  </a:moveTo>
                  <a:cubicBezTo>
                    <a:pt x="137551" y="4948"/>
                    <a:pt x="137517" y="4982"/>
                    <a:pt x="137517" y="5050"/>
                  </a:cubicBezTo>
                  <a:cubicBezTo>
                    <a:pt x="137517" y="5084"/>
                    <a:pt x="137551" y="5119"/>
                    <a:pt x="137585" y="5153"/>
                  </a:cubicBezTo>
                  <a:lnTo>
                    <a:pt x="137687" y="5153"/>
                  </a:lnTo>
                  <a:cubicBezTo>
                    <a:pt x="137755" y="5153"/>
                    <a:pt x="137790" y="5119"/>
                    <a:pt x="137790" y="5084"/>
                  </a:cubicBezTo>
                  <a:cubicBezTo>
                    <a:pt x="137790" y="5016"/>
                    <a:pt x="137755" y="4982"/>
                    <a:pt x="137721" y="4982"/>
                  </a:cubicBezTo>
                  <a:lnTo>
                    <a:pt x="137585" y="4948"/>
                  </a:lnTo>
                  <a:close/>
                  <a:moveTo>
                    <a:pt x="138165" y="5016"/>
                  </a:moveTo>
                  <a:cubicBezTo>
                    <a:pt x="138131" y="5016"/>
                    <a:pt x="138063" y="5050"/>
                    <a:pt x="138063" y="5084"/>
                  </a:cubicBezTo>
                  <a:cubicBezTo>
                    <a:pt x="138063" y="5153"/>
                    <a:pt x="138097" y="5187"/>
                    <a:pt x="138165" y="5187"/>
                  </a:cubicBezTo>
                  <a:lnTo>
                    <a:pt x="138267" y="5187"/>
                  </a:lnTo>
                  <a:cubicBezTo>
                    <a:pt x="138301" y="5187"/>
                    <a:pt x="138370" y="5153"/>
                    <a:pt x="138370" y="5119"/>
                  </a:cubicBezTo>
                  <a:cubicBezTo>
                    <a:pt x="138370" y="5084"/>
                    <a:pt x="138336" y="5016"/>
                    <a:pt x="138267" y="5016"/>
                  </a:cubicBezTo>
                  <a:close/>
                  <a:moveTo>
                    <a:pt x="46134" y="5037"/>
                  </a:moveTo>
                  <a:cubicBezTo>
                    <a:pt x="46122" y="5037"/>
                    <a:pt x="46110" y="5041"/>
                    <a:pt x="46101" y="5050"/>
                  </a:cubicBezTo>
                  <a:lnTo>
                    <a:pt x="45999" y="5050"/>
                  </a:lnTo>
                  <a:cubicBezTo>
                    <a:pt x="45930" y="5050"/>
                    <a:pt x="45896" y="5119"/>
                    <a:pt x="45896" y="5153"/>
                  </a:cubicBezTo>
                  <a:cubicBezTo>
                    <a:pt x="45930" y="5187"/>
                    <a:pt x="45964" y="5221"/>
                    <a:pt x="45999" y="5221"/>
                  </a:cubicBezTo>
                  <a:lnTo>
                    <a:pt x="46135" y="5221"/>
                  </a:lnTo>
                  <a:cubicBezTo>
                    <a:pt x="46169" y="5187"/>
                    <a:pt x="46203" y="5153"/>
                    <a:pt x="46203" y="5119"/>
                  </a:cubicBezTo>
                  <a:cubicBezTo>
                    <a:pt x="46203" y="5069"/>
                    <a:pt x="46167" y="5037"/>
                    <a:pt x="46134" y="5037"/>
                  </a:cubicBezTo>
                  <a:close/>
                  <a:moveTo>
                    <a:pt x="138745" y="5050"/>
                  </a:moveTo>
                  <a:cubicBezTo>
                    <a:pt x="138677" y="5050"/>
                    <a:pt x="138643" y="5084"/>
                    <a:pt x="138643" y="5153"/>
                  </a:cubicBezTo>
                  <a:cubicBezTo>
                    <a:pt x="138643" y="5187"/>
                    <a:pt x="138677" y="5221"/>
                    <a:pt x="138711" y="5221"/>
                  </a:cubicBezTo>
                  <a:lnTo>
                    <a:pt x="138847" y="5255"/>
                  </a:lnTo>
                  <a:cubicBezTo>
                    <a:pt x="138881" y="5255"/>
                    <a:pt x="138916" y="5221"/>
                    <a:pt x="138916" y="5187"/>
                  </a:cubicBezTo>
                  <a:cubicBezTo>
                    <a:pt x="138950" y="5119"/>
                    <a:pt x="138916" y="5084"/>
                    <a:pt x="138847" y="5084"/>
                  </a:cubicBezTo>
                  <a:lnTo>
                    <a:pt x="138745" y="5050"/>
                  </a:lnTo>
                  <a:close/>
                  <a:moveTo>
                    <a:pt x="45419" y="5119"/>
                  </a:moveTo>
                  <a:cubicBezTo>
                    <a:pt x="45384" y="5153"/>
                    <a:pt x="45350" y="5187"/>
                    <a:pt x="45350" y="5221"/>
                  </a:cubicBezTo>
                  <a:cubicBezTo>
                    <a:pt x="45350" y="5289"/>
                    <a:pt x="45384" y="5289"/>
                    <a:pt x="45419" y="5289"/>
                  </a:cubicBezTo>
                  <a:lnTo>
                    <a:pt x="45555" y="5289"/>
                  </a:lnTo>
                  <a:cubicBezTo>
                    <a:pt x="45589" y="5289"/>
                    <a:pt x="45623" y="5221"/>
                    <a:pt x="45623" y="5187"/>
                  </a:cubicBezTo>
                  <a:cubicBezTo>
                    <a:pt x="45623" y="5153"/>
                    <a:pt x="45589" y="5119"/>
                    <a:pt x="45521" y="5119"/>
                  </a:cubicBezTo>
                  <a:close/>
                  <a:moveTo>
                    <a:pt x="139325" y="5119"/>
                  </a:moveTo>
                  <a:cubicBezTo>
                    <a:pt x="139257" y="5119"/>
                    <a:pt x="139223" y="5153"/>
                    <a:pt x="139223" y="5187"/>
                  </a:cubicBezTo>
                  <a:cubicBezTo>
                    <a:pt x="139223" y="5255"/>
                    <a:pt x="139257" y="5289"/>
                    <a:pt x="139291" y="5289"/>
                  </a:cubicBezTo>
                  <a:lnTo>
                    <a:pt x="139427" y="5289"/>
                  </a:lnTo>
                  <a:cubicBezTo>
                    <a:pt x="139462" y="5289"/>
                    <a:pt x="139496" y="5255"/>
                    <a:pt x="139496" y="5221"/>
                  </a:cubicBezTo>
                  <a:cubicBezTo>
                    <a:pt x="139496" y="5187"/>
                    <a:pt x="139462" y="5119"/>
                    <a:pt x="139427" y="5119"/>
                  </a:cubicBezTo>
                  <a:close/>
                  <a:moveTo>
                    <a:pt x="139871" y="5153"/>
                  </a:moveTo>
                  <a:cubicBezTo>
                    <a:pt x="139837" y="5153"/>
                    <a:pt x="139803" y="5187"/>
                    <a:pt x="139769" y="5255"/>
                  </a:cubicBezTo>
                  <a:cubicBezTo>
                    <a:pt x="139769" y="5289"/>
                    <a:pt x="139803" y="5323"/>
                    <a:pt x="139871" y="5323"/>
                  </a:cubicBezTo>
                  <a:lnTo>
                    <a:pt x="139973" y="5357"/>
                  </a:lnTo>
                  <a:cubicBezTo>
                    <a:pt x="140042" y="5357"/>
                    <a:pt x="140076" y="5323"/>
                    <a:pt x="140076" y="5289"/>
                  </a:cubicBezTo>
                  <a:cubicBezTo>
                    <a:pt x="140076" y="5221"/>
                    <a:pt x="140042" y="5187"/>
                    <a:pt x="140008" y="5187"/>
                  </a:cubicBezTo>
                  <a:lnTo>
                    <a:pt x="139871" y="5153"/>
                  </a:lnTo>
                  <a:close/>
                  <a:moveTo>
                    <a:pt x="44975" y="5187"/>
                  </a:moveTo>
                  <a:lnTo>
                    <a:pt x="44838" y="5221"/>
                  </a:lnTo>
                  <a:cubicBezTo>
                    <a:pt x="44804" y="5221"/>
                    <a:pt x="44770" y="5255"/>
                    <a:pt x="44770" y="5323"/>
                  </a:cubicBezTo>
                  <a:cubicBezTo>
                    <a:pt x="44770" y="5357"/>
                    <a:pt x="44804" y="5391"/>
                    <a:pt x="44873" y="5391"/>
                  </a:cubicBezTo>
                  <a:lnTo>
                    <a:pt x="44975" y="5357"/>
                  </a:lnTo>
                  <a:cubicBezTo>
                    <a:pt x="45043" y="5357"/>
                    <a:pt x="45077" y="5323"/>
                    <a:pt x="45077" y="5255"/>
                  </a:cubicBezTo>
                  <a:cubicBezTo>
                    <a:pt x="45043" y="5221"/>
                    <a:pt x="45009" y="5187"/>
                    <a:pt x="44975" y="5187"/>
                  </a:cubicBezTo>
                  <a:close/>
                  <a:moveTo>
                    <a:pt x="140451" y="5221"/>
                  </a:moveTo>
                  <a:cubicBezTo>
                    <a:pt x="140383" y="5221"/>
                    <a:pt x="140349" y="5255"/>
                    <a:pt x="140349" y="5289"/>
                  </a:cubicBezTo>
                  <a:cubicBezTo>
                    <a:pt x="140349" y="5357"/>
                    <a:pt x="140383" y="5391"/>
                    <a:pt x="140417" y="5391"/>
                  </a:cubicBezTo>
                  <a:lnTo>
                    <a:pt x="140553" y="5391"/>
                  </a:lnTo>
                  <a:cubicBezTo>
                    <a:pt x="140588" y="5391"/>
                    <a:pt x="140622" y="5357"/>
                    <a:pt x="140656" y="5323"/>
                  </a:cubicBezTo>
                  <a:cubicBezTo>
                    <a:pt x="140656" y="5289"/>
                    <a:pt x="140622" y="5221"/>
                    <a:pt x="140553" y="5221"/>
                  </a:cubicBezTo>
                  <a:close/>
                  <a:moveTo>
                    <a:pt x="44428" y="5276"/>
                  </a:moveTo>
                  <a:cubicBezTo>
                    <a:pt x="44416" y="5276"/>
                    <a:pt x="44404" y="5280"/>
                    <a:pt x="44395" y="5289"/>
                  </a:cubicBezTo>
                  <a:lnTo>
                    <a:pt x="44292" y="5289"/>
                  </a:lnTo>
                  <a:cubicBezTo>
                    <a:pt x="44224" y="5289"/>
                    <a:pt x="44190" y="5357"/>
                    <a:pt x="44224" y="5391"/>
                  </a:cubicBezTo>
                  <a:cubicBezTo>
                    <a:pt x="44224" y="5426"/>
                    <a:pt x="44258" y="5460"/>
                    <a:pt x="44292" y="5460"/>
                  </a:cubicBezTo>
                  <a:lnTo>
                    <a:pt x="44429" y="5460"/>
                  </a:lnTo>
                  <a:cubicBezTo>
                    <a:pt x="44463" y="5426"/>
                    <a:pt x="44497" y="5391"/>
                    <a:pt x="44497" y="5357"/>
                  </a:cubicBezTo>
                  <a:cubicBezTo>
                    <a:pt x="44497" y="5307"/>
                    <a:pt x="44461" y="5276"/>
                    <a:pt x="44428" y="5276"/>
                  </a:cubicBezTo>
                  <a:close/>
                  <a:moveTo>
                    <a:pt x="141031" y="5255"/>
                  </a:moveTo>
                  <a:cubicBezTo>
                    <a:pt x="140963" y="5255"/>
                    <a:pt x="140929" y="5289"/>
                    <a:pt x="140929" y="5357"/>
                  </a:cubicBezTo>
                  <a:cubicBezTo>
                    <a:pt x="140929" y="5391"/>
                    <a:pt x="140963" y="5426"/>
                    <a:pt x="140997" y="5426"/>
                  </a:cubicBezTo>
                  <a:lnTo>
                    <a:pt x="141134" y="5460"/>
                  </a:lnTo>
                  <a:cubicBezTo>
                    <a:pt x="141168" y="5460"/>
                    <a:pt x="141202" y="5426"/>
                    <a:pt x="141202" y="5357"/>
                  </a:cubicBezTo>
                  <a:cubicBezTo>
                    <a:pt x="141202" y="5323"/>
                    <a:pt x="141168" y="5289"/>
                    <a:pt x="141134" y="5289"/>
                  </a:cubicBezTo>
                  <a:lnTo>
                    <a:pt x="141031" y="5255"/>
                  </a:lnTo>
                  <a:close/>
                  <a:moveTo>
                    <a:pt x="141577" y="5323"/>
                  </a:moveTo>
                  <a:cubicBezTo>
                    <a:pt x="141543" y="5323"/>
                    <a:pt x="141509" y="5357"/>
                    <a:pt x="141509" y="5391"/>
                  </a:cubicBezTo>
                  <a:cubicBezTo>
                    <a:pt x="141475" y="5460"/>
                    <a:pt x="141543" y="5494"/>
                    <a:pt x="141577" y="5494"/>
                  </a:cubicBezTo>
                  <a:lnTo>
                    <a:pt x="141680" y="5494"/>
                  </a:lnTo>
                  <a:cubicBezTo>
                    <a:pt x="141748" y="5494"/>
                    <a:pt x="141782" y="5460"/>
                    <a:pt x="141782" y="5426"/>
                  </a:cubicBezTo>
                  <a:cubicBezTo>
                    <a:pt x="141782" y="5391"/>
                    <a:pt x="141748" y="5323"/>
                    <a:pt x="141714" y="5323"/>
                  </a:cubicBezTo>
                  <a:close/>
                  <a:moveTo>
                    <a:pt x="43712" y="5357"/>
                  </a:moveTo>
                  <a:cubicBezTo>
                    <a:pt x="43678" y="5391"/>
                    <a:pt x="43644" y="5426"/>
                    <a:pt x="43644" y="5460"/>
                  </a:cubicBezTo>
                  <a:cubicBezTo>
                    <a:pt x="43644" y="5528"/>
                    <a:pt x="43678" y="5528"/>
                    <a:pt x="43712" y="5528"/>
                  </a:cubicBezTo>
                  <a:lnTo>
                    <a:pt x="43849" y="5528"/>
                  </a:lnTo>
                  <a:cubicBezTo>
                    <a:pt x="43917" y="5528"/>
                    <a:pt x="43917" y="5494"/>
                    <a:pt x="43917" y="5426"/>
                  </a:cubicBezTo>
                  <a:cubicBezTo>
                    <a:pt x="43917" y="5391"/>
                    <a:pt x="43883" y="5357"/>
                    <a:pt x="43815" y="5357"/>
                  </a:cubicBezTo>
                  <a:close/>
                  <a:moveTo>
                    <a:pt x="142157" y="5357"/>
                  </a:moveTo>
                  <a:cubicBezTo>
                    <a:pt x="142123" y="5357"/>
                    <a:pt x="142055" y="5391"/>
                    <a:pt x="142055" y="5460"/>
                  </a:cubicBezTo>
                  <a:cubicBezTo>
                    <a:pt x="142055" y="5494"/>
                    <a:pt x="142089" y="5528"/>
                    <a:pt x="142157" y="5528"/>
                  </a:cubicBezTo>
                  <a:lnTo>
                    <a:pt x="142260" y="5562"/>
                  </a:lnTo>
                  <a:cubicBezTo>
                    <a:pt x="142294" y="5562"/>
                    <a:pt x="142362" y="5528"/>
                    <a:pt x="142362" y="5460"/>
                  </a:cubicBezTo>
                  <a:cubicBezTo>
                    <a:pt x="142362" y="5426"/>
                    <a:pt x="142328" y="5391"/>
                    <a:pt x="142260" y="5391"/>
                  </a:cubicBezTo>
                  <a:lnTo>
                    <a:pt x="142157" y="5357"/>
                  </a:lnTo>
                  <a:close/>
                  <a:moveTo>
                    <a:pt x="142737" y="5426"/>
                  </a:moveTo>
                  <a:cubicBezTo>
                    <a:pt x="142669" y="5426"/>
                    <a:pt x="142635" y="5460"/>
                    <a:pt x="142635" y="5494"/>
                  </a:cubicBezTo>
                  <a:cubicBezTo>
                    <a:pt x="142635" y="5562"/>
                    <a:pt x="142669" y="5596"/>
                    <a:pt x="142703" y="5596"/>
                  </a:cubicBezTo>
                  <a:lnTo>
                    <a:pt x="142840" y="5596"/>
                  </a:lnTo>
                  <a:cubicBezTo>
                    <a:pt x="142874" y="5596"/>
                    <a:pt x="142908" y="5562"/>
                    <a:pt x="142908" y="5528"/>
                  </a:cubicBezTo>
                  <a:cubicBezTo>
                    <a:pt x="142942" y="5494"/>
                    <a:pt x="142874" y="5426"/>
                    <a:pt x="142840" y="5426"/>
                  </a:cubicBezTo>
                  <a:close/>
                  <a:moveTo>
                    <a:pt x="43269" y="5426"/>
                  </a:moveTo>
                  <a:lnTo>
                    <a:pt x="43166" y="5460"/>
                  </a:lnTo>
                  <a:cubicBezTo>
                    <a:pt x="43098" y="5460"/>
                    <a:pt x="43064" y="5494"/>
                    <a:pt x="43064" y="5562"/>
                  </a:cubicBezTo>
                  <a:cubicBezTo>
                    <a:pt x="43098" y="5596"/>
                    <a:pt x="43132" y="5630"/>
                    <a:pt x="43166" y="5630"/>
                  </a:cubicBezTo>
                  <a:lnTo>
                    <a:pt x="43303" y="5596"/>
                  </a:lnTo>
                  <a:cubicBezTo>
                    <a:pt x="43337" y="5596"/>
                    <a:pt x="43371" y="5562"/>
                    <a:pt x="43371" y="5494"/>
                  </a:cubicBezTo>
                  <a:cubicBezTo>
                    <a:pt x="43337" y="5460"/>
                    <a:pt x="43303" y="5426"/>
                    <a:pt x="43269" y="5426"/>
                  </a:cubicBezTo>
                  <a:close/>
                  <a:moveTo>
                    <a:pt x="143283" y="5460"/>
                  </a:moveTo>
                  <a:cubicBezTo>
                    <a:pt x="143249" y="5460"/>
                    <a:pt x="143215" y="5494"/>
                    <a:pt x="143215" y="5562"/>
                  </a:cubicBezTo>
                  <a:cubicBezTo>
                    <a:pt x="143215" y="5596"/>
                    <a:pt x="143249" y="5630"/>
                    <a:pt x="143283" y="5630"/>
                  </a:cubicBezTo>
                  <a:lnTo>
                    <a:pt x="143386" y="5664"/>
                  </a:lnTo>
                  <a:lnTo>
                    <a:pt x="143420" y="5664"/>
                  </a:lnTo>
                  <a:cubicBezTo>
                    <a:pt x="143454" y="5664"/>
                    <a:pt x="143488" y="5630"/>
                    <a:pt x="143488" y="5562"/>
                  </a:cubicBezTo>
                  <a:cubicBezTo>
                    <a:pt x="143488" y="5528"/>
                    <a:pt x="143454" y="5494"/>
                    <a:pt x="143420" y="5494"/>
                  </a:cubicBezTo>
                  <a:lnTo>
                    <a:pt x="143283" y="5460"/>
                  </a:lnTo>
                  <a:close/>
                  <a:moveTo>
                    <a:pt x="42736" y="5515"/>
                  </a:moveTo>
                  <a:cubicBezTo>
                    <a:pt x="42723" y="5515"/>
                    <a:pt x="42707" y="5519"/>
                    <a:pt x="42689" y="5528"/>
                  </a:cubicBezTo>
                  <a:lnTo>
                    <a:pt x="42586" y="5528"/>
                  </a:lnTo>
                  <a:cubicBezTo>
                    <a:pt x="42552" y="5528"/>
                    <a:pt x="42518" y="5596"/>
                    <a:pt x="42518" y="5630"/>
                  </a:cubicBezTo>
                  <a:cubicBezTo>
                    <a:pt x="42518" y="5664"/>
                    <a:pt x="42552" y="5699"/>
                    <a:pt x="42586" y="5699"/>
                  </a:cubicBezTo>
                  <a:lnTo>
                    <a:pt x="42723" y="5699"/>
                  </a:lnTo>
                  <a:cubicBezTo>
                    <a:pt x="42757" y="5664"/>
                    <a:pt x="42791" y="5630"/>
                    <a:pt x="42791" y="5596"/>
                  </a:cubicBezTo>
                  <a:cubicBezTo>
                    <a:pt x="42791" y="5546"/>
                    <a:pt x="42773" y="5515"/>
                    <a:pt x="42736" y="5515"/>
                  </a:cubicBezTo>
                  <a:close/>
                  <a:moveTo>
                    <a:pt x="143863" y="5528"/>
                  </a:moveTo>
                  <a:cubicBezTo>
                    <a:pt x="143829" y="5528"/>
                    <a:pt x="143795" y="5562"/>
                    <a:pt x="143761" y="5596"/>
                  </a:cubicBezTo>
                  <a:cubicBezTo>
                    <a:pt x="143761" y="5664"/>
                    <a:pt x="143795" y="5699"/>
                    <a:pt x="143863" y="5699"/>
                  </a:cubicBezTo>
                  <a:lnTo>
                    <a:pt x="143966" y="5699"/>
                  </a:lnTo>
                  <a:cubicBezTo>
                    <a:pt x="144034" y="5699"/>
                    <a:pt x="144068" y="5664"/>
                    <a:pt x="144068" y="5630"/>
                  </a:cubicBezTo>
                  <a:cubicBezTo>
                    <a:pt x="144068" y="5596"/>
                    <a:pt x="144034" y="5528"/>
                    <a:pt x="144000" y="5528"/>
                  </a:cubicBezTo>
                  <a:close/>
                  <a:moveTo>
                    <a:pt x="42006" y="5596"/>
                  </a:moveTo>
                  <a:cubicBezTo>
                    <a:pt x="41972" y="5630"/>
                    <a:pt x="41938" y="5664"/>
                    <a:pt x="41938" y="5699"/>
                  </a:cubicBezTo>
                  <a:cubicBezTo>
                    <a:pt x="41938" y="5767"/>
                    <a:pt x="41972" y="5767"/>
                    <a:pt x="42040" y="5767"/>
                  </a:cubicBezTo>
                  <a:lnTo>
                    <a:pt x="42143" y="5767"/>
                  </a:lnTo>
                  <a:cubicBezTo>
                    <a:pt x="42211" y="5767"/>
                    <a:pt x="42245" y="5733"/>
                    <a:pt x="42211" y="5664"/>
                  </a:cubicBezTo>
                  <a:cubicBezTo>
                    <a:pt x="42211" y="5630"/>
                    <a:pt x="42177" y="5596"/>
                    <a:pt x="42143" y="5596"/>
                  </a:cubicBezTo>
                  <a:close/>
                  <a:moveTo>
                    <a:pt x="144444" y="5562"/>
                  </a:moveTo>
                  <a:cubicBezTo>
                    <a:pt x="144409" y="5562"/>
                    <a:pt x="144341" y="5596"/>
                    <a:pt x="144341" y="5664"/>
                  </a:cubicBezTo>
                  <a:cubicBezTo>
                    <a:pt x="144341" y="5699"/>
                    <a:pt x="144375" y="5733"/>
                    <a:pt x="144409" y="5733"/>
                  </a:cubicBezTo>
                  <a:lnTo>
                    <a:pt x="144546" y="5767"/>
                  </a:lnTo>
                  <a:cubicBezTo>
                    <a:pt x="144580" y="5767"/>
                    <a:pt x="144614" y="5733"/>
                    <a:pt x="144648" y="5664"/>
                  </a:cubicBezTo>
                  <a:cubicBezTo>
                    <a:pt x="144648" y="5630"/>
                    <a:pt x="144614" y="5596"/>
                    <a:pt x="144546" y="5596"/>
                  </a:cubicBezTo>
                  <a:lnTo>
                    <a:pt x="144444" y="5562"/>
                  </a:lnTo>
                  <a:close/>
                  <a:moveTo>
                    <a:pt x="145024" y="5630"/>
                  </a:moveTo>
                  <a:cubicBezTo>
                    <a:pt x="144955" y="5630"/>
                    <a:pt x="144921" y="5664"/>
                    <a:pt x="144921" y="5699"/>
                  </a:cubicBezTo>
                  <a:cubicBezTo>
                    <a:pt x="144921" y="5767"/>
                    <a:pt x="144955" y="5801"/>
                    <a:pt x="144989" y="5801"/>
                  </a:cubicBezTo>
                  <a:lnTo>
                    <a:pt x="145126" y="5801"/>
                  </a:lnTo>
                  <a:cubicBezTo>
                    <a:pt x="145160" y="5801"/>
                    <a:pt x="145194" y="5767"/>
                    <a:pt x="145194" y="5733"/>
                  </a:cubicBezTo>
                  <a:cubicBezTo>
                    <a:pt x="145194" y="5699"/>
                    <a:pt x="145160" y="5630"/>
                    <a:pt x="145126" y="5630"/>
                  </a:cubicBezTo>
                  <a:close/>
                  <a:moveTo>
                    <a:pt x="41563" y="5664"/>
                  </a:moveTo>
                  <a:lnTo>
                    <a:pt x="41460" y="5699"/>
                  </a:lnTo>
                  <a:cubicBezTo>
                    <a:pt x="41392" y="5699"/>
                    <a:pt x="41358" y="5733"/>
                    <a:pt x="41392" y="5801"/>
                  </a:cubicBezTo>
                  <a:cubicBezTo>
                    <a:pt x="41392" y="5835"/>
                    <a:pt x="41426" y="5869"/>
                    <a:pt x="41460" y="5869"/>
                  </a:cubicBezTo>
                  <a:lnTo>
                    <a:pt x="41597" y="5835"/>
                  </a:lnTo>
                  <a:cubicBezTo>
                    <a:pt x="41631" y="5835"/>
                    <a:pt x="41665" y="5801"/>
                    <a:pt x="41665" y="5733"/>
                  </a:cubicBezTo>
                  <a:cubicBezTo>
                    <a:pt x="41665" y="5699"/>
                    <a:pt x="41597" y="5664"/>
                    <a:pt x="41563" y="5664"/>
                  </a:cubicBezTo>
                  <a:close/>
                  <a:moveTo>
                    <a:pt x="145570" y="5664"/>
                  </a:moveTo>
                  <a:cubicBezTo>
                    <a:pt x="145535" y="5664"/>
                    <a:pt x="145501" y="5699"/>
                    <a:pt x="145501" y="5767"/>
                  </a:cubicBezTo>
                  <a:cubicBezTo>
                    <a:pt x="145467" y="5801"/>
                    <a:pt x="145501" y="5835"/>
                    <a:pt x="145570" y="5835"/>
                  </a:cubicBezTo>
                  <a:lnTo>
                    <a:pt x="145672" y="5869"/>
                  </a:lnTo>
                  <a:cubicBezTo>
                    <a:pt x="145740" y="5869"/>
                    <a:pt x="145774" y="5835"/>
                    <a:pt x="145774" y="5767"/>
                  </a:cubicBezTo>
                  <a:cubicBezTo>
                    <a:pt x="145774" y="5733"/>
                    <a:pt x="145740" y="5699"/>
                    <a:pt x="145706" y="5699"/>
                  </a:cubicBezTo>
                  <a:lnTo>
                    <a:pt x="145570" y="5664"/>
                  </a:lnTo>
                  <a:close/>
                  <a:moveTo>
                    <a:pt x="146150" y="5733"/>
                  </a:moveTo>
                  <a:cubicBezTo>
                    <a:pt x="146116" y="5733"/>
                    <a:pt x="146047" y="5767"/>
                    <a:pt x="146047" y="5801"/>
                  </a:cubicBezTo>
                  <a:cubicBezTo>
                    <a:pt x="146047" y="5869"/>
                    <a:pt x="146081" y="5903"/>
                    <a:pt x="146150" y="5903"/>
                  </a:cubicBezTo>
                  <a:lnTo>
                    <a:pt x="146252" y="5903"/>
                  </a:lnTo>
                  <a:cubicBezTo>
                    <a:pt x="146286" y="5903"/>
                    <a:pt x="146354" y="5869"/>
                    <a:pt x="146354" y="5835"/>
                  </a:cubicBezTo>
                  <a:cubicBezTo>
                    <a:pt x="146354" y="5801"/>
                    <a:pt x="146320" y="5733"/>
                    <a:pt x="146252" y="5733"/>
                  </a:cubicBezTo>
                  <a:close/>
                  <a:moveTo>
                    <a:pt x="41030" y="5753"/>
                  </a:moveTo>
                  <a:cubicBezTo>
                    <a:pt x="41017" y="5753"/>
                    <a:pt x="41001" y="5758"/>
                    <a:pt x="40983" y="5767"/>
                  </a:cubicBezTo>
                  <a:lnTo>
                    <a:pt x="40880" y="5767"/>
                  </a:lnTo>
                  <a:cubicBezTo>
                    <a:pt x="40846" y="5767"/>
                    <a:pt x="40812" y="5835"/>
                    <a:pt x="40812" y="5869"/>
                  </a:cubicBezTo>
                  <a:cubicBezTo>
                    <a:pt x="40812" y="5903"/>
                    <a:pt x="40846" y="5937"/>
                    <a:pt x="40880" y="5937"/>
                  </a:cubicBezTo>
                  <a:lnTo>
                    <a:pt x="41017" y="5937"/>
                  </a:lnTo>
                  <a:cubicBezTo>
                    <a:pt x="41051" y="5903"/>
                    <a:pt x="41085" y="5869"/>
                    <a:pt x="41085" y="5835"/>
                  </a:cubicBezTo>
                  <a:cubicBezTo>
                    <a:pt x="41085" y="5785"/>
                    <a:pt x="41067" y="5753"/>
                    <a:pt x="41030" y="5753"/>
                  </a:cubicBezTo>
                  <a:close/>
                  <a:moveTo>
                    <a:pt x="146730" y="5767"/>
                  </a:moveTo>
                  <a:cubicBezTo>
                    <a:pt x="146662" y="5767"/>
                    <a:pt x="146627" y="5801"/>
                    <a:pt x="146627" y="5869"/>
                  </a:cubicBezTo>
                  <a:cubicBezTo>
                    <a:pt x="146627" y="5903"/>
                    <a:pt x="146662" y="5937"/>
                    <a:pt x="146696" y="5937"/>
                  </a:cubicBezTo>
                  <a:lnTo>
                    <a:pt x="146832" y="5972"/>
                  </a:lnTo>
                  <a:cubicBezTo>
                    <a:pt x="146866" y="5972"/>
                    <a:pt x="146900" y="5937"/>
                    <a:pt x="146900" y="5869"/>
                  </a:cubicBezTo>
                  <a:cubicBezTo>
                    <a:pt x="146900" y="5835"/>
                    <a:pt x="146866" y="5801"/>
                    <a:pt x="146832" y="5801"/>
                  </a:cubicBezTo>
                  <a:lnTo>
                    <a:pt x="146730" y="5767"/>
                  </a:lnTo>
                  <a:close/>
                  <a:moveTo>
                    <a:pt x="147276" y="5835"/>
                  </a:moveTo>
                  <a:cubicBezTo>
                    <a:pt x="147242" y="5835"/>
                    <a:pt x="147207" y="5869"/>
                    <a:pt x="147207" y="5903"/>
                  </a:cubicBezTo>
                  <a:cubicBezTo>
                    <a:pt x="147207" y="5972"/>
                    <a:pt x="147242" y="6006"/>
                    <a:pt x="147276" y="6006"/>
                  </a:cubicBezTo>
                  <a:lnTo>
                    <a:pt x="147412" y="6006"/>
                  </a:lnTo>
                  <a:cubicBezTo>
                    <a:pt x="147446" y="6006"/>
                    <a:pt x="147480" y="5972"/>
                    <a:pt x="147480" y="5937"/>
                  </a:cubicBezTo>
                  <a:cubicBezTo>
                    <a:pt x="147480" y="5903"/>
                    <a:pt x="147446" y="5835"/>
                    <a:pt x="147412" y="5835"/>
                  </a:cubicBezTo>
                  <a:close/>
                  <a:moveTo>
                    <a:pt x="40437" y="5835"/>
                  </a:moveTo>
                  <a:lnTo>
                    <a:pt x="40300" y="5869"/>
                  </a:lnTo>
                  <a:cubicBezTo>
                    <a:pt x="40266" y="5869"/>
                    <a:pt x="40232" y="5903"/>
                    <a:pt x="40232" y="5937"/>
                  </a:cubicBezTo>
                  <a:cubicBezTo>
                    <a:pt x="40266" y="6006"/>
                    <a:pt x="40300" y="6040"/>
                    <a:pt x="40334" y="6040"/>
                  </a:cubicBezTo>
                  <a:lnTo>
                    <a:pt x="40471" y="6006"/>
                  </a:lnTo>
                  <a:cubicBezTo>
                    <a:pt x="40505" y="6006"/>
                    <a:pt x="40539" y="5972"/>
                    <a:pt x="40539" y="5903"/>
                  </a:cubicBezTo>
                  <a:cubicBezTo>
                    <a:pt x="40505" y="5869"/>
                    <a:pt x="40471" y="5835"/>
                    <a:pt x="40437" y="5835"/>
                  </a:cubicBezTo>
                  <a:close/>
                  <a:moveTo>
                    <a:pt x="147856" y="5869"/>
                  </a:moveTo>
                  <a:cubicBezTo>
                    <a:pt x="147822" y="5869"/>
                    <a:pt x="147788" y="5903"/>
                    <a:pt x="147753" y="5972"/>
                  </a:cubicBezTo>
                  <a:cubicBezTo>
                    <a:pt x="147753" y="6006"/>
                    <a:pt x="147788" y="6040"/>
                    <a:pt x="147856" y="6040"/>
                  </a:cubicBezTo>
                  <a:lnTo>
                    <a:pt x="147958" y="6074"/>
                  </a:lnTo>
                  <a:cubicBezTo>
                    <a:pt x="148026" y="6074"/>
                    <a:pt x="148061" y="6040"/>
                    <a:pt x="148061" y="5972"/>
                  </a:cubicBezTo>
                  <a:cubicBezTo>
                    <a:pt x="148061" y="5937"/>
                    <a:pt x="148026" y="5903"/>
                    <a:pt x="147958" y="5903"/>
                  </a:cubicBezTo>
                  <a:lnTo>
                    <a:pt x="147856" y="5869"/>
                  </a:lnTo>
                  <a:close/>
                  <a:moveTo>
                    <a:pt x="39856" y="5903"/>
                  </a:moveTo>
                  <a:lnTo>
                    <a:pt x="39754" y="5937"/>
                  </a:lnTo>
                  <a:cubicBezTo>
                    <a:pt x="39686" y="5937"/>
                    <a:pt x="39686" y="5972"/>
                    <a:pt x="39686" y="6040"/>
                  </a:cubicBezTo>
                  <a:cubicBezTo>
                    <a:pt x="39686" y="6074"/>
                    <a:pt x="39720" y="6108"/>
                    <a:pt x="39754" y="6108"/>
                  </a:cubicBezTo>
                  <a:lnTo>
                    <a:pt x="39788" y="6108"/>
                  </a:lnTo>
                  <a:lnTo>
                    <a:pt x="39891" y="6074"/>
                  </a:lnTo>
                  <a:cubicBezTo>
                    <a:pt x="39925" y="6074"/>
                    <a:pt x="39959" y="6040"/>
                    <a:pt x="39959" y="6006"/>
                  </a:cubicBezTo>
                  <a:cubicBezTo>
                    <a:pt x="39959" y="5937"/>
                    <a:pt x="39925" y="5903"/>
                    <a:pt x="39856" y="5903"/>
                  </a:cubicBezTo>
                  <a:close/>
                  <a:moveTo>
                    <a:pt x="148436" y="5937"/>
                  </a:moveTo>
                  <a:cubicBezTo>
                    <a:pt x="148368" y="5937"/>
                    <a:pt x="148334" y="5972"/>
                    <a:pt x="148334" y="6006"/>
                  </a:cubicBezTo>
                  <a:cubicBezTo>
                    <a:pt x="148334" y="6074"/>
                    <a:pt x="148368" y="6108"/>
                    <a:pt x="148402" y="6108"/>
                  </a:cubicBezTo>
                  <a:lnTo>
                    <a:pt x="148538" y="6108"/>
                  </a:lnTo>
                  <a:cubicBezTo>
                    <a:pt x="148572" y="6108"/>
                    <a:pt x="148607" y="6074"/>
                    <a:pt x="148607" y="6040"/>
                  </a:cubicBezTo>
                  <a:cubicBezTo>
                    <a:pt x="148641" y="6006"/>
                    <a:pt x="148607" y="5937"/>
                    <a:pt x="148538" y="5937"/>
                  </a:cubicBezTo>
                  <a:close/>
                  <a:moveTo>
                    <a:pt x="39174" y="6006"/>
                  </a:moveTo>
                  <a:cubicBezTo>
                    <a:pt x="39140" y="6006"/>
                    <a:pt x="39106" y="6074"/>
                    <a:pt x="39106" y="6108"/>
                  </a:cubicBezTo>
                  <a:cubicBezTo>
                    <a:pt x="39106" y="6142"/>
                    <a:pt x="39140" y="6176"/>
                    <a:pt x="39208" y="6176"/>
                  </a:cubicBezTo>
                  <a:lnTo>
                    <a:pt x="39310" y="6176"/>
                  </a:lnTo>
                  <a:cubicBezTo>
                    <a:pt x="39379" y="6176"/>
                    <a:pt x="39413" y="6108"/>
                    <a:pt x="39379" y="6074"/>
                  </a:cubicBezTo>
                  <a:cubicBezTo>
                    <a:pt x="39379" y="6040"/>
                    <a:pt x="39345" y="6006"/>
                    <a:pt x="39310" y="6006"/>
                  </a:cubicBezTo>
                  <a:close/>
                  <a:moveTo>
                    <a:pt x="149016" y="5972"/>
                  </a:moveTo>
                  <a:cubicBezTo>
                    <a:pt x="148948" y="5972"/>
                    <a:pt x="148914" y="6006"/>
                    <a:pt x="148914" y="6074"/>
                  </a:cubicBezTo>
                  <a:cubicBezTo>
                    <a:pt x="148914" y="6108"/>
                    <a:pt x="148948" y="6142"/>
                    <a:pt x="148982" y="6142"/>
                  </a:cubicBezTo>
                  <a:lnTo>
                    <a:pt x="149084" y="6176"/>
                  </a:lnTo>
                  <a:lnTo>
                    <a:pt x="149118" y="6176"/>
                  </a:lnTo>
                  <a:cubicBezTo>
                    <a:pt x="149152" y="6176"/>
                    <a:pt x="149187" y="6142"/>
                    <a:pt x="149187" y="6074"/>
                  </a:cubicBezTo>
                  <a:cubicBezTo>
                    <a:pt x="149187" y="6040"/>
                    <a:pt x="149152" y="6006"/>
                    <a:pt x="149118" y="6006"/>
                  </a:cubicBezTo>
                  <a:lnTo>
                    <a:pt x="149016" y="5972"/>
                  </a:lnTo>
                  <a:close/>
                  <a:moveTo>
                    <a:pt x="149562" y="6040"/>
                  </a:moveTo>
                  <a:cubicBezTo>
                    <a:pt x="149528" y="6040"/>
                    <a:pt x="149494" y="6074"/>
                    <a:pt x="149494" y="6108"/>
                  </a:cubicBezTo>
                  <a:cubicBezTo>
                    <a:pt x="149460" y="6176"/>
                    <a:pt x="149494" y="6210"/>
                    <a:pt x="149562" y="6210"/>
                  </a:cubicBezTo>
                  <a:lnTo>
                    <a:pt x="149664" y="6210"/>
                  </a:lnTo>
                  <a:cubicBezTo>
                    <a:pt x="149733" y="6210"/>
                    <a:pt x="149767" y="6176"/>
                    <a:pt x="149767" y="6142"/>
                  </a:cubicBezTo>
                  <a:cubicBezTo>
                    <a:pt x="149767" y="6074"/>
                    <a:pt x="149733" y="6040"/>
                    <a:pt x="149698" y="6040"/>
                  </a:cubicBezTo>
                  <a:close/>
                  <a:moveTo>
                    <a:pt x="38730" y="6074"/>
                  </a:moveTo>
                  <a:lnTo>
                    <a:pt x="38628" y="6108"/>
                  </a:lnTo>
                  <a:cubicBezTo>
                    <a:pt x="38560" y="6108"/>
                    <a:pt x="38526" y="6142"/>
                    <a:pt x="38526" y="6176"/>
                  </a:cubicBezTo>
                  <a:cubicBezTo>
                    <a:pt x="38560" y="6245"/>
                    <a:pt x="38594" y="6279"/>
                    <a:pt x="38628" y="6279"/>
                  </a:cubicBezTo>
                  <a:lnTo>
                    <a:pt x="38765" y="6245"/>
                  </a:lnTo>
                  <a:cubicBezTo>
                    <a:pt x="38799" y="6245"/>
                    <a:pt x="38833" y="6210"/>
                    <a:pt x="38833" y="6142"/>
                  </a:cubicBezTo>
                  <a:cubicBezTo>
                    <a:pt x="38833" y="6108"/>
                    <a:pt x="38765" y="6074"/>
                    <a:pt x="38730" y="6074"/>
                  </a:cubicBezTo>
                  <a:close/>
                  <a:moveTo>
                    <a:pt x="150142" y="6074"/>
                  </a:moveTo>
                  <a:cubicBezTo>
                    <a:pt x="150108" y="6074"/>
                    <a:pt x="150040" y="6108"/>
                    <a:pt x="150040" y="6176"/>
                  </a:cubicBezTo>
                  <a:cubicBezTo>
                    <a:pt x="150040" y="6210"/>
                    <a:pt x="150074" y="6245"/>
                    <a:pt x="150142" y="6245"/>
                  </a:cubicBezTo>
                  <a:lnTo>
                    <a:pt x="150244" y="6279"/>
                  </a:lnTo>
                  <a:cubicBezTo>
                    <a:pt x="150279" y="6279"/>
                    <a:pt x="150347" y="6245"/>
                    <a:pt x="150347" y="6176"/>
                  </a:cubicBezTo>
                  <a:cubicBezTo>
                    <a:pt x="150347" y="6142"/>
                    <a:pt x="150313" y="6108"/>
                    <a:pt x="150244" y="6108"/>
                  </a:cubicBezTo>
                  <a:lnTo>
                    <a:pt x="150142" y="6074"/>
                  </a:lnTo>
                  <a:close/>
                  <a:moveTo>
                    <a:pt x="150722" y="6142"/>
                  </a:moveTo>
                  <a:cubicBezTo>
                    <a:pt x="150654" y="6142"/>
                    <a:pt x="150620" y="6176"/>
                    <a:pt x="150620" y="6210"/>
                  </a:cubicBezTo>
                  <a:cubicBezTo>
                    <a:pt x="150620" y="6279"/>
                    <a:pt x="150654" y="6313"/>
                    <a:pt x="150688" y="6313"/>
                  </a:cubicBezTo>
                  <a:lnTo>
                    <a:pt x="150825" y="6313"/>
                  </a:lnTo>
                  <a:cubicBezTo>
                    <a:pt x="150859" y="6313"/>
                    <a:pt x="150893" y="6279"/>
                    <a:pt x="150893" y="6245"/>
                  </a:cubicBezTo>
                  <a:cubicBezTo>
                    <a:pt x="150893" y="6176"/>
                    <a:pt x="150859" y="6142"/>
                    <a:pt x="150825" y="6142"/>
                  </a:cubicBezTo>
                  <a:close/>
                  <a:moveTo>
                    <a:pt x="38150" y="6142"/>
                  </a:moveTo>
                  <a:lnTo>
                    <a:pt x="38048" y="6176"/>
                  </a:lnTo>
                  <a:cubicBezTo>
                    <a:pt x="38014" y="6176"/>
                    <a:pt x="37980" y="6210"/>
                    <a:pt x="37980" y="6279"/>
                  </a:cubicBezTo>
                  <a:cubicBezTo>
                    <a:pt x="37980" y="6313"/>
                    <a:pt x="38014" y="6347"/>
                    <a:pt x="38048" y="6347"/>
                  </a:cubicBezTo>
                  <a:lnTo>
                    <a:pt x="38082" y="6347"/>
                  </a:lnTo>
                  <a:lnTo>
                    <a:pt x="38184" y="6313"/>
                  </a:lnTo>
                  <a:cubicBezTo>
                    <a:pt x="38219" y="6313"/>
                    <a:pt x="38253" y="6279"/>
                    <a:pt x="38253" y="6245"/>
                  </a:cubicBezTo>
                  <a:cubicBezTo>
                    <a:pt x="38253" y="6176"/>
                    <a:pt x="38219" y="6142"/>
                    <a:pt x="38150" y="6142"/>
                  </a:cubicBezTo>
                  <a:close/>
                  <a:moveTo>
                    <a:pt x="151268" y="6176"/>
                  </a:moveTo>
                  <a:cubicBezTo>
                    <a:pt x="151234" y="6176"/>
                    <a:pt x="151200" y="6210"/>
                    <a:pt x="151200" y="6279"/>
                  </a:cubicBezTo>
                  <a:cubicBezTo>
                    <a:pt x="151200" y="6313"/>
                    <a:pt x="151234" y="6347"/>
                    <a:pt x="151268" y="6347"/>
                  </a:cubicBezTo>
                  <a:lnTo>
                    <a:pt x="151370" y="6381"/>
                  </a:lnTo>
                  <a:lnTo>
                    <a:pt x="151405" y="6381"/>
                  </a:lnTo>
                  <a:cubicBezTo>
                    <a:pt x="151439" y="6381"/>
                    <a:pt x="151473" y="6347"/>
                    <a:pt x="151473" y="6279"/>
                  </a:cubicBezTo>
                  <a:cubicBezTo>
                    <a:pt x="151473" y="6245"/>
                    <a:pt x="151439" y="6210"/>
                    <a:pt x="151405" y="6210"/>
                  </a:cubicBezTo>
                  <a:lnTo>
                    <a:pt x="151268" y="6176"/>
                  </a:lnTo>
                  <a:close/>
                  <a:moveTo>
                    <a:pt x="37468" y="6245"/>
                  </a:moveTo>
                  <a:cubicBezTo>
                    <a:pt x="37434" y="6245"/>
                    <a:pt x="37400" y="6313"/>
                    <a:pt x="37400" y="6347"/>
                  </a:cubicBezTo>
                  <a:cubicBezTo>
                    <a:pt x="37400" y="6381"/>
                    <a:pt x="37468" y="6415"/>
                    <a:pt x="37502" y="6415"/>
                  </a:cubicBezTo>
                  <a:lnTo>
                    <a:pt x="37604" y="6415"/>
                  </a:lnTo>
                  <a:cubicBezTo>
                    <a:pt x="37673" y="6415"/>
                    <a:pt x="37707" y="6347"/>
                    <a:pt x="37707" y="6313"/>
                  </a:cubicBezTo>
                  <a:cubicBezTo>
                    <a:pt x="37673" y="6279"/>
                    <a:pt x="37638" y="6245"/>
                    <a:pt x="37604" y="6245"/>
                  </a:cubicBezTo>
                  <a:close/>
                  <a:moveTo>
                    <a:pt x="151848" y="6245"/>
                  </a:moveTo>
                  <a:cubicBezTo>
                    <a:pt x="151814" y="6245"/>
                    <a:pt x="151780" y="6279"/>
                    <a:pt x="151746" y="6313"/>
                  </a:cubicBezTo>
                  <a:cubicBezTo>
                    <a:pt x="151746" y="6347"/>
                    <a:pt x="151780" y="6415"/>
                    <a:pt x="151848" y="6415"/>
                  </a:cubicBezTo>
                  <a:lnTo>
                    <a:pt x="151951" y="6415"/>
                  </a:lnTo>
                  <a:cubicBezTo>
                    <a:pt x="152019" y="6415"/>
                    <a:pt x="152053" y="6381"/>
                    <a:pt x="152053" y="6347"/>
                  </a:cubicBezTo>
                  <a:cubicBezTo>
                    <a:pt x="152053" y="6279"/>
                    <a:pt x="152019" y="6245"/>
                    <a:pt x="151951" y="6245"/>
                  </a:cubicBezTo>
                  <a:close/>
                  <a:moveTo>
                    <a:pt x="152428" y="6279"/>
                  </a:moveTo>
                  <a:cubicBezTo>
                    <a:pt x="152360" y="6279"/>
                    <a:pt x="152326" y="6313"/>
                    <a:pt x="152326" y="6381"/>
                  </a:cubicBezTo>
                  <a:cubicBezTo>
                    <a:pt x="152326" y="6415"/>
                    <a:pt x="152360" y="6449"/>
                    <a:pt x="152394" y="6449"/>
                  </a:cubicBezTo>
                  <a:lnTo>
                    <a:pt x="152531" y="6483"/>
                  </a:lnTo>
                  <a:cubicBezTo>
                    <a:pt x="152565" y="6483"/>
                    <a:pt x="152599" y="6449"/>
                    <a:pt x="152599" y="6381"/>
                  </a:cubicBezTo>
                  <a:cubicBezTo>
                    <a:pt x="152633" y="6347"/>
                    <a:pt x="152599" y="6313"/>
                    <a:pt x="152531" y="6313"/>
                  </a:cubicBezTo>
                  <a:lnTo>
                    <a:pt x="152428" y="6279"/>
                  </a:lnTo>
                  <a:close/>
                  <a:moveTo>
                    <a:pt x="37024" y="6313"/>
                  </a:moveTo>
                  <a:lnTo>
                    <a:pt x="36922" y="6347"/>
                  </a:lnTo>
                  <a:cubicBezTo>
                    <a:pt x="36854" y="6347"/>
                    <a:pt x="36820" y="6381"/>
                    <a:pt x="36854" y="6415"/>
                  </a:cubicBezTo>
                  <a:cubicBezTo>
                    <a:pt x="36854" y="6483"/>
                    <a:pt x="36888" y="6518"/>
                    <a:pt x="36922" y="6518"/>
                  </a:cubicBezTo>
                  <a:lnTo>
                    <a:pt x="37058" y="6483"/>
                  </a:lnTo>
                  <a:cubicBezTo>
                    <a:pt x="37092" y="6483"/>
                    <a:pt x="37127" y="6449"/>
                    <a:pt x="37127" y="6381"/>
                  </a:cubicBezTo>
                  <a:cubicBezTo>
                    <a:pt x="37127" y="6347"/>
                    <a:pt x="37058" y="6313"/>
                    <a:pt x="37024" y="6313"/>
                  </a:cubicBezTo>
                  <a:close/>
                  <a:moveTo>
                    <a:pt x="153008" y="6347"/>
                  </a:moveTo>
                  <a:cubicBezTo>
                    <a:pt x="152940" y="6347"/>
                    <a:pt x="152906" y="6381"/>
                    <a:pt x="152906" y="6415"/>
                  </a:cubicBezTo>
                  <a:cubicBezTo>
                    <a:pt x="152906" y="6449"/>
                    <a:pt x="152940" y="6518"/>
                    <a:pt x="152974" y="6518"/>
                  </a:cubicBezTo>
                  <a:lnTo>
                    <a:pt x="153111" y="6518"/>
                  </a:lnTo>
                  <a:cubicBezTo>
                    <a:pt x="153145" y="6518"/>
                    <a:pt x="153179" y="6483"/>
                    <a:pt x="153179" y="6449"/>
                  </a:cubicBezTo>
                  <a:cubicBezTo>
                    <a:pt x="153179" y="6381"/>
                    <a:pt x="153145" y="6347"/>
                    <a:pt x="153111" y="6347"/>
                  </a:cubicBezTo>
                  <a:close/>
                  <a:moveTo>
                    <a:pt x="36478" y="6381"/>
                  </a:moveTo>
                  <a:lnTo>
                    <a:pt x="36342" y="6415"/>
                  </a:lnTo>
                  <a:cubicBezTo>
                    <a:pt x="36308" y="6415"/>
                    <a:pt x="36274" y="6449"/>
                    <a:pt x="36274" y="6518"/>
                  </a:cubicBezTo>
                  <a:cubicBezTo>
                    <a:pt x="36274" y="6552"/>
                    <a:pt x="36308" y="6586"/>
                    <a:pt x="36376" y="6586"/>
                  </a:cubicBezTo>
                  <a:lnTo>
                    <a:pt x="36478" y="6552"/>
                  </a:lnTo>
                  <a:cubicBezTo>
                    <a:pt x="36547" y="6552"/>
                    <a:pt x="36581" y="6518"/>
                    <a:pt x="36547" y="6483"/>
                  </a:cubicBezTo>
                  <a:cubicBezTo>
                    <a:pt x="36547" y="6415"/>
                    <a:pt x="36512" y="6381"/>
                    <a:pt x="36478" y="6381"/>
                  </a:cubicBezTo>
                  <a:close/>
                  <a:moveTo>
                    <a:pt x="153554" y="6381"/>
                  </a:moveTo>
                  <a:cubicBezTo>
                    <a:pt x="153520" y="6381"/>
                    <a:pt x="153486" y="6415"/>
                    <a:pt x="153486" y="6483"/>
                  </a:cubicBezTo>
                  <a:cubicBezTo>
                    <a:pt x="153452" y="6518"/>
                    <a:pt x="153486" y="6552"/>
                    <a:pt x="153554" y="6552"/>
                  </a:cubicBezTo>
                  <a:lnTo>
                    <a:pt x="153657" y="6586"/>
                  </a:lnTo>
                  <a:cubicBezTo>
                    <a:pt x="153725" y="6586"/>
                    <a:pt x="153759" y="6552"/>
                    <a:pt x="153759" y="6483"/>
                  </a:cubicBezTo>
                  <a:cubicBezTo>
                    <a:pt x="153759" y="6449"/>
                    <a:pt x="153725" y="6415"/>
                    <a:pt x="153691" y="6415"/>
                  </a:cubicBezTo>
                  <a:lnTo>
                    <a:pt x="153554" y="6381"/>
                  </a:lnTo>
                  <a:close/>
                  <a:moveTo>
                    <a:pt x="154134" y="6449"/>
                  </a:moveTo>
                  <a:cubicBezTo>
                    <a:pt x="154100" y="6449"/>
                    <a:pt x="154032" y="6483"/>
                    <a:pt x="154032" y="6518"/>
                  </a:cubicBezTo>
                  <a:cubicBezTo>
                    <a:pt x="154032" y="6552"/>
                    <a:pt x="154066" y="6620"/>
                    <a:pt x="154134" y="6620"/>
                  </a:cubicBezTo>
                  <a:lnTo>
                    <a:pt x="154237" y="6620"/>
                  </a:lnTo>
                  <a:cubicBezTo>
                    <a:pt x="154271" y="6620"/>
                    <a:pt x="154305" y="6586"/>
                    <a:pt x="154339" y="6552"/>
                  </a:cubicBezTo>
                  <a:cubicBezTo>
                    <a:pt x="154339" y="6483"/>
                    <a:pt x="154305" y="6449"/>
                    <a:pt x="154237" y="6449"/>
                  </a:cubicBezTo>
                  <a:close/>
                  <a:moveTo>
                    <a:pt x="35796" y="6483"/>
                  </a:moveTo>
                  <a:cubicBezTo>
                    <a:pt x="35728" y="6483"/>
                    <a:pt x="35693" y="6552"/>
                    <a:pt x="35693" y="6586"/>
                  </a:cubicBezTo>
                  <a:cubicBezTo>
                    <a:pt x="35728" y="6620"/>
                    <a:pt x="35762" y="6654"/>
                    <a:pt x="35796" y="6654"/>
                  </a:cubicBezTo>
                  <a:lnTo>
                    <a:pt x="35932" y="6654"/>
                  </a:lnTo>
                  <a:cubicBezTo>
                    <a:pt x="35966" y="6654"/>
                    <a:pt x="36001" y="6586"/>
                    <a:pt x="36001" y="6552"/>
                  </a:cubicBezTo>
                  <a:cubicBezTo>
                    <a:pt x="36001" y="6518"/>
                    <a:pt x="35932" y="6483"/>
                    <a:pt x="35898" y="6483"/>
                  </a:cubicBezTo>
                  <a:close/>
                  <a:moveTo>
                    <a:pt x="154715" y="6483"/>
                  </a:moveTo>
                  <a:cubicBezTo>
                    <a:pt x="154646" y="6483"/>
                    <a:pt x="154612" y="6518"/>
                    <a:pt x="154612" y="6586"/>
                  </a:cubicBezTo>
                  <a:cubicBezTo>
                    <a:pt x="154612" y="6620"/>
                    <a:pt x="154646" y="6654"/>
                    <a:pt x="154680" y="6654"/>
                  </a:cubicBezTo>
                  <a:lnTo>
                    <a:pt x="154817" y="6688"/>
                  </a:lnTo>
                  <a:cubicBezTo>
                    <a:pt x="154851" y="6688"/>
                    <a:pt x="154885" y="6654"/>
                    <a:pt x="154885" y="6586"/>
                  </a:cubicBezTo>
                  <a:cubicBezTo>
                    <a:pt x="154885" y="6552"/>
                    <a:pt x="154851" y="6518"/>
                    <a:pt x="154817" y="6518"/>
                  </a:cubicBezTo>
                  <a:lnTo>
                    <a:pt x="154715" y="6483"/>
                  </a:lnTo>
                  <a:close/>
                  <a:moveTo>
                    <a:pt x="155261" y="6552"/>
                  </a:moveTo>
                  <a:cubicBezTo>
                    <a:pt x="155226" y="6552"/>
                    <a:pt x="155192" y="6586"/>
                    <a:pt x="155192" y="6620"/>
                  </a:cubicBezTo>
                  <a:cubicBezTo>
                    <a:pt x="155192" y="6654"/>
                    <a:pt x="155226" y="6722"/>
                    <a:pt x="155261" y="6722"/>
                  </a:cubicBezTo>
                  <a:lnTo>
                    <a:pt x="155397" y="6722"/>
                  </a:lnTo>
                  <a:cubicBezTo>
                    <a:pt x="155431" y="6722"/>
                    <a:pt x="155465" y="6688"/>
                    <a:pt x="155465" y="6654"/>
                  </a:cubicBezTo>
                  <a:cubicBezTo>
                    <a:pt x="155465" y="6586"/>
                    <a:pt x="155431" y="6552"/>
                    <a:pt x="155397" y="6552"/>
                  </a:cubicBezTo>
                  <a:close/>
                  <a:moveTo>
                    <a:pt x="35318" y="6552"/>
                  </a:moveTo>
                  <a:lnTo>
                    <a:pt x="35216" y="6586"/>
                  </a:lnTo>
                  <a:cubicBezTo>
                    <a:pt x="35182" y="6586"/>
                    <a:pt x="35147" y="6620"/>
                    <a:pt x="35147" y="6654"/>
                  </a:cubicBezTo>
                  <a:cubicBezTo>
                    <a:pt x="35147" y="6722"/>
                    <a:pt x="35182" y="6756"/>
                    <a:pt x="35216" y="6756"/>
                  </a:cubicBezTo>
                  <a:lnTo>
                    <a:pt x="35250" y="6756"/>
                  </a:lnTo>
                  <a:lnTo>
                    <a:pt x="35352" y="6722"/>
                  </a:lnTo>
                  <a:cubicBezTo>
                    <a:pt x="35386" y="6722"/>
                    <a:pt x="35420" y="6688"/>
                    <a:pt x="35420" y="6620"/>
                  </a:cubicBezTo>
                  <a:cubicBezTo>
                    <a:pt x="35420" y="6586"/>
                    <a:pt x="35386" y="6552"/>
                    <a:pt x="35318" y="6552"/>
                  </a:cubicBezTo>
                  <a:close/>
                  <a:moveTo>
                    <a:pt x="155841" y="6586"/>
                  </a:moveTo>
                  <a:cubicBezTo>
                    <a:pt x="155806" y="6586"/>
                    <a:pt x="155738" y="6620"/>
                    <a:pt x="155738" y="6688"/>
                  </a:cubicBezTo>
                  <a:cubicBezTo>
                    <a:pt x="155738" y="6722"/>
                    <a:pt x="155772" y="6756"/>
                    <a:pt x="155841" y="6756"/>
                  </a:cubicBezTo>
                  <a:lnTo>
                    <a:pt x="155943" y="6791"/>
                  </a:lnTo>
                  <a:cubicBezTo>
                    <a:pt x="156011" y="6791"/>
                    <a:pt x="156045" y="6756"/>
                    <a:pt x="156045" y="6688"/>
                  </a:cubicBezTo>
                  <a:cubicBezTo>
                    <a:pt x="156045" y="6654"/>
                    <a:pt x="156011" y="6620"/>
                    <a:pt x="155943" y="6620"/>
                  </a:cubicBezTo>
                  <a:lnTo>
                    <a:pt x="155841" y="6586"/>
                  </a:lnTo>
                  <a:close/>
                  <a:moveTo>
                    <a:pt x="34772" y="6620"/>
                  </a:moveTo>
                  <a:lnTo>
                    <a:pt x="34636" y="6654"/>
                  </a:lnTo>
                  <a:cubicBezTo>
                    <a:pt x="34602" y="6654"/>
                    <a:pt x="34567" y="6688"/>
                    <a:pt x="34567" y="6756"/>
                  </a:cubicBezTo>
                  <a:cubicBezTo>
                    <a:pt x="34567" y="6791"/>
                    <a:pt x="34602" y="6825"/>
                    <a:pt x="34670" y="6825"/>
                  </a:cubicBezTo>
                  <a:lnTo>
                    <a:pt x="34772" y="6791"/>
                  </a:lnTo>
                  <a:cubicBezTo>
                    <a:pt x="34840" y="6791"/>
                    <a:pt x="34875" y="6756"/>
                    <a:pt x="34875" y="6722"/>
                  </a:cubicBezTo>
                  <a:cubicBezTo>
                    <a:pt x="34840" y="6654"/>
                    <a:pt x="34806" y="6620"/>
                    <a:pt x="34772" y="6620"/>
                  </a:cubicBezTo>
                  <a:close/>
                  <a:moveTo>
                    <a:pt x="156421" y="6654"/>
                  </a:moveTo>
                  <a:cubicBezTo>
                    <a:pt x="156352" y="6654"/>
                    <a:pt x="156318" y="6688"/>
                    <a:pt x="156318" y="6722"/>
                  </a:cubicBezTo>
                  <a:cubicBezTo>
                    <a:pt x="156318" y="6756"/>
                    <a:pt x="156352" y="6825"/>
                    <a:pt x="156387" y="6825"/>
                  </a:cubicBezTo>
                  <a:lnTo>
                    <a:pt x="156523" y="6825"/>
                  </a:lnTo>
                  <a:cubicBezTo>
                    <a:pt x="156557" y="6825"/>
                    <a:pt x="156591" y="6791"/>
                    <a:pt x="156591" y="6756"/>
                  </a:cubicBezTo>
                  <a:cubicBezTo>
                    <a:pt x="156625" y="6688"/>
                    <a:pt x="156591" y="6654"/>
                    <a:pt x="156523" y="6654"/>
                  </a:cubicBezTo>
                  <a:close/>
                  <a:moveTo>
                    <a:pt x="34090" y="6722"/>
                  </a:moveTo>
                  <a:cubicBezTo>
                    <a:pt x="34021" y="6722"/>
                    <a:pt x="33987" y="6791"/>
                    <a:pt x="34021" y="6825"/>
                  </a:cubicBezTo>
                  <a:cubicBezTo>
                    <a:pt x="34021" y="6859"/>
                    <a:pt x="34056" y="6893"/>
                    <a:pt x="34090" y="6893"/>
                  </a:cubicBezTo>
                  <a:lnTo>
                    <a:pt x="34226" y="6893"/>
                  </a:lnTo>
                  <a:cubicBezTo>
                    <a:pt x="34260" y="6893"/>
                    <a:pt x="34294" y="6825"/>
                    <a:pt x="34294" y="6791"/>
                  </a:cubicBezTo>
                  <a:cubicBezTo>
                    <a:pt x="34294" y="6756"/>
                    <a:pt x="34260" y="6722"/>
                    <a:pt x="34192" y="6722"/>
                  </a:cubicBezTo>
                  <a:close/>
                  <a:moveTo>
                    <a:pt x="157001" y="6688"/>
                  </a:moveTo>
                  <a:cubicBezTo>
                    <a:pt x="156933" y="6688"/>
                    <a:pt x="156898" y="6722"/>
                    <a:pt x="156898" y="6791"/>
                  </a:cubicBezTo>
                  <a:cubicBezTo>
                    <a:pt x="156898" y="6825"/>
                    <a:pt x="156933" y="6859"/>
                    <a:pt x="156967" y="6859"/>
                  </a:cubicBezTo>
                  <a:lnTo>
                    <a:pt x="157069" y="6893"/>
                  </a:lnTo>
                  <a:lnTo>
                    <a:pt x="157103" y="6893"/>
                  </a:lnTo>
                  <a:cubicBezTo>
                    <a:pt x="157137" y="6893"/>
                    <a:pt x="157171" y="6859"/>
                    <a:pt x="157171" y="6791"/>
                  </a:cubicBezTo>
                  <a:cubicBezTo>
                    <a:pt x="157171" y="6756"/>
                    <a:pt x="157137" y="6722"/>
                    <a:pt x="157103" y="6722"/>
                  </a:cubicBezTo>
                  <a:lnTo>
                    <a:pt x="157001" y="6688"/>
                  </a:lnTo>
                  <a:close/>
                  <a:moveTo>
                    <a:pt x="157547" y="6756"/>
                  </a:moveTo>
                  <a:cubicBezTo>
                    <a:pt x="157513" y="6756"/>
                    <a:pt x="157479" y="6791"/>
                    <a:pt x="157479" y="6825"/>
                  </a:cubicBezTo>
                  <a:cubicBezTo>
                    <a:pt x="157444" y="6859"/>
                    <a:pt x="157479" y="6927"/>
                    <a:pt x="157547" y="6927"/>
                  </a:cubicBezTo>
                  <a:lnTo>
                    <a:pt x="157649" y="6927"/>
                  </a:lnTo>
                  <a:cubicBezTo>
                    <a:pt x="157717" y="6927"/>
                    <a:pt x="157751" y="6893"/>
                    <a:pt x="157751" y="6859"/>
                  </a:cubicBezTo>
                  <a:cubicBezTo>
                    <a:pt x="157751" y="6791"/>
                    <a:pt x="157717" y="6756"/>
                    <a:pt x="157683" y="6756"/>
                  </a:cubicBezTo>
                  <a:close/>
                  <a:moveTo>
                    <a:pt x="33612" y="6791"/>
                  </a:moveTo>
                  <a:lnTo>
                    <a:pt x="33510" y="6825"/>
                  </a:lnTo>
                  <a:cubicBezTo>
                    <a:pt x="33475" y="6825"/>
                    <a:pt x="33441" y="6859"/>
                    <a:pt x="33441" y="6893"/>
                  </a:cubicBezTo>
                  <a:cubicBezTo>
                    <a:pt x="33441" y="6961"/>
                    <a:pt x="33475" y="6995"/>
                    <a:pt x="33510" y="6995"/>
                  </a:cubicBezTo>
                  <a:lnTo>
                    <a:pt x="33544" y="6995"/>
                  </a:lnTo>
                  <a:lnTo>
                    <a:pt x="33646" y="6961"/>
                  </a:lnTo>
                  <a:cubicBezTo>
                    <a:pt x="33714" y="6961"/>
                    <a:pt x="33714" y="6927"/>
                    <a:pt x="33714" y="6859"/>
                  </a:cubicBezTo>
                  <a:cubicBezTo>
                    <a:pt x="33714" y="6825"/>
                    <a:pt x="33680" y="6791"/>
                    <a:pt x="33612" y="6791"/>
                  </a:cubicBezTo>
                  <a:close/>
                  <a:moveTo>
                    <a:pt x="158127" y="6791"/>
                  </a:moveTo>
                  <a:cubicBezTo>
                    <a:pt x="158093" y="6791"/>
                    <a:pt x="158024" y="6825"/>
                    <a:pt x="158024" y="6893"/>
                  </a:cubicBezTo>
                  <a:cubicBezTo>
                    <a:pt x="158024" y="6927"/>
                    <a:pt x="158059" y="6961"/>
                    <a:pt x="158127" y="6961"/>
                  </a:cubicBezTo>
                  <a:lnTo>
                    <a:pt x="158229" y="6995"/>
                  </a:lnTo>
                  <a:cubicBezTo>
                    <a:pt x="158263" y="6995"/>
                    <a:pt x="158297" y="6961"/>
                    <a:pt x="158332" y="6893"/>
                  </a:cubicBezTo>
                  <a:cubicBezTo>
                    <a:pt x="158332" y="6859"/>
                    <a:pt x="158297" y="6825"/>
                    <a:pt x="158229" y="6825"/>
                  </a:cubicBezTo>
                  <a:lnTo>
                    <a:pt x="158127" y="6791"/>
                  </a:lnTo>
                  <a:close/>
                  <a:moveTo>
                    <a:pt x="158707" y="6859"/>
                  </a:moveTo>
                  <a:cubicBezTo>
                    <a:pt x="158639" y="6859"/>
                    <a:pt x="158605" y="6893"/>
                    <a:pt x="158605" y="6927"/>
                  </a:cubicBezTo>
                  <a:cubicBezTo>
                    <a:pt x="158605" y="6961"/>
                    <a:pt x="158639" y="7029"/>
                    <a:pt x="158673" y="7029"/>
                  </a:cubicBezTo>
                  <a:lnTo>
                    <a:pt x="158809" y="7029"/>
                  </a:lnTo>
                  <a:cubicBezTo>
                    <a:pt x="158843" y="7029"/>
                    <a:pt x="158878" y="6995"/>
                    <a:pt x="158878" y="6961"/>
                  </a:cubicBezTo>
                  <a:cubicBezTo>
                    <a:pt x="158878" y="6893"/>
                    <a:pt x="158843" y="6859"/>
                    <a:pt x="158809" y="6859"/>
                  </a:cubicBezTo>
                  <a:close/>
                  <a:moveTo>
                    <a:pt x="33093" y="6880"/>
                  </a:moveTo>
                  <a:cubicBezTo>
                    <a:pt x="33084" y="6880"/>
                    <a:pt x="33075" y="6884"/>
                    <a:pt x="33066" y="6893"/>
                  </a:cubicBezTo>
                  <a:lnTo>
                    <a:pt x="32929" y="6893"/>
                  </a:lnTo>
                  <a:cubicBezTo>
                    <a:pt x="32895" y="6893"/>
                    <a:pt x="32861" y="6927"/>
                    <a:pt x="32861" y="6995"/>
                  </a:cubicBezTo>
                  <a:cubicBezTo>
                    <a:pt x="32895" y="7029"/>
                    <a:pt x="32929" y="7064"/>
                    <a:pt x="32964" y="7064"/>
                  </a:cubicBezTo>
                  <a:lnTo>
                    <a:pt x="33100" y="7064"/>
                  </a:lnTo>
                  <a:cubicBezTo>
                    <a:pt x="33134" y="7029"/>
                    <a:pt x="33168" y="6995"/>
                    <a:pt x="33168" y="6961"/>
                  </a:cubicBezTo>
                  <a:cubicBezTo>
                    <a:pt x="33143" y="6911"/>
                    <a:pt x="33118" y="6880"/>
                    <a:pt x="33093" y="6880"/>
                  </a:cubicBezTo>
                  <a:close/>
                  <a:moveTo>
                    <a:pt x="159253" y="6893"/>
                  </a:moveTo>
                  <a:cubicBezTo>
                    <a:pt x="159219" y="6893"/>
                    <a:pt x="159185" y="6927"/>
                    <a:pt x="159185" y="6995"/>
                  </a:cubicBezTo>
                  <a:cubicBezTo>
                    <a:pt x="159185" y="7029"/>
                    <a:pt x="159219" y="7064"/>
                    <a:pt x="159253" y="7064"/>
                  </a:cubicBezTo>
                  <a:lnTo>
                    <a:pt x="159355" y="7098"/>
                  </a:lnTo>
                  <a:cubicBezTo>
                    <a:pt x="159424" y="7098"/>
                    <a:pt x="159458" y="7064"/>
                    <a:pt x="159458" y="6995"/>
                  </a:cubicBezTo>
                  <a:cubicBezTo>
                    <a:pt x="159458" y="6961"/>
                    <a:pt x="159424" y="6927"/>
                    <a:pt x="159389" y="6927"/>
                  </a:cubicBezTo>
                  <a:lnTo>
                    <a:pt x="159253" y="6893"/>
                  </a:lnTo>
                  <a:close/>
                  <a:moveTo>
                    <a:pt x="32384" y="6961"/>
                  </a:moveTo>
                  <a:cubicBezTo>
                    <a:pt x="32349" y="6995"/>
                    <a:pt x="32315" y="7029"/>
                    <a:pt x="32315" y="7064"/>
                  </a:cubicBezTo>
                  <a:cubicBezTo>
                    <a:pt x="32315" y="7098"/>
                    <a:pt x="32349" y="7132"/>
                    <a:pt x="32384" y="7132"/>
                  </a:cubicBezTo>
                  <a:lnTo>
                    <a:pt x="32520" y="7132"/>
                  </a:lnTo>
                  <a:cubicBezTo>
                    <a:pt x="32554" y="7132"/>
                    <a:pt x="32588" y="7064"/>
                    <a:pt x="32588" y="7029"/>
                  </a:cubicBezTo>
                  <a:cubicBezTo>
                    <a:pt x="32588" y="6995"/>
                    <a:pt x="32554" y="6961"/>
                    <a:pt x="32486" y="6961"/>
                  </a:cubicBezTo>
                  <a:close/>
                  <a:moveTo>
                    <a:pt x="159833" y="6961"/>
                  </a:moveTo>
                  <a:cubicBezTo>
                    <a:pt x="159799" y="6961"/>
                    <a:pt x="159731" y="6995"/>
                    <a:pt x="159731" y="7029"/>
                  </a:cubicBezTo>
                  <a:cubicBezTo>
                    <a:pt x="159731" y="7064"/>
                    <a:pt x="159765" y="7132"/>
                    <a:pt x="159833" y="7132"/>
                  </a:cubicBezTo>
                  <a:lnTo>
                    <a:pt x="159935" y="7132"/>
                  </a:lnTo>
                  <a:cubicBezTo>
                    <a:pt x="159969" y="7132"/>
                    <a:pt x="160038" y="7098"/>
                    <a:pt x="160038" y="7064"/>
                  </a:cubicBezTo>
                  <a:cubicBezTo>
                    <a:pt x="160038" y="6995"/>
                    <a:pt x="160004" y="6961"/>
                    <a:pt x="159935" y="6961"/>
                  </a:cubicBezTo>
                  <a:close/>
                  <a:moveTo>
                    <a:pt x="160413" y="6995"/>
                  </a:moveTo>
                  <a:cubicBezTo>
                    <a:pt x="160345" y="6995"/>
                    <a:pt x="160311" y="7029"/>
                    <a:pt x="160311" y="7064"/>
                  </a:cubicBezTo>
                  <a:cubicBezTo>
                    <a:pt x="160311" y="7132"/>
                    <a:pt x="160345" y="7166"/>
                    <a:pt x="160379" y="7166"/>
                  </a:cubicBezTo>
                  <a:lnTo>
                    <a:pt x="160515" y="7200"/>
                  </a:lnTo>
                  <a:cubicBezTo>
                    <a:pt x="160550" y="7200"/>
                    <a:pt x="160584" y="7166"/>
                    <a:pt x="160584" y="7098"/>
                  </a:cubicBezTo>
                  <a:cubicBezTo>
                    <a:pt x="160618" y="7064"/>
                    <a:pt x="160584" y="7029"/>
                    <a:pt x="160515" y="7029"/>
                  </a:cubicBezTo>
                  <a:lnTo>
                    <a:pt x="160413" y="6995"/>
                  </a:lnTo>
                  <a:close/>
                  <a:moveTo>
                    <a:pt x="31940" y="7029"/>
                  </a:moveTo>
                  <a:lnTo>
                    <a:pt x="31803" y="7064"/>
                  </a:lnTo>
                  <a:cubicBezTo>
                    <a:pt x="31769" y="7064"/>
                    <a:pt x="31735" y="7098"/>
                    <a:pt x="31735" y="7166"/>
                  </a:cubicBezTo>
                  <a:cubicBezTo>
                    <a:pt x="31735" y="7200"/>
                    <a:pt x="31769" y="7234"/>
                    <a:pt x="31838" y="7234"/>
                  </a:cubicBezTo>
                  <a:lnTo>
                    <a:pt x="31940" y="7200"/>
                  </a:lnTo>
                  <a:cubicBezTo>
                    <a:pt x="32008" y="7200"/>
                    <a:pt x="32042" y="7166"/>
                    <a:pt x="32008" y="7098"/>
                  </a:cubicBezTo>
                  <a:cubicBezTo>
                    <a:pt x="32008" y="7064"/>
                    <a:pt x="31974" y="7029"/>
                    <a:pt x="31940" y="7029"/>
                  </a:cubicBezTo>
                  <a:close/>
                  <a:moveTo>
                    <a:pt x="160958" y="7054"/>
                  </a:moveTo>
                  <a:cubicBezTo>
                    <a:pt x="160913" y="7054"/>
                    <a:pt x="160891" y="7104"/>
                    <a:pt x="160891" y="7132"/>
                  </a:cubicBezTo>
                  <a:cubicBezTo>
                    <a:pt x="160891" y="7166"/>
                    <a:pt x="160925" y="7234"/>
                    <a:pt x="160959" y="7234"/>
                  </a:cubicBezTo>
                  <a:lnTo>
                    <a:pt x="161096" y="7234"/>
                  </a:lnTo>
                  <a:cubicBezTo>
                    <a:pt x="161130" y="7234"/>
                    <a:pt x="161164" y="7200"/>
                    <a:pt x="161164" y="7166"/>
                  </a:cubicBezTo>
                  <a:cubicBezTo>
                    <a:pt x="161164" y="7098"/>
                    <a:pt x="161130" y="7064"/>
                    <a:pt x="161096" y="7064"/>
                  </a:cubicBezTo>
                  <a:lnTo>
                    <a:pt x="160993" y="7064"/>
                  </a:lnTo>
                  <a:cubicBezTo>
                    <a:pt x="160980" y="7057"/>
                    <a:pt x="160968" y="7054"/>
                    <a:pt x="160958" y="7054"/>
                  </a:cubicBezTo>
                  <a:close/>
                  <a:moveTo>
                    <a:pt x="31393" y="7118"/>
                  </a:moveTo>
                  <a:cubicBezTo>
                    <a:pt x="31381" y="7118"/>
                    <a:pt x="31369" y="7123"/>
                    <a:pt x="31360" y="7132"/>
                  </a:cubicBezTo>
                  <a:lnTo>
                    <a:pt x="31257" y="7132"/>
                  </a:lnTo>
                  <a:cubicBezTo>
                    <a:pt x="31189" y="7132"/>
                    <a:pt x="31155" y="7166"/>
                    <a:pt x="31189" y="7234"/>
                  </a:cubicBezTo>
                  <a:cubicBezTo>
                    <a:pt x="31189" y="7268"/>
                    <a:pt x="31223" y="7302"/>
                    <a:pt x="31257" y="7302"/>
                  </a:cubicBezTo>
                  <a:lnTo>
                    <a:pt x="31394" y="7302"/>
                  </a:lnTo>
                  <a:cubicBezTo>
                    <a:pt x="31428" y="7268"/>
                    <a:pt x="31462" y="7234"/>
                    <a:pt x="31462" y="7200"/>
                  </a:cubicBezTo>
                  <a:cubicBezTo>
                    <a:pt x="31462" y="7150"/>
                    <a:pt x="31426" y="7118"/>
                    <a:pt x="31393" y="7118"/>
                  </a:cubicBezTo>
                  <a:close/>
                  <a:moveTo>
                    <a:pt x="161539" y="7098"/>
                  </a:moveTo>
                  <a:cubicBezTo>
                    <a:pt x="161505" y="7098"/>
                    <a:pt x="161471" y="7132"/>
                    <a:pt x="161437" y="7166"/>
                  </a:cubicBezTo>
                  <a:cubicBezTo>
                    <a:pt x="161437" y="7234"/>
                    <a:pt x="161471" y="7268"/>
                    <a:pt x="161539" y="7268"/>
                  </a:cubicBezTo>
                  <a:lnTo>
                    <a:pt x="161642" y="7302"/>
                  </a:lnTo>
                  <a:cubicBezTo>
                    <a:pt x="161710" y="7302"/>
                    <a:pt x="161744" y="7268"/>
                    <a:pt x="161744" y="7200"/>
                  </a:cubicBezTo>
                  <a:cubicBezTo>
                    <a:pt x="161744" y="7166"/>
                    <a:pt x="161710" y="7132"/>
                    <a:pt x="161676" y="7132"/>
                  </a:cubicBezTo>
                  <a:lnTo>
                    <a:pt x="161539" y="7098"/>
                  </a:lnTo>
                  <a:close/>
                  <a:moveTo>
                    <a:pt x="162119" y="7166"/>
                  </a:moveTo>
                  <a:cubicBezTo>
                    <a:pt x="162085" y="7166"/>
                    <a:pt x="162017" y="7200"/>
                    <a:pt x="162017" y="7234"/>
                  </a:cubicBezTo>
                  <a:cubicBezTo>
                    <a:pt x="162017" y="7268"/>
                    <a:pt x="162051" y="7337"/>
                    <a:pt x="162085" y="7337"/>
                  </a:cubicBezTo>
                  <a:lnTo>
                    <a:pt x="162222" y="7337"/>
                  </a:lnTo>
                  <a:cubicBezTo>
                    <a:pt x="162256" y="7337"/>
                    <a:pt x="162290" y="7302"/>
                    <a:pt x="162324" y="7268"/>
                  </a:cubicBezTo>
                  <a:cubicBezTo>
                    <a:pt x="162324" y="7200"/>
                    <a:pt x="162290" y="7166"/>
                    <a:pt x="162222" y="7166"/>
                  </a:cubicBezTo>
                  <a:close/>
                  <a:moveTo>
                    <a:pt x="30677" y="7200"/>
                  </a:moveTo>
                  <a:cubicBezTo>
                    <a:pt x="30643" y="7234"/>
                    <a:pt x="30609" y="7268"/>
                    <a:pt x="30609" y="7302"/>
                  </a:cubicBezTo>
                  <a:cubicBezTo>
                    <a:pt x="30609" y="7337"/>
                    <a:pt x="30643" y="7371"/>
                    <a:pt x="30677" y="7371"/>
                  </a:cubicBezTo>
                  <a:lnTo>
                    <a:pt x="30814" y="7371"/>
                  </a:lnTo>
                  <a:cubicBezTo>
                    <a:pt x="30848" y="7371"/>
                    <a:pt x="30882" y="7302"/>
                    <a:pt x="30882" y="7268"/>
                  </a:cubicBezTo>
                  <a:cubicBezTo>
                    <a:pt x="30882" y="7234"/>
                    <a:pt x="30848" y="7200"/>
                    <a:pt x="30780" y="7200"/>
                  </a:cubicBezTo>
                  <a:close/>
                  <a:moveTo>
                    <a:pt x="162699" y="7200"/>
                  </a:moveTo>
                  <a:cubicBezTo>
                    <a:pt x="162631" y="7200"/>
                    <a:pt x="162597" y="7234"/>
                    <a:pt x="162597" y="7268"/>
                  </a:cubicBezTo>
                  <a:cubicBezTo>
                    <a:pt x="162597" y="7337"/>
                    <a:pt x="162631" y="7371"/>
                    <a:pt x="162665" y="7371"/>
                  </a:cubicBezTo>
                  <a:lnTo>
                    <a:pt x="162802" y="7371"/>
                  </a:lnTo>
                  <a:cubicBezTo>
                    <a:pt x="162802" y="7405"/>
                    <a:pt x="162802" y="7405"/>
                    <a:pt x="162802" y="7405"/>
                  </a:cubicBezTo>
                  <a:cubicBezTo>
                    <a:pt x="162836" y="7405"/>
                    <a:pt x="162870" y="7371"/>
                    <a:pt x="162870" y="7302"/>
                  </a:cubicBezTo>
                  <a:cubicBezTo>
                    <a:pt x="162870" y="7268"/>
                    <a:pt x="162836" y="7234"/>
                    <a:pt x="162802" y="7200"/>
                  </a:cubicBezTo>
                  <a:close/>
                  <a:moveTo>
                    <a:pt x="163226" y="7259"/>
                  </a:moveTo>
                  <a:cubicBezTo>
                    <a:pt x="163199" y="7259"/>
                    <a:pt x="163177" y="7309"/>
                    <a:pt x="163177" y="7337"/>
                  </a:cubicBezTo>
                  <a:cubicBezTo>
                    <a:pt x="163143" y="7371"/>
                    <a:pt x="163177" y="7439"/>
                    <a:pt x="163245" y="7439"/>
                  </a:cubicBezTo>
                  <a:lnTo>
                    <a:pt x="163348" y="7439"/>
                  </a:lnTo>
                  <a:cubicBezTo>
                    <a:pt x="163416" y="7439"/>
                    <a:pt x="163450" y="7405"/>
                    <a:pt x="163450" y="7371"/>
                  </a:cubicBezTo>
                  <a:cubicBezTo>
                    <a:pt x="163450" y="7302"/>
                    <a:pt x="163416" y="7268"/>
                    <a:pt x="163382" y="7268"/>
                  </a:cubicBezTo>
                  <a:lnTo>
                    <a:pt x="163245" y="7268"/>
                  </a:lnTo>
                  <a:cubicBezTo>
                    <a:pt x="163239" y="7262"/>
                    <a:pt x="163232" y="7259"/>
                    <a:pt x="163226" y="7259"/>
                  </a:cubicBezTo>
                  <a:close/>
                  <a:moveTo>
                    <a:pt x="30234" y="7268"/>
                  </a:moveTo>
                  <a:lnTo>
                    <a:pt x="30097" y="7302"/>
                  </a:lnTo>
                  <a:cubicBezTo>
                    <a:pt x="30063" y="7302"/>
                    <a:pt x="30029" y="7337"/>
                    <a:pt x="30029" y="7405"/>
                  </a:cubicBezTo>
                  <a:cubicBezTo>
                    <a:pt x="30029" y="7439"/>
                    <a:pt x="30097" y="7473"/>
                    <a:pt x="30131" y="7473"/>
                  </a:cubicBezTo>
                  <a:lnTo>
                    <a:pt x="30234" y="7439"/>
                  </a:lnTo>
                  <a:cubicBezTo>
                    <a:pt x="30302" y="7439"/>
                    <a:pt x="30336" y="7405"/>
                    <a:pt x="30336" y="7337"/>
                  </a:cubicBezTo>
                  <a:cubicBezTo>
                    <a:pt x="30302" y="7302"/>
                    <a:pt x="30268" y="7268"/>
                    <a:pt x="30234" y="7268"/>
                  </a:cubicBezTo>
                  <a:close/>
                  <a:moveTo>
                    <a:pt x="163825" y="7302"/>
                  </a:moveTo>
                  <a:cubicBezTo>
                    <a:pt x="163791" y="7302"/>
                    <a:pt x="163723" y="7337"/>
                    <a:pt x="163723" y="7371"/>
                  </a:cubicBezTo>
                  <a:cubicBezTo>
                    <a:pt x="163723" y="7439"/>
                    <a:pt x="163757" y="7473"/>
                    <a:pt x="163825" y="7473"/>
                  </a:cubicBezTo>
                  <a:lnTo>
                    <a:pt x="163928" y="7473"/>
                  </a:lnTo>
                  <a:cubicBezTo>
                    <a:pt x="163962" y="7473"/>
                    <a:pt x="164030" y="7473"/>
                    <a:pt x="164030" y="7405"/>
                  </a:cubicBezTo>
                  <a:cubicBezTo>
                    <a:pt x="164030" y="7371"/>
                    <a:pt x="163996" y="7337"/>
                    <a:pt x="163928" y="7302"/>
                  </a:cubicBezTo>
                  <a:close/>
                  <a:moveTo>
                    <a:pt x="29701" y="7357"/>
                  </a:moveTo>
                  <a:cubicBezTo>
                    <a:pt x="29688" y="7357"/>
                    <a:pt x="29672" y="7361"/>
                    <a:pt x="29654" y="7371"/>
                  </a:cubicBezTo>
                  <a:lnTo>
                    <a:pt x="29551" y="7371"/>
                  </a:lnTo>
                  <a:cubicBezTo>
                    <a:pt x="29483" y="7371"/>
                    <a:pt x="29449" y="7439"/>
                    <a:pt x="29483" y="7473"/>
                  </a:cubicBezTo>
                  <a:cubicBezTo>
                    <a:pt x="29483" y="7507"/>
                    <a:pt x="29517" y="7541"/>
                    <a:pt x="29551" y="7541"/>
                  </a:cubicBezTo>
                  <a:lnTo>
                    <a:pt x="29688" y="7541"/>
                  </a:lnTo>
                  <a:cubicBezTo>
                    <a:pt x="29722" y="7507"/>
                    <a:pt x="29756" y="7473"/>
                    <a:pt x="29756" y="7439"/>
                  </a:cubicBezTo>
                  <a:cubicBezTo>
                    <a:pt x="29756" y="7389"/>
                    <a:pt x="29738" y="7357"/>
                    <a:pt x="29701" y="7357"/>
                  </a:cubicBezTo>
                  <a:close/>
                  <a:moveTo>
                    <a:pt x="164405" y="7371"/>
                  </a:moveTo>
                  <a:cubicBezTo>
                    <a:pt x="164337" y="7371"/>
                    <a:pt x="164303" y="7405"/>
                    <a:pt x="164303" y="7439"/>
                  </a:cubicBezTo>
                  <a:cubicBezTo>
                    <a:pt x="164303" y="7473"/>
                    <a:pt x="164337" y="7541"/>
                    <a:pt x="164371" y="7541"/>
                  </a:cubicBezTo>
                  <a:lnTo>
                    <a:pt x="164508" y="7541"/>
                  </a:lnTo>
                  <a:cubicBezTo>
                    <a:pt x="164542" y="7541"/>
                    <a:pt x="164576" y="7507"/>
                    <a:pt x="164576" y="7473"/>
                  </a:cubicBezTo>
                  <a:cubicBezTo>
                    <a:pt x="164576" y="7405"/>
                    <a:pt x="164542" y="7371"/>
                    <a:pt x="164508" y="7371"/>
                  </a:cubicBezTo>
                  <a:close/>
                  <a:moveTo>
                    <a:pt x="164951" y="7405"/>
                  </a:moveTo>
                  <a:cubicBezTo>
                    <a:pt x="164917" y="7405"/>
                    <a:pt x="164883" y="7439"/>
                    <a:pt x="164883" y="7473"/>
                  </a:cubicBezTo>
                  <a:cubicBezTo>
                    <a:pt x="164883" y="7541"/>
                    <a:pt x="164917" y="7575"/>
                    <a:pt x="164951" y="7575"/>
                  </a:cubicBezTo>
                  <a:lnTo>
                    <a:pt x="165088" y="7575"/>
                  </a:lnTo>
                  <a:cubicBezTo>
                    <a:pt x="165122" y="7575"/>
                    <a:pt x="165156" y="7541"/>
                    <a:pt x="165156" y="7507"/>
                  </a:cubicBezTo>
                  <a:cubicBezTo>
                    <a:pt x="165156" y="7473"/>
                    <a:pt x="165122" y="7439"/>
                    <a:pt x="165088" y="7405"/>
                  </a:cubicBezTo>
                  <a:close/>
                  <a:moveTo>
                    <a:pt x="28971" y="7439"/>
                  </a:moveTo>
                  <a:cubicBezTo>
                    <a:pt x="28937" y="7473"/>
                    <a:pt x="28903" y="7507"/>
                    <a:pt x="28903" y="7541"/>
                  </a:cubicBezTo>
                  <a:cubicBezTo>
                    <a:pt x="28903" y="7609"/>
                    <a:pt x="28937" y="7609"/>
                    <a:pt x="29005" y="7609"/>
                  </a:cubicBezTo>
                  <a:lnTo>
                    <a:pt x="29108" y="7609"/>
                  </a:lnTo>
                  <a:cubicBezTo>
                    <a:pt x="29176" y="7609"/>
                    <a:pt x="29210" y="7541"/>
                    <a:pt x="29176" y="7507"/>
                  </a:cubicBezTo>
                  <a:cubicBezTo>
                    <a:pt x="29176" y="7473"/>
                    <a:pt x="29142" y="7439"/>
                    <a:pt x="29108" y="7439"/>
                  </a:cubicBezTo>
                  <a:close/>
                  <a:moveTo>
                    <a:pt x="165532" y="7473"/>
                  </a:moveTo>
                  <a:cubicBezTo>
                    <a:pt x="165497" y="7473"/>
                    <a:pt x="165463" y="7507"/>
                    <a:pt x="165429" y="7541"/>
                  </a:cubicBezTo>
                  <a:cubicBezTo>
                    <a:pt x="165429" y="7575"/>
                    <a:pt x="165463" y="7644"/>
                    <a:pt x="165532" y="7644"/>
                  </a:cubicBezTo>
                  <a:lnTo>
                    <a:pt x="165634" y="7644"/>
                  </a:lnTo>
                  <a:cubicBezTo>
                    <a:pt x="165702" y="7644"/>
                    <a:pt x="165736" y="7609"/>
                    <a:pt x="165736" y="7575"/>
                  </a:cubicBezTo>
                  <a:cubicBezTo>
                    <a:pt x="165736" y="7507"/>
                    <a:pt x="165702" y="7473"/>
                    <a:pt x="165668" y="7473"/>
                  </a:cubicBezTo>
                  <a:close/>
                  <a:moveTo>
                    <a:pt x="166112" y="7507"/>
                  </a:moveTo>
                  <a:cubicBezTo>
                    <a:pt x="166078" y="7507"/>
                    <a:pt x="166009" y="7541"/>
                    <a:pt x="166009" y="7575"/>
                  </a:cubicBezTo>
                  <a:cubicBezTo>
                    <a:pt x="166009" y="7644"/>
                    <a:pt x="166043" y="7678"/>
                    <a:pt x="166078" y="7678"/>
                  </a:cubicBezTo>
                  <a:lnTo>
                    <a:pt x="166214" y="7678"/>
                  </a:lnTo>
                  <a:cubicBezTo>
                    <a:pt x="166248" y="7678"/>
                    <a:pt x="166282" y="7644"/>
                    <a:pt x="166316" y="7609"/>
                  </a:cubicBezTo>
                  <a:cubicBezTo>
                    <a:pt x="166316" y="7575"/>
                    <a:pt x="166282" y="7541"/>
                    <a:pt x="166214" y="7507"/>
                  </a:cubicBezTo>
                  <a:close/>
                  <a:moveTo>
                    <a:pt x="28528" y="7507"/>
                  </a:moveTo>
                  <a:lnTo>
                    <a:pt x="28425" y="7541"/>
                  </a:lnTo>
                  <a:cubicBezTo>
                    <a:pt x="28357" y="7541"/>
                    <a:pt x="28323" y="7575"/>
                    <a:pt x="28323" y="7644"/>
                  </a:cubicBezTo>
                  <a:cubicBezTo>
                    <a:pt x="28357" y="7678"/>
                    <a:pt x="28391" y="7712"/>
                    <a:pt x="28425" y="7712"/>
                  </a:cubicBezTo>
                  <a:lnTo>
                    <a:pt x="28562" y="7678"/>
                  </a:lnTo>
                  <a:cubicBezTo>
                    <a:pt x="28596" y="7678"/>
                    <a:pt x="28630" y="7644"/>
                    <a:pt x="28630" y="7575"/>
                  </a:cubicBezTo>
                  <a:cubicBezTo>
                    <a:pt x="28630" y="7541"/>
                    <a:pt x="28562" y="7507"/>
                    <a:pt x="28528" y="7507"/>
                  </a:cubicBezTo>
                  <a:close/>
                  <a:moveTo>
                    <a:pt x="166656" y="7566"/>
                  </a:moveTo>
                  <a:cubicBezTo>
                    <a:pt x="166612" y="7566"/>
                    <a:pt x="166589" y="7616"/>
                    <a:pt x="166589" y="7644"/>
                  </a:cubicBezTo>
                  <a:cubicBezTo>
                    <a:pt x="166589" y="7678"/>
                    <a:pt x="166623" y="7746"/>
                    <a:pt x="166658" y="7746"/>
                  </a:cubicBezTo>
                  <a:lnTo>
                    <a:pt x="166794" y="7746"/>
                  </a:lnTo>
                  <a:cubicBezTo>
                    <a:pt x="166828" y="7746"/>
                    <a:pt x="166862" y="7712"/>
                    <a:pt x="166862" y="7678"/>
                  </a:cubicBezTo>
                  <a:cubicBezTo>
                    <a:pt x="166862" y="7609"/>
                    <a:pt x="166828" y="7575"/>
                    <a:pt x="166794" y="7575"/>
                  </a:cubicBezTo>
                  <a:lnTo>
                    <a:pt x="166692" y="7575"/>
                  </a:lnTo>
                  <a:cubicBezTo>
                    <a:pt x="166679" y="7569"/>
                    <a:pt x="166667" y="7566"/>
                    <a:pt x="166656" y="7566"/>
                  </a:cubicBezTo>
                  <a:close/>
                  <a:moveTo>
                    <a:pt x="27995" y="7596"/>
                  </a:moveTo>
                  <a:cubicBezTo>
                    <a:pt x="27982" y="7596"/>
                    <a:pt x="27966" y="7600"/>
                    <a:pt x="27948" y="7609"/>
                  </a:cubicBezTo>
                  <a:lnTo>
                    <a:pt x="27845" y="7609"/>
                  </a:lnTo>
                  <a:cubicBezTo>
                    <a:pt x="27811" y="7609"/>
                    <a:pt x="27777" y="7678"/>
                    <a:pt x="27777" y="7712"/>
                  </a:cubicBezTo>
                  <a:cubicBezTo>
                    <a:pt x="27777" y="7746"/>
                    <a:pt x="27811" y="7780"/>
                    <a:pt x="27845" y="7780"/>
                  </a:cubicBezTo>
                  <a:lnTo>
                    <a:pt x="27982" y="7780"/>
                  </a:lnTo>
                  <a:cubicBezTo>
                    <a:pt x="28016" y="7746"/>
                    <a:pt x="28050" y="7712"/>
                    <a:pt x="28050" y="7678"/>
                  </a:cubicBezTo>
                  <a:cubicBezTo>
                    <a:pt x="28050" y="7628"/>
                    <a:pt x="28032" y="7596"/>
                    <a:pt x="27995" y="7596"/>
                  </a:cubicBezTo>
                  <a:close/>
                  <a:moveTo>
                    <a:pt x="167238" y="7609"/>
                  </a:moveTo>
                  <a:cubicBezTo>
                    <a:pt x="167204" y="7609"/>
                    <a:pt x="167169" y="7644"/>
                    <a:pt x="167169" y="7678"/>
                  </a:cubicBezTo>
                  <a:cubicBezTo>
                    <a:pt x="167135" y="7746"/>
                    <a:pt x="167169" y="7780"/>
                    <a:pt x="167238" y="7780"/>
                  </a:cubicBezTo>
                  <a:lnTo>
                    <a:pt x="167340" y="7780"/>
                  </a:lnTo>
                  <a:cubicBezTo>
                    <a:pt x="167408" y="7780"/>
                    <a:pt x="167442" y="7746"/>
                    <a:pt x="167442" y="7712"/>
                  </a:cubicBezTo>
                  <a:cubicBezTo>
                    <a:pt x="167442" y="7678"/>
                    <a:pt x="167408" y="7644"/>
                    <a:pt x="167374" y="7609"/>
                  </a:cubicBezTo>
                  <a:close/>
                  <a:moveTo>
                    <a:pt x="27265" y="7678"/>
                  </a:moveTo>
                  <a:cubicBezTo>
                    <a:pt x="27231" y="7712"/>
                    <a:pt x="27197" y="7746"/>
                    <a:pt x="27197" y="7780"/>
                  </a:cubicBezTo>
                  <a:cubicBezTo>
                    <a:pt x="27197" y="7848"/>
                    <a:pt x="27231" y="7848"/>
                    <a:pt x="27299" y="7848"/>
                  </a:cubicBezTo>
                  <a:lnTo>
                    <a:pt x="27402" y="7848"/>
                  </a:lnTo>
                  <a:cubicBezTo>
                    <a:pt x="27470" y="7848"/>
                    <a:pt x="27504" y="7780"/>
                    <a:pt x="27504" y="7746"/>
                  </a:cubicBezTo>
                  <a:cubicBezTo>
                    <a:pt x="27470" y="7712"/>
                    <a:pt x="27436" y="7678"/>
                    <a:pt x="27402" y="7678"/>
                  </a:cubicBezTo>
                  <a:close/>
                  <a:moveTo>
                    <a:pt x="167818" y="7678"/>
                  </a:moveTo>
                  <a:cubicBezTo>
                    <a:pt x="167784" y="7678"/>
                    <a:pt x="167715" y="7712"/>
                    <a:pt x="167715" y="7746"/>
                  </a:cubicBezTo>
                  <a:cubicBezTo>
                    <a:pt x="167715" y="7780"/>
                    <a:pt x="167750" y="7848"/>
                    <a:pt x="167818" y="7848"/>
                  </a:cubicBezTo>
                  <a:lnTo>
                    <a:pt x="167920" y="7848"/>
                  </a:lnTo>
                  <a:cubicBezTo>
                    <a:pt x="167954" y="7848"/>
                    <a:pt x="168023" y="7814"/>
                    <a:pt x="168023" y="7780"/>
                  </a:cubicBezTo>
                  <a:cubicBezTo>
                    <a:pt x="168023" y="7712"/>
                    <a:pt x="167988" y="7678"/>
                    <a:pt x="167920" y="7678"/>
                  </a:cubicBezTo>
                  <a:close/>
                  <a:moveTo>
                    <a:pt x="168398" y="7712"/>
                  </a:moveTo>
                  <a:cubicBezTo>
                    <a:pt x="168330" y="7712"/>
                    <a:pt x="168296" y="7746"/>
                    <a:pt x="168296" y="7780"/>
                  </a:cubicBezTo>
                  <a:cubicBezTo>
                    <a:pt x="168296" y="7848"/>
                    <a:pt x="168330" y="7882"/>
                    <a:pt x="168364" y="7882"/>
                  </a:cubicBezTo>
                  <a:lnTo>
                    <a:pt x="168500" y="7882"/>
                  </a:lnTo>
                  <a:cubicBezTo>
                    <a:pt x="168534" y="7882"/>
                    <a:pt x="168568" y="7848"/>
                    <a:pt x="168568" y="7814"/>
                  </a:cubicBezTo>
                  <a:cubicBezTo>
                    <a:pt x="168568" y="7780"/>
                    <a:pt x="168534" y="7746"/>
                    <a:pt x="168500" y="7712"/>
                  </a:cubicBezTo>
                  <a:close/>
                  <a:moveTo>
                    <a:pt x="26821" y="7746"/>
                  </a:moveTo>
                  <a:lnTo>
                    <a:pt x="26719" y="7780"/>
                  </a:lnTo>
                  <a:cubicBezTo>
                    <a:pt x="26651" y="7780"/>
                    <a:pt x="26617" y="7814"/>
                    <a:pt x="26651" y="7882"/>
                  </a:cubicBezTo>
                  <a:cubicBezTo>
                    <a:pt x="26651" y="7917"/>
                    <a:pt x="26685" y="7951"/>
                    <a:pt x="26719" y="7951"/>
                  </a:cubicBezTo>
                  <a:lnTo>
                    <a:pt x="26856" y="7917"/>
                  </a:lnTo>
                  <a:cubicBezTo>
                    <a:pt x="26890" y="7917"/>
                    <a:pt x="26924" y="7882"/>
                    <a:pt x="26924" y="7814"/>
                  </a:cubicBezTo>
                  <a:cubicBezTo>
                    <a:pt x="26924" y="7780"/>
                    <a:pt x="26890" y="7746"/>
                    <a:pt x="26821" y="7746"/>
                  </a:cubicBezTo>
                  <a:close/>
                  <a:moveTo>
                    <a:pt x="168944" y="7780"/>
                  </a:moveTo>
                  <a:cubicBezTo>
                    <a:pt x="168910" y="7780"/>
                    <a:pt x="168876" y="7780"/>
                    <a:pt x="168876" y="7848"/>
                  </a:cubicBezTo>
                  <a:cubicBezTo>
                    <a:pt x="168876" y="7882"/>
                    <a:pt x="168910" y="7917"/>
                    <a:pt x="168944" y="7951"/>
                  </a:cubicBezTo>
                  <a:lnTo>
                    <a:pt x="169080" y="7951"/>
                  </a:lnTo>
                  <a:cubicBezTo>
                    <a:pt x="169114" y="7951"/>
                    <a:pt x="169149" y="7917"/>
                    <a:pt x="169149" y="7882"/>
                  </a:cubicBezTo>
                  <a:cubicBezTo>
                    <a:pt x="169149" y="7814"/>
                    <a:pt x="169114" y="7780"/>
                    <a:pt x="169080" y="7780"/>
                  </a:cubicBezTo>
                  <a:close/>
                  <a:moveTo>
                    <a:pt x="169524" y="7814"/>
                  </a:moveTo>
                  <a:cubicBezTo>
                    <a:pt x="169490" y="7814"/>
                    <a:pt x="169456" y="7848"/>
                    <a:pt x="169422" y="7882"/>
                  </a:cubicBezTo>
                  <a:cubicBezTo>
                    <a:pt x="169422" y="7951"/>
                    <a:pt x="169456" y="7985"/>
                    <a:pt x="169524" y="7985"/>
                  </a:cubicBezTo>
                  <a:lnTo>
                    <a:pt x="169626" y="7985"/>
                  </a:lnTo>
                  <a:cubicBezTo>
                    <a:pt x="169695" y="7985"/>
                    <a:pt x="169729" y="7951"/>
                    <a:pt x="169729" y="7917"/>
                  </a:cubicBezTo>
                  <a:cubicBezTo>
                    <a:pt x="169729" y="7882"/>
                    <a:pt x="169695" y="7814"/>
                    <a:pt x="169626" y="7814"/>
                  </a:cubicBezTo>
                  <a:close/>
                  <a:moveTo>
                    <a:pt x="26289" y="7835"/>
                  </a:moveTo>
                  <a:cubicBezTo>
                    <a:pt x="26275" y="7835"/>
                    <a:pt x="26260" y="7839"/>
                    <a:pt x="26241" y="7848"/>
                  </a:cubicBezTo>
                  <a:lnTo>
                    <a:pt x="26139" y="7848"/>
                  </a:lnTo>
                  <a:cubicBezTo>
                    <a:pt x="26105" y="7848"/>
                    <a:pt x="26071" y="7917"/>
                    <a:pt x="26071" y="7951"/>
                  </a:cubicBezTo>
                  <a:cubicBezTo>
                    <a:pt x="26071" y="7985"/>
                    <a:pt x="26105" y="8019"/>
                    <a:pt x="26173" y="8019"/>
                  </a:cubicBezTo>
                  <a:lnTo>
                    <a:pt x="26275" y="8019"/>
                  </a:lnTo>
                  <a:cubicBezTo>
                    <a:pt x="26344" y="7985"/>
                    <a:pt x="26378" y="7951"/>
                    <a:pt x="26344" y="7917"/>
                  </a:cubicBezTo>
                  <a:cubicBezTo>
                    <a:pt x="26344" y="7867"/>
                    <a:pt x="26325" y="7835"/>
                    <a:pt x="26289" y="7835"/>
                  </a:cubicBezTo>
                  <a:close/>
                  <a:moveTo>
                    <a:pt x="170104" y="7848"/>
                  </a:moveTo>
                  <a:cubicBezTo>
                    <a:pt x="170036" y="7848"/>
                    <a:pt x="170002" y="7882"/>
                    <a:pt x="170002" y="7951"/>
                  </a:cubicBezTo>
                  <a:cubicBezTo>
                    <a:pt x="170002" y="7985"/>
                    <a:pt x="170036" y="8019"/>
                    <a:pt x="170070" y="8019"/>
                  </a:cubicBezTo>
                  <a:lnTo>
                    <a:pt x="170206" y="8053"/>
                  </a:lnTo>
                  <a:cubicBezTo>
                    <a:pt x="170241" y="8053"/>
                    <a:pt x="170275" y="8019"/>
                    <a:pt x="170275" y="7951"/>
                  </a:cubicBezTo>
                  <a:cubicBezTo>
                    <a:pt x="170309" y="7917"/>
                    <a:pt x="170275" y="7882"/>
                    <a:pt x="170206" y="7882"/>
                  </a:cubicBezTo>
                  <a:lnTo>
                    <a:pt x="170104" y="7848"/>
                  </a:lnTo>
                  <a:close/>
                  <a:moveTo>
                    <a:pt x="25593" y="7917"/>
                  </a:moveTo>
                  <a:cubicBezTo>
                    <a:pt x="25525" y="7951"/>
                    <a:pt x="25491" y="7985"/>
                    <a:pt x="25491" y="8019"/>
                  </a:cubicBezTo>
                  <a:cubicBezTo>
                    <a:pt x="25525" y="8087"/>
                    <a:pt x="25559" y="8087"/>
                    <a:pt x="25593" y="8087"/>
                  </a:cubicBezTo>
                  <a:lnTo>
                    <a:pt x="25730" y="8087"/>
                  </a:lnTo>
                  <a:cubicBezTo>
                    <a:pt x="25764" y="8087"/>
                    <a:pt x="25798" y="8019"/>
                    <a:pt x="25798" y="7985"/>
                  </a:cubicBezTo>
                  <a:cubicBezTo>
                    <a:pt x="25798" y="7951"/>
                    <a:pt x="25730" y="7917"/>
                    <a:pt x="25695" y="7917"/>
                  </a:cubicBezTo>
                  <a:close/>
                  <a:moveTo>
                    <a:pt x="170684" y="7917"/>
                  </a:moveTo>
                  <a:cubicBezTo>
                    <a:pt x="170616" y="7917"/>
                    <a:pt x="170582" y="7951"/>
                    <a:pt x="170582" y="7985"/>
                  </a:cubicBezTo>
                  <a:cubicBezTo>
                    <a:pt x="170582" y="8019"/>
                    <a:pt x="170616" y="8087"/>
                    <a:pt x="170650" y="8087"/>
                  </a:cubicBezTo>
                  <a:lnTo>
                    <a:pt x="170786" y="8087"/>
                  </a:lnTo>
                  <a:cubicBezTo>
                    <a:pt x="170821" y="8087"/>
                    <a:pt x="170855" y="8053"/>
                    <a:pt x="170855" y="8019"/>
                  </a:cubicBezTo>
                  <a:cubicBezTo>
                    <a:pt x="170855" y="7951"/>
                    <a:pt x="170821" y="7917"/>
                    <a:pt x="170786" y="7917"/>
                  </a:cubicBezTo>
                  <a:close/>
                  <a:moveTo>
                    <a:pt x="171230" y="7951"/>
                  </a:moveTo>
                  <a:cubicBezTo>
                    <a:pt x="171196" y="7951"/>
                    <a:pt x="171162" y="7985"/>
                    <a:pt x="171162" y="8019"/>
                  </a:cubicBezTo>
                  <a:cubicBezTo>
                    <a:pt x="171128" y="8087"/>
                    <a:pt x="171196" y="8121"/>
                    <a:pt x="171230" y="8121"/>
                  </a:cubicBezTo>
                  <a:lnTo>
                    <a:pt x="171332" y="8121"/>
                  </a:lnTo>
                  <a:cubicBezTo>
                    <a:pt x="171401" y="8121"/>
                    <a:pt x="171435" y="8087"/>
                    <a:pt x="171435" y="8053"/>
                  </a:cubicBezTo>
                  <a:cubicBezTo>
                    <a:pt x="171435" y="8019"/>
                    <a:pt x="171401" y="7985"/>
                    <a:pt x="171367" y="7951"/>
                  </a:cubicBezTo>
                  <a:close/>
                  <a:moveTo>
                    <a:pt x="25115" y="7985"/>
                  </a:moveTo>
                  <a:lnTo>
                    <a:pt x="25013" y="8019"/>
                  </a:lnTo>
                  <a:cubicBezTo>
                    <a:pt x="24979" y="8019"/>
                    <a:pt x="24945" y="8053"/>
                    <a:pt x="24945" y="8121"/>
                  </a:cubicBezTo>
                  <a:cubicBezTo>
                    <a:pt x="24945" y="8155"/>
                    <a:pt x="24979" y="8190"/>
                    <a:pt x="25013" y="8190"/>
                  </a:cubicBezTo>
                  <a:lnTo>
                    <a:pt x="25047" y="8190"/>
                  </a:lnTo>
                  <a:lnTo>
                    <a:pt x="25149" y="8155"/>
                  </a:lnTo>
                  <a:cubicBezTo>
                    <a:pt x="25184" y="8155"/>
                    <a:pt x="25218" y="8121"/>
                    <a:pt x="25218" y="8053"/>
                  </a:cubicBezTo>
                  <a:cubicBezTo>
                    <a:pt x="25218" y="8019"/>
                    <a:pt x="25184" y="7985"/>
                    <a:pt x="25115" y="7985"/>
                  </a:cubicBezTo>
                  <a:close/>
                  <a:moveTo>
                    <a:pt x="171810" y="7985"/>
                  </a:moveTo>
                  <a:cubicBezTo>
                    <a:pt x="171776" y="7985"/>
                    <a:pt x="171708" y="8019"/>
                    <a:pt x="171708" y="8087"/>
                  </a:cubicBezTo>
                  <a:cubicBezTo>
                    <a:pt x="171708" y="8121"/>
                    <a:pt x="171742" y="8155"/>
                    <a:pt x="171810" y="8190"/>
                  </a:cubicBezTo>
                  <a:lnTo>
                    <a:pt x="171913" y="8190"/>
                  </a:lnTo>
                  <a:cubicBezTo>
                    <a:pt x="171947" y="8190"/>
                    <a:pt x="172015" y="8155"/>
                    <a:pt x="172015" y="8087"/>
                  </a:cubicBezTo>
                  <a:cubicBezTo>
                    <a:pt x="172015" y="8053"/>
                    <a:pt x="171981" y="8019"/>
                    <a:pt x="171913" y="8019"/>
                  </a:cubicBezTo>
                  <a:lnTo>
                    <a:pt x="171810" y="7985"/>
                  </a:lnTo>
                  <a:close/>
                  <a:moveTo>
                    <a:pt x="172390" y="8053"/>
                  </a:moveTo>
                  <a:cubicBezTo>
                    <a:pt x="172322" y="8053"/>
                    <a:pt x="172288" y="8087"/>
                    <a:pt x="172288" y="8121"/>
                  </a:cubicBezTo>
                  <a:cubicBezTo>
                    <a:pt x="172288" y="8190"/>
                    <a:pt x="172322" y="8224"/>
                    <a:pt x="172356" y="8224"/>
                  </a:cubicBezTo>
                  <a:lnTo>
                    <a:pt x="172493" y="8224"/>
                  </a:lnTo>
                  <a:cubicBezTo>
                    <a:pt x="172527" y="8224"/>
                    <a:pt x="172561" y="8190"/>
                    <a:pt x="172561" y="8155"/>
                  </a:cubicBezTo>
                  <a:cubicBezTo>
                    <a:pt x="172561" y="8087"/>
                    <a:pt x="172527" y="8053"/>
                    <a:pt x="172493" y="8053"/>
                  </a:cubicBezTo>
                  <a:close/>
                  <a:moveTo>
                    <a:pt x="24433" y="8087"/>
                  </a:moveTo>
                  <a:cubicBezTo>
                    <a:pt x="24399" y="8087"/>
                    <a:pt x="24365" y="8155"/>
                    <a:pt x="24365" y="8190"/>
                  </a:cubicBezTo>
                  <a:cubicBezTo>
                    <a:pt x="24365" y="8224"/>
                    <a:pt x="24399" y="8258"/>
                    <a:pt x="24467" y="8258"/>
                  </a:cubicBezTo>
                  <a:lnTo>
                    <a:pt x="24569" y="8258"/>
                  </a:lnTo>
                  <a:cubicBezTo>
                    <a:pt x="24638" y="8258"/>
                    <a:pt x="24672" y="8190"/>
                    <a:pt x="24638" y="8155"/>
                  </a:cubicBezTo>
                  <a:cubicBezTo>
                    <a:pt x="24638" y="8087"/>
                    <a:pt x="24603" y="8087"/>
                    <a:pt x="24569" y="8087"/>
                  </a:cubicBezTo>
                  <a:close/>
                  <a:moveTo>
                    <a:pt x="172936" y="8087"/>
                  </a:moveTo>
                  <a:cubicBezTo>
                    <a:pt x="172902" y="8087"/>
                    <a:pt x="172868" y="8121"/>
                    <a:pt x="172868" y="8190"/>
                  </a:cubicBezTo>
                  <a:cubicBezTo>
                    <a:pt x="172868" y="8224"/>
                    <a:pt x="172902" y="8258"/>
                    <a:pt x="172936" y="8258"/>
                  </a:cubicBezTo>
                  <a:lnTo>
                    <a:pt x="173073" y="8258"/>
                  </a:lnTo>
                  <a:cubicBezTo>
                    <a:pt x="173107" y="8258"/>
                    <a:pt x="173141" y="8224"/>
                    <a:pt x="173141" y="8190"/>
                  </a:cubicBezTo>
                  <a:cubicBezTo>
                    <a:pt x="173141" y="8155"/>
                    <a:pt x="173107" y="8121"/>
                    <a:pt x="173073" y="8087"/>
                  </a:cubicBezTo>
                  <a:close/>
                  <a:moveTo>
                    <a:pt x="173489" y="8142"/>
                  </a:moveTo>
                  <a:cubicBezTo>
                    <a:pt x="173464" y="8142"/>
                    <a:pt x="173439" y="8174"/>
                    <a:pt x="173414" y="8224"/>
                  </a:cubicBezTo>
                  <a:cubicBezTo>
                    <a:pt x="173414" y="8258"/>
                    <a:pt x="173448" y="8292"/>
                    <a:pt x="173516" y="8326"/>
                  </a:cubicBezTo>
                  <a:lnTo>
                    <a:pt x="173619" y="8326"/>
                  </a:lnTo>
                  <a:cubicBezTo>
                    <a:pt x="173687" y="8326"/>
                    <a:pt x="173721" y="8292"/>
                    <a:pt x="173721" y="8258"/>
                  </a:cubicBezTo>
                  <a:cubicBezTo>
                    <a:pt x="173721" y="8190"/>
                    <a:pt x="173687" y="8155"/>
                    <a:pt x="173653" y="8155"/>
                  </a:cubicBezTo>
                  <a:lnTo>
                    <a:pt x="173516" y="8155"/>
                  </a:lnTo>
                  <a:cubicBezTo>
                    <a:pt x="173507" y="8146"/>
                    <a:pt x="173498" y="8142"/>
                    <a:pt x="173489" y="8142"/>
                  </a:cubicBezTo>
                  <a:close/>
                  <a:moveTo>
                    <a:pt x="23989" y="8155"/>
                  </a:moveTo>
                  <a:lnTo>
                    <a:pt x="23887" y="8190"/>
                  </a:lnTo>
                  <a:cubicBezTo>
                    <a:pt x="23819" y="8190"/>
                    <a:pt x="23785" y="8224"/>
                    <a:pt x="23819" y="8258"/>
                  </a:cubicBezTo>
                  <a:cubicBezTo>
                    <a:pt x="23819" y="8326"/>
                    <a:pt x="23853" y="8360"/>
                    <a:pt x="23887" y="8360"/>
                  </a:cubicBezTo>
                  <a:cubicBezTo>
                    <a:pt x="23887" y="8360"/>
                    <a:pt x="23887" y="8360"/>
                    <a:pt x="23887" y="8326"/>
                  </a:cubicBezTo>
                  <a:lnTo>
                    <a:pt x="24023" y="8326"/>
                  </a:lnTo>
                  <a:cubicBezTo>
                    <a:pt x="24058" y="8326"/>
                    <a:pt x="24092" y="8292"/>
                    <a:pt x="24092" y="8224"/>
                  </a:cubicBezTo>
                  <a:cubicBezTo>
                    <a:pt x="24092" y="8190"/>
                    <a:pt x="24023" y="8155"/>
                    <a:pt x="23989" y="8155"/>
                  </a:cubicBezTo>
                  <a:close/>
                  <a:moveTo>
                    <a:pt x="174096" y="8190"/>
                  </a:moveTo>
                  <a:cubicBezTo>
                    <a:pt x="174028" y="8190"/>
                    <a:pt x="173994" y="8224"/>
                    <a:pt x="173994" y="8258"/>
                  </a:cubicBezTo>
                  <a:cubicBezTo>
                    <a:pt x="173994" y="8326"/>
                    <a:pt x="174028" y="8360"/>
                    <a:pt x="174096" y="8360"/>
                  </a:cubicBezTo>
                  <a:lnTo>
                    <a:pt x="174199" y="8360"/>
                  </a:lnTo>
                  <a:cubicBezTo>
                    <a:pt x="174233" y="8360"/>
                    <a:pt x="174267" y="8326"/>
                    <a:pt x="174301" y="8292"/>
                  </a:cubicBezTo>
                  <a:cubicBezTo>
                    <a:pt x="174301" y="8224"/>
                    <a:pt x="174267" y="8190"/>
                    <a:pt x="174199" y="8190"/>
                  </a:cubicBezTo>
                  <a:close/>
                  <a:moveTo>
                    <a:pt x="23409" y="8224"/>
                  </a:moveTo>
                  <a:lnTo>
                    <a:pt x="23307" y="8258"/>
                  </a:lnTo>
                  <a:cubicBezTo>
                    <a:pt x="23273" y="8258"/>
                    <a:pt x="23239" y="8292"/>
                    <a:pt x="23239" y="8360"/>
                  </a:cubicBezTo>
                  <a:cubicBezTo>
                    <a:pt x="23239" y="8394"/>
                    <a:pt x="23273" y="8428"/>
                    <a:pt x="23307" y="8428"/>
                  </a:cubicBezTo>
                  <a:lnTo>
                    <a:pt x="23341" y="8428"/>
                  </a:lnTo>
                  <a:lnTo>
                    <a:pt x="23443" y="8394"/>
                  </a:lnTo>
                  <a:cubicBezTo>
                    <a:pt x="23477" y="8394"/>
                    <a:pt x="23512" y="8360"/>
                    <a:pt x="23512" y="8326"/>
                  </a:cubicBezTo>
                  <a:cubicBezTo>
                    <a:pt x="23512" y="8258"/>
                    <a:pt x="23477" y="8224"/>
                    <a:pt x="23409" y="8224"/>
                  </a:cubicBezTo>
                  <a:close/>
                  <a:moveTo>
                    <a:pt x="174677" y="8224"/>
                  </a:moveTo>
                  <a:cubicBezTo>
                    <a:pt x="174608" y="8224"/>
                    <a:pt x="174574" y="8258"/>
                    <a:pt x="174574" y="8326"/>
                  </a:cubicBezTo>
                  <a:cubicBezTo>
                    <a:pt x="174574" y="8360"/>
                    <a:pt x="174608" y="8394"/>
                    <a:pt x="174642" y="8394"/>
                  </a:cubicBezTo>
                  <a:lnTo>
                    <a:pt x="174779" y="8428"/>
                  </a:lnTo>
                  <a:cubicBezTo>
                    <a:pt x="174813" y="8428"/>
                    <a:pt x="174847" y="8394"/>
                    <a:pt x="174847" y="8326"/>
                  </a:cubicBezTo>
                  <a:cubicBezTo>
                    <a:pt x="174847" y="8292"/>
                    <a:pt x="174813" y="8258"/>
                    <a:pt x="174779" y="8258"/>
                  </a:cubicBezTo>
                  <a:lnTo>
                    <a:pt x="174677" y="8224"/>
                  </a:lnTo>
                  <a:close/>
                  <a:moveTo>
                    <a:pt x="175203" y="8283"/>
                  </a:moveTo>
                  <a:cubicBezTo>
                    <a:pt x="175177" y="8283"/>
                    <a:pt x="175154" y="8333"/>
                    <a:pt x="175154" y="8360"/>
                  </a:cubicBezTo>
                  <a:cubicBezTo>
                    <a:pt x="175154" y="8394"/>
                    <a:pt x="175188" y="8463"/>
                    <a:pt x="175222" y="8463"/>
                  </a:cubicBezTo>
                  <a:lnTo>
                    <a:pt x="175359" y="8463"/>
                  </a:lnTo>
                  <a:cubicBezTo>
                    <a:pt x="175393" y="8463"/>
                    <a:pt x="175427" y="8428"/>
                    <a:pt x="175427" y="8394"/>
                  </a:cubicBezTo>
                  <a:cubicBezTo>
                    <a:pt x="175427" y="8326"/>
                    <a:pt x="175393" y="8292"/>
                    <a:pt x="175359" y="8292"/>
                  </a:cubicBezTo>
                  <a:lnTo>
                    <a:pt x="175222" y="8292"/>
                  </a:lnTo>
                  <a:cubicBezTo>
                    <a:pt x="175216" y="8285"/>
                    <a:pt x="175209" y="8283"/>
                    <a:pt x="175203" y="8283"/>
                  </a:cubicBezTo>
                  <a:close/>
                  <a:moveTo>
                    <a:pt x="22891" y="8313"/>
                  </a:moveTo>
                  <a:cubicBezTo>
                    <a:pt x="22881" y="8313"/>
                    <a:pt x="22872" y="8317"/>
                    <a:pt x="22863" y="8326"/>
                  </a:cubicBezTo>
                  <a:lnTo>
                    <a:pt x="22727" y="8326"/>
                  </a:lnTo>
                  <a:cubicBezTo>
                    <a:pt x="22693" y="8326"/>
                    <a:pt x="22658" y="8394"/>
                    <a:pt x="22658" y="8428"/>
                  </a:cubicBezTo>
                  <a:cubicBezTo>
                    <a:pt x="22693" y="8463"/>
                    <a:pt x="22727" y="8497"/>
                    <a:pt x="22761" y="8497"/>
                  </a:cubicBezTo>
                  <a:lnTo>
                    <a:pt x="22897" y="8497"/>
                  </a:lnTo>
                  <a:cubicBezTo>
                    <a:pt x="22931" y="8497"/>
                    <a:pt x="22966" y="8428"/>
                    <a:pt x="22966" y="8394"/>
                  </a:cubicBezTo>
                  <a:cubicBezTo>
                    <a:pt x="22941" y="8344"/>
                    <a:pt x="22916" y="8313"/>
                    <a:pt x="22891" y="8313"/>
                  </a:cubicBezTo>
                  <a:close/>
                  <a:moveTo>
                    <a:pt x="175803" y="8326"/>
                  </a:moveTo>
                  <a:cubicBezTo>
                    <a:pt x="175768" y="8326"/>
                    <a:pt x="175700" y="8360"/>
                    <a:pt x="175700" y="8394"/>
                  </a:cubicBezTo>
                  <a:cubicBezTo>
                    <a:pt x="175700" y="8463"/>
                    <a:pt x="175734" y="8497"/>
                    <a:pt x="175803" y="8497"/>
                  </a:cubicBezTo>
                  <a:lnTo>
                    <a:pt x="175905" y="8497"/>
                  </a:lnTo>
                  <a:cubicBezTo>
                    <a:pt x="175973" y="8497"/>
                    <a:pt x="176007" y="8463"/>
                    <a:pt x="176007" y="8428"/>
                  </a:cubicBezTo>
                  <a:cubicBezTo>
                    <a:pt x="176007" y="8394"/>
                    <a:pt x="175973" y="8326"/>
                    <a:pt x="175905" y="8326"/>
                  </a:cubicBezTo>
                  <a:close/>
                  <a:moveTo>
                    <a:pt x="176383" y="8360"/>
                  </a:moveTo>
                  <a:cubicBezTo>
                    <a:pt x="176314" y="8360"/>
                    <a:pt x="176280" y="8394"/>
                    <a:pt x="176280" y="8463"/>
                  </a:cubicBezTo>
                  <a:cubicBezTo>
                    <a:pt x="176280" y="8497"/>
                    <a:pt x="176314" y="8531"/>
                    <a:pt x="176349" y="8531"/>
                  </a:cubicBezTo>
                  <a:lnTo>
                    <a:pt x="176485" y="8565"/>
                  </a:lnTo>
                  <a:cubicBezTo>
                    <a:pt x="176519" y="8565"/>
                    <a:pt x="176553" y="8531"/>
                    <a:pt x="176553" y="8463"/>
                  </a:cubicBezTo>
                  <a:cubicBezTo>
                    <a:pt x="176587" y="8428"/>
                    <a:pt x="176553" y="8394"/>
                    <a:pt x="176485" y="8394"/>
                  </a:cubicBezTo>
                  <a:lnTo>
                    <a:pt x="176383" y="8360"/>
                  </a:lnTo>
                  <a:close/>
                  <a:moveTo>
                    <a:pt x="22283" y="8394"/>
                  </a:moveTo>
                  <a:lnTo>
                    <a:pt x="22181" y="8428"/>
                  </a:lnTo>
                  <a:cubicBezTo>
                    <a:pt x="22112" y="8428"/>
                    <a:pt x="22112" y="8463"/>
                    <a:pt x="22112" y="8497"/>
                  </a:cubicBezTo>
                  <a:cubicBezTo>
                    <a:pt x="22112" y="8565"/>
                    <a:pt x="22147" y="8599"/>
                    <a:pt x="22181" y="8599"/>
                  </a:cubicBezTo>
                  <a:lnTo>
                    <a:pt x="22215" y="8599"/>
                  </a:lnTo>
                  <a:lnTo>
                    <a:pt x="22317" y="8565"/>
                  </a:lnTo>
                  <a:cubicBezTo>
                    <a:pt x="22351" y="8565"/>
                    <a:pt x="22385" y="8531"/>
                    <a:pt x="22385" y="8463"/>
                  </a:cubicBezTo>
                  <a:cubicBezTo>
                    <a:pt x="22385" y="8428"/>
                    <a:pt x="22351" y="8394"/>
                    <a:pt x="22283" y="8394"/>
                  </a:cubicBezTo>
                  <a:close/>
                  <a:moveTo>
                    <a:pt x="176927" y="8419"/>
                  </a:moveTo>
                  <a:cubicBezTo>
                    <a:pt x="176883" y="8419"/>
                    <a:pt x="176860" y="8469"/>
                    <a:pt x="176860" y="8497"/>
                  </a:cubicBezTo>
                  <a:cubicBezTo>
                    <a:pt x="176860" y="8531"/>
                    <a:pt x="176895" y="8599"/>
                    <a:pt x="176929" y="8599"/>
                  </a:cubicBezTo>
                  <a:lnTo>
                    <a:pt x="177065" y="8599"/>
                  </a:lnTo>
                  <a:cubicBezTo>
                    <a:pt x="177099" y="8599"/>
                    <a:pt x="177133" y="8565"/>
                    <a:pt x="177133" y="8531"/>
                  </a:cubicBezTo>
                  <a:cubicBezTo>
                    <a:pt x="177133" y="8463"/>
                    <a:pt x="177099" y="8428"/>
                    <a:pt x="177065" y="8428"/>
                  </a:cubicBezTo>
                  <a:lnTo>
                    <a:pt x="176963" y="8428"/>
                  </a:lnTo>
                  <a:cubicBezTo>
                    <a:pt x="176950" y="8422"/>
                    <a:pt x="176938" y="8419"/>
                    <a:pt x="176927" y="8419"/>
                  </a:cubicBezTo>
                  <a:close/>
                  <a:moveTo>
                    <a:pt x="177509" y="8463"/>
                  </a:moveTo>
                  <a:cubicBezTo>
                    <a:pt x="177475" y="8463"/>
                    <a:pt x="177440" y="8497"/>
                    <a:pt x="177440" y="8531"/>
                  </a:cubicBezTo>
                  <a:cubicBezTo>
                    <a:pt x="177406" y="8599"/>
                    <a:pt x="177440" y="8633"/>
                    <a:pt x="177509" y="8633"/>
                  </a:cubicBezTo>
                  <a:lnTo>
                    <a:pt x="177611" y="8633"/>
                  </a:lnTo>
                  <a:cubicBezTo>
                    <a:pt x="177679" y="8633"/>
                    <a:pt x="177713" y="8599"/>
                    <a:pt x="177713" y="8565"/>
                  </a:cubicBezTo>
                  <a:cubicBezTo>
                    <a:pt x="177713" y="8531"/>
                    <a:pt x="177679" y="8463"/>
                    <a:pt x="177645" y="8463"/>
                  </a:cubicBezTo>
                  <a:close/>
                  <a:moveTo>
                    <a:pt x="21737" y="8463"/>
                  </a:moveTo>
                  <a:lnTo>
                    <a:pt x="21601" y="8497"/>
                  </a:lnTo>
                  <a:cubicBezTo>
                    <a:pt x="21567" y="8497"/>
                    <a:pt x="21532" y="8531"/>
                    <a:pt x="21532" y="8599"/>
                  </a:cubicBezTo>
                  <a:cubicBezTo>
                    <a:pt x="21532" y="8633"/>
                    <a:pt x="21567" y="8667"/>
                    <a:pt x="21635" y="8667"/>
                  </a:cubicBezTo>
                  <a:lnTo>
                    <a:pt x="21737" y="8633"/>
                  </a:lnTo>
                  <a:cubicBezTo>
                    <a:pt x="21805" y="8633"/>
                    <a:pt x="21840" y="8599"/>
                    <a:pt x="21805" y="8565"/>
                  </a:cubicBezTo>
                  <a:cubicBezTo>
                    <a:pt x="21805" y="8497"/>
                    <a:pt x="21771" y="8463"/>
                    <a:pt x="21737" y="8463"/>
                  </a:cubicBezTo>
                  <a:close/>
                  <a:moveTo>
                    <a:pt x="178089" y="8497"/>
                  </a:moveTo>
                  <a:cubicBezTo>
                    <a:pt x="178055" y="8497"/>
                    <a:pt x="177986" y="8531"/>
                    <a:pt x="177986" y="8599"/>
                  </a:cubicBezTo>
                  <a:cubicBezTo>
                    <a:pt x="177986" y="8633"/>
                    <a:pt x="178021" y="8667"/>
                    <a:pt x="178089" y="8667"/>
                  </a:cubicBezTo>
                  <a:lnTo>
                    <a:pt x="178191" y="8701"/>
                  </a:lnTo>
                  <a:cubicBezTo>
                    <a:pt x="178225" y="8701"/>
                    <a:pt x="178294" y="8667"/>
                    <a:pt x="178294" y="8599"/>
                  </a:cubicBezTo>
                  <a:cubicBezTo>
                    <a:pt x="178294" y="8565"/>
                    <a:pt x="178259" y="8531"/>
                    <a:pt x="178191" y="8531"/>
                  </a:cubicBezTo>
                  <a:lnTo>
                    <a:pt x="178089" y="8497"/>
                  </a:lnTo>
                  <a:close/>
                  <a:moveTo>
                    <a:pt x="21055" y="8565"/>
                  </a:moveTo>
                  <a:cubicBezTo>
                    <a:pt x="20986" y="8565"/>
                    <a:pt x="20952" y="8633"/>
                    <a:pt x="20952" y="8667"/>
                  </a:cubicBezTo>
                  <a:cubicBezTo>
                    <a:pt x="20986" y="8701"/>
                    <a:pt x="21021" y="8736"/>
                    <a:pt x="21055" y="8736"/>
                  </a:cubicBezTo>
                  <a:lnTo>
                    <a:pt x="21191" y="8736"/>
                  </a:lnTo>
                  <a:cubicBezTo>
                    <a:pt x="21225" y="8736"/>
                    <a:pt x="21259" y="8667"/>
                    <a:pt x="21259" y="8633"/>
                  </a:cubicBezTo>
                  <a:cubicBezTo>
                    <a:pt x="21259" y="8599"/>
                    <a:pt x="21191" y="8565"/>
                    <a:pt x="21157" y="8565"/>
                  </a:cubicBezTo>
                  <a:close/>
                  <a:moveTo>
                    <a:pt x="178669" y="8565"/>
                  </a:moveTo>
                  <a:cubicBezTo>
                    <a:pt x="178601" y="8565"/>
                    <a:pt x="178567" y="8599"/>
                    <a:pt x="178567" y="8633"/>
                  </a:cubicBezTo>
                  <a:cubicBezTo>
                    <a:pt x="178567" y="8667"/>
                    <a:pt x="178601" y="8736"/>
                    <a:pt x="178635" y="8736"/>
                  </a:cubicBezTo>
                  <a:lnTo>
                    <a:pt x="178771" y="8736"/>
                  </a:lnTo>
                  <a:cubicBezTo>
                    <a:pt x="178805" y="8736"/>
                    <a:pt x="178840" y="8701"/>
                    <a:pt x="178840" y="8667"/>
                  </a:cubicBezTo>
                  <a:cubicBezTo>
                    <a:pt x="178840" y="8599"/>
                    <a:pt x="178805" y="8565"/>
                    <a:pt x="178771" y="8565"/>
                  </a:cubicBezTo>
                  <a:close/>
                  <a:moveTo>
                    <a:pt x="179215" y="8599"/>
                  </a:moveTo>
                  <a:cubicBezTo>
                    <a:pt x="179181" y="8599"/>
                    <a:pt x="179147" y="8633"/>
                    <a:pt x="179147" y="8667"/>
                  </a:cubicBezTo>
                  <a:cubicBezTo>
                    <a:pt x="179147" y="8736"/>
                    <a:pt x="179181" y="8770"/>
                    <a:pt x="179215" y="8770"/>
                  </a:cubicBezTo>
                  <a:lnTo>
                    <a:pt x="179351" y="8770"/>
                  </a:lnTo>
                  <a:cubicBezTo>
                    <a:pt x="179385" y="8770"/>
                    <a:pt x="179420" y="8736"/>
                    <a:pt x="179420" y="8701"/>
                  </a:cubicBezTo>
                  <a:cubicBezTo>
                    <a:pt x="179420" y="8667"/>
                    <a:pt x="179385" y="8599"/>
                    <a:pt x="179351" y="8599"/>
                  </a:cubicBezTo>
                  <a:close/>
                  <a:moveTo>
                    <a:pt x="20577" y="8633"/>
                  </a:moveTo>
                  <a:lnTo>
                    <a:pt x="20475" y="8667"/>
                  </a:lnTo>
                  <a:cubicBezTo>
                    <a:pt x="20440" y="8667"/>
                    <a:pt x="20406" y="8701"/>
                    <a:pt x="20406" y="8736"/>
                  </a:cubicBezTo>
                  <a:cubicBezTo>
                    <a:pt x="20406" y="8804"/>
                    <a:pt x="20440" y="8838"/>
                    <a:pt x="20475" y="8838"/>
                  </a:cubicBezTo>
                  <a:lnTo>
                    <a:pt x="20509" y="8838"/>
                  </a:lnTo>
                  <a:lnTo>
                    <a:pt x="20611" y="8804"/>
                  </a:lnTo>
                  <a:cubicBezTo>
                    <a:pt x="20645" y="8804"/>
                    <a:pt x="20679" y="8770"/>
                    <a:pt x="20679" y="8701"/>
                  </a:cubicBezTo>
                  <a:cubicBezTo>
                    <a:pt x="20679" y="8667"/>
                    <a:pt x="20645" y="8633"/>
                    <a:pt x="20577" y="8633"/>
                  </a:cubicBezTo>
                  <a:close/>
                  <a:moveTo>
                    <a:pt x="179795" y="8633"/>
                  </a:moveTo>
                  <a:cubicBezTo>
                    <a:pt x="179761" y="8633"/>
                    <a:pt x="179727" y="8667"/>
                    <a:pt x="179693" y="8736"/>
                  </a:cubicBezTo>
                  <a:cubicBezTo>
                    <a:pt x="179693" y="8770"/>
                    <a:pt x="179727" y="8804"/>
                    <a:pt x="179795" y="8804"/>
                  </a:cubicBezTo>
                  <a:lnTo>
                    <a:pt x="179897" y="8838"/>
                  </a:lnTo>
                  <a:cubicBezTo>
                    <a:pt x="179966" y="8838"/>
                    <a:pt x="180000" y="8804"/>
                    <a:pt x="180000" y="8736"/>
                  </a:cubicBezTo>
                  <a:cubicBezTo>
                    <a:pt x="180000" y="8701"/>
                    <a:pt x="179966" y="8667"/>
                    <a:pt x="179897" y="8667"/>
                  </a:cubicBezTo>
                  <a:lnTo>
                    <a:pt x="179795" y="8633"/>
                  </a:lnTo>
                  <a:close/>
                  <a:moveTo>
                    <a:pt x="180375" y="8701"/>
                  </a:moveTo>
                  <a:cubicBezTo>
                    <a:pt x="180307" y="8701"/>
                    <a:pt x="180273" y="8736"/>
                    <a:pt x="180273" y="8770"/>
                  </a:cubicBezTo>
                  <a:cubicBezTo>
                    <a:pt x="180273" y="8804"/>
                    <a:pt x="180307" y="8872"/>
                    <a:pt x="180341" y="8872"/>
                  </a:cubicBezTo>
                  <a:lnTo>
                    <a:pt x="180477" y="8872"/>
                  </a:lnTo>
                  <a:cubicBezTo>
                    <a:pt x="180512" y="8872"/>
                    <a:pt x="180546" y="8838"/>
                    <a:pt x="180546" y="8804"/>
                  </a:cubicBezTo>
                  <a:cubicBezTo>
                    <a:pt x="180580" y="8736"/>
                    <a:pt x="180546" y="8701"/>
                    <a:pt x="180477" y="8701"/>
                  </a:cubicBezTo>
                  <a:close/>
                  <a:moveTo>
                    <a:pt x="20031" y="8701"/>
                  </a:moveTo>
                  <a:lnTo>
                    <a:pt x="19894" y="8736"/>
                  </a:lnTo>
                  <a:cubicBezTo>
                    <a:pt x="19860" y="8736"/>
                    <a:pt x="19826" y="8770"/>
                    <a:pt x="19826" y="8838"/>
                  </a:cubicBezTo>
                  <a:cubicBezTo>
                    <a:pt x="19826" y="8872"/>
                    <a:pt x="19894" y="8906"/>
                    <a:pt x="19929" y="8906"/>
                  </a:cubicBezTo>
                  <a:lnTo>
                    <a:pt x="20031" y="8872"/>
                  </a:lnTo>
                  <a:cubicBezTo>
                    <a:pt x="20099" y="8872"/>
                    <a:pt x="20133" y="8838"/>
                    <a:pt x="20133" y="8804"/>
                  </a:cubicBezTo>
                  <a:cubicBezTo>
                    <a:pt x="20099" y="8736"/>
                    <a:pt x="20065" y="8701"/>
                    <a:pt x="20031" y="8701"/>
                  </a:cubicBezTo>
                  <a:close/>
                  <a:moveTo>
                    <a:pt x="180955" y="8736"/>
                  </a:moveTo>
                  <a:cubicBezTo>
                    <a:pt x="180887" y="8736"/>
                    <a:pt x="180853" y="8770"/>
                    <a:pt x="180853" y="8804"/>
                  </a:cubicBezTo>
                  <a:cubicBezTo>
                    <a:pt x="180853" y="8872"/>
                    <a:pt x="180887" y="8906"/>
                    <a:pt x="180921" y="8906"/>
                  </a:cubicBezTo>
                  <a:lnTo>
                    <a:pt x="181058" y="8906"/>
                  </a:lnTo>
                  <a:cubicBezTo>
                    <a:pt x="181092" y="8906"/>
                    <a:pt x="181126" y="8872"/>
                    <a:pt x="181126" y="8838"/>
                  </a:cubicBezTo>
                  <a:cubicBezTo>
                    <a:pt x="181126" y="8804"/>
                    <a:pt x="181092" y="8770"/>
                    <a:pt x="181058" y="8736"/>
                  </a:cubicBezTo>
                  <a:close/>
                  <a:moveTo>
                    <a:pt x="19349" y="8804"/>
                  </a:moveTo>
                  <a:cubicBezTo>
                    <a:pt x="19280" y="8804"/>
                    <a:pt x="19246" y="8872"/>
                    <a:pt x="19280" y="8906"/>
                  </a:cubicBezTo>
                  <a:cubicBezTo>
                    <a:pt x="19280" y="8940"/>
                    <a:pt x="19314" y="8974"/>
                    <a:pt x="19349" y="8974"/>
                  </a:cubicBezTo>
                  <a:lnTo>
                    <a:pt x="19485" y="8974"/>
                  </a:lnTo>
                  <a:cubicBezTo>
                    <a:pt x="19519" y="8974"/>
                    <a:pt x="19553" y="8906"/>
                    <a:pt x="19553" y="8872"/>
                  </a:cubicBezTo>
                  <a:cubicBezTo>
                    <a:pt x="19553" y="8838"/>
                    <a:pt x="19519" y="8804"/>
                    <a:pt x="19451" y="8804"/>
                  </a:cubicBezTo>
                  <a:close/>
                  <a:moveTo>
                    <a:pt x="181501" y="8770"/>
                  </a:moveTo>
                  <a:cubicBezTo>
                    <a:pt x="181467" y="8770"/>
                    <a:pt x="181433" y="8804"/>
                    <a:pt x="181433" y="8872"/>
                  </a:cubicBezTo>
                  <a:cubicBezTo>
                    <a:pt x="181399" y="8906"/>
                    <a:pt x="181467" y="8940"/>
                    <a:pt x="181501" y="8974"/>
                  </a:cubicBezTo>
                  <a:lnTo>
                    <a:pt x="181603" y="8974"/>
                  </a:lnTo>
                  <a:cubicBezTo>
                    <a:pt x="181672" y="8974"/>
                    <a:pt x="181706" y="8940"/>
                    <a:pt x="181706" y="8872"/>
                  </a:cubicBezTo>
                  <a:cubicBezTo>
                    <a:pt x="181706" y="8838"/>
                    <a:pt x="181672" y="8804"/>
                    <a:pt x="181638" y="8804"/>
                  </a:cubicBezTo>
                  <a:lnTo>
                    <a:pt x="181501" y="8770"/>
                  </a:lnTo>
                  <a:close/>
                  <a:moveTo>
                    <a:pt x="182081" y="8838"/>
                  </a:moveTo>
                  <a:cubicBezTo>
                    <a:pt x="182047" y="8838"/>
                    <a:pt x="181979" y="8872"/>
                    <a:pt x="181979" y="8906"/>
                  </a:cubicBezTo>
                  <a:cubicBezTo>
                    <a:pt x="181979" y="8974"/>
                    <a:pt x="182013" y="9009"/>
                    <a:pt x="182081" y="9009"/>
                  </a:cubicBezTo>
                  <a:lnTo>
                    <a:pt x="182184" y="9009"/>
                  </a:lnTo>
                  <a:cubicBezTo>
                    <a:pt x="182218" y="9009"/>
                    <a:pt x="182286" y="8974"/>
                    <a:pt x="182286" y="8940"/>
                  </a:cubicBezTo>
                  <a:cubicBezTo>
                    <a:pt x="182286" y="8872"/>
                    <a:pt x="182252" y="8838"/>
                    <a:pt x="182184" y="8838"/>
                  </a:cubicBezTo>
                  <a:close/>
                  <a:moveTo>
                    <a:pt x="182661" y="8872"/>
                  </a:moveTo>
                  <a:cubicBezTo>
                    <a:pt x="182593" y="8872"/>
                    <a:pt x="182559" y="8906"/>
                    <a:pt x="182559" y="8940"/>
                  </a:cubicBezTo>
                  <a:cubicBezTo>
                    <a:pt x="182559" y="9009"/>
                    <a:pt x="182593" y="9043"/>
                    <a:pt x="182627" y="9043"/>
                  </a:cubicBezTo>
                  <a:lnTo>
                    <a:pt x="182764" y="9043"/>
                  </a:lnTo>
                  <a:cubicBezTo>
                    <a:pt x="182798" y="9043"/>
                    <a:pt x="182832" y="9009"/>
                    <a:pt x="182832" y="8974"/>
                  </a:cubicBezTo>
                  <a:cubicBezTo>
                    <a:pt x="182866" y="8940"/>
                    <a:pt x="182798" y="8906"/>
                    <a:pt x="182764" y="8872"/>
                  </a:cubicBezTo>
                  <a:close/>
                  <a:moveTo>
                    <a:pt x="18905" y="8872"/>
                  </a:moveTo>
                  <a:lnTo>
                    <a:pt x="18768" y="8906"/>
                  </a:lnTo>
                  <a:cubicBezTo>
                    <a:pt x="18734" y="8906"/>
                    <a:pt x="18700" y="8940"/>
                    <a:pt x="18700" y="8974"/>
                  </a:cubicBezTo>
                  <a:cubicBezTo>
                    <a:pt x="18700" y="9043"/>
                    <a:pt x="18734" y="9077"/>
                    <a:pt x="18803" y="9077"/>
                  </a:cubicBezTo>
                  <a:lnTo>
                    <a:pt x="18905" y="9043"/>
                  </a:lnTo>
                  <a:cubicBezTo>
                    <a:pt x="18973" y="9043"/>
                    <a:pt x="19007" y="9009"/>
                    <a:pt x="18973" y="8940"/>
                  </a:cubicBezTo>
                  <a:cubicBezTo>
                    <a:pt x="18973" y="8906"/>
                    <a:pt x="18939" y="8872"/>
                    <a:pt x="18905" y="8872"/>
                  </a:cubicBezTo>
                  <a:close/>
                  <a:moveTo>
                    <a:pt x="183180" y="8927"/>
                  </a:moveTo>
                  <a:cubicBezTo>
                    <a:pt x="183157" y="8927"/>
                    <a:pt x="183139" y="8959"/>
                    <a:pt x="183139" y="9009"/>
                  </a:cubicBezTo>
                  <a:cubicBezTo>
                    <a:pt x="183139" y="9043"/>
                    <a:pt x="183173" y="9077"/>
                    <a:pt x="183207" y="9111"/>
                  </a:cubicBezTo>
                  <a:lnTo>
                    <a:pt x="183344" y="9111"/>
                  </a:lnTo>
                  <a:cubicBezTo>
                    <a:pt x="183378" y="9111"/>
                    <a:pt x="183412" y="9077"/>
                    <a:pt x="183412" y="9043"/>
                  </a:cubicBezTo>
                  <a:cubicBezTo>
                    <a:pt x="183412" y="8974"/>
                    <a:pt x="183378" y="8940"/>
                    <a:pt x="183344" y="8940"/>
                  </a:cubicBezTo>
                  <a:lnTo>
                    <a:pt x="183207" y="8940"/>
                  </a:lnTo>
                  <a:cubicBezTo>
                    <a:pt x="183198" y="8931"/>
                    <a:pt x="183189" y="8927"/>
                    <a:pt x="183180" y="8927"/>
                  </a:cubicBezTo>
                  <a:close/>
                  <a:moveTo>
                    <a:pt x="18325" y="8940"/>
                  </a:moveTo>
                  <a:lnTo>
                    <a:pt x="18222" y="8974"/>
                  </a:lnTo>
                  <a:cubicBezTo>
                    <a:pt x="18154" y="8974"/>
                    <a:pt x="18120" y="9009"/>
                    <a:pt x="18120" y="9077"/>
                  </a:cubicBezTo>
                  <a:cubicBezTo>
                    <a:pt x="18154" y="9111"/>
                    <a:pt x="18188" y="9145"/>
                    <a:pt x="18222" y="9145"/>
                  </a:cubicBezTo>
                  <a:lnTo>
                    <a:pt x="18359" y="9111"/>
                  </a:lnTo>
                  <a:cubicBezTo>
                    <a:pt x="18393" y="9111"/>
                    <a:pt x="18427" y="9077"/>
                    <a:pt x="18427" y="9043"/>
                  </a:cubicBezTo>
                  <a:cubicBezTo>
                    <a:pt x="18427" y="8974"/>
                    <a:pt x="18359" y="8940"/>
                    <a:pt x="18325" y="8940"/>
                  </a:cubicBezTo>
                  <a:close/>
                  <a:moveTo>
                    <a:pt x="183787" y="8974"/>
                  </a:moveTo>
                  <a:cubicBezTo>
                    <a:pt x="183753" y="8974"/>
                    <a:pt x="183719" y="9009"/>
                    <a:pt x="183685" y="9043"/>
                  </a:cubicBezTo>
                  <a:cubicBezTo>
                    <a:pt x="183685" y="9111"/>
                    <a:pt x="183719" y="9145"/>
                    <a:pt x="183787" y="9145"/>
                  </a:cubicBezTo>
                  <a:lnTo>
                    <a:pt x="183890" y="9145"/>
                  </a:lnTo>
                  <a:cubicBezTo>
                    <a:pt x="183958" y="9145"/>
                    <a:pt x="183992" y="9111"/>
                    <a:pt x="183992" y="9077"/>
                  </a:cubicBezTo>
                  <a:cubicBezTo>
                    <a:pt x="183992" y="9043"/>
                    <a:pt x="183958" y="8974"/>
                    <a:pt x="183924" y="8974"/>
                  </a:cubicBezTo>
                  <a:close/>
                  <a:moveTo>
                    <a:pt x="17642" y="9043"/>
                  </a:moveTo>
                  <a:cubicBezTo>
                    <a:pt x="17608" y="9043"/>
                    <a:pt x="17574" y="9111"/>
                    <a:pt x="17574" y="9145"/>
                  </a:cubicBezTo>
                  <a:cubicBezTo>
                    <a:pt x="17574" y="9179"/>
                    <a:pt x="17608" y="9213"/>
                    <a:pt x="17642" y="9213"/>
                  </a:cubicBezTo>
                  <a:lnTo>
                    <a:pt x="17779" y="9213"/>
                  </a:lnTo>
                  <a:cubicBezTo>
                    <a:pt x="17813" y="9213"/>
                    <a:pt x="17847" y="9145"/>
                    <a:pt x="17847" y="9111"/>
                  </a:cubicBezTo>
                  <a:cubicBezTo>
                    <a:pt x="17847" y="9077"/>
                    <a:pt x="17813" y="9043"/>
                    <a:pt x="17745" y="9043"/>
                  </a:cubicBezTo>
                  <a:close/>
                  <a:moveTo>
                    <a:pt x="184367" y="9009"/>
                  </a:moveTo>
                  <a:cubicBezTo>
                    <a:pt x="184299" y="9009"/>
                    <a:pt x="184265" y="9043"/>
                    <a:pt x="184265" y="9111"/>
                  </a:cubicBezTo>
                  <a:cubicBezTo>
                    <a:pt x="184265" y="9145"/>
                    <a:pt x="184299" y="9179"/>
                    <a:pt x="184367" y="9179"/>
                  </a:cubicBezTo>
                  <a:lnTo>
                    <a:pt x="184470" y="9213"/>
                  </a:lnTo>
                  <a:cubicBezTo>
                    <a:pt x="184504" y="9213"/>
                    <a:pt x="184538" y="9179"/>
                    <a:pt x="184572" y="9111"/>
                  </a:cubicBezTo>
                  <a:cubicBezTo>
                    <a:pt x="184572" y="9077"/>
                    <a:pt x="184538" y="9043"/>
                    <a:pt x="184470" y="9043"/>
                  </a:cubicBezTo>
                  <a:lnTo>
                    <a:pt x="184367" y="9009"/>
                  </a:lnTo>
                  <a:close/>
                  <a:moveTo>
                    <a:pt x="184912" y="9067"/>
                  </a:moveTo>
                  <a:cubicBezTo>
                    <a:pt x="184868" y="9067"/>
                    <a:pt x="184845" y="9117"/>
                    <a:pt x="184845" y="9145"/>
                  </a:cubicBezTo>
                  <a:cubicBezTo>
                    <a:pt x="184845" y="9179"/>
                    <a:pt x="184879" y="9247"/>
                    <a:pt x="184913" y="9247"/>
                  </a:cubicBezTo>
                  <a:lnTo>
                    <a:pt x="185050" y="9247"/>
                  </a:lnTo>
                  <a:cubicBezTo>
                    <a:pt x="185084" y="9247"/>
                    <a:pt x="185118" y="9213"/>
                    <a:pt x="185118" y="9179"/>
                  </a:cubicBezTo>
                  <a:cubicBezTo>
                    <a:pt x="185118" y="9111"/>
                    <a:pt x="185084" y="9077"/>
                    <a:pt x="185050" y="9077"/>
                  </a:cubicBezTo>
                  <a:lnTo>
                    <a:pt x="184948" y="9077"/>
                  </a:lnTo>
                  <a:cubicBezTo>
                    <a:pt x="184935" y="9070"/>
                    <a:pt x="184923" y="9067"/>
                    <a:pt x="184912" y="9067"/>
                  </a:cubicBezTo>
                  <a:close/>
                  <a:moveTo>
                    <a:pt x="185494" y="9111"/>
                  </a:moveTo>
                  <a:cubicBezTo>
                    <a:pt x="185459" y="9111"/>
                    <a:pt x="185425" y="9145"/>
                    <a:pt x="185425" y="9179"/>
                  </a:cubicBezTo>
                  <a:cubicBezTo>
                    <a:pt x="185425" y="9247"/>
                    <a:pt x="185459" y="9282"/>
                    <a:pt x="185494" y="9282"/>
                  </a:cubicBezTo>
                  <a:lnTo>
                    <a:pt x="185630" y="9282"/>
                  </a:lnTo>
                  <a:cubicBezTo>
                    <a:pt x="185664" y="9282"/>
                    <a:pt x="185698" y="9247"/>
                    <a:pt x="185698" y="9213"/>
                  </a:cubicBezTo>
                  <a:cubicBezTo>
                    <a:pt x="185698" y="9179"/>
                    <a:pt x="185664" y="9111"/>
                    <a:pt x="185630" y="9111"/>
                  </a:cubicBezTo>
                  <a:close/>
                  <a:moveTo>
                    <a:pt x="17199" y="9111"/>
                  </a:moveTo>
                  <a:lnTo>
                    <a:pt x="17062" y="9145"/>
                  </a:lnTo>
                  <a:cubicBezTo>
                    <a:pt x="17028" y="9145"/>
                    <a:pt x="16994" y="9179"/>
                    <a:pt x="16994" y="9213"/>
                  </a:cubicBezTo>
                  <a:cubicBezTo>
                    <a:pt x="16994" y="9282"/>
                    <a:pt x="17028" y="9316"/>
                    <a:pt x="17096" y="9316"/>
                  </a:cubicBezTo>
                  <a:lnTo>
                    <a:pt x="17199" y="9282"/>
                  </a:lnTo>
                  <a:cubicBezTo>
                    <a:pt x="17267" y="9282"/>
                    <a:pt x="17301" y="9247"/>
                    <a:pt x="17301" y="9179"/>
                  </a:cubicBezTo>
                  <a:cubicBezTo>
                    <a:pt x="17267" y="9145"/>
                    <a:pt x="17233" y="9111"/>
                    <a:pt x="17199" y="9111"/>
                  </a:cubicBezTo>
                  <a:close/>
                  <a:moveTo>
                    <a:pt x="186074" y="9145"/>
                  </a:moveTo>
                  <a:cubicBezTo>
                    <a:pt x="186039" y="9145"/>
                    <a:pt x="185971" y="9179"/>
                    <a:pt x="185971" y="9247"/>
                  </a:cubicBezTo>
                  <a:cubicBezTo>
                    <a:pt x="185971" y="9282"/>
                    <a:pt x="186005" y="9316"/>
                    <a:pt x="186074" y="9316"/>
                  </a:cubicBezTo>
                  <a:lnTo>
                    <a:pt x="186176" y="9350"/>
                  </a:lnTo>
                  <a:cubicBezTo>
                    <a:pt x="186244" y="9350"/>
                    <a:pt x="186278" y="9316"/>
                    <a:pt x="186278" y="9247"/>
                  </a:cubicBezTo>
                  <a:cubicBezTo>
                    <a:pt x="186278" y="9213"/>
                    <a:pt x="186244" y="9179"/>
                    <a:pt x="186176" y="9179"/>
                  </a:cubicBezTo>
                  <a:lnTo>
                    <a:pt x="186074" y="9145"/>
                  </a:lnTo>
                  <a:close/>
                  <a:moveTo>
                    <a:pt x="16651" y="9200"/>
                  </a:moveTo>
                  <a:cubicBezTo>
                    <a:pt x="16639" y="9200"/>
                    <a:pt x="16628" y="9204"/>
                    <a:pt x="16619" y="9213"/>
                  </a:cubicBezTo>
                  <a:lnTo>
                    <a:pt x="16516" y="9213"/>
                  </a:lnTo>
                  <a:cubicBezTo>
                    <a:pt x="16448" y="9213"/>
                    <a:pt x="16414" y="9247"/>
                    <a:pt x="16448" y="9316"/>
                  </a:cubicBezTo>
                  <a:cubicBezTo>
                    <a:pt x="16448" y="9350"/>
                    <a:pt x="16482" y="9384"/>
                    <a:pt x="16516" y="9384"/>
                  </a:cubicBezTo>
                  <a:lnTo>
                    <a:pt x="16653" y="9350"/>
                  </a:lnTo>
                  <a:cubicBezTo>
                    <a:pt x="16687" y="9350"/>
                    <a:pt x="16721" y="9316"/>
                    <a:pt x="16721" y="9282"/>
                  </a:cubicBezTo>
                  <a:cubicBezTo>
                    <a:pt x="16721" y="9232"/>
                    <a:pt x="16684" y="9200"/>
                    <a:pt x="16651" y="9200"/>
                  </a:cubicBezTo>
                  <a:close/>
                  <a:moveTo>
                    <a:pt x="186654" y="9213"/>
                  </a:moveTo>
                  <a:cubicBezTo>
                    <a:pt x="186585" y="9213"/>
                    <a:pt x="186551" y="9247"/>
                    <a:pt x="186551" y="9282"/>
                  </a:cubicBezTo>
                  <a:cubicBezTo>
                    <a:pt x="186551" y="9316"/>
                    <a:pt x="186585" y="9384"/>
                    <a:pt x="186620" y="9384"/>
                  </a:cubicBezTo>
                  <a:lnTo>
                    <a:pt x="186756" y="9384"/>
                  </a:lnTo>
                  <a:cubicBezTo>
                    <a:pt x="186790" y="9384"/>
                    <a:pt x="186824" y="9350"/>
                    <a:pt x="186824" y="9316"/>
                  </a:cubicBezTo>
                  <a:cubicBezTo>
                    <a:pt x="186858" y="9247"/>
                    <a:pt x="186824" y="9213"/>
                    <a:pt x="186756" y="9213"/>
                  </a:cubicBezTo>
                  <a:close/>
                  <a:moveTo>
                    <a:pt x="187234" y="9247"/>
                  </a:moveTo>
                  <a:cubicBezTo>
                    <a:pt x="187166" y="9247"/>
                    <a:pt x="187131" y="9282"/>
                    <a:pt x="187131" y="9316"/>
                  </a:cubicBezTo>
                  <a:cubicBezTo>
                    <a:pt x="187131" y="9384"/>
                    <a:pt x="187166" y="9418"/>
                    <a:pt x="187200" y="9418"/>
                  </a:cubicBezTo>
                  <a:lnTo>
                    <a:pt x="187336" y="9418"/>
                  </a:lnTo>
                  <a:cubicBezTo>
                    <a:pt x="187370" y="9418"/>
                    <a:pt x="187404" y="9384"/>
                    <a:pt x="187404" y="9350"/>
                  </a:cubicBezTo>
                  <a:cubicBezTo>
                    <a:pt x="187404" y="9316"/>
                    <a:pt x="187370" y="9247"/>
                    <a:pt x="187336" y="9247"/>
                  </a:cubicBezTo>
                  <a:close/>
                  <a:moveTo>
                    <a:pt x="15936" y="9282"/>
                  </a:moveTo>
                  <a:cubicBezTo>
                    <a:pt x="15902" y="9316"/>
                    <a:pt x="15868" y="9350"/>
                    <a:pt x="15868" y="9384"/>
                  </a:cubicBezTo>
                  <a:cubicBezTo>
                    <a:pt x="15868" y="9418"/>
                    <a:pt x="15902" y="9452"/>
                    <a:pt x="15936" y="9452"/>
                  </a:cubicBezTo>
                  <a:lnTo>
                    <a:pt x="16073" y="9452"/>
                  </a:lnTo>
                  <a:cubicBezTo>
                    <a:pt x="16141" y="9452"/>
                    <a:pt x="16175" y="9384"/>
                    <a:pt x="16141" y="9350"/>
                  </a:cubicBezTo>
                  <a:cubicBezTo>
                    <a:pt x="16141" y="9316"/>
                    <a:pt x="16107" y="9282"/>
                    <a:pt x="16039" y="9282"/>
                  </a:cubicBezTo>
                  <a:close/>
                  <a:moveTo>
                    <a:pt x="15493" y="9350"/>
                  </a:moveTo>
                  <a:lnTo>
                    <a:pt x="15390" y="9384"/>
                  </a:lnTo>
                  <a:cubicBezTo>
                    <a:pt x="15322" y="9384"/>
                    <a:pt x="15288" y="9418"/>
                    <a:pt x="15288" y="9486"/>
                  </a:cubicBezTo>
                  <a:cubicBezTo>
                    <a:pt x="15322" y="9520"/>
                    <a:pt x="15356" y="9555"/>
                    <a:pt x="15390" y="9555"/>
                  </a:cubicBezTo>
                  <a:lnTo>
                    <a:pt x="15527" y="9520"/>
                  </a:lnTo>
                  <a:cubicBezTo>
                    <a:pt x="15561" y="9520"/>
                    <a:pt x="15595" y="9486"/>
                    <a:pt x="15595" y="9418"/>
                  </a:cubicBezTo>
                  <a:cubicBezTo>
                    <a:pt x="15561" y="9384"/>
                    <a:pt x="15527" y="9350"/>
                    <a:pt x="15493" y="9350"/>
                  </a:cubicBezTo>
                  <a:close/>
                  <a:moveTo>
                    <a:pt x="14960" y="9439"/>
                  </a:moveTo>
                  <a:cubicBezTo>
                    <a:pt x="14947" y="9439"/>
                    <a:pt x="14931" y="9443"/>
                    <a:pt x="14913" y="9452"/>
                  </a:cubicBezTo>
                  <a:lnTo>
                    <a:pt x="14810" y="9452"/>
                  </a:lnTo>
                  <a:cubicBezTo>
                    <a:pt x="14776" y="9452"/>
                    <a:pt x="14742" y="9486"/>
                    <a:pt x="14742" y="9555"/>
                  </a:cubicBezTo>
                  <a:cubicBezTo>
                    <a:pt x="14742" y="9589"/>
                    <a:pt x="14776" y="9623"/>
                    <a:pt x="14810" y="9623"/>
                  </a:cubicBezTo>
                  <a:lnTo>
                    <a:pt x="14947" y="9623"/>
                  </a:lnTo>
                  <a:cubicBezTo>
                    <a:pt x="14981" y="9589"/>
                    <a:pt x="15015" y="9555"/>
                    <a:pt x="15015" y="9520"/>
                  </a:cubicBezTo>
                  <a:cubicBezTo>
                    <a:pt x="15015" y="9470"/>
                    <a:pt x="14997" y="9439"/>
                    <a:pt x="14960" y="9439"/>
                  </a:cubicBezTo>
                  <a:close/>
                  <a:moveTo>
                    <a:pt x="14230" y="9520"/>
                  </a:moveTo>
                  <a:cubicBezTo>
                    <a:pt x="14196" y="9555"/>
                    <a:pt x="14162" y="9589"/>
                    <a:pt x="14162" y="9623"/>
                  </a:cubicBezTo>
                  <a:cubicBezTo>
                    <a:pt x="14162" y="9657"/>
                    <a:pt x="14196" y="9691"/>
                    <a:pt x="14264" y="9691"/>
                  </a:cubicBezTo>
                  <a:lnTo>
                    <a:pt x="14367" y="9691"/>
                  </a:lnTo>
                  <a:cubicBezTo>
                    <a:pt x="14435" y="9691"/>
                    <a:pt x="14469" y="9623"/>
                    <a:pt x="14435" y="9589"/>
                  </a:cubicBezTo>
                  <a:cubicBezTo>
                    <a:pt x="14435" y="9555"/>
                    <a:pt x="14401" y="9520"/>
                    <a:pt x="14367" y="9520"/>
                  </a:cubicBezTo>
                  <a:close/>
                  <a:moveTo>
                    <a:pt x="13786" y="9589"/>
                  </a:moveTo>
                  <a:lnTo>
                    <a:pt x="13684" y="9623"/>
                  </a:lnTo>
                  <a:cubicBezTo>
                    <a:pt x="13616" y="9623"/>
                    <a:pt x="13582" y="9657"/>
                    <a:pt x="13616" y="9725"/>
                  </a:cubicBezTo>
                  <a:cubicBezTo>
                    <a:pt x="13616" y="9759"/>
                    <a:pt x="13650" y="9793"/>
                    <a:pt x="13684" y="9793"/>
                  </a:cubicBezTo>
                  <a:lnTo>
                    <a:pt x="13821" y="9759"/>
                  </a:lnTo>
                  <a:cubicBezTo>
                    <a:pt x="13855" y="9759"/>
                    <a:pt x="13889" y="9725"/>
                    <a:pt x="13889" y="9657"/>
                  </a:cubicBezTo>
                  <a:cubicBezTo>
                    <a:pt x="13889" y="9623"/>
                    <a:pt x="13821" y="9589"/>
                    <a:pt x="13786" y="9589"/>
                  </a:cubicBezTo>
                  <a:close/>
                  <a:moveTo>
                    <a:pt x="13254" y="9678"/>
                  </a:moveTo>
                  <a:cubicBezTo>
                    <a:pt x="13241" y="9678"/>
                    <a:pt x="13225" y="9682"/>
                    <a:pt x="13206" y="9691"/>
                  </a:cubicBezTo>
                  <a:lnTo>
                    <a:pt x="13104" y="9691"/>
                  </a:lnTo>
                  <a:cubicBezTo>
                    <a:pt x="13070" y="9691"/>
                    <a:pt x="13036" y="9759"/>
                    <a:pt x="13036" y="9793"/>
                  </a:cubicBezTo>
                  <a:cubicBezTo>
                    <a:pt x="13036" y="9827"/>
                    <a:pt x="13070" y="9862"/>
                    <a:pt x="13104" y="9862"/>
                  </a:cubicBezTo>
                  <a:lnTo>
                    <a:pt x="13241" y="9862"/>
                  </a:lnTo>
                  <a:cubicBezTo>
                    <a:pt x="13275" y="9827"/>
                    <a:pt x="13309" y="9793"/>
                    <a:pt x="13309" y="9759"/>
                  </a:cubicBezTo>
                  <a:cubicBezTo>
                    <a:pt x="13309" y="9709"/>
                    <a:pt x="13290" y="9678"/>
                    <a:pt x="13254" y="9678"/>
                  </a:cubicBezTo>
                  <a:close/>
                  <a:moveTo>
                    <a:pt x="12524" y="9759"/>
                  </a:moveTo>
                  <a:cubicBezTo>
                    <a:pt x="12490" y="9793"/>
                    <a:pt x="12456" y="9827"/>
                    <a:pt x="12456" y="9862"/>
                  </a:cubicBezTo>
                  <a:cubicBezTo>
                    <a:pt x="12456" y="9896"/>
                    <a:pt x="12524" y="9930"/>
                    <a:pt x="12558" y="9930"/>
                  </a:cubicBezTo>
                  <a:lnTo>
                    <a:pt x="12660" y="9930"/>
                  </a:lnTo>
                  <a:cubicBezTo>
                    <a:pt x="12729" y="9930"/>
                    <a:pt x="12763" y="9862"/>
                    <a:pt x="12763" y="9827"/>
                  </a:cubicBezTo>
                  <a:cubicBezTo>
                    <a:pt x="12729" y="9793"/>
                    <a:pt x="12695" y="9759"/>
                    <a:pt x="12660" y="9759"/>
                  </a:cubicBezTo>
                  <a:close/>
                  <a:moveTo>
                    <a:pt x="12080" y="9827"/>
                  </a:moveTo>
                  <a:lnTo>
                    <a:pt x="11978" y="9862"/>
                  </a:lnTo>
                  <a:cubicBezTo>
                    <a:pt x="11910" y="9862"/>
                    <a:pt x="11910" y="9896"/>
                    <a:pt x="11910" y="9964"/>
                  </a:cubicBezTo>
                  <a:cubicBezTo>
                    <a:pt x="11910" y="9998"/>
                    <a:pt x="11944" y="10032"/>
                    <a:pt x="11978" y="10032"/>
                  </a:cubicBezTo>
                  <a:lnTo>
                    <a:pt x="12012" y="10032"/>
                  </a:lnTo>
                  <a:lnTo>
                    <a:pt x="12114" y="9998"/>
                  </a:lnTo>
                  <a:cubicBezTo>
                    <a:pt x="12149" y="9998"/>
                    <a:pt x="12183" y="9964"/>
                    <a:pt x="12183" y="9896"/>
                  </a:cubicBezTo>
                  <a:cubicBezTo>
                    <a:pt x="12183" y="9862"/>
                    <a:pt x="12149" y="9827"/>
                    <a:pt x="12080" y="9827"/>
                  </a:cubicBezTo>
                  <a:close/>
                  <a:moveTo>
                    <a:pt x="11561" y="9916"/>
                  </a:moveTo>
                  <a:cubicBezTo>
                    <a:pt x="11553" y="9916"/>
                    <a:pt x="11543" y="9921"/>
                    <a:pt x="11534" y="9930"/>
                  </a:cubicBezTo>
                  <a:lnTo>
                    <a:pt x="11398" y="9930"/>
                  </a:lnTo>
                  <a:cubicBezTo>
                    <a:pt x="11364" y="9930"/>
                    <a:pt x="11330" y="9998"/>
                    <a:pt x="11330" y="10032"/>
                  </a:cubicBezTo>
                  <a:cubicBezTo>
                    <a:pt x="11330" y="10066"/>
                    <a:pt x="11364" y="10100"/>
                    <a:pt x="11432" y="10100"/>
                  </a:cubicBezTo>
                  <a:lnTo>
                    <a:pt x="11534" y="10100"/>
                  </a:lnTo>
                  <a:cubicBezTo>
                    <a:pt x="11603" y="10066"/>
                    <a:pt x="11637" y="10032"/>
                    <a:pt x="11603" y="9998"/>
                  </a:cubicBezTo>
                  <a:cubicBezTo>
                    <a:pt x="11603" y="9948"/>
                    <a:pt x="11584" y="9916"/>
                    <a:pt x="11561" y="9916"/>
                  </a:cubicBezTo>
                  <a:close/>
                  <a:moveTo>
                    <a:pt x="10852" y="9998"/>
                  </a:moveTo>
                  <a:cubicBezTo>
                    <a:pt x="10784" y="10032"/>
                    <a:pt x="10750" y="10066"/>
                    <a:pt x="10750" y="10100"/>
                  </a:cubicBezTo>
                  <a:cubicBezTo>
                    <a:pt x="10784" y="10169"/>
                    <a:pt x="10818" y="10169"/>
                    <a:pt x="10852" y="10169"/>
                  </a:cubicBezTo>
                  <a:lnTo>
                    <a:pt x="10988" y="10169"/>
                  </a:lnTo>
                  <a:cubicBezTo>
                    <a:pt x="11023" y="10169"/>
                    <a:pt x="11057" y="10100"/>
                    <a:pt x="11057" y="10066"/>
                  </a:cubicBezTo>
                  <a:cubicBezTo>
                    <a:pt x="11057" y="10032"/>
                    <a:pt x="10988" y="9998"/>
                    <a:pt x="10954" y="9998"/>
                  </a:cubicBezTo>
                  <a:close/>
                  <a:moveTo>
                    <a:pt x="10374" y="10066"/>
                  </a:moveTo>
                  <a:lnTo>
                    <a:pt x="10272" y="10100"/>
                  </a:lnTo>
                  <a:cubicBezTo>
                    <a:pt x="10238" y="10100"/>
                    <a:pt x="10204" y="10135"/>
                    <a:pt x="10204" y="10203"/>
                  </a:cubicBezTo>
                  <a:cubicBezTo>
                    <a:pt x="10204" y="10237"/>
                    <a:pt x="10238" y="10271"/>
                    <a:pt x="10272" y="10271"/>
                  </a:cubicBezTo>
                  <a:lnTo>
                    <a:pt x="10306" y="10271"/>
                  </a:lnTo>
                  <a:lnTo>
                    <a:pt x="10408" y="10237"/>
                  </a:lnTo>
                  <a:cubicBezTo>
                    <a:pt x="10442" y="10237"/>
                    <a:pt x="10477" y="10203"/>
                    <a:pt x="10477" y="10135"/>
                  </a:cubicBezTo>
                  <a:cubicBezTo>
                    <a:pt x="10477" y="10100"/>
                    <a:pt x="10442" y="10066"/>
                    <a:pt x="10374" y="10066"/>
                  </a:cubicBezTo>
                  <a:close/>
                  <a:moveTo>
                    <a:pt x="9856" y="10155"/>
                  </a:moveTo>
                  <a:cubicBezTo>
                    <a:pt x="9846" y="10155"/>
                    <a:pt x="9837" y="10160"/>
                    <a:pt x="9828" y="10169"/>
                  </a:cubicBezTo>
                  <a:lnTo>
                    <a:pt x="9692" y="10169"/>
                  </a:lnTo>
                  <a:cubicBezTo>
                    <a:pt x="9658" y="10169"/>
                    <a:pt x="9623" y="10237"/>
                    <a:pt x="9623" y="10271"/>
                  </a:cubicBezTo>
                  <a:cubicBezTo>
                    <a:pt x="9623" y="10305"/>
                    <a:pt x="9692" y="10339"/>
                    <a:pt x="9726" y="10339"/>
                  </a:cubicBezTo>
                  <a:lnTo>
                    <a:pt x="9828" y="10339"/>
                  </a:lnTo>
                  <a:cubicBezTo>
                    <a:pt x="9896" y="10305"/>
                    <a:pt x="9931" y="10271"/>
                    <a:pt x="9931" y="10237"/>
                  </a:cubicBezTo>
                  <a:cubicBezTo>
                    <a:pt x="9906" y="10187"/>
                    <a:pt x="9881" y="10155"/>
                    <a:pt x="9856" y="10155"/>
                  </a:cubicBezTo>
                  <a:close/>
                  <a:moveTo>
                    <a:pt x="9146" y="10237"/>
                  </a:moveTo>
                  <a:cubicBezTo>
                    <a:pt x="9077" y="10271"/>
                    <a:pt x="9043" y="10305"/>
                    <a:pt x="9077" y="10339"/>
                  </a:cubicBezTo>
                  <a:cubicBezTo>
                    <a:pt x="9077" y="10408"/>
                    <a:pt x="9112" y="10408"/>
                    <a:pt x="9146" y="10408"/>
                  </a:cubicBezTo>
                  <a:lnTo>
                    <a:pt x="9282" y="10408"/>
                  </a:lnTo>
                  <a:cubicBezTo>
                    <a:pt x="9316" y="10408"/>
                    <a:pt x="9350" y="10339"/>
                    <a:pt x="9350" y="10305"/>
                  </a:cubicBezTo>
                  <a:cubicBezTo>
                    <a:pt x="9350" y="10271"/>
                    <a:pt x="9316" y="10237"/>
                    <a:pt x="9248" y="10237"/>
                  </a:cubicBezTo>
                  <a:close/>
                  <a:moveTo>
                    <a:pt x="8668" y="10305"/>
                  </a:moveTo>
                  <a:lnTo>
                    <a:pt x="8566" y="10339"/>
                  </a:lnTo>
                  <a:cubicBezTo>
                    <a:pt x="8532" y="10339"/>
                    <a:pt x="8497" y="10373"/>
                    <a:pt x="8497" y="10442"/>
                  </a:cubicBezTo>
                  <a:cubicBezTo>
                    <a:pt x="8497" y="10476"/>
                    <a:pt x="8532" y="10510"/>
                    <a:pt x="8600" y="10510"/>
                  </a:cubicBezTo>
                  <a:lnTo>
                    <a:pt x="8702" y="10476"/>
                  </a:lnTo>
                  <a:cubicBezTo>
                    <a:pt x="8770" y="10476"/>
                    <a:pt x="8805" y="10442"/>
                    <a:pt x="8770" y="10373"/>
                  </a:cubicBezTo>
                  <a:cubicBezTo>
                    <a:pt x="8770" y="10339"/>
                    <a:pt x="8736" y="10305"/>
                    <a:pt x="8668" y="10305"/>
                  </a:cubicBezTo>
                  <a:close/>
                  <a:moveTo>
                    <a:pt x="8155" y="10394"/>
                  </a:moveTo>
                  <a:cubicBezTo>
                    <a:pt x="8143" y="10394"/>
                    <a:pt x="8131" y="10398"/>
                    <a:pt x="8122" y="10408"/>
                  </a:cubicBezTo>
                  <a:lnTo>
                    <a:pt x="8020" y="10408"/>
                  </a:lnTo>
                  <a:cubicBezTo>
                    <a:pt x="7951" y="10408"/>
                    <a:pt x="7917" y="10476"/>
                    <a:pt x="7917" y="10510"/>
                  </a:cubicBezTo>
                  <a:cubicBezTo>
                    <a:pt x="7951" y="10544"/>
                    <a:pt x="7986" y="10578"/>
                    <a:pt x="8020" y="10578"/>
                  </a:cubicBezTo>
                  <a:lnTo>
                    <a:pt x="8156" y="10578"/>
                  </a:lnTo>
                  <a:cubicBezTo>
                    <a:pt x="8190" y="10544"/>
                    <a:pt x="8224" y="10510"/>
                    <a:pt x="8224" y="10476"/>
                  </a:cubicBezTo>
                  <a:cubicBezTo>
                    <a:pt x="8224" y="10426"/>
                    <a:pt x="8188" y="10394"/>
                    <a:pt x="8155" y="10394"/>
                  </a:cubicBezTo>
                  <a:close/>
                  <a:moveTo>
                    <a:pt x="7440" y="10476"/>
                  </a:moveTo>
                  <a:cubicBezTo>
                    <a:pt x="7405" y="10510"/>
                    <a:pt x="7371" y="10544"/>
                    <a:pt x="7371" y="10578"/>
                  </a:cubicBezTo>
                  <a:cubicBezTo>
                    <a:pt x="7371" y="10646"/>
                    <a:pt x="7405" y="10681"/>
                    <a:pt x="7440" y="10681"/>
                  </a:cubicBezTo>
                  <a:cubicBezTo>
                    <a:pt x="7440" y="10681"/>
                    <a:pt x="7474" y="10681"/>
                    <a:pt x="7474" y="10646"/>
                  </a:cubicBezTo>
                  <a:lnTo>
                    <a:pt x="7576" y="10646"/>
                  </a:lnTo>
                  <a:cubicBezTo>
                    <a:pt x="7610" y="10646"/>
                    <a:pt x="7644" y="10612"/>
                    <a:pt x="7644" y="10544"/>
                  </a:cubicBezTo>
                  <a:cubicBezTo>
                    <a:pt x="7644" y="10510"/>
                    <a:pt x="7610" y="10476"/>
                    <a:pt x="7542" y="10476"/>
                  </a:cubicBezTo>
                  <a:close/>
                  <a:moveTo>
                    <a:pt x="6996" y="10544"/>
                  </a:moveTo>
                  <a:lnTo>
                    <a:pt x="6860" y="10578"/>
                  </a:lnTo>
                  <a:cubicBezTo>
                    <a:pt x="6825" y="10578"/>
                    <a:pt x="6791" y="10612"/>
                    <a:pt x="6791" y="10681"/>
                  </a:cubicBezTo>
                  <a:cubicBezTo>
                    <a:pt x="6791" y="10715"/>
                    <a:pt x="6825" y="10749"/>
                    <a:pt x="6894" y="10749"/>
                  </a:cubicBezTo>
                  <a:lnTo>
                    <a:pt x="6996" y="10715"/>
                  </a:lnTo>
                  <a:cubicBezTo>
                    <a:pt x="7064" y="10715"/>
                    <a:pt x="7098" y="10681"/>
                    <a:pt x="7098" y="10612"/>
                  </a:cubicBezTo>
                  <a:cubicBezTo>
                    <a:pt x="7064" y="10578"/>
                    <a:pt x="7030" y="10544"/>
                    <a:pt x="6996" y="10544"/>
                  </a:cubicBezTo>
                  <a:close/>
                  <a:moveTo>
                    <a:pt x="6449" y="10633"/>
                  </a:moveTo>
                  <a:cubicBezTo>
                    <a:pt x="6437" y="10633"/>
                    <a:pt x="6425" y="10637"/>
                    <a:pt x="6416" y="10646"/>
                  </a:cubicBezTo>
                  <a:lnTo>
                    <a:pt x="6314" y="10646"/>
                  </a:lnTo>
                  <a:cubicBezTo>
                    <a:pt x="6245" y="10646"/>
                    <a:pt x="6211" y="10715"/>
                    <a:pt x="6245" y="10749"/>
                  </a:cubicBezTo>
                  <a:cubicBezTo>
                    <a:pt x="6245" y="10783"/>
                    <a:pt x="6279" y="10817"/>
                    <a:pt x="6314" y="10817"/>
                  </a:cubicBezTo>
                  <a:lnTo>
                    <a:pt x="6450" y="10817"/>
                  </a:lnTo>
                  <a:cubicBezTo>
                    <a:pt x="6484" y="10817"/>
                    <a:pt x="6518" y="10749"/>
                    <a:pt x="6518" y="10715"/>
                  </a:cubicBezTo>
                  <a:cubicBezTo>
                    <a:pt x="6518" y="10665"/>
                    <a:pt x="6482" y="10633"/>
                    <a:pt x="6449" y="10633"/>
                  </a:cubicBezTo>
                  <a:close/>
                  <a:moveTo>
                    <a:pt x="5836" y="10715"/>
                  </a:moveTo>
                  <a:lnTo>
                    <a:pt x="5733" y="10749"/>
                  </a:lnTo>
                  <a:cubicBezTo>
                    <a:pt x="5699" y="10749"/>
                    <a:pt x="5665" y="10783"/>
                    <a:pt x="5665" y="10817"/>
                  </a:cubicBezTo>
                  <a:cubicBezTo>
                    <a:pt x="5665" y="10885"/>
                    <a:pt x="5699" y="10919"/>
                    <a:pt x="5733" y="10919"/>
                  </a:cubicBezTo>
                  <a:lnTo>
                    <a:pt x="5768" y="10919"/>
                  </a:lnTo>
                  <a:lnTo>
                    <a:pt x="5870" y="10885"/>
                  </a:lnTo>
                  <a:cubicBezTo>
                    <a:pt x="5938" y="10885"/>
                    <a:pt x="5938" y="10851"/>
                    <a:pt x="5938" y="10783"/>
                  </a:cubicBezTo>
                  <a:cubicBezTo>
                    <a:pt x="5938" y="10749"/>
                    <a:pt x="5904" y="10715"/>
                    <a:pt x="5836" y="10715"/>
                  </a:cubicBezTo>
                  <a:close/>
                  <a:moveTo>
                    <a:pt x="5290" y="10783"/>
                  </a:moveTo>
                  <a:lnTo>
                    <a:pt x="5187" y="10817"/>
                  </a:lnTo>
                  <a:cubicBezTo>
                    <a:pt x="5119" y="10817"/>
                    <a:pt x="5085" y="10851"/>
                    <a:pt x="5085" y="10919"/>
                  </a:cubicBezTo>
                  <a:cubicBezTo>
                    <a:pt x="5119" y="10954"/>
                    <a:pt x="5153" y="10988"/>
                    <a:pt x="5187" y="10988"/>
                  </a:cubicBezTo>
                  <a:lnTo>
                    <a:pt x="5324" y="10954"/>
                  </a:lnTo>
                  <a:cubicBezTo>
                    <a:pt x="5358" y="10954"/>
                    <a:pt x="5392" y="10919"/>
                    <a:pt x="5392" y="10885"/>
                  </a:cubicBezTo>
                  <a:cubicBezTo>
                    <a:pt x="5358" y="10817"/>
                    <a:pt x="5324" y="10783"/>
                    <a:pt x="5290" y="10783"/>
                  </a:cubicBezTo>
                  <a:close/>
                  <a:moveTo>
                    <a:pt x="4757" y="10872"/>
                  </a:moveTo>
                  <a:cubicBezTo>
                    <a:pt x="4744" y="10872"/>
                    <a:pt x="4728" y="10876"/>
                    <a:pt x="4710" y="10885"/>
                  </a:cubicBezTo>
                  <a:lnTo>
                    <a:pt x="4607" y="10885"/>
                  </a:lnTo>
                  <a:cubicBezTo>
                    <a:pt x="4573" y="10885"/>
                    <a:pt x="4539" y="10954"/>
                    <a:pt x="4539" y="10988"/>
                  </a:cubicBezTo>
                  <a:cubicBezTo>
                    <a:pt x="4539" y="11022"/>
                    <a:pt x="4573" y="11056"/>
                    <a:pt x="4607" y="11056"/>
                  </a:cubicBezTo>
                  <a:lnTo>
                    <a:pt x="4744" y="11056"/>
                  </a:lnTo>
                  <a:cubicBezTo>
                    <a:pt x="4778" y="11056"/>
                    <a:pt x="4812" y="10988"/>
                    <a:pt x="4812" y="10954"/>
                  </a:cubicBezTo>
                  <a:cubicBezTo>
                    <a:pt x="4812" y="10904"/>
                    <a:pt x="4794" y="10872"/>
                    <a:pt x="4757" y="10872"/>
                  </a:cubicBezTo>
                  <a:close/>
                  <a:moveTo>
                    <a:pt x="4164" y="10954"/>
                  </a:moveTo>
                  <a:lnTo>
                    <a:pt x="4027" y="10988"/>
                  </a:lnTo>
                  <a:cubicBezTo>
                    <a:pt x="3993" y="10988"/>
                    <a:pt x="3959" y="11022"/>
                    <a:pt x="3959" y="11056"/>
                  </a:cubicBezTo>
                  <a:cubicBezTo>
                    <a:pt x="3959" y="11124"/>
                    <a:pt x="3993" y="11158"/>
                    <a:pt x="4061" y="11158"/>
                  </a:cubicBezTo>
                  <a:lnTo>
                    <a:pt x="4164" y="11124"/>
                  </a:lnTo>
                  <a:cubicBezTo>
                    <a:pt x="4232" y="11124"/>
                    <a:pt x="4266" y="11090"/>
                    <a:pt x="4232" y="11022"/>
                  </a:cubicBezTo>
                  <a:cubicBezTo>
                    <a:pt x="4232" y="10988"/>
                    <a:pt x="4198" y="10954"/>
                    <a:pt x="4164" y="10954"/>
                  </a:cubicBezTo>
                  <a:close/>
                  <a:moveTo>
                    <a:pt x="3584" y="11022"/>
                  </a:moveTo>
                  <a:lnTo>
                    <a:pt x="3481" y="11056"/>
                  </a:lnTo>
                  <a:cubicBezTo>
                    <a:pt x="3413" y="11056"/>
                    <a:pt x="3379" y="11090"/>
                    <a:pt x="3413" y="11158"/>
                  </a:cubicBezTo>
                  <a:cubicBezTo>
                    <a:pt x="3413" y="11192"/>
                    <a:pt x="3447" y="11227"/>
                    <a:pt x="3481" y="11227"/>
                  </a:cubicBezTo>
                  <a:lnTo>
                    <a:pt x="3618" y="11192"/>
                  </a:lnTo>
                  <a:cubicBezTo>
                    <a:pt x="3652" y="11192"/>
                    <a:pt x="3686" y="11158"/>
                    <a:pt x="3686" y="11124"/>
                  </a:cubicBezTo>
                  <a:cubicBezTo>
                    <a:pt x="3686" y="11056"/>
                    <a:pt x="3618" y="11022"/>
                    <a:pt x="3584" y="11022"/>
                  </a:cubicBezTo>
                  <a:close/>
                  <a:moveTo>
                    <a:pt x="2901" y="11124"/>
                  </a:moveTo>
                  <a:cubicBezTo>
                    <a:pt x="2867" y="11124"/>
                    <a:pt x="2833" y="11192"/>
                    <a:pt x="2833" y="11227"/>
                  </a:cubicBezTo>
                  <a:cubicBezTo>
                    <a:pt x="2833" y="11261"/>
                    <a:pt x="2867" y="11295"/>
                    <a:pt x="2901" y="11295"/>
                  </a:cubicBezTo>
                  <a:lnTo>
                    <a:pt x="3038" y="11295"/>
                  </a:lnTo>
                  <a:cubicBezTo>
                    <a:pt x="3072" y="11295"/>
                    <a:pt x="3106" y="11227"/>
                    <a:pt x="3106" y="11192"/>
                  </a:cubicBezTo>
                  <a:cubicBezTo>
                    <a:pt x="3106" y="11158"/>
                    <a:pt x="3072" y="11124"/>
                    <a:pt x="3004" y="11124"/>
                  </a:cubicBezTo>
                  <a:close/>
                  <a:moveTo>
                    <a:pt x="2458" y="11192"/>
                  </a:moveTo>
                  <a:lnTo>
                    <a:pt x="2321" y="11227"/>
                  </a:lnTo>
                  <a:cubicBezTo>
                    <a:pt x="2287" y="11227"/>
                    <a:pt x="2253" y="11261"/>
                    <a:pt x="2253" y="11295"/>
                  </a:cubicBezTo>
                  <a:cubicBezTo>
                    <a:pt x="2253" y="11363"/>
                    <a:pt x="2321" y="11397"/>
                    <a:pt x="2355" y="11397"/>
                  </a:cubicBezTo>
                  <a:lnTo>
                    <a:pt x="2458" y="11363"/>
                  </a:lnTo>
                  <a:cubicBezTo>
                    <a:pt x="2526" y="11363"/>
                    <a:pt x="2560" y="11329"/>
                    <a:pt x="2560" y="11261"/>
                  </a:cubicBezTo>
                  <a:cubicBezTo>
                    <a:pt x="2526" y="11227"/>
                    <a:pt x="2492" y="11192"/>
                    <a:pt x="2458" y="11192"/>
                  </a:cubicBezTo>
                  <a:close/>
                  <a:moveTo>
                    <a:pt x="1878" y="11261"/>
                  </a:moveTo>
                  <a:lnTo>
                    <a:pt x="1775" y="11295"/>
                  </a:lnTo>
                  <a:cubicBezTo>
                    <a:pt x="1707" y="11295"/>
                    <a:pt x="1673" y="11329"/>
                    <a:pt x="1707" y="11397"/>
                  </a:cubicBezTo>
                  <a:cubicBezTo>
                    <a:pt x="1707" y="11431"/>
                    <a:pt x="1741" y="11465"/>
                    <a:pt x="1775" y="11465"/>
                  </a:cubicBezTo>
                  <a:lnTo>
                    <a:pt x="1809" y="11465"/>
                  </a:lnTo>
                  <a:lnTo>
                    <a:pt x="1912" y="11431"/>
                  </a:lnTo>
                  <a:cubicBezTo>
                    <a:pt x="1946" y="11431"/>
                    <a:pt x="1980" y="11397"/>
                    <a:pt x="1980" y="11363"/>
                  </a:cubicBezTo>
                  <a:cubicBezTo>
                    <a:pt x="1980" y="11295"/>
                    <a:pt x="1946" y="11261"/>
                    <a:pt x="1878" y="11261"/>
                  </a:cubicBezTo>
                  <a:close/>
                  <a:moveTo>
                    <a:pt x="1195" y="11363"/>
                  </a:moveTo>
                  <a:cubicBezTo>
                    <a:pt x="1161" y="11363"/>
                    <a:pt x="1127" y="11431"/>
                    <a:pt x="1127" y="11465"/>
                  </a:cubicBezTo>
                  <a:cubicBezTo>
                    <a:pt x="1127" y="11500"/>
                    <a:pt x="1161" y="11534"/>
                    <a:pt x="1229" y="11534"/>
                  </a:cubicBezTo>
                  <a:lnTo>
                    <a:pt x="1332" y="11534"/>
                  </a:lnTo>
                  <a:cubicBezTo>
                    <a:pt x="1400" y="11534"/>
                    <a:pt x="1434" y="11465"/>
                    <a:pt x="1400" y="11431"/>
                  </a:cubicBezTo>
                  <a:cubicBezTo>
                    <a:pt x="1400" y="11397"/>
                    <a:pt x="1366" y="11363"/>
                    <a:pt x="1332" y="11363"/>
                  </a:cubicBezTo>
                  <a:close/>
                  <a:moveTo>
                    <a:pt x="751" y="11431"/>
                  </a:moveTo>
                  <a:lnTo>
                    <a:pt x="649" y="11465"/>
                  </a:lnTo>
                  <a:cubicBezTo>
                    <a:pt x="581" y="11465"/>
                    <a:pt x="547" y="11500"/>
                    <a:pt x="547" y="11534"/>
                  </a:cubicBezTo>
                  <a:cubicBezTo>
                    <a:pt x="581" y="11602"/>
                    <a:pt x="615" y="11636"/>
                    <a:pt x="649" y="11636"/>
                  </a:cubicBezTo>
                  <a:lnTo>
                    <a:pt x="786" y="11602"/>
                  </a:lnTo>
                  <a:cubicBezTo>
                    <a:pt x="820" y="11602"/>
                    <a:pt x="854" y="11568"/>
                    <a:pt x="854" y="11500"/>
                  </a:cubicBezTo>
                  <a:cubicBezTo>
                    <a:pt x="854" y="11465"/>
                    <a:pt x="786" y="11431"/>
                    <a:pt x="751" y="11431"/>
                  </a:cubicBezTo>
                  <a:close/>
                  <a:moveTo>
                    <a:pt x="219" y="11520"/>
                  </a:moveTo>
                  <a:cubicBezTo>
                    <a:pt x="206" y="11520"/>
                    <a:pt x="190" y="11525"/>
                    <a:pt x="171" y="11534"/>
                  </a:cubicBezTo>
                  <a:lnTo>
                    <a:pt x="69" y="11534"/>
                  </a:lnTo>
                  <a:cubicBezTo>
                    <a:pt x="35" y="11534"/>
                    <a:pt x="1" y="11568"/>
                    <a:pt x="1" y="11636"/>
                  </a:cubicBezTo>
                  <a:cubicBezTo>
                    <a:pt x="1" y="11670"/>
                    <a:pt x="35" y="11704"/>
                    <a:pt x="69" y="11704"/>
                  </a:cubicBezTo>
                  <a:lnTo>
                    <a:pt x="103" y="11704"/>
                  </a:lnTo>
                  <a:lnTo>
                    <a:pt x="206" y="11670"/>
                  </a:lnTo>
                  <a:cubicBezTo>
                    <a:pt x="240" y="11670"/>
                    <a:pt x="274" y="11636"/>
                    <a:pt x="274" y="11602"/>
                  </a:cubicBezTo>
                  <a:cubicBezTo>
                    <a:pt x="274" y="11552"/>
                    <a:pt x="255" y="11520"/>
                    <a:pt x="219" y="1152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" name="Google Shape;1784;p45">
              <a:extLst>
                <a:ext uri="{FF2B5EF4-FFF2-40B4-BE49-F238E27FC236}">
                  <a16:creationId xmlns:a16="http://schemas.microsoft.com/office/drawing/2014/main" id="{289E55F1-A0FF-2E8D-DE2D-8AEEA347A1B6}"/>
                </a:ext>
              </a:extLst>
            </p:cNvPr>
            <p:cNvSpPr/>
            <p:nvPr/>
          </p:nvSpPr>
          <p:spPr>
            <a:xfrm>
              <a:off x="1504018" y="3377564"/>
              <a:ext cx="2214394" cy="131593"/>
            </a:xfrm>
            <a:custGeom>
              <a:avLst/>
              <a:gdLst/>
              <a:ahLst/>
              <a:cxnLst/>
              <a:rect l="l" t="t" r="r" b="b"/>
              <a:pathLst>
                <a:path w="99367" h="5905" extrusionOk="0">
                  <a:moveTo>
                    <a:pt x="44360" y="1"/>
                  </a:moveTo>
                  <a:cubicBezTo>
                    <a:pt x="44326" y="1"/>
                    <a:pt x="44292" y="35"/>
                    <a:pt x="44292" y="103"/>
                  </a:cubicBezTo>
                  <a:cubicBezTo>
                    <a:pt x="44258" y="137"/>
                    <a:pt x="44326" y="172"/>
                    <a:pt x="44360" y="172"/>
                  </a:cubicBezTo>
                  <a:lnTo>
                    <a:pt x="44462" y="172"/>
                  </a:lnTo>
                  <a:cubicBezTo>
                    <a:pt x="44531" y="172"/>
                    <a:pt x="44565" y="137"/>
                    <a:pt x="44565" y="103"/>
                  </a:cubicBezTo>
                  <a:cubicBezTo>
                    <a:pt x="44565" y="69"/>
                    <a:pt x="44531" y="35"/>
                    <a:pt x="44497" y="1"/>
                  </a:cubicBezTo>
                  <a:close/>
                  <a:moveTo>
                    <a:pt x="43882" y="1"/>
                  </a:moveTo>
                  <a:lnTo>
                    <a:pt x="43780" y="35"/>
                  </a:lnTo>
                  <a:cubicBezTo>
                    <a:pt x="43746" y="35"/>
                    <a:pt x="43712" y="69"/>
                    <a:pt x="43712" y="103"/>
                  </a:cubicBezTo>
                  <a:cubicBezTo>
                    <a:pt x="43712" y="172"/>
                    <a:pt x="43746" y="206"/>
                    <a:pt x="43780" y="206"/>
                  </a:cubicBezTo>
                  <a:lnTo>
                    <a:pt x="43814" y="206"/>
                  </a:lnTo>
                  <a:lnTo>
                    <a:pt x="43916" y="172"/>
                  </a:lnTo>
                  <a:cubicBezTo>
                    <a:pt x="43951" y="172"/>
                    <a:pt x="43985" y="137"/>
                    <a:pt x="43985" y="69"/>
                  </a:cubicBezTo>
                  <a:cubicBezTo>
                    <a:pt x="43985" y="35"/>
                    <a:pt x="43951" y="1"/>
                    <a:pt x="43882" y="1"/>
                  </a:cubicBezTo>
                  <a:close/>
                  <a:moveTo>
                    <a:pt x="44940" y="35"/>
                  </a:moveTo>
                  <a:cubicBezTo>
                    <a:pt x="44872" y="35"/>
                    <a:pt x="44838" y="69"/>
                    <a:pt x="44838" y="137"/>
                  </a:cubicBezTo>
                  <a:cubicBezTo>
                    <a:pt x="44838" y="172"/>
                    <a:pt x="44872" y="206"/>
                    <a:pt x="44940" y="206"/>
                  </a:cubicBezTo>
                  <a:lnTo>
                    <a:pt x="45042" y="240"/>
                  </a:lnTo>
                  <a:cubicBezTo>
                    <a:pt x="45077" y="240"/>
                    <a:pt x="45145" y="206"/>
                    <a:pt x="45145" y="137"/>
                  </a:cubicBezTo>
                  <a:cubicBezTo>
                    <a:pt x="45145" y="103"/>
                    <a:pt x="45111" y="69"/>
                    <a:pt x="45042" y="69"/>
                  </a:cubicBezTo>
                  <a:lnTo>
                    <a:pt x="44940" y="35"/>
                  </a:lnTo>
                  <a:close/>
                  <a:moveTo>
                    <a:pt x="43336" y="69"/>
                  </a:moveTo>
                  <a:lnTo>
                    <a:pt x="43200" y="103"/>
                  </a:lnTo>
                  <a:cubicBezTo>
                    <a:pt x="43166" y="103"/>
                    <a:pt x="43132" y="137"/>
                    <a:pt x="43132" y="206"/>
                  </a:cubicBezTo>
                  <a:cubicBezTo>
                    <a:pt x="43132" y="240"/>
                    <a:pt x="43200" y="274"/>
                    <a:pt x="43234" y="274"/>
                  </a:cubicBezTo>
                  <a:lnTo>
                    <a:pt x="43336" y="240"/>
                  </a:lnTo>
                  <a:cubicBezTo>
                    <a:pt x="43405" y="240"/>
                    <a:pt x="43439" y="206"/>
                    <a:pt x="43439" y="172"/>
                  </a:cubicBezTo>
                  <a:cubicBezTo>
                    <a:pt x="43405" y="103"/>
                    <a:pt x="43370" y="69"/>
                    <a:pt x="43336" y="69"/>
                  </a:cubicBezTo>
                  <a:close/>
                  <a:moveTo>
                    <a:pt x="45520" y="103"/>
                  </a:moveTo>
                  <a:cubicBezTo>
                    <a:pt x="45452" y="103"/>
                    <a:pt x="45418" y="137"/>
                    <a:pt x="45418" y="172"/>
                  </a:cubicBezTo>
                  <a:cubicBezTo>
                    <a:pt x="45418" y="206"/>
                    <a:pt x="45452" y="274"/>
                    <a:pt x="45486" y="274"/>
                  </a:cubicBezTo>
                  <a:lnTo>
                    <a:pt x="45623" y="274"/>
                  </a:lnTo>
                  <a:cubicBezTo>
                    <a:pt x="45657" y="274"/>
                    <a:pt x="45691" y="240"/>
                    <a:pt x="45691" y="206"/>
                  </a:cubicBezTo>
                  <a:cubicBezTo>
                    <a:pt x="45725" y="137"/>
                    <a:pt x="45657" y="103"/>
                    <a:pt x="45623" y="103"/>
                  </a:cubicBezTo>
                  <a:close/>
                  <a:moveTo>
                    <a:pt x="46066" y="137"/>
                  </a:moveTo>
                  <a:cubicBezTo>
                    <a:pt x="46032" y="137"/>
                    <a:pt x="45998" y="172"/>
                    <a:pt x="45998" y="206"/>
                  </a:cubicBezTo>
                  <a:cubicBezTo>
                    <a:pt x="45998" y="274"/>
                    <a:pt x="46032" y="308"/>
                    <a:pt x="46066" y="308"/>
                  </a:cubicBezTo>
                  <a:lnTo>
                    <a:pt x="46203" y="308"/>
                  </a:lnTo>
                  <a:cubicBezTo>
                    <a:pt x="46237" y="308"/>
                    <a:pt x="46271" y="274"/>
                    <a:pt x="46271" y="240"/>
                  </a:cubicBezTo>
                  <a:cubicBezTo>
                    <a:pt x="46271" y="172"/>
                    <a:pt x="46237" y="137"/>
                    <a:pt x="46203" y="137"/>
                  </a:cubicBezTo>
                  <a:close/>
                  <a:moveTo>
                    <a:pt x="42789" y="158"/>
                  </a:moveTo>
                  <a:cubicBezTo>
                    <a:pt x="42777" y="158"/>
                    <a:pt x="42765" y="162"/>
                    <a:pt x="42756" y="172"/>
                  </a:cubicBezTo>
                  <a:lnTo>
                    <a:pt x="42654" y="172"/>
                  </a:lnTo>
                  <a:cubicBezTo>
                    <a:pt x="42586" y="172"/>
                    <a:pt x="42552" y="206"/>
                    <a:pt x="42586" y="274"/>
                  </a:cubicBezTo>
                  <a:cubicBezTo>
                    <a:pt x="42586" y="308"/>
                    <a:pt x="42620" y="342"/>
                    <a:pt x="42654" y="342"/>
                  </a:cubicBezTo>
                  <a:lnTo>
                    <a:pt x="42790" y="342"/>
                  </a:lnTo>
                  <a:cubicBezTo>
                    <a:pt x="42824" y="308"/>
                    <a:pt x="42859" y="274"/>
                    <a:pt x="42859" y="240"/>
                  </a:cubicBezTo>
                  <a:cubicBezTo>
                    <a:pt x="42859" y="190"/>
                    <a:pt x="42822" y="158"/>
                    <a:pt x="42789" y="158"/>
                  </a:cubicBezTo>
                  <a:close/>
                  <a:moveTo>
                    <a:pt x="46646" y="172"/>
                  </a:moveTo>
                  <a:cubicBezTo>
                    <a:pt x="46612" y="172"/>
                    <a:pt x="46578" y="206"/>
                    <a:pt x="46578" y="240"/>
                  </a:cubicBezTo>
                  <a:cubicBezTo>
                    <a:pt x="46544" y="308"/>
                    <a:pt x="46578" y="342"/>
                    <a:pt x="46646" y="342"/>
                  </a:cubicBezTo>
                  <a:lnTo>
                    <a:pt x="46749" y="342"/>
                  </a:lnTo>
                  <a:cubicBezTo>
                    <a:pt x="46817" y="342"/>
                    <a:pt x="46851" y="308"/>
                    <a:pt x="46851" y="274"/>
                  </a:cubicBezTo>
                  <a:cubicBezTo>
                    <a:pt x="46851" y="240"/>
                    <a:pt x="46817" y="172"/>
                    <a:pt x="46783" y="172"/>
                  </a:cubicBezTo>
                  <a:close/>
                  <a:moveTo>
                    <a:pt x="47226" y="206"/>
                  </a:moveTo>
                  <a:cubicBezTo>
                    <a:pt x="47158" y="206"/>
                    <a:pt x="47124" y="240"/>
                    <a:pt x="47124" y="308"/>
                  </a:cubicBezTo>
                  <a:cubicBezTo>
                    <a:pt x="47124" y="342"/>
                    <a:pt x="47158" y="376"/>
                    <a:pt x="47226" y="376"/>
                  </a:cubicBezTo>
                  <a:lnTo>
                    <a:pt x="47329" y="376"/>
                  </a:lnTo>
                  <a:cubicBezTo>
                    <a:pt x="47363" y="376"/>
                    <a:pt x="47431" y="342"/>
                    <a:pt x="47431" y="308"/>
                  </a:cubicBezTo>
                  <a:cubicBezTo>
                    <a:pt x="47431" y="274"/>
                    <a:pt x="47397" y="240"/>
                    <a:pt x="47329" y="206"/>
                  </a:cubicBezTo>
                  <a:close/>
                  <a:moveTo>
                    <a:pt x="42074" y="240"/>
                  </a:moveTo>
                  <a:cubicBezTo>
                    <a:pt x="42040" y="240"/>
                    <a:pt x="42006" y="308"/>
                    <a:pt x="42006" y="342"/>
                  </a:cubicBezTo>
                  <a:cubicBezTo>
                    <a:pt x="42006" y="376"/>
                    <a:pt x="42040" y="410"/>
                    <a:pt x="42108" y="410"/>
                  </a:cubicBezTo>
                  <a:lnTo>
                    <a:pt x="42210" y="410"/>
                  </a:lnTo>
                  <a:cubicBezTo>
                    <a:pt x="42279" y="410"/>
                    <a:pt x="42313" y="342"/>
                    <a:pt x="42279" y="308"/>
                  </a:cubicBezTo>
                  <a:cubicBezTo>
                    <a:pt x="42279" y="274"/>
                    <a:pt x="42244" y="240"/>
                    <a:pt x="42210" y="240"/>
                  </a:cubicBezTo>
                  <a:close/>
                  <a:moveTo>
                    <a:pt x="47806" y="240"/>
                  </a:moveTo>
                  <a:cubicBezTo>
                    <a:pt x="47738" y="240"/>
                    <a:pt x="47704" y="274"/>
                    <a:pt x="47704" y="342"/>
                  </a:cubicBezTo>
                  <a:cubicBezTo>
                    <a:pt x="47704" y="376"/>
                    <a:pt x="47738" y="410"/>
                    <a:pt x="47772" y="410"/>
                  </a:cubicBezTo>
                  <a:lnTo>
                    <a:pt x="47909" y="445"/>
                  </a:lnTo>
                  <a:cubicBezTo>
                    <a:pt x="47943" y="445"/>
                    <a:pt x="47977" y="410"/>
                    <a:pt x="47977" y="342"/>
                  </a:cubicBezTo>
                  <a:cubicBezTo>
                    <a:pt x="47977" y="308"/>
                    <a:pt x="47943" y="274"/>
                    <a:pt x="47909" y="274"/>
                  </a:cubicBezTo>
                  <a:lnTo>
                    <a:pt x="47806" y="240"/>
                  </a:lnTo>
                  <a:close/>
                  <a:moveTo>
                    <a:pt x="41528" y="308"/>
                  </a:moveTo>
                  <a:cubicBezTo>
                    <a:pt x="41460" y="342"/>
                    <a:pt x="41425" y="376"/>
                    <a:pt x="41425" y="410"/>
                  </a:cubicBezTo>
                  <a:cubicBezTo>
                    <a:pt x="41460" y="445"/>
                    <a:pt x="41494" y="479"/>
                    <a:pt x="41528" y="479"/>
                  </a:cubicBezTo>
                  <a:lnTo>
                    <a:pt x="41664" y="479"/>
                  </a:lnTo>
                  <a:cubicBezTo>
                    <a:pt x="41698" y="479"/>
                    <a:pt x="41733" y="410"/>
                    <a:pt x="41733" y="376"/>
                  </a:cubicBezTo>
                  <a:cubicBezTo>
                    <a:pt x="41733" y="342"/>
                    <a:pt x="41664" y="308"/>
                    <a:pt x="41630" y="308"/>
                  </a:cubicBezTo>
                  <a:close/>
                  <a:moveTo>
                    <a:pt x="48333" y="299"/>
                  </a:moveTo>
                  <a:cubicBezTo>
                    <a:pt x="48307" y="299"/>
                    <a:pt x="48284" y="349"/>
                    <a:pt x="48284" y="376"/>
                  </a:cubicBezTo>
                  <a:cubicBezTo>
                    <a:pt x="48284" y="410"/>
                    <a:pt x="48318" y="479"/>
                    <a:pt x="48352" y="479"/>
                  </a:cubicBezTo>
                  <a:lnTo>
                    <a:pt x="48489" y="479"/>
                  </a:lnTo>
                  <a:cubicBezTo>
                    <a:pt x="48523" y="479"/>
                    <a:pt x="48557" y="445"/>
                    <a:pt x="48557" y="410"/>
                  </a:cubicBezTo>
                  <a:cubicBezTo>
                    <a:pt x="48557" y="342"/>
                    <a:pt x="48523" y="308"/>
                    <a:pt x="48489" y="308"/>
                  </a:cubicBezTo>
                  <a:lnTo>
                    <a:pt x="48352" y="308"/>
                  </a:lnTo>
                  <a:cubicBezTo>
                    <a:pt x="48346" y="302"/>
                    <a:pt x="48339" y="299"/>
                    <a:pt x="48333" y="299"/>
                  </a:cubicBezTo>
                  <a:close/>
                  <a:moveTo>
                    <a:pt x="48933" y="342"/>
                  </a:moveTo>
                  <a:cubicBezTo>
                    <a:pt x="48898" y="342"/>
                    <a:pt x="48864" y="376"/>
                    <a:pt x="48830" y="410"/>
                  </a:cubicBezTo>
                  <a:cubicBezTo>
                    <a:pt x="48830" y="479"/>
                    <a:pt x="48864" y="513"/>
                    <a:pt x="48933" y="513"/>
                  </a:cubicBezTo>
                  <a:lnTo>
                    <a:pt x="49035" y="513"/>
                  </a:lnTo>
                  <a:cubicBezTo>
                    <a:pt x="49103" y="513"/>
                    <a:pt x="49137" y="479"/>
                    <a:pt x="49137" y="445"/>
                  </a:cubicBezTo>
                  <a:cubicBezTo>
                    <a:pt x="49137" y="376"/>
                    <a:pt x="49103" y="342"/>
                    <a:pt x="49069" y="342"/>
                  </a:cubicBezTo>
                  <a:close/>
                  <a:moveTo>
                    <a:pt x="49513" y="376"/>
                  </a:moveTo>
                  <a:cubicBezTo>
                    <a:pt x="49444" y="376"/>
                    <a:pt x="49410" y="410"/>
                    <a:pt x="49410" y="445"/>
                  </a:cubicBezTo>
                  <a:cubicBezTo>
                    <a:pt x="49410" y="513"/>
                    <a:pt x="49444" y="547"/>
                    <a:pt x="49513" y="547"/>
                  </a:cubicBezTo>
                  <a:lnTo>
                    <a:pt x="49615" y="547"/>
                  </a:lnTo>
                  <a:cubicBezTo>
                    <a:pt x="49649" y="547"/>
                    <a:pt x="49683" y="513"/>
                    <a:pt x="49717" y="479"/>
                  </a:cubicBezTo>
                  <a:cubicBezTo>
                    <a:pt x="49717" y="445"/>
                    <a:pt x="49683" y="376"/>
                    <a:pt x="49615" y="376"/>
                  </a:cubicBezTo>
                  <a:close/>
                  <a:moveTo>
                    <a:pt x="41050" y="376"/>
                  </a:moveTo>
                  <a:lnTo>
                    <a:pt x="40948" y="410"/>
                  </a:lnTo>
                  <a:cubicBezTo>
                    <a:pt x="40914" y="410"/>
                    <a:pt x="40879" y="445"/>
                    <a:pt x="40879" y="479"/>
                  </a:cubicBezTo>
                  <a:cubicBezTo>
                    <a:pt x="40879" y="547"/>
                    <a:pt x="40914" y="581"/>
                    <a:pt x="40948" y="581"/>
                  </a:cubicBezTo>
                  <a:lnTo>
                    <a:pt x="40982" y="581"/>
                  </a:lnTo>
                  <a:lnTo>
                    <a:pt x="41084" y="547"/>
                  </a:lnTo>
                  <a:cubicBezTo>
                    <a:pt x="41118" y="547"/>
                    <a:pt x="41152" y="513"/>
                    <a:pt x="41152" y="445"/>
                  </a:cubicBezTo>
                  <a:cubicBezTo>
                    <a:pt x="41152" y="410"/>
                    <a:pt x="41118" y="376"/>
                    <a:pt x="41050" y="376"/>
                  </a:cubicBezTo>
                  <a:close/>
                  <a:moveTo>
                    <a:pt x="50093" y="410"/>
                  </a:moveTo>
                  <a:cubicBezTo>
                    <a:pt x="50024" y="410"/>
                    <a:pt x="49990" y="445"/>
                    <a:pt x="49990" y="513"/>
                  </a:cubicBezTo>
                  <a:cubicBezTo>
                    <a:pt x="49990" y="547"/>
                    <a:pt x="50024" y="581"/>
                    <a:pt x="50059" y="581"/>
                  </a:cubicBezTo>
                  <a:lnTo>
                    <a:pt x="50195" y="615"/>
                  </a:lnTo>
                  <a:cubicBezTo>
                    <a:pt x="50229" y="615"/>
                    <a:pt x="50263" y="581"/>
                    <a:pt x="50263" y="513"/>
                  </a:cubicBezTo>
                  <a:cubicBezTo>
                    <a:pt x="50263" y="479"/>
                    <a:pt x="50229" y="445"/>
                    <a:pt x="50195" y="445"/>
                  </a:cubicBezTo>
                  <a:lnTo>
                    <a:pt x="50093" y="410"/>
                  </a:lnTo>
                  <a:close/>
                  <a:moveTo>
                    <a:pt x="40504" y="445"/>
                  </a:moveTo>
                  <a:lnTo>
                    <a:pt x="40368" y="479"/>
                  </a:lnTo>
                  <a:cubicBezTo>
                    <a:pt x="40334" y="479"/>
                    <a:pt x="40299" y="513"/>
                    <a:pt x="40299" y="581"/>
                  </a:cubicBezTo>
                  <a:cubicBezTo>
                    <a:pt x="40299" y="615"/>
                    <a:pt x="40334" y="649"/>
                    <a:pt x="40402" y="649"/>
                  </a:cubicBezTo>
                  <a:lnTo>
                    <a:pt x="40504" y="615"/>
                  </a:lnTo>
                  <a:cubicBezTo>
                    <a:pt x="40572" y="615"/>
                    <a:pt x="40606" y="581"/>
                    <a:pt x="40572" y="513"/>
                  </a:cubicBezTo>
                  <a:cubicBezTo>
                    <a:pt x="40572" y="479"/>
                    <a:pt x="40538" y="445"/>
                    <a:pt x="40504" y="445"/>
                  </a:cubicBezTo>
                  <a:close/>
                  <a:moveTo>
                    <a:pt x="50639" y="445"/>
                  </a:moveTo>
                  <a:cubicBezTo>
                    <a:pt x="50605" y="445"/>
                    <a:pt x="50570" y="479"/>
                    <a:pt x="50570" y="547"/>
                  </a:cubicBezTo>
                  <a:cubicBezTo>
                    <a:pt x="50570" y="581"/>
                    <a:pt x="50605" y="615"/>
                    <a:pt x="50639" y="649"/>
                  </a:cubicBezTo>
                  <a:lnTo>
                    <a:pt x="50775" y="649"/>
                  </a:lnTo>
                  <a:cubicBezTo>
                    <a:pt x="50809" y="649"/>
                    <a:pt x="50843" y="615"/>
                    <a:pt x="50843" y="547"/>
                  </a:cubicBezTo>
                  <a:cubicBezTo>
                    <a:pt x="50843" y="513"/>
                    <a:pt x="50809" y="479"/>
                    <a:pt x="50775" y="479"/>
                  </a:cubicBezTo>
                  <a:lnTo>
                    <a:pt x="50639" y="445"/>
                  </a:lnTo>
                  <a:close/>
                  <a:moveTo>
                    <a:pt x="51219" y="513"/>
                  </a:moveTo>
                  <a:cubicBezTo>
                    <a:pt x="51185" y="513"/>
                    <a:pt x="51116" y="547"/>
                    <a:pt x="51116" y="581"/>
                  </a:cubicBezTo>
                  <a:cubicBezTo>
                    <a:pt x="51116" y="615"/>
                    <a:pt x="51151" y="683"/>
                    <a:pt x="51219" y="683"/>
                  </a:cubicBezTo>
                  <a:lnTo>
                    <a:pt x="51321" y="683"/>
                  </a:lnTo>
                  <a:cubicBezTo>
                    <a:pt x="51389" y="683"/>
                    <a:pt x="51423" y="649"/>
                    <a:pt x="51423" y="615"/>
                  </a:cubicBezTo>
                  <a:cubicBezTo>
                    <a:pt x="51423" y="547"/>
                    <a:pt x="51389" y="513"/>
                    <a:pt x="51321" y="513"/>
                  </a:cubicBezTo>
                  <a:close/>
                  <a:moveTo>
                    <a:pt x="39924" y="513"/>
                  </a:moveTo>
                  <a:lnTo>
                    <a:pt x="39822" y="547"/>
                  </a:lnTo>
                  <a:cubicBezTo>
                    <a:pt x="39753" y="547"/>
                    <a:pt x="39719" y="581"/>
                    <a:pt x="39719" y="649"/>
                  </a:cubicBezTo>
                  <a:cubicBezTo>
                    <a:pt x="39753" y="683"/>
                    <a:pt x="39788" y="718"/>
                    <a:pt x="39822" y="718"/>
                  </a:cubicBezTo>
                  <a:lnTo>
                    <a:pt x="39958" y="683"/>
                  </a:lnTo>
                  <a:cubicBezTo>
                    <a:pt x="39992" y="683"/>
                    <a:pt x="40026" y="649"/>
                    <a:pt x="40026" y="615"/>
                  </a:cubicBezTo>
                  <a:cubicBezTo>
                    <a:pt x="40026" y="547"/>
                    <a:pt x="39958" y="513"/>
                    <a:pt x="39924" y="513"/>
                  </a:cubicBezTo>
                  <a:close/>
                  <a:moveTo>
                    <a:pt x="51799" y="547"/>
                  </a:moveTo>
                  <a:cubicBezTo>
                    <a:pt x="51731" y="547"/>
                    <a:pt x="51696" y="581"/>
                    <a:pt x="51696" y="615"/>
                  </a:cubicBezTo>
                  <a:cubicBezTo>
                    <a:pt x="51696" y="683"/>
                    <a:pt x="51731" y="718"/>
                    <a:pt x="51765" y="718"/>
                  </a:cubicBezTo>
                  <a:lnTo>
                    <a:pt x="51901" y="718"/>
                  </a:lnTo>
                  <a:cubicBezTo>
                    <a:pt x="51935" y="718"/>
                    <a:pt x="51969" y="683"/>
                    <a:pt x="51969" y="649"/>
                  </a:cubicBezTo>
                  <a:cubicBezTo>
                    <a:pt x="52004" y="581"/>
                    <a:pt x="51969" y="547"/>
                    <a:pt x="51901" y="547"/>
                  </a:cubicBezTo>
                  <a:close/>
                  <a:moveTo>
                    <a:pt x="52379" y="581"/>
                  </a:moveTo>
                  <a:cubicBezTo>
                    <a:pt x="52311" y="581"/>
                    <a:pt x="52277" y="615"/>
                    <a:pt x="52277" y="649"/>
                  </a:cubicBezTo>
                  <a:cubicBezTo>
                    <a:pt x="52277" y="718"/>
                    <a:pt x="52311" y="752"/>
                    <a:pt x="52345" y="752"/>
                  </a:cubicBezTo>
                  <a:lnTo>
                    <a:pt x="52481" y="752"/>
                  </a:lnTo>
                  <a:cubicBezTo>
                    <a:pt x="52515" y="752"/>
                    <a:pt x="52550" y="718"/>
                    <a:pt x="52550" y="683"/>
                  </a:cubicBezTo>
                  <a:cubicBezTo>
                    <a:pt x="52550" y="649"/>
                    <a:pt x="52515" y="581"/>
                    <a:pt x="52481" y="581"/>
                  </a:cubicBezTo>
                  <a:close/>
                  <a:moveTo>
                    <a:pt x="39391" y="602"/>
                  </a:moveTo>
                  <a:cubicBezTo>
                    <a:pt x="39378" y="602"/>
                    <a:pt x="39362" y="606"/>
                    <a:pt x="39344" y="615"/>
                  </a:cubicBezTo>
                  <a:lnTo>
                    <a:pt x="39242" y="615"/>
                  </a:lnTo>
                  <a:cubicBezTo>
                    <a:pt x="39207" y="615"/>
                    <a:pt x="39173" y="649"/>
                    <a:pt x="39173" y="718"/>
                  </a:cubicBezTo>
                  <a:cubicBezTo>
                    <a:pt x="39173" y="752"/>
                    <a:pt x="39207" y="786"/>
                    <a:pt x="39242" y="786"/>
                  </a:cubicBezTo>
                  <a:lnTo>
                    <a:pt x="39378" y="786"/>
                  </a:lnTo>
                  <a:cubicBezTo>
                    <a:pt x="39412" y="752"/>
                    <a:pt x="39446" y="718"/>
                    <a:pt x="39446" y="683"/>
                  </a:cubicBezTo>
                  <a:cubicBezTo>
                    <a:pt x="39446" y="633"/>
                    <a:pt x="39428" y="602"/>
                    <a:pt x="39391" y="602"/>
                  </a:cubicBezTo>
                  <a:close/>
                  <a:moveTo>
                    <a:pt x="52925" y="615"/>
                  </a:moveTo>
                  <a:cubicBezTo>
                    <a:pt x="52891" y="615"/>
                    <a:pt x="52857" y="649"/>
                    <a:pt x="52857" y="718"/>
                  </a:cubicBezTo>
                  <a:cubicBezTo>
                    <a:pt x="52823" y="752"/>
                    <a:pt x="52891" y="786"/>
                    <a:pt x="52925" y="786"/>
                  </a:cubicBezTo>
                  <a:lnTo>
                    <a:pt x="53027" y="820"/>
                  </a:lnTo>
                  <a:cubicBezTo>
                    <a:pt x="53096" y="820"/>
                    <a:pt x="53130" y="786"/>
                    <a:pt x="53130" y="718"/>
                  </a:cubicBezTo>
                  <a:cubicBezTo>
                    <a:pt x="53130" y="683"/>
                    <a:pt x="53096" y="649"/>
                    <a:pt x="53061" y="649"/>
                  </a:cubicBezTo>
                  <a:lnTo>
                    <a:pt x="52925" y="615"/>
                  </a:lnTo>
                  <a:close/>
                  <a:moveTo>
                    <a:pt x="38661" y="683"/>
                  </a:moveTo>
                  <a:cubicBezTo>
                    <a:pt x="38627" y="683"/>
                    <a:pt x="38593" y="752"/>
                    <a:pt x="38593" y="786"/>
                  </a:cubicBezTo>
                  <a:cubicBezTo>
                    <a:pt x="38593" y="820"/>
                    <a:pt x="38627" y="854"/>
                    <a:pt x="38696" y="854"/>
                  </a:cubicBezTo>
                  <a:lnTo>
                    <a:pt x="38798" y="854"/>
                  </a:lnTo>
                  <a:cubicBezTo>
                    <a:pt x="38866" y="854"/>
                    <a:pt x="38900" y="786"/>
                    <a:pt x="38900" y="752"/>
                  </a:cubicBezTo>
                  <a:cubicBezTo>
                    <a:pt x="38866" y="718"/>
                    <a:pt x="38832" y="683"/>
                    <a:pt x="38798" y="683"/>
                  </a:cubicBezTo>
                  <a:close/>
                  <a:moveTo>
                    <a:pt x="53472" y="670"/>
                  </a:moveTo>
                  <a:cubicBezTo>
                    <a:pt x="53439" y="670"/>
                    <a:pt x="53403" y="702"/>
                    <a:pt x="53403" y="752"/>
                  </a:cubicBezTo>
                  <a:cubicBezTo>
                    <a:pt x="53403" y="786"/>
                    <a:pt x="53437" y="820"/>
                    <a:pt x="53505" y="854"/>
                  </a:cubicBezTo>
                  <a:lnTo>
                    <a:pt x="53607" y="854"/>
                  </a:lnTo>
                  <a:cubicBezTo>
                    <a:pt x="53641" y="854"/>
                    <a:pt x="53710" y="820"/>
                    <a:pt x="53710" y="752"/>
                  </a:cubicBezTo>
                  <a:cubicBezTo>
                    <a:pt x="53710" y="718"/>
                    <a:pt x="53676" y="683"/>
                    <a:pt x="53607" y="683"/>
                  </a:cubicBezTo>
                  <a:lnTo>
                    <a:pt x="53505" y="683"/>
                  </a:lnTo>
                  <a:cubicBezTo>
                    <a:pt x="53496" y="674"/>
                    <a:pt x="53484" y="670"/>
                    <a:pt x="53472" y="670"/>
                  </a:cubicBezTo>
                  <a:close/>
                  <a:moveTo>
                    <a:pt x="54085" y="718"/>
                  </a:moveTo>
                  <a:cubicBezTo>
                    <a:pt x="54017" y="718"/>
                    <a:pt x="53983" y="752"/>
                    <a:pt x="53983" y="786"/>
                  </a:cubicBezTo>
                  <a:cubicBezTo>
                    <a:pt x="53983" y="820"/>
                    <a:pt x="54017" y="888"/>
                    <a:pt x="54051" y="888"/>
                  </a:cubicBezTo>
                  <a:lnTo>
                    <a:pt x="54187" y="888"/>
                  </a:lnTo>
                  <a:cubicBezTo>
                    <a:pt x="54222" y="888"/>
                    <a:pt x="54256" y="854"/>
                    <a:pt x="54256" y="820"/>
                  </a:cubicBezTo>
                  <a:cubicBezTo>
                    <a:pt x="54290" y="752"/>
                    <a:pt x="54222" y="718"/>
                    <a:pt x="54187" y="718"/>
                  </a:cubicBezTo>
                  <a:close/>
                  <a:moveTo>
                    <a:pt x="38116" y="752"/>
                  </a:moveTo>
                  <a:cubicBezTo>
                    <a:pt x="38047" y="786"/>
                    <a:pt x="38013" y="820"/>
                    <a:pt x="38047" y="854"/>
                  </a:cubicBezTo>
                  <a:cubicBezTo>
                    <a:pt x="38047" y="922"/>
                    <a:pt x="38081" y="922"/>
                    <a:pt x="38116" y="922"/>
                  </a:cubicBezTo>
                  <a:lnTo>
                    <a:pt x="38252" y="922"/>
                  </a:lnTo>
                  <a:cubicBezTo>
                    <a:pt x="38286" y="922"/>
                    <a:pt x="38320" y="888"/>
                    <a:pt x="38320" y="820"/>
                  </a:cubicBezTo>
                  <a:cubicBezTo>
                    <a:pt x="38320" y="786"/>
                    <a:pt x="38286" y="752"/>
                    <a:pt x="38218" y="752"/>
                  </a:cubicBezTo>
                  <a:close/>
                  <a:moveTo>
                    <a:pt x="54631" y="752"/>
                  </a:moveTo>
                  <a:cubicBezTo>
                    <a:pt x="54597" y="752"/>
                    <a:pt x="54563" y="786"/>
                    <a:pt x="54563" y="820"/>
                  </a:cubicBezTo>
                  <a:cubicBezTo>
                    <a:pt x="54563" y="888"/>
                    <a:pt x="54597" y="922"/>
                    <a:pt x="54631" y="922"/>
                  </a:cubicBezTo>
                  <a:lnTo>
                    <a:pt x="54768" y="922"/>
                  </a:lnTo>
                  <a:cubicBezTo>
                    <a:pt x="54802" y="922"/>
                    <a:pt x="54836" y="888"/>
                    <a:pt x="54836" y="854"/>
                  </a:cubicBezTo>
                  <a:cubicBezTo>
                    <a:pt x="54836" y="820"/>
                    <a:pt x="54802" y="752"/>
                    <a:pt x="54768" y="752"/>
                  </a:cubicBezTo>
                  <a:close/>
                  <a:moveTo>
                    <a:pt x="55211" y="786"/>
                  </a:moveTo>
                  <a:cubicBezTo>
                    <a:pt x="55177" y="786"/>
                    <a:pt x="55143" y="820"/>
                    <a:pt x="55143" y="854"/>
                  </a:cubicBezTo>
                  <a:cubicBezTo>
                    <a:pt x="55109" y="922"/>
                    <a:pt x="55143" y="956"/>
                    <a:pt x="55211" y="956"/>
                  </a:cubicBezTo>
                  <a:lnTo>
                    <a:pt x="55314" y="956"/>
                  </a:lnTo>
                  <a:cubicBezTo>
                    <a:pt x="55382" y="956"/>
                    <a:pt x="55416" y="922"/>
                    <a:pt x="55416" y="888"/>
                  </a:cubicBezTo>
                  <a:cubicBezTo>
                    <a:pt x="55416" y="854"/>
                    <a:pt x="55382" y="820"/>
                    <a:pt x="55348" y="786"/>
                  </a:cubicBezTo>
                  <a:close/>
                  <a:moveTo>
                    <a:pt x="37638" y="820"/>
                  </a:moveTo>
                  <a:lnTo>
                    <a:pt x="37535" y="854"/>
                  </a:lnTo>
                  <a:cubicBezTo>
                    <a:pt x="37501" y="854"/>
                    <a:pt x="37467" y="888"/>
                    <a:pt x="37467" y="922"/>
                  </a:cubicBezTo>
                  <a:cubicBezTo>
                    <a:pt x="37467" y="991"/>
                    <a:pt x="37501" y="1025"/>
                    <a:pt x="37535" y="1025"/>
                  </a:cubicBezTo>
                  <a:lnTo>
                    <a:pt x="37570" y="1025"/>
                  </a:lnTo>
                  <a:lnTo>
                    <a:pt x="37672" y="991"/>
                  </a:lnTo>
                  <a:cubicBezTo>
                    <a:pt x="37706" y="991"/>
                    <a:pt x="37740" y="956"/>
                    <a:pt x="37740" y="888"/>
                  </a:cubicBezTo>
                  <a:cubicBezTo>
                    <a:pt x="37740" y="854"/>
                    <a:pt x="37706" y="820"/>
                    <a:pt x="37638" y="820"/>
                  </a:cubicBezTo>
                  <a:close/>
                  <a:moveTo>
                    <a:pt x="55791" y="820"/>
                  </a:moveTo>
                  <a:cubicBezTo>
                    <a:pt x="55723" y="820"/>
                    <a:pt x="55689" y="854"/>
                    <a:pt x="55689" y="922"/>
                  </a:cubicBezTo>
                  <a:cubicBezTo>
                    <a:pt x="55689" y="956"/>
                    <a:pt x="55723" y="991"/>
                    <a:pt x="55791" y="991"/>
                  </a:cubicBezTo>
                  <a:lnTo>
                    <a:pt x="55894" y="1025"/>
                  </a:lnTo>
                  <a:cubicBezTo>
                    <a:pt x="55928" y="1025"/>
                    <a:pt x="55996" y="991"/>
                    <a:pt x="55996" y="922"/>
                  </a:cubicBezTo>
                  <a:cubicBezTo>
                    <a:pt x="55996" y="888"/>
                    <a:pt x="55962" y="854"/>
                    <a:pt x="55894" y="854"/>
                  </a:cubicBezTo>
                  <a:lnTo>
                    <a:pt x="55791" y="820"/>
                  </a:lnTo>
                  <a:close/>
                  <a:moveTo>
                    <a:pt x="56371" y="888"/>
                  </a:moveTo>
                  <a:cubicBezTo>
                    <a:pt x="56303" y="888"/>
                    <a:pt x="56269" y="922"/>
                    <a:pt x="56269" y="956"/>
                  </a:cubicBezTo>
                  <a:cubicBezTo>
                    <a:pt x="56269" y="991"/>
                    <a:pt x="56303" y="1059"/>
                    <a:pt x="56337" y="1059"/>
                  </a:cubicBezTo>
                  <a:lnTo>
                    <a:pt x="56474" y="1059"/>
                  </a:lnTo>
                  <a:cubicBezTo>
                    <a:pt x="56508" y="1059"/>
                    <a:pt x="56542" y="1025"/>
                    <a:pt x="56542" y="991"/>
                  </a:cubicBezTo>
                  <a:cubicBezTo>
                    <a:pt x="56542" y="922"/>
                    <a:pt x="56508" y="888"/>
                    <a:pt x="56474" y="888"/>
                  </a:cubicBezTo>
                  <a:close/>
                  <a:moveTo>
                    <a:pt x="37092" y="888"/>
                  </a:moveTo>
                  <a:lnTo>
                    <a:pt x="36955" y="922"/>
                  </a:lnTo>
                  <a:cubicBezTo>
                    <a:pt x="36921" y="922"/>
                    <a:pt x="36887" y="956"/>
                    <a:pt x="36887" y="1025"/>
                  </a:cubicBezTo>
                  <a:cubicBezTo>
                    <a:pt x="36887" y="1059"/>
                    <a:pt x="36955" y="1093"/>
                    <a:pt x="36989" y="1093"/>
                  </a:cubicBezTo>
                  <a:lnTo>
                    <a:pt x="37092" y="1059"/>
                  </a:lnTo>
                  <a:cubicBezTo>
                    <a:pt x="37160" y="1059"/>
                    <a:pt x="37194" y="1025"/>
                    <a:pt x="37194" y="956"/>
                  </a:cubicBezTo>
                  <a:cubicBezTo>
                    <a:pt x="37160" y="922"/>
                    <a:pt x="37126" y="888"/>
                    <a:pt x="37092" y="888"/>
                  </a:cubicBezTo>
                  <a:close/>
                  <a:moveTo>
                    <a:pt x="56917" y="922"/>
                  </a:moveTo>
                  <a:cubicBezTo>
                    <a:pt x="56883" y="922"/>
                    <a:pt x="56849" y="956"/>
                    <a:pt x="56849" y="991"/>
                  </a:cubicBezTo>
                  <a:cubicBezTo>
                    <a:pt x="56849" y="1059"/>
                    <a:pt x="56883" y="1093"/>
                    <a:pt x="56917" y="1093"/>
                  </a:cubicBezTo>
                  <a:lnTo>
                    <a:pt x="57054" y="1093"/>
                  </a:lnTo>
                  <a:cubicBezTo>
                    <a:pt x="57088" y="1093"/>
                    <a:pt x="57122" y="1059"/>
                    <a:pt x="57122" y="1025"/>
                  </a:cubicBezTo>
                  <a:cubicBezTo>
                    <a:pt x="57122" y="956"/>
                    <a:pt x="57088" y="922"/>
                    <a:pt x="57054" y="922"/>
                  </a:cubicBezTo>
                  <a:close/>
                  <a:moveTo>
                    <a:pt x="57497" y="956"/>
                  </a:moveTo>
                  <a:cubicBezTo>
                    <a:pt x="57463" y="956"/>
                    <a:pt x="57429" y="991"/>
                    <a:pt x="57395" y="1025"/>
                  </a:cubicBezTo>
                  <a:cubicBezTo>
                    <a:pt x="57395" y="1093"/>
                    <a:pt x="57429" y="1127"/>
                    <a:pt x="57497" y="1127"/>
                  </a:cubicBezTo>
                  <a:lnTo>
                    <a:pt x="57600" y="1127"/>
                  </a:lnTo>
                  <a:cubicBezTo>
                    <a:pt x="57668" y="1127"/>
                    <a:pt x="57702" y="1093"/>
                    <a:pt x="57702" y="1059"/>
                  </a:cubicBezTo>
                  <a:cubicBezTo>
                    <a:pt x="57702" y="1025"/>
                    <a:pt x="57668" y="956"/>
                    <a:pt x="57634" y="956"/>
                  </a:cubicBezTo>
                  <a:close/>
                  <a:moveTo>
                    <a:pt x="36512" y="956"/>
                  </a:moveTo>
                  <a:lnTo>
                    <a:pt x="36409" y="991"/>
                  </a:lnTo>
                  <a:cubicBezTo>
                    <a:pt x="36341" y="991"/>
                    <a:pt x="36307" y="1025"/>
                    <a:pt x="36341" y="1093"/>
                  </a:cubicBezTo>
                  <a:cubicBezTo>
                    <a:pt x="36341" y="1127"/>
                    <a:pt x="36375" y="1161"/>
                    <a:pt x="36409" y="1161"/>
                  </a:cubicBezTo>
                  <a:lnTo>
                    <a:pt x="36546" y="1127"/>
                  </a:lnTo>
                  <a:cubicBezTo>
                    <a:pt x="36580" y="1127"/>
                    <a:pt x="36614" y="1093"/>
                    <a:pt x="36614" y="1059"/>
                  </a:cubicBezTo>
                  <a:cubicBezTo>
                    <a:pt x="36614" y="991"/>
                    <a:pt x="36580" y="956"/>
                    <a:pt x="36512" y="956"/>
                  </a:cubicBezTo>
                  <a:close/>
                  <a:moveTo>
                    <a:pt x="58077" y="991"/>
                  </a:moveTo>
                  <a:cubicBezTo>
                    <a:pt x="58009" y="991"/>
                    <a:pt x="57975" y="1025"/>
                    <a:pt x="57975" y="1093"/>
                  </a:cubicBezTo>
                  <a:cubicBezTo>
                    <a:pt x="57975" y="1127"/>
                    <a:pt x="58009" y="1161"/>
                    <a:pt x="58077" y="1161"/>
                  </a:cubicBezTo>
                  <a:lnTo>
                    <a:pt x="58180" y="1161"/>
                  </a:lnTo>
                  <a:cubicBezTo>
                    <a:pt x="58214" y="1161"/>
                    <a:pt x="58248" y="1127"/>
                    <a:pt x="58282" y="1093"/>
                  </a:cubicBezTo>
                  <a:cubicBezTo>
                    <a:pt x="58282" y="1059"/>
                    <a:pt x="58248" y="1025"/>
                    <a:pt x="58180" y="991"/>
                  </a:cubicBezTo>
                  <a:close/>
                  <a:moveTo>
                    <a:pt x="35829" y="1059"/>
                  </a:moveTo>
                  <a:cubicBezTo>
                    <a:pt x="35795" y="1059"/>
                    <a:pt x="35761" y="1127"/>
                    <a:pt x="35761" y="1161"/>
                  </a:cubicBezTo>
                  <a:cubicBezTo>
                    <a:pt x="35761" y="1195"/>
                    <a:pt x="35795" y="1229"/>
                    <a:pt x="35863" y="1229"/>
                  </a:cubicBezTo>
                  <a:lnTo>
                    <a:pt x="35966" y="1229"/>
                  </a:lnTo>
                  <a:cubicBezTo>
                    <a:pt x="36034" y="1195"/>
                    <a:pt x="36068" y="1161"/>
                    <a:pt x="36034" y="1127"/>
                  </a:cubicBezTo>
                  <a:cubicBezTo>
                    <a:pt x="36034" y="1059"/>
                    <a:pt x="36000" y="1059"/>
                    <a:pt x="35966" y="1059"/>
                  </a:cubicBezTo>
                  <a:close/>
                  <a:moveTo>
                    <a:pt x="58658" y="1025"/>
                  </a:moveTo>
                  <a:cubicBezTo>
                    <a:pt x="58589" y="1025"/>
                    <a:pt x="58555" y="1059"/>
                    <a:pt x="58555" y="1127"/>
                  </a:cubicBezTo>
                  <a:cubicBezTo>
                    <a:pt x="58555" y="1161"/>
                    <a:pt x="58589" y="1195"/>
                    <a:pt x="58623" y="1195"/>
                  </a:cubicBezTo>
                  <a:lnTo>
                    <a:pt x="58760" y="1229"/>
                  </a:lnTo>
                  <a:cubicBezTo>
                    <a:pt x="58794" y="1229"/>
                    <a:pt x="58828" y="1195"/>
                    <a:pt x="58828" y="1127"/>
                  </a:cubicBezTo>
                  <a:cubicBezTo>
                    <a:pt x="58828" y="1093"/>
                    <a:pt x="58794" y="1059"/>
                    <a:pt x="58760" y="1059"/>
                  </a:cubicBezTo>
                  <a:lnTo>
                    <a:pt x="58658" y="1025"/>
                  </a:lnTo>
                  <a:close/>
                  <a:moveTo>
                    <a:pt x="59184" y="1084"/>
                  </a:moveTo>
                  <a:cubicBezTo>
                    <a:pt x="59158" y="1084"/>
                    <a:pt x="59135" y="1134"/>
                    <a:pt x="59135" y="1161"/>
                  </a:cubicBezTo>
                  <a:cubicBezTo>
                    <a:pt x="59135" y="1195"/>
                    <a:pt x="59169" y="1263"/>
                    <a:pt x="59204" y="1263"/>
                  </a:cubicBezTo>
                  <a:lnTo>
                    <a:pt x="59340" y="1263"/>
                  </a:lnTo>
                  <a:cubicBezTo>
                    <a:pt x="59374" y="1263"/>
                    <a:pt x="59408" y="1229"/>
                    <a:pt x="59408" y="1195"/>
                  </a:cubicBezTo>
                  <a:cubicBezTo>
                    <a:pt x="59408" y="1127"/>
                    <a:pt x="59374" y="1093"/>
                    <a:pt x="59340" y="1093"/>
                  </a:cubicBezTo>
                  <a:lnTo>
                    <a:pt x="59204" y="1093"/>
                  </a:lnTo>
                  <a:cubicBezTo>
                    <a:pt x="59197" y="1086"/>
                    <a:pt x="59191" y="1084"/>
                    <a:pt x="59184" y="1084"/>
                  </a:cubicBezTo>
                  <a:close/>
                  <a:moveTo>
                    <a:pt x="35283" y="1127"/>
                  </a:moveTo>
                  <a:cubicBezTo>
                    <a:pt x="35215" y="1127"/>
                    <a:pt x="35181" y="1195"/>
                    <a:pt x="35181" y="1229"/>
                  </a:cubicBezTo>
                  <a:cubicBezTo>
                    <a:pt x="35215" y="1263"/>
                    <a:pt x="35249" y="1298"/>
                    <a:pt x="35283" y="1298"/>
                  </a:cubicBezTo>
                  <a:lnTo>
                    <a:pt x="35420" y="1298"/>
                  </a:lnTo>
                  <a:cubicBezTo>
                    <a:pt x="35454" y="1298"/>
                    <a:pt x="35488" y="1229"/>
                    <a:pt x="35488" y="1195"/>
                  </a:cubicBezTo>
                  <a:cubicBezTo>
                    <a:pt x="35488" y="1161"/>
                    <a:pt x="35420" y="1127"/>
                    <a:pt x="35386" y="1127"/>
                  </a:cubicBezTo>
                  <a:close/>
                  <a:moveTo>
                    <a:pt x="59784" y="1127"/>
                  </a:moveTo>
                  <a:cubicBezTo>
                    <a:pt x="59715" y="1127"/>
                    <a:pt x="59681" y="1161"/>
                    <a:pt x="59681" y="1195"/>
                  </a:cubicBezTo>
                  <a:cubicBezTo>
                    <a:pt x="59681" y="1263"/>
                    <a:pt x="59715" y="1298"/>
                    <a:pt x="59784" y="1298"/>
                  </a:cubicBezTo>
                  <a:lnTo>
                    <a:pt x="59886" y="1298"/>
                  </a:lnTo>
                  <a:cubicBezTo>
                    <a:pt x="59954" y="1298"/>
                    <a:pt x="59988" y="1263"/>
                    <a:pt x="59988" y="1229"/>
                  </a:cubicBezTo>
                  <a:cubicBezTo>
                    <a:pt x="59988" y="1161"/>
                    <a:pt x="59954" y="1127"/>
                    <a:pt x="59886" y="1127"/>
                  </a:cubicBezTo>
                  <a:close/>
                  <a:moveTo>
                    <a:pt x="60364" y="1161"/>
                  </a:moveTo>
                  <a:cubicBezTo>
                    <a:pt x="60295" y="1161"/>
                    <a:pt x="60261" y="1195"/>
                    <a:pt x="60261" y="1229"/>
                  </a:cubicBezTo>
                  <a:cubicBezTo>
                    <a:pt x="60261" y="1298"/>
                    <a:pt x="60295" y="1332"/>
                    <a:pt x="60330" y="1332"/>
                  </a:cubicBezTo>
                  <a:lnTo>
                    <a:pt x="60466" y="1332"/>
                  </a:lnTo>
                  <a:cubicBezTo>
                    <a:pt x="60500" y="1332"/>
                    <a:pt x="60534" y="1298"/>
                    <a:pt x="60534" y="1263"/>
                  </a:cubicBezTo>
                  <a:cubicBezTo>
                    <a:pt x="60568" y="1229"/>
                    <a:pt x="60534" y="1161"/>
                    <a:pt x="60466" y="1161"/>
                  </a:cubicBezTo>
                  <a:close/>
                  <a:moveTo>
                    <a:pt x="34703" y="1195"/>
                  </a:moveTo>
                  <a:cubicBezTo>
                    <a:pt x="34669" y="1229"/>
                    <a:pt x="34635" y="1263"/>
                    <a:pt x="34635" y="1298"/>
                  </a:cubicBezTo>
                  <a:cubicBezTo>
                    <a:pt x="34635" y="1366"/>
                    <a:pt x="34669" y="1366"/>
                    <a:pt x="34703" y="1366"/>
                  </a:cubicBezTo>
                  <a:lnTo>
                    <a:pt x="34840" y="1366"/>
                  </a:lnTo>
                  <a:cubicBezTo>
                    <a:pt x="34874" y="1366"/>
                    <a:pt x="34908" y="1332"/>
                    <a:pt x="34908" y="1263"/>
                  </a:cubicBezTo>
                  <a:cubicBezTo>
                    <a:pt x="34908" y="1229"/>
                    <a:pt x="34874" y="1195"/>
                    <a:pt x="34806" y="1195"/>
                  </a:cubicBezTo>
                  <a:close/>
                  <a:moveTo>
                    <a:pt x="60944" y="1195"/>
                  </a:moveTo>
                  <a:cubicBezTo>
                    <a:pt x="60876" y="1195"/>
                    <a:pt x="60841" y="1229"/>
                    <a:pt x="60841" y="1298"/>
                  </a:cubicBezTo>
                  <a:cubicBezTo>
                    <a:pt x="60841" y="1332"/>
                    <a:pt x="60876" y="1366"/>
                    <a:pt x="60910" y="1366"/>
                  </a:cubicBezTo>
                  <a:lnTo>
                    <a:pt x="61046" y="1400"/>
                  </a:lnTo>
                  <a:cubicBezTo>
                    <a:pt x="61080" y="1400"/>
                    <a:pt x="61114" y="1366"/>
                    <a:pt x="61114" y="1298"/>
                  </a:cubicBezTo>
                  <a:cubicBezTo>
                    <a:pt x="61114" y="1263"/>
                    <a:pt x="61080" y="1229"/>
                    <a:pt x="61046" y="1229"/>
                  </a:cubicBezTo>
                  <a:lnTo>
                    <a:pt x="60944" y="1195"/>
                  </a:lnTo>
                  <a:close/>
                  <a:moveTo>
                    <a:pt x="61490" y="1229"/>
                  </a:moveTo>
                  <a:cubicBezTo>
                    <a:pt x="61456" y="1229"/>
                    <a:pt x="61422" y="1263"/>
                    <a:pt x="61422" y="1332"/>
                  </a:cubicBezTo>
                  <a:cubicBezTo>
                    <a:pt x="61387" y="1366"/>
                    <a:pt x="61456" y="1400"/>
                    <a:pt x="61490" y="1434"/>
                  </a:cubicBezTo>
                  <a:lnTo>
                    <a:pt x="61592" y="1434"/>
                  </a:lnTo>
                  <a:cubicBezTo>
                    <a:pt x="61660" y="1434"/>
                    <a:pt x="61695" y="1400"/>
                    <a:pt x="61695" y="1332"/>
                  </a:cubicBezTo>
                  <a:cubicBezTo>
                    <a:pt x="61695" y="1298"/>
                    <a:pt x="61660" y="1263"/>
                    <a:pt x="61626" y="1263"/>
                  </a:cubicBezTo>
                  <a:lnTo>
                    <a:pt x="61490" y="1229"/>
                  </a:lnTo>
                  <a:close/>
                  <a:moveTo>
                    <a:pt x="34260" y="1263"/>
                  </a:moveTo>
                  <a:lnTo>
                    <a:pt x="34123" y="1298"/>
                  </a:lnTo>
                  <a:cubicBezTo>
                    <a:pt x="34089" y="1298"/>
                    <a:pt x="34055" y="1332"/>
                    <a:pt x="34055" y="1366"/>
                  </a:cubicBezTo>
                  <a:cubicBezTo>
                    <a:pt x="34055" y="1434"/>
                    <a:pt x="34089" y="1468"/>
                    <a:pt x="34157" y="1468"/>
                  </a:cubicBezTo>
                  <a:lnTo>
                    <a:pt x="34260" y="1434"/>
                  </a:lnTo>
                  <a:cubicBezTo>
                    <a:pt x="34328" y="1434"/>
                    <a:pt x="34362" y="1400"/>
                    <a:pt x="34328" y="1332"/>
                  </a:cubicBezTo>
                  <a:cubicBezTo>
                    <a:pt x="34328" y="1298"/>
                    <a:pt x="34294" y="1263"/>
                    <a:pt x="34260" y="1263"/>
                  </a:cubicBezTo>
                  <a:close/>
                  <a:moveTo>
                    <a:pt x="62070" y="1298"/>
                  </a:moveTo>
                  <a:cubicBezTo>
                    <a:pt x="62002" y="1298"/>
                    <a:pt x="61968" y="1332"/>
                    <a:pt x="61968" y="1366"/>
                  </a:cubicBezTo>
                  <a:cubicBezTo>
                    <a:pt x="61968" y="1400"/>
                    <a:pt x="62002" y="1468"/>
                    <a:pt x="62070" y="1468"/>
                  </a:cubicBezTo>
                  <a:lnTo>
                    <a:pt x="62172" y="1468"/>
                  </a:lnTo>
                  <a:cubicBezTo>
                    <a:pt x="62206" y="1468"/>
                    <a:pt x="62275" y="1434"/>
                    <a:pt x="62275" y="1400"/>
                  </a:cubicBezTo>
                  <a:cubicBezTo>
                    <a:pt x="62275" y="1332"/>
                    <a:pt x="62240" y="1298"/>
                    <a:pt x="62172" y="1298"/>
                  </a:cubicBezTo>
                  <a:close/>
                  <a:moveTo>
                    <a:pt x="62650" y="1332"/>
                  </a:moveTo>
                  <a:cubicBezTo>
                    <a:pt x="62582" y="1332"/>
                    <a:pt x="62548" y="1366"/>
                    <a:pt x="62548" y="1400"/>
                  </a:cubicBezTo>
                  <a:cubicBezTo>
                    <a:pt x="62548" y="1468"/>
                    <a:pt x="62582" y="1502"/>
                    <a:pt x="62616" y="1502"/>
                  </a:cubicBezTo>
                  <a:lnTo>
                    <a:pt x="62752" y="1502"/>
                  </a:lnTo>
                  <a:cubicBezTo>
                    <a:pt x="62786" y="1502"/>
                    <a:pt x="62821" y="1468"/>
                    <a:pt x="62821" y="1434"/>
                  </a:cubicBezTo>
                  <a:cubicBezTo>
                    <a:pt x="62855" y="1366"/>
                    <a:pt x="62786" y="1332"/>
                    <a:pt x="62752" y="1332"/>
                  </a:cubicBezTo>
                  <a:close/>
                  <a:moveTo>
                    <a:pt x="33680" y="1332"/>
                  </a:moveTo>
                  <a:lnTo>
                    <a:pt x="33577" y="1366"/>
                  </a:lnTo>
                  <a:cubicBezTo>
                    <a:pt x="33509" y="1366"/>
                    <a:pt x="33475" y="1400"/>
                    <a:pt x="33475" y="1468"/>
                  </a:cubicBezTo>
                  <a:cubicBezTo>
                    <a:pt x="33509" y="1502"/>
                    <a:pt x="33543" y="1536"/>
                    <a:pt x="33577" y="1536"/>
                  </a:cubicBezTo>
                  <a:lnTo>
                    <a:pt x="33714" y="1502"/>
                  </a:lnTo>
                  <a:cubicBezTo>
                    <a:pt x="33748" y="1502"/>
                    <a:pt x="33782" y="1468"/>
                    <a:pt x="33782" y="1434"/>
                  </a:cubicBezTo>
                  <a:cubicBezTo>
                    <a:pt x="33782" y="1366"/>
                    <a:pt x="33714" y="1332"/>
                    <a:pt x="33680" y="1332"/>
                  </a:cubicBezTo>
                  <a:close/>
                  <a:moveTo>
                    <a:pt x="63196" y="1366"/>
                  </a:moveTo>
                  <a:cubicBezTo>
                    <a:pt x="63162" y="1366"/>
                    <a:pt x="63128" y="1400"/>
                    <a:pt x="63128" y="1434"/>
                  </a:cubicBezTo>
                  <a:cubicBezTo>
                    <a:pt x="63128" y="1502"/>
                    <a:pt x="63162" y="1536"/>
                    <a:pt x="63196" y="1536"/>
                  </a:cubicBezTo>
                  <a:lnTo>
                    <a:pt x="63332" y="1536"/>
                  </a:lnTo>
                  <a:cubicBezTo>
                    <a:pt x="63367" y="1536"/>
                    <a:pt x="63401" y="1502"/>
                    <a:pt x="63401" y="1468"/>
                  </a:cubicBezTo>
                  <a:cubicBezTo>
                    <a:pt x="63401" y="1434"/>
                    <a:pt x="63367" y="1366"/>
                    <a:pt x="63332" y="1366"/>
                  </a:cubicBezTo>
                  <a:close/>
                  <a:moveTo>
                    <a:pt x="33147" y="1421"/>
                  </a:moveTo>
                  <a:cubicBezTo>
                    <a:pt x="33134" y="1421"/>
                    <a:pt x="33118" y="1425"/>
                    <a:pt x="33099" y="1434"/>
                  </a:cubicBezTo>
                  <a:lnTo>
                    <a:pt x="32997" y="1434"/>
                  </a:lnTo>
                  <a:cubicBezTo>
                    <a:pt x="32963" y="1434"/>
                    <a:pt x="32929" y="1468"/>
                    <a:pt x="32929" y="1536"/>
                  </a:cubicBezTo>
                  <a:cubicBezTo>
                    <a:pt x="32929" y="1571"/>
                    <a:pt x="32963" y="1605"/>
                    <a:pt x="32997" y="1605"/>
                  </a:cubicBezTo>
                  <a:lnTo>
                    <a:pt x="33134" y="1605"/>
                  </a:lnTo>
                  <a:cubicBezTo>
                    <a:pt x="33168" y="1571"/>
                    <a:pt x="33202" y="1536"/>
                    <a:pt x="33202" y="1502"/>
                  </a:cubicBezTo>
                  <a:cubicBezTo>
                    <a:pt x="33202" y="1452"/>
                    <a:pt x="33184" y="1421"/>
                    <a:pt x="33147" y="1421"/>
                  </a:cubicBezTo>
                  <a:close/>
                  <a:moveTo>
                    <a:pt x="63776" y="1400"/>
                  </a:moveTo>
                  <a:cubicBezTo>
                    <a:pt x="63742" y="1400"/>
                    <a:pt x="63708" y="1434"/>
                    <a:pt x="63708" y="1502"/>
                  </a:cubicBezTo>
                  <a:cubicBezTo>
                    <a:pt x="63674" y="1536"/>
                    <a:pt x="63708" y="1571"/>
                    <a:pt x="63776" y="1571"/>
                  </a:cubicBezTo>
                  <a:lnTo>
                    <a:pt x="63878" y="1605"/>
                  </a:lnTo>
                  <a:cubicBezTo>
                    <a:pt x="63947" y="1605"/>
                    <a:pt x="63981" y="1571"/>
                    <a:pt x="63981" y="1502"/>
                  </a:cubicBezTo>
                  <a:cubicBezTo>
                    <a:pt x="63981" y="1468"/>
                    <a:pt x="63947" y="1434"/>
                    <a:pt x="63913" y="1434"/>
                  </a:cubicBezTo>
                  <a:lnTo>
                    <a:pt x="63776" y="1400"/>
                  </a:lnTo>
                  <a:close/>
                  <a:moveTo>
                    <a:pt x="64323" y="1455"/>
                  </a:moveTo>
                  <a:cubicBezTo>
                    <a:pt x="64290" y="1455"/>
                    <a:pt x="64254" y="1487"/>
                    <a:pt x="64254" y="1536"/>
                  </a:cubicBezTo>
                  <a:cubicBezTo>
                    <a:pt x="64254" y="1571"/>
                    <a:pt x="64288" y="1605"/>
                    <a:pt x="64356" y="1639"/>
                  </a:cubicBezTo>
                  <a:lnTo>
                    <a:pt x="64458" y="1639"/>
                  </a:lnTo>
                  <a:cubicBezTo>
                    <a:pt x="64493" y="1639"/>
                    <a:pt x="64561" y="1605"/>
                    <a:pt x="64561" y="1536"/>
                  </a:cubicBezTo>
                  <a:cubicBezTo>
                    <a:pt x="64561" y="1502"/>
                    <a:pt x="64527" y="1468"/>
                    <a:pt x="64458" y="1468"/>
                  </a:cubicBezTo>
                  <a:lnTo>
                    <a:pt x="64356" y="1468"/>
                  </a:lnTo>
                  <a:cubicBezTo>
                    <a:pt x="64347" y="1459"/>
                    <a:pt x="64335" y="1455"/>
                    <a:pt x="64323" y="1455"/>
                  </a:cubicBezTo>
                  <a:close/>
                  <a:moveTo>
                    <a:pt x="32417" y="1502"/>
                  </a:moveTo>
                  <a:cubicBezTo>
                    <a:pt x="32383" y="1502"/>
                    <a:pt x="32349" y="1571"/>
                    <a:pt x="32349" y="1605"/>
                  </a:cubicBezTo>
                  <a:cubicBezTo>
                    <a:pt x="32349" y="1639"/>
                    <a:pt x="32383" y="1673"/>
                    <a:pt x="32451" y="1673"/>
                  </a:cubicBezTo>
                  <a:lnTo>
                    <a:pt x="32553" y="1673"/>
                  </a:lnTo>
                  <a:cubicBezTo>
                    <a:pt x="32622" y="1673"/>
                    <a:pt x="32656" y="1605"/>
                    <a:pt x="32656" y="1571"/>
                  </a:cubicBezTo>
                  <a:cubicBezTo>
                    <a:pt x="32622" y="1536"/>
                    <a:pt x="32588" y="1502"/>
                    <a:pt x="32553" y="1502"/>
                  </a:cubicBezTo>
                  <a:close/>
                  <a:moveTo>
                    <a:pt x="64936" y="1502"/>
                  </a:moveTo>
                  <a:cubicBezTo>
                    <a:pt x="64868" y="1502"/>
                    <a:pt x="64834" y="1536"/>
                    <a:pt x="64834" y="1571"/>
                  </a:cubicBezTo>
                  <a:cubicBezTo>
                    <a:pt x="64834" y="1605"/>
                    <a:pt x="64868" y="1673"/>
                    <a:pt x="64902" y="1673"/>
                  </a:cubicBezTo>
                  <a:lnTo>
                    <a:pt x="65039" y="1673"/>
                  </a:lnTo>
                  <a:cubicBezTo>
                    <a:pt x="65073" y="1673"/>
                    <a:pt x="65107" y="1639"/>
                    <a:pt x="65107" y="1605"/>
                  </a:cubicBezTo>
                  <a:cubicBezTo>
                    <a:pt x="65107" y="1536"/>
                    <a:pt x="65073" y="1502"/>
                    <a:pt x="65039" y="1502"/>
                  </a:cubicBezTo>
                  <a:close/>
                  <a:moveTo>
                    <a:pt x="65482" y="1536"/>
                  </a:moveTo>
                  <a:cubicBezTo>
                    <a:pt x="65448" y="1536"/>
                    <a:pt x="65414" y="1571"/>
                    <a:pt x="65414" y="1605"/>
                  </a:cubicBezTo>
                  <a:cubicBezTo>
                    <a:pt x="65414" y="1673"/>
                    <a:pt x="65448" y="1707"/>
                    <a:pt x="65482" y="1707"/>
                  </a:cubicBezTo>
                  <a:lnTo>
                    <a:pt x="65619" y="1707"/>
                  </a:lnTo>
                  <a:cubicBezTo>
                    <a:pt x="65653" y="1707"/>
                    <a:pt x="65687" y="1673"/>
                    <a:pt x="65687" y="1639"/>
                  </a:cubicBezTo>
                  <a:cubicBezTo>
                    <a:pt x="65687" y="1605"/>
                    <a:pt x="65653" y="1536"/>
                    <a:pt x="65619" y="1536"/>
                  </a:cubicBezTo>
                  <a:close/>
                  <a:moveTo>
                    <a:pt x="31871" y="1571"/>
                  </a:moveTo>
                  <a:cubicBezTo>
                    <a:pt x="31803" y="1605"/>
                    <a:pt x="31769" y="1639"/>
                    <a:pt x="31803" y="1673"/>
                  </a:cubicBezTo>
                  <a:cubicBezTo>
                    <a:pt x="31803" y="1707"/>
                    <a:pt x="31837" y="1741"/>
                    <a:pt x="31871" y="1741"/>
                  </a:cubicBezTo>
                  <a:lnTo>
                    <a:pt x="32007" y="1741"/>
                  </a:lnTo>
                  <a:cubicBezTo>
                    <a:pt x="32042" y="1741"/>
                    <a:pt x="32076" y="1673"/>
                    <a:pt x="32076" y="1639"/>
                  </a:cubicBezTo>
                  <a:cubicBezTo>
                    <a:pt x="32076" y="1605"/>
                    <a:pt x="32007" y="1571"/>
                    <a:pt x="31973" y="1571"/>
                  </a:cubicBezTo>
                  <a:close/>
                  <a:moveTo>
                    <a:pt x="66062" y="1571"/>
                  </a:moveTo>
                  <a:cubicBezTo>
                    <a:pt x="66028" y="1571"/>
                    <a:pt x="65994" y="1605"/>
                    <a:pt x="65960" y="1639"/>
                  </a:cubicBezTo>
                  <a:cubicBezTo>
                    <a:pt x="65960" y="1707"/>
                    <a:pt x="65994" y="1741"/>
                    <a:pt x="66062" y="1741"/>
                  </a:cubicBezTo>
                  <a:lnTo>
                    <a:pt x="66165" y="1741"/>
                  </a:lnTo>
                  <a:cubicBezTo>
                    <a:pt x="66233" y="1741"/>
                    <a:pt x="66267" y="1707"/>
                    <a:pt x="66267" y="1673"/>
                  </a:cubicBezTo>
                  <a:cubicBezTo>
                    <a:pt x="66267" y="1639"/>
                    <a:pt x="66233" y="1605"/>
                    <a:pt x="66165" y="1571"/>
                  </a:cubicBezTo>
                  <a:close/>
                  <a:moveTo>
                    <a:pt x="66642" y="1605"/>
                  </a:moveTo>
                  <a:cubicBezTo>
                    <a:pt x="66574" y="1605"/>
                    <a:pt x="66540" y="1639"/>
                    <a:pt x="66540" y="1707"/>
                  </a:cubicBezTo>
                  <a:cubicBezTo>
                    <a:pt x="66540" y="1741"/>
                    <a:pt x="66574" y="1775"/>
                    <a:pt x="66642" y="1775"/>
                  </a:cubicBezTo>
                  <a:lnTo>
                    <a:pt x="66745" y="1809"/>
                  </a:lnTo>
                  <a:cubicBezTo>
                    <a:pt x="66779" y="1809"/>
                    <a:pt x="66813" y="1775"/>
                    <a:pt x="66847" y="1707"/>
                  </a:cubicBezTo>
                  <a:cubicBezTo>
                    <a:pt x="66847" y="1673"/>
                    <a:pt x="66813" y="1639"/>
                    <a:pt x="66745" y="1639"/>
                  </a:cubicBezTo>
                  <a:lnTo>
                    <a:pt x="66642" y="1605"/>
                  </a:lnTo>
                  <a:close/>
                  <a:moveTo>
                    <a:pt x="31393" y="1639"/>
                  </a:moveTo>
                  <a:lnTo>
                    <a:pt x="31291" y="1673"/>
                  </a:lnTo>
                  <a:cubicBezTo>
                    <a:pt x="31257" y="1673"/>
                    <a:pt x="31223" y="1707"/>
                    <a:pt x="31223" y="1741"/>
                  </a:cubicBezTo>
                  <a:cubicBezTo>
                    <a:pt x="31223" y="1809"/>
                    <a:pt x="31257" y="1844"/>
                    <a:pt x="31291" y="1844"/>
                  </a:cubicBezTo>
                  <a:lnTo>
                    <a:pt x="31325" y="1844"/>
                  </a:lnTo>
                  <a:lnTo>
                    <a:pt x="31427" y="1809"/>
                  </a:lnTo>
                  <a:cubicBezTo>
                    <a:pt x="31462" y="1809"/>
                    <a:pt x="31496" y="1775"/>
                    <a:pt x="31496" y="1707"/>
                  </a:cubicBezTo>
                  <a:cubicBezTo>
                    <a:pt x="31496" y="1673"/>
                    <a:pt x="31462" y="1639"/>
                    <a:pt x="31393" y="1639"/>
                  </a:cubicBezTo>
                  <a:close/>
                  <a:moveTo>
                    <a:pt x="67187" y="1664"/>
                  </a:moveTo>
                  <a:cubicBezTo>
                    <a:pt x="67142" y="1664"/>
                    <a:pt x="67120" y="1714"/>
                    <a:pt x="67120" y="1741"/>
                  </a:cubicBezTo>
                  <a:cubicBezTo>
                    <a:pt x="67120" y="1775"/>
                    <a:pt x="67154" y="1844"/>
                    <a:pt x="67188" y="1844"/>
                  </a:cubicBezTo>
                  <a:lnTo>
                    <a:pt x="67325" y="1844"/>
                  </a:lnTo>
                  <a:cubicBezTo>
                    <a:pt x="67359" y="1844"/>
                    <a:pt x="67393" y="1809"/>
                    <a:pt x="67393" y="1775"/>
                  </a:cubicBezTo>
                  <a:cubicBezTo>
                    <a:pt x="67393" y="1707"/>
                    <a:pt x="67359" y="1673"/>
                    <a:pt x="67325" y="1673"/>
                  </a:cubicBezTo>
                  <a:lnTo>
                    <a:pt x="67222" y="1673"/>
                  </a:lnTo>
                  <a:cubicBezTo>
                    <a:pt x="67209" y="1666"/>
                    <a:pt x="67198" y="1664"/>
                    <a:pt x="67187" y="1664"/>
                  </a:cubicBezTo>
                  <a:close/>
                  <a:moveTo>
                    <a:pt x="67768" y="1707"/>
                  </a:moveTo>
                  <a:cubicBezTo>
                    <a:pt x="67734" y="1707"/>
                    <a:pt x="67700" y="1741"/>
                    <a:pt x="67700" y="1775"/>
                  </a:cubicBezTo>
                  <a:cubicBezTo>
                    <a:pt x="67700" y="1844"/>
                    <a:pt x="67734" y="1878"/>
                    <a:pt x="67768" y="1878"/>
                  </a:cubicBezTo>
                  <a:lnTo>
                    <a:pt x="67905" y="1878"/>
                  </a:lnTo>
                  <a:cubicBezTo>
                    <a:pt x="67939" y="1878"/>
                    <a:pt x="67973" y="1844"/>
                    <a:pt x="67973" y="1809"/>
                  </a:cubicBezTo>
                  <a:cubicBezTo>
                    <a:pt x="67973" y="1741"/>
                    <a:pt x="67939" y="1707"/>
                    <a:pt x="67905" y="1707"/>
                  </a:cubicBezTo>
                  <a:close/>
                  <a:moveTo>
                    <a:pt x="30847" y="1707"/>
                  </a:moveTo>
                  <a:lnTo>
                    <a:pt x="30711" y="1741"/>
                  </a:lnTo>
                  <a:cubicBezTo>
                    <a:pt x="30677" y="1741"/>
                    <a:pt x="30643" y="1775"/>
                    <a:pt x="30643" y="1844"/>
                  </a:cubicBezTo>
                  <a:cubicBezTo>
                    <a:pt x="30643" y="1878"/>
                    <a:pt x="30711" y="1912"/>
                    <a:pt x="30745" y="1912"/>
                  </a:cubicBezTo>
                  <a:lnTo>
                    <a:pt x="30847" y="1878"/>
                  </a:lnTo>
                  <a:cubicBezTo>
                    <a:pt x="30916" y="1878"/>
                    <a:pt x="30950" y="1844"/>
                    <a:pt x="30950" y="1775"/>
                  </a:cubicBezTo>
                  <a:cubicBezTo>
                    <a:pt x="30916" y="1741"/>
                    <a:pt x="30881" y="1707"/>
                    <a:pt x="30847" y="1707"/>
                  </a:cubicBezTo>
                  <a:close/>
                  <a:moveTo>
                    <a:pt x="68349" y="1741"/>
                  </a:moveTo>
                  <a:cubicBezTo>
                    <a:pt x="68314" y="1741"/>
                    <a:pt x="68246" y="1775"/>
                    <a:pt x="68246" y="1809"/>
                  </a:cubicBezTo>
                  <a:cubicBezTo>
                    <a:pt x="68246" y="1878"/>
                    <a:pt x="68280" y="1912"/>
                    <a:pt x="68349" y="1912"/>
                  </a:cubicBezTo>
                  <a:lnTo>
                    <a:pt x="68451" y="1912"/>
                  </a:lnTo>
                  <a:cubicBezTo>
                    <a:pt x="68519" y="1912"/>
                    <a:pt x="68553" y="1878"/>
                    <a:pt x="68553" y="1844"/>
                  </a:cubicBezTo>
                  <a:cubicBezTo>
                    <a:pt x="68553" y="1809"/>
                    <a:pt x="68519" y="1741"/>
                    <a:pt x="68451" y="1741"/>
                  </a:cubicBezTo>
                  <a:close/>
                  <a:moveTo>
                    <a:pt x="68929" y="1775"/>
                  </a:moveTo>
                  <a:cubicBezTo>
                    <a:pt x="68860" y="1775"/>
                    <a:pt x="68826" y="1809"/>
                    <a:pt x="68826" y="1878"/>
                  </a:cubicBezTo>
                  <a:cubicBezTo>
                    <a:pt x="68826" y="1912"/>
                    <a:pt x="68860" y="1946"/>
                    <a:pt x="68894" y="1946"/>
                  </a:cubicBezTo>
                  <a:lnTo>
                    <a:pt x="69031" y="1946"/>
                  </a:lnTo>
                  <a:cubicBezTo>
                    <a:pt x="69065" y="1946"/>
                    <a:pt x="69099" y="1912"/>
                    <a:pt x="69099" y="1878"/>
                  </a:cubicBezTo>
                  <a:cubicBezTo>
                    <a:pt x="69133" y="1844"/>
                    <a:pt x="69099" y="1809"/>
                    <a:pt x="69031" y="1775"/>
                  </a:cubicBezTo>
                  <a:close/>
                  <a:moveTo>
                    <a:pt x="30267" y="1775"/>
                  </a:moveTo>
                  <a:lnTo>
                    <a:pt x="30165" y="1809"/>
                  </a:lnTo>
                  <a:cubicBezTo>
                    <a:pt x="30097" y="1809"/>
                    <a:pt x="30062" y="1844"/>
                    <a:pt x="30097" y="1912"/>
                  </a:cubicBezTo>
                  <a:cubicBezTo>
                    <a:pt x="30097" y="1946"/>
                    <a:pt x="30131" y="1980"/>
                    <a:pt x="30165" y="1980"/>
                  </a:cubicBezTo>
                  <a:lnTo>
                    <a:pt x="30301" y="1946"/>
                  </a:lnTo>
                  <a:cubicBezTo>
                    <a:pt x="30335" y="1946"/>
                    <a:pt x="30370" y="1912"/>
                    <a:pt x="30370" y="1878"/>
                  </a:cubicBezTo>
                  <a:cubicBezTo>
                    <a:pt x="30370" y="1809"/>
                    <a:pt x="30335" y="1775"/>
                    <a:pt x="30267" y="1775"/>
                  </a:cubicBezTo>
                  <a:close/>
                  <a:moveTo>
                    <a:pt x="69509" y="1809"/>
                  </a:moveTo>
                  <a:cubicBezTo>
                    <a:pt x="69440" y="1809"/>
                    <a:pt x="69406" y="1844"/>
                    <a:pt x="69406" y="1912"/>
                  </a:cubicBezTo>
                  <a:cubicBezTo>
                    <a:pt x="69406" y="1946"/>
                    <a:pt x="69440" y="1980"/>
                    <a:pt x="69475" y="1980"/>
                  </a:cubicBezTo>
                  <a:lnTo>
                    <a:pt x="69611" y="2014"/>
                  </a:lnTo>
                  <a:cubicBezTo>
                    <a:pt x="69645" y="2014"/>
                    <a:pt x="69679" y="1980"/>
                    <a:pt x="69679" y="1912"/>
                  </a:cubicBezTo>
                  <a:cubicBezTo>
                    <a:pt x="69679" y="1878"/>
                    <a:pt x="69645" y="1844"/>
                    <a:pt x="69611" y="1844"/>
                  </a:cubicBezTo>
                  <a:lnTo>
                    <a:pt x="69509" y="1809"/>
                  </a:lnTo>
                  <a:close/>
                  <a:moveTo>
                    <a:pt x="29585" y="1878"/>
                  </a:moveTo>
                  <a:cubicBezTo>
                    <a:pt x="29551" y="1878"/>
                    <a:pt x="29517" y="1946"/>
                    <a:pt x="29517" y="1980"/>
                  </a:cubicBezTo>
                  <a:cubicBezTo>
                    <a:pt x="29517" y="2014"/>
                    <a:pt x="29551" y="2048"/>
                    <a:pt x="29619" y="2048"/>
                  </a:cubicBezTo>
                  <a:lnTo>
                    <a:pt x="29721" y="2048"/>
                  </a:lnTo>
                  <a:cubicBezTo>
                    <a:pt x="29790" y="2014"/>
                    <a:pt x="29824" y="1980"/>
                    <a:pt x="29790" y="1946"/>
                  </a:cubicBezTo>
                  <a:cubicBezTo>
                    <a:pt x="29790" y="1878"/>
                    <a:pt x="29755" y="1878"/>
                    <a:pt x="29721" y="1878"/>
                  </a:cubicBezTo>
                  <a:close/>
                  <a:moveTo>
                    <a:pt x="70055" y="1878"/>
                  </a:moveTo>
                  <a:cubicBezTo>
                    <a:pt x="70021" y="1878"/>
                    <a:pt x="69986" y="1912"/>
                    <a:pt x="69986" y="1946"/>
                  </a:cubicBezTo>
                  <a:cubicBezTo>
                    <a:pt x="69952" y="1980"/>
                    <a:pt x="70021" y="2048"/>
                    <a:pt x="70055" y="2048"/>
                  </a:cubicBezTo>
                  <a:lnTo>
                    <a:pt x="70157" y="2048"/>
                  </a:lnTo>
                  <a:cubicBezTo>
                    <a:pt x="70225" y="2048"/>
                    <a:pt x="70259" y="2014"/>
                    <a:pt x="70259" y="1980"/>
                  </a:cubicBezTo>
                  <a:cubicBezTo>
                    <a:pt x="70259" y="1912"/>
                    <a:pt x="70225" y="1878"/>
                    <a:pt x="70191" y="1878"/>
                  </a:cubicBezTo>
                  <a:close/>
                  <a:moveTo>
                    <a:pt x="70635" y="1912"/>
                  </a:moveTo>
                  <a:cubicBezTo>
                    <a:pt x="70601" y="1912"/>
                    <a:pt x="70532" y="1946"/>
                    <a:pt x="70532" y="1980"/>
                  </a:cubicBezTo>
                  <a:cubicBezTo>
                    <a:pt x="70532" y="2048"/>
                    <a:pt x="70567" y="2082"/>
                    <a:pt x="70635" y="2082"/>
                  </a:cubicBezTo>
                  <a:lnTo>
                    <a:pt x="70737" y="2082"/>
                  </a:lnTo>
                  <a:cubicBezTo>
                    <a:pt x="70771" y="2082"/>
                    <a:pt x="70839" y="2048"/>
                    <a:pt x="70839" y="2014"/>
                  </a:cubicBezTo>
                  <a:cubicBezTo>
                    <a:pt x="70839" y="1946"/>
                    <a:pt x="70805" y="1912"/>
                    <a:pt x="70737" y="1912"/>
                  </a:cubicBezTo>
                  <a:close/>
                  <a:moveTo>
                    <a:pt x="29039" y="1946"/>
                  </a:moveTo>
                  <a:cubicBezTo>
                    <a:pt x="28971" y="1946"/>
                    <a:pt x="28936" y="2014"/>
                    <a:pt x="28936" y="2048"/>
                  </a:cubicBezTo>
                  <a:cubicBezTo>
                    <a:pt x="28971" y="2082"/>
                    <a:pt x="29005" y="2117"/>
                    <a:pt x="29039" y="2117"/>
                  </a:cubicBezTo>
                  <a:lnTo>
                    <a:pt x="29175" y="2117"/>
                  </a:lnTo>
                  <a:cubicBezTo>
                    <a:pt x="29209" y="2117"/>
                    <a:pt x="29244" y="2048"/>
                    <a:pt x="29244" y="2014"/>
                  </a:cubicBezTo>
                  <a:cubicBezTo>
                    <a:pt x="29244" y="1980"/>
                    <a:pt x="29175" y="1946"/>
                    <a:pt x="29141" y="1946"/>
                  </a:cubicBezTo>
                  <a:close/>
                  <a:moveTo>
                    <a:pt x="71215" y="1946"/>
                  </a:moveTo>
                  <a:cubicBezTo>
                    <a:pt x="71147" y="1946"/>
                    <a:pt x="71112" y="1980"/>
                    <a:pt x="71112" y="2014"/>
                  </a:cubicBezTo>
                  <a:cubicBezTo>
                    <a:pt x="71112" y="2082"/>
                    <a:pt x="71147" y="2117"/>
                    <a:pt x="71181" y="2117"/>
                  </a:cubicBezTo>
                  <a:lnTo>
                    <a:pt x="71317" y="2117"/>
                  </a:lnTo>
                  <a:cubicBezTo>
                    <a:pt x="71351" y="2117"/>
                    <a:pt x="71385" y="2082"/>
                    <a:pt x="71385" y="2048"/>
                  </a:cubicBezTo>
                  <a:cubicBezTo>
                    <a:pt x="71420" y="2014"/>
                    <a:pt x="71351" y="1946"/>
                    <a:pt x="71317" y="1946"/>
                  </a:cubicBezTo>
                  <a:close/>
                  <a:moveTo>
                    <a:pt x="28459" y="2014"/>
                  </a:moveTo>
                  <a:cubicBezTo>
                    <a:pt x="28425" y="2048"/>
                    <a:pt x="28390" y="2082"/>
                    <a:pt x="28390" y="2117"/>
                  </a:cubicBezTo>
                  <a:cubicBezTo>
                    <a:pt x="28390" y="2185"/>
                    <a:pt x="28425" y="2185"/>
                    <a:pt x="28459" y="2185"/>
                  </a:cubicBezTo>
                  <a:lnTo>
                    <a:pt x="28595" y="2185"/>
                  </a:lnTo>
                  <a:cubicBezTo>
                    <a:pt x="28629" y="2185"/>
                    <a:pt x="28663" y="2151"/>
                    <a:pt x="28663" y="2082"/>
                  </a:cubicBezTo>
                  <a:cubicBezTo>
                    <a:pt x="28663" y="2048"/>
                    <a:pt x="28629" y="2014"/>
                    <a:pt x="28561" y="2014"/>
                  </a:cubicBezTo>
                  <a:close/>
                  <a:moveTo>
                    <a:pt x="71761" y="1980"/>
                  </a:moveTo>
                  <a:cubicBezTo>
                    <a:pt x="71727" y="1980"/>
                    <a:pt x="71693" y="2014"/>
                    <a:pt x="71693" y="2082"/>
                  </a:cubicBezTo>
                  <a:cubicBezTo>
                    <a:pt x="71693" y="2117"/>
                    <a:pt x="71727" y="2151"/>
                    <a:pt x="71761" y="2151"/>
                  </a:cubicBezTo>
                  <a:lnTo>
                    <a:pt x="71863" y="2185"/>
                  </a:lnTo>
                  <a:lnTo>
                    <a:pt x="71897" y="2185"/>
                  </a:lnTo>
                  <a:cubicBezTo>
                    <a:pt x="71931" y="2185"/>
                    <a:pt x="71966" y="2151"/>
                    <a:pt x="71966" y="2082"/>
                  </a:cubicBezTo>
                  <a:cubicBezTo>
                    <a:pt x="71966" y="2048"/>
                    <a:pt x="71931" y="2014"/>
                    <a:pt x="71897" y="2014"/>
                  </a:cubicBezTo>
                  <a:lnTo>
                    <a:pt x="71761" y="1980"/>
                  </a:lnTo>
                  <a:close/>
                  <a:moveTo>
                    <a:pt x="72341" y="2014"/>
                  </a:moveTo>
                  <a:cubicBezTo>
                    <a:pt x="72307" y="2014"/>
                    <a:pt x="72273" y="2048"/>
                    <a:pt x="72273" y="2117"/>
                  </a:cubicBezTo>
                  <a:cubicBezTo>
                    <a:pt x="72239" y="2151"/>
                    <a:pt x="72273" y="2185"/>
                    <a:pt x="72341" y="2219"/>
                  </a:cubicBezTo>
                  <a:lnTo>
                    <a:pt x="72443" y="2219"/>
                  </a:lnTo>
                  <a:cubicBezTo>
                    <a:pt x="72512" y="2219"/>
                    <a:pt x="72546" y="2185"/>
                    <a:pt x="72546" y="2117"/>
                  </a:cubicBezTo>
                  <a:cubicBezTo>
                    <a:pt x="72546" y="2082"/>
                    <a:pt x="72512" y="2048"/>
                    <a:pt x="72477" y="2048"/>
                  </a:cubicBezTo>
                  <a:lnTo>
                    <a:pt x="72341" y="2014"/>
                  </a:lnTo>
                  <a:close/>
                  <a:moveTo>
                    <a:pt x="72886" y="2073"/>
                  </a:moveTo>
                  <a:cubicBezTo>
                    <a:pt x="72841" y="2073"/>
                    <a:pt x="72819" y="2123"/>
                    <a:pt x="72819" y="2151"/>
                  </a:cubicBezTo>
                  <a:cubicBezTo>
                    <a:pt x="72819" y="2185"/>
                    <a:pt x="72853" y="2253"/>
                    <a:pt x="72921" y="2253"/>
                  </a:cubicBezTo>
                  <a:lnTo>
                    <a:pt x="73023" y="2253"/>
                  </a:lnTo>
                  <a:cubicBezTo>
                    <a:pt x="73057" y="2253"/>
                    <a:pt x="73126" y="2219"/>
                    <a:pt x="73126" y="2185"/>
                  </a:cubicBezTo>
                  <a:cubicBezTo>
                    <a:pt x="73126" y="2117"/>
                    <a:pt x="73092" y="2082"/>
                    <a:pt x="73023" y="2082"/>
                  </a:cubicBezTo>
                  <a:lnTo>
                    <a:pt x="72921" y="2082"/>
                  </a:lnTo>
                  <a:cubicBezTo>
                    <a:pt x="72908" y="2076"/>
                    <a:pt x="72896" y="2073"/>
                    <a:pt x="72886" y="2073"/>
                  </a:cubicBezTo>
                  <a:close/>
                  <a:moveTo>
                    <a:pt x="28015" y="2082"/>
                  </a:moveTo>
                  <a:lnTo>
                    <a:pt x="27879" y="2117"/>
                  </a:lnTo>
                  <a:cubicBezTo>
                    <a:pt x="27844" y="2117"/>
                    <a:pt x="27810" y="2151"/>
                    <a:pt x="27810" y="2185"/>
                  </a:cubicBezTo>
                  <a:cubicBezTo>
                    <a:pt x="27810" y="2253"/>
                    <a:pt x="27844" y="2287"/>
                    <a:pt x="27913" y="2287"/>
                  </a:cubicBezTo>
                  <a:lnTo>
                    <a:pt x="28015" y="2253"/>
                  </a:lnTo>
                  <a:cubicBezTo>
                    <a:pt x="28083" y="2253"/>
                    <a:pt x="28117" y="2219"/>
                    <a:pt x="28083" y="2151"/>
                  </a:cubicBezTo>
                  <a:cubicBezTo>
                    <a:pt x="28083" y="2117"/>
                    <a:pt x="28049" y="2082"/>
                    <a:pt x="28015" y="2082"/>
                  </a:cubicBezTo>
                  <a:close/>
                  <a:moveTo>
                    <a:pt x="73501" y="2117"/>
                  </a:moveTo>
                  <a:cubicBezTo>
                    <a:pt x="73433" y="2117"/>
                    <a:pt x="73399" y="2151"/>
                    <a:pt x="73399" y="2185"/>
                  </a:cubicBezTo>
                  <a:cubicBezTo>
                    <a:pt x="73399" y="2253"/>
                    <a:pt x="73433" y="2287"/>
                    <a:pt x="73467" y="2287"/>
                  </a:cubicBezTo>
                  <a:lnTo>
                    <a:pt x="73603" y="2287"/>
                  </a:lnTo>
                  <a:cubicBezTo>
                    <a:pt x="73638" y="2287"/>
                    <a:pt x="73672" y="2253"/>
                    <a:pt x="73672" y="2219"/>
                  </a:cubicBezTo>
                  <a:cubicBezTo>
                    <a:pt x="73672" y="2151"/>
                    <a:pt x="73638" y="2117"/>
                    <a:pt x="73603" y="2117"/>
                  </a:cubicBezTo>
                  <a:close/>
                  <a:moveTo>
                    <a:pt x="74047" y="2151"/>
                  </a:moveTo>
                  <a:cubicBezTo>
                    <a:pt x="74013" y="2151"/>
                    <a:pt x="73979" y="2185"/>
                    <a:pt x="73979" y="2219"/>
                  </a:cubicBezTo>
                  <a:cubicBezTo>
                    <a:pt x="73979" y="2287"/>
                    <a:pt x="74013" y="2321"/>
                    <a:pt x="74047" y="2321"/>
                  </a:cubicBezTo>
                  <a:lnTo>
                    <a:pt x="74184" y="2321"/>
                  </a:lnTo>
                  <a:cubicBezTo>
                    <a:pt x="74218" y="2321"/>
                    <a:pt x="74252" y="2287"/>
                    <a:pt x="74252" y="2253"/>
                  </a:cubicBezTo>
                  <a:cubicBezTo>
                    <a:pt x="74252" y="2219"/>
                    <a:pt x="74218" y="2151"/>
                    <a:pt x="74184" y="2151"/>
                  </a:cubicBezTo>
                  <a:close/>
                  <a:moveTo>
                    <a:pt x="27435" y="2151"/>
                  </a:moveTo>
                  <a:lnTo>
                    <a:pt x="27333" y="2185"/>
                  </a:lnTo>
                  <a:cubicBezTo>
                    <a:pt x="27264" y="2185"/>
                    <a:pt x="27230" y="2219"/>
                    <a:pt x="27230" y="2287"/>
                  </a:cubicBezTo>
                  <a:cubicBezTo>
                    <a:pt x="27264" y="2321"/>
                    <a:pt x="27299" y="2355"/>
                    <a:pt x="27333" y="2355"/>
                  </a:cubicBezTo>
                  <a:lnTo>
                    <a:pt x="27469" y="2321"/>
                  </a:lnTo>
                  <a:cubicBezTo>
                    <a:pt x="27503" y="2321"/>
                    <a:pt x="27537" y="2287"/>
                    <a:pt x="27537" y="2253"/>
                  </a:cubicBezTo>
                  <a:cubicBezTo>
                    <a:pt x="27537" y="2185"/>
                    <a:pt x="27469" y="2151"/>
                    <a:pt x="27435" y="2151"/>
                  </a:cubicBezTo>
                  <a:close/>
                  <a:moveTo>
                    <a:pt x="74627" y="2185"/>
                  </a:moveTo>
                  <a:cubicBezTo>
                    <a:pt x="74593" y="2185"/>
                    <a:pt x="74559" y="2219"/>
                    <a:pt x="74525" y="2287"/>
                  </a:cubicBezTo>
                  <a:cubicBezTo>
                    <a:pt x="74525" y="2321"/>
                    <a:pt x="74559" y="2355"/>
                    <a:pt x="74627" y="2355"/>
                  </a:cubicBezTo>
                  <a:lnTo>
                    <a:pt x="74730" y="2390"/>
                  </a:lnTo>
                  <a:cubicBezTo>
                    <a:pt x="74798" y="2390"/>
                    <a:pt x="74832" y="2355"/>
                    <a:pt x="74832" y="2287"/>
                  </a:cubicBezTo>
                  <a:cubicBezTo>
                    <a:pt x="74832" y="2253"/>
                    <a:pt x="74798" y="2219"/>
                    <a:pt x="74730" y="2219"/>
                  </a:cubicBezTo>
                  <a:lnTo>
                    <a:pt x="74627" y="2185"/>
                  </a:lnTo>
                  <a:close/>
                  <a:moveTo>
                    <a:pt x="26902" y="2240"/>
                  </a:moveTo>
                  <a:cubicBezTo>
                    <a:pt x="26889" y="2240"/>
                    <a:pt x="26873" y="2244"/>
                    <a:pt x="26855" y="2253"/>
                  </a:cubicBezTo>
                  <a:lnTo>
                    <a:pt x="26753" y="2253"/>
                  </a:lnTo>
                  <a:cubicBezTo>
                    <a:pt x="26718" y="2253"/>
                    <a:pt x="26684" y="2287"/>
                    <a:pt x="26684" y="2355"/>
                  </a:cubicBezTo>
                  <a:cubicBezTo>
                    <a:pt x="26684" y="2390"/>
                    <a:pt x="26718" y="2424"/>
                    <a:pt x="26753" y="2424"/>
                  </a:cubicBezTo>
                  <a:lnTo>
                    <a:pt x="26889" y="2424"/>
                  </a:lnTo>
                  <a:cubicBezTo>
                    <a:pt x="26923" y="2390"/>
                    <a:pt x="26957" y="2355"/>
                    <a:pt x="26957" y="2321"/>
                  </a:cubicBezTo>
                  <a:cubicBezTo>
                    <a:pt x="26957" y="2271"/>
                    <a:pt x="26939" y="2240"/>
                    <a:pt x="26902" y="2240"/>
                  </a:cubicBezTo>
                  <a:close/>
                  <a:moveTo>
                    <a:pt x="75160" y="2240"/>
                  </a:moveTo>
                  <a:cubicBezTo>
                    <a:pt x="75123" y="2240"/>
                    <a:pt x="75105" y="2271"/>
                    <a:pt x="75105" y="2321"/>
                  </a:cubicBezTo>
                  <a:cubicBezTo>
                    <a:pt x="75105" y="2355"/>
                    <a:pt x="75139" y="2390"/>
                    <a:pt x="75207" y="2424"/>
                  </a:cubicBezTo>
                  <a:lnTo>
                    <a:pt x="75310" y="2424"/>
                  </a:lnTo>
                  <a:cubicBezTo>
                    <a:pt x="75344" y="2424"/>
                    <a:pt x="75378" y="2390"/>
                    <a:pt x="75412" y="2321"/>
                  </a:cubicBezTo>
                  <a:cubicBezTo>
                    <a:pt x="75412" y="2287"/>
                    <a:pt x="75378" y="2253"/>
                    <a:pt x="75310" y="2253"/>
                  </a:cubicBezTo>
                  <a:lnTo>
                    <a:pt x="75207" y="2253"/>
                  </a:lnTo>
                  <a:cubicBezTo>
                    <a:pt x="75189" y="2244"/>
                    <a:pt x="75173" y="2240"/>
                    <a:pt x="75160" y="2240"/>
                  </a:cubicBezTo>
                  <a:close/>
                  <a:moveTo>
                    <a:pt x="75787" y="2287"/>
                  </a:moveTo>
                  <a:cubicBezTo>
                    <a:pt x="75719" y="2287"/>
                    <a:pt x="75685" y="2321"/>
                    <a:pt x="75685" y="2355"/>
                  </a:cubicBezTo>
                  <a:cubicBezTo>
                    <a:pt x="75685" y="2390"/>
                    <a:pt x="75719" y="2458"/>
                    <a:pt x="75753" y="2458"/>
                  </a:cubicBezTo>
                  <a:lnTo>
                    <a:pt x="75890" y="2458"/>
                  </a:lnTo>
                  <a:cubicBezTo>
                    <a:pt x="75924" y="2458"/>
                    <a:pt x="75958" y="2424"/>
                    <a:pt x="75958" y="2390"/>
                  </a:cubicBezTo>
                  <a:cubicBezTo>
                    <a:pt x="75958" y="2321"/>
                    <a:pt x="75924" y="2287"/>
                    <a:pt x="75890" y="2287"/>
                  </a:cubicBezTo>
                  <a:close/>
                  <a:moveTo>
                    <a:pt x="26172" y="2321"/>
                  </a:moveTo>
                  <a:cubicBezTo>
                    <a:pt x="26138" y="2321"/>
                    <a:pt x="26104" y="2390"/>
                    <a:pt x="26104" y="2424"/>
                  </a:cubicBezTo>
                  <a:cubicBezTo>
                    <a:pt x="26104" y="2458"/>
                    <a:pt x="26138" y="2492"/>
                    <a:pt x="26207" y="2492"/>
                  </a:cubicBezTo>
                  <a:lnTo>
                    <a:pt x="26309" y="2492"/>
                  </a:lnTo>
                  <a:cubicBezTo>
                    <a:pt x="26377" y="2492"/>
                    <a:pt x="26411" y="2424"/>
                    <a:pt x="26411" y="2390"/>
                  </a:cubicBezTo>
                  <a:cubicBezTo>
                    <a:pt x="26377" y="2355"/>
                    <a:pt x="26343" y="2321"/>
                    <a:pt x="26309" y="2321"/>
                  </a:cubicBezTo>
                  <a:close/>
                  <a:moveTo>
                    <a:pt x="76333" y="2321"/>
                  </a:moveTo>
                  <a:cubicBezTo>
                    <a:pt x="76299" y="2321"/>
                    <a:pt x="76265" y="2355"/>
                    <a:pt x="76265" y="2390"/>
                  </a:cubicBezTo>
                  <a:cubicBezTo>
                    <a:pt x="76265" y="2458"/>
                    <a:pt x="76299" y="2492"/>
                    <a:pt x="76333" y="2492"/>
                  </a:cubicBezTo>
                  <a:lnTo>
                    <a:pt x="76470" y="2492"/>
                  </a:lnTo>
                  <a:cubicBezTo>
                    <a:pt x="76504" y="2492"/>
                    <a:pt x="76538" y="2458"/>
                    <a:pt x="76538" y="2424"/>
                  </a:cubicBezTo>
                  <a:cubicBezTo>
                    <a:pt x="76538" y="2390"/>
                    <a:pt x="76504" y="2321"/>
                    <a:pt x="76470" y="2321"/>
                  </a:cubicBezTo>
                  <a:close/>
                  <a:moveTo>
                    <a:pt x="76913" y="2355"/>
                  </a:moveTo>
                  <a:cubicBezTo>
                    <a:pt x="76879" y="2355"/>
                    <a:pt x="76811" y="2390"/>
                    <a:pt x="76811" y="2458"/>
                  </a:cubicBezTo>
                  <a:cubicBezTo>
                    <a:pt x="76811" y="2492"/>
                    <a:pt x="76845" y="2526"/>
                    <a:pt x="76913" y="2526"/>
                  </a:cubicBezTo>
                  <a:lnTo>
                    <a:pt x="77016" y="2526"/>
                  </a:lnTo>
                  <a:cubicBezTo>
                    <a:pt x="77084" y="2526"/>
                    <a:pt x="77118" y="2492"/>
                    <a:pt x="77118" y="2458"/>
                  </a:cubicBezTo>
                  <a:cubicBezTo>
                    <a:pt x="77118" y="2424"/>
                    <a:pt x="77084" y="2390"/>
                    <a:pt x="77016" y="2355"/>
                  </a:cubicBezTo>
                  <a:close/>
                  <a:moveTo>
                    <a:pt x="25626" y="2390"/>
                  </a:moveTo>
                  <a:cubicBezTo>
                    <a:pt x="25558" y="2390"/>
                    <a:pt x="25524" y="2458"/>
                    <a:pt x="25558" y="2492"/>
                  </a:cubicBezTo>
                  <a:cubicBezTo>
                    <a:pt x="25558" y="2526"/>
                    <a:pt x="25592" y="2560"/>
                    <a:pt x="25626" y="2560"/>
                  </a:cubicBezTo>
                  <a:lnTo>
                    <a:pt x="25763" y="2560"/>
                  </a:lnTo>
                  <a:cubicBezTo>
                    <a:pt x="25797" y="2560"/>
                    <a:pt x="25831" y="2492"/>
                    <a:pt x="25831" y="2458"/>
                  </a:cubicBezTo>
                  <a:cubicBezTo>
                    <a:pt x="25831" y="2424"/>
                    <a:pt x="25763" y="2390"/>
                    <a:pt x="25729" y="2390"/>
                  </a:cubicBezTo>
                  <a:close/>
                  <a:moveTo>
                    <a:pt x="77493" y="2390"/>
                  </a:moveTo>
                  <a:cubicBezTo>
                    <a:pt x="77425" y="2390"/>
                    <a:pt x="77391" y="2424"/>
                    <a:pt x="77391" y="2492"/>
                  </a:cubicBezTo>
                  <a:cubicBezTo>
                    <a:pt x="77391" y="2526"/>
                    <a:pt x="77425" y="2560"/>
                    <a:pt x="77459" y="2560"/>
                  </a:cubicBezTo>
                  <a:lnTo>
                    <a:pt x="77596" y="2594"/>
                  </a:lnTo>
                  <a:cubicBezTo>
                    <a:pt x="77630" y="2594"/>
                    <a:pt x="77664" y="2560"/>
                    <a:pt x="77664" y="2492"/>
                  </a:cubicBezTo>
                  <a:cubicBezTo>
                    <a:pt x="77698" y="2458"/>
                    <a:pt x="77664" y="2424"/>
                    <a:pt x="77596" y="2424"/>
                  </a:cubicBezTo>
                  <a:lnTo>
                    <a:pt x="77493" y="2390"/>
                  </a:lnTo>
                  <a:close/>
                  <a:moveTo>
                    <a:pt x="78038" y="2449"/>
                  </a:moveTo>
                  <a:cubicBezTo>
                    <a:pt x="77994" y="2449"/>
                    <a:pt x="77971" y="2498"/>
                    <a:pt x="77971" y="2526"/>
                  </a:cubicBezTo>
                  <a:cubicBezTo>
                    <a:pt x="77971" y="2560"/>
                    <a:pt x="78005" y="2628"/>
                    <a:pt x="78039" y="2628"/>
                  </a:cubicBezTo>
                  <a:lnTo>
                    <a:pt x="78176" y="2628"/>
                  </a:lnTo>
                  <a:cubicBezTo>
                    <a:pt x="78210" y="2628"/>
                    <a:pt x="78244" y="2594"/>
                    <a:pt x="78244" y="2560"/>
                  </a:cubicBezTo>
                  <a:cubicBezTo>
                    <a:pt x="78244" y="2492"/>
                    <a:pt x="78210" y="2458"/>
                    <a:pt x="78176" y="2458"/>
                  </a:cubicBezTo>
                  <a:lnTo>
                    <a:pt x="78074" y="2458"/>
                  </a:lnTo>
                  <a:cubicBezTo>
                    <a:pt x="78061" y="2451"/>
                    <a:pt x="78049" y="2449"/>
                    <a:pt x="78038" y="2449"/>
                  </a:cubicBezTo>
                  <a:close/>
                  <a:moveTo>
                    <a:pt x="25149" y="2458"/>
                  </a:moveTo>
                  <a:lnTo>
                    <a:pt x="25046" y="2492"/>
                  </a:lnTo>
                  <a:cubicBezTo>
                    <a:pt x="25012" y="2492"/>
                    <a:pt x="24978" y="2526"/>
                    <a:pt x="24978" y="2560"/>
                  </a:cubicBezTo>
                  <a:cubicBezTo>
                    <a:pt x="24978" y="2628"/>
                    <a:pt x="25012" y="2663"/>
                    <a:pt x="25046" y="2663"/>
                  </a:cubicBezTo>
                  <a:lnTo>
                    <a:pt x="25081" y="2663"/>
                  </a:lnTo>
                  <a:lnTo>
                    <a:pt x="25183" y="2628"/>
                  </a:lnTo>
                  <a:cubicBezTo>
                    <a:pt x="25217" y="2628"/>
                    <a:pt x="25251" y="2594"/>
                    <a:pt x="25251" y="2526"/>
                  </a:cubicBezTo>
                  <a:cubicBezTo>
                    <a:pt x="25251" y="2492"/>
                    <a:pt x="25217" y="2458"/>
                    <a:pt x="25149" y="2458"/>
                  </a:cubicBezTo>
                  <a:close/>
                  <a:moveTo>
                    <a:pt x="78620" y="2492"/>
                  </a:moveTo>
                  <a:cubicBezTo>
                    <a:pt x="78585" y="2492"/>
                    <a:pt x="78551" y="2526"/>
                    <a:pt x="78551" y="2560"/>
                  </a:cubicBezTo>
                  <a:cubicBezTo>
                    <a:pt x="78517" y="2628"/>
                    <a:pt x="78585" y="2663"/>
                    <a:pt x="78620" y="2663"/>
                  </a:cubicBezTo>
                  <a:lnTo>
                    <a:pt x="78722" y="2663"/>
                  </a:lnTo>
                  <a:cubicBezTo>
                    <a:pt x="78790" y="2663"/>
                    <a:pt x="78824" y="2628"/>
                    <a:pt x="78824" y="2594"/>
                  </a:cubicBezTo>
                  <a:cubicBezTo>
                    <a:pt x="78824" y="2526"/>
                    <a:pt x="78790" y="2492"/>
                    <a:pt x="78756" y="2492"/>
                  </a:cubicBezTo>
                  <a:close/>
                  <a:moveTo>
                    <a:pt x="79200" y="2526"/>
                  </a:moveTo>
                  <a:cubicBezTo>
                    <a:pt x="79166" y="2526"/>
                    <a:pt x="79097" y="2560"/>
                    <a:pt x="79097" y="2594"/>
                  </a:cubicBezTo>
                  <a:cubicBezTo>
                    <a:pt x="79097" y="2663"/>
                    <a:pt x="79131" y="2697"/>
                    <a:pt x="79200" y="2697"/>
                  </a:cubicBezTo>
                  <a:lnTo>
                    <a:pt x="79302" y="2697"/>
                  </a:lnTo>
                  <a:cubicBezTo>
                    <a:pt x="79336" y="2697"/>
                    <a:pt x="79404" y="2663"/>
                    <a:pt x="79404" y="2628"/>
                  </a:cubicBezTo>
                  <a:cubicBezTo>
                    <a:pt x="79404" y="2594"/>
                    <a:pt x="79370" y="2526"/>
                    <a:pt x="79302" y="2526"/>
                  </a:cubicBezTo>
                  <a:close/>
                  <a:moveTo>
                    <a:pt x="24603" y="2526"/>
                  </a:moveTo>
                  <a:lnTo>
                    <a:pt x="24466" y="2560"/>
                  </a:lnTo>
                  <a:cubicBezTo>
                    <a:pt x="24432" y="2560"/>
                    <a:pt x="24398" y="2594"/>
                    <a:pt x="24398" y="2663"/>
                  </a:cubicBezTo>
                  <a:cubicBezTo>
                    <a:pt x="24398" y="2697"/>
                    <a:pt x="24466" y="2731"/>
                    <a:pt x="24500" y="2731"/>
                  </a:cubicBezTo>
                  <a:lnTo>
                    <a:pt x="24603" y="2697"/>
                  </a:lnTo>
                  <a:cubicBezTo>
                    <a:pt x="24671" y="2697"/>
                    <a:pt x="24705" y="2663"/>
                    <a:pt x="24705" y="2594"/>
                  </a:cubicBezTo>
                  <a:cubicBezTo>
                    <a:pt x="24671" y="2560"/>
                    <a:pt x="24637" y="2526"/>
                    <a:pt x="24603" y="2526"/>
                  </a:cubicBezTo>
                  <a:close/>
                  <a:moveTo>
                    <a:pt x="79780" y="2560"/>
                  </a:moveTo>
                  <a:cubicBezTo>
                    <a:pt x="79711" y="2560"/>
                    <a:pt x="79677" y="2594"/>
                    <a:pt x="79677" y="2663"/>
                  </a:cubicBezTo>
                  <a:cubicBezTo>
                    <a:pt x="79677" y="2697"/>
                    <a:pt x="79711" y="2731"/>
                    <a:pt x="79746" y="2731"/>
                  </a:cubicBezTo>
                  <a:lnTo>
                    <a:pt x="79882" y="2731"/>
                  </a:lnTo>
                  <a:cubicBezTo>
                    <a:pt x="79916" y="2731"/>
                    <a:pt x="79950" y="2697"/>
                    <a:pt x="79950" y="2663"/>
                  </a:cubicBezTo>
                  <a:cubicBezTo>
                    <a:pt x="79984" y="2628"/>
                    <a:pt x="79916" y="2594"/>
                    <a:pt x="79882" y="2560"/>
                  </a:cubicBezTo>
                  <a:close/>
                  <a:moveTo>
                    <a:pt x="24023" y="2594"/>
                  </a:moveTo>
                  <a:lnTo>
                    <a:pt x="23920" y="2628"/>
                  </a:lnTo>
                  <a:cubicBezTo>
                    <a:pt x="23852" y="2628"/>
                    <a:pt x="23852" y="2663"/>
                    <a:pt x="23852" y="2731"/>
                  </a:cubicBezTo>
                  <a:cubicBezTo>
                    <a:pt x="23852" y="2765"/>
                    <a:pt x="23886" y="2799"/>
                    <a:pt x="23920" y="2799"/>
                  </a:cubicBezTo>
                  <a:lnTo>
                    <a:pt x="24057" y="2765"/>
                  </a:lnTo>
                  <a:cubicBezTo>
                    <a:pt x="24091" y="2765"/>
                    <a:pt x="24125" y="2731"/>
                    <a:pt x="24125" y="2697"/>
                  </a:cubicBezTo>
                  <a:cubicBezTo>
                    <a:pt x="24125" y="2628"/>
                    <a:pt x="24091" y="2594"/>
                    <a:pt x="24023" y="2594"/>
                  </a:cubicBezTo>
                  <a:close/>
                  <a:moveTo>
                    <a:pt x="80326" y="2594"/>
                  </a:moveTo>
                  <a:cubicBezTo>
                    <a:pt x="80292" y="2594"/>
                    <a:pt x="80257" y="2628"/>
                    <a:pt x="80257" y="2697"/>
                  </a:cubicBezTo>
                  <a:cubicBezTo>
                    <a:pt x="80257" y="2731"/>
                    <a:pt x="80292" y="2765"/>
                    <a:pt x="80326" y="2765"/>
                  </a:cubicBezTo>
                  <a:lnTo>
                    <a:pt x="80428" y="2799"/>
                  </a:lnTo>
                  <a:lnTo>
                    <a:pt x="80462" y="2799"/>
                  </a:lnTo>
                  <a:cubicBezTo>
                    <a:pt x="80496" y="2799"/>
                    <a:pt x="80530" y="2765"/>
                    <a:pt x="80530" y="2697"/>
                  </a:cubicBezTo>
                  <a:cubicBezTo>
                    <a:pt x="80530" y="2663"/>
                    <a:pt x="80496" y="2628"/>
                    <a:pt x="80462" y="2628"/>
                  </a:cubicBezTo>
                  <a:lnTo>
                    <a:pt x="80326" y="2594"/>
                  </a:lnTo>
                  <a:close/>
                  <a:moveTo>
                    <a:pt x="80906" y="2663"/>
                  </a:moveTo>
                  <a:cubicBezTo>
                    <a:pt x="80872" y="2663"/>
                    <a:pt x="80838" y="2697"/>
                    <a:pt x="80838" y="2731"/>
                  </a:cubicBezTo>
                  <a:cubicBezTo>
                    <a:pt x="80803" y="2765"/>
                    <a:pt x="80838" y="2833"/>
                    <a:pt x="80906" y="2833"/>
                  </a:cubicBezTo>
                  <a:lnTo>
                    <a:pt x="81008" y="2833"/>
                  </a:lnTo>
                  <a:cubicBezTo>
                    <a:pt x="81076" y="2833"/>
                    <a:pt x="81111" y="2799"/>
                    <a:pt x="81111" y="2765"/>
                  </a:cubicBezTo>
                  <a:cubicBezTo>
                    <a:pt x="81111" y="2697"/>
                    <a:pt x="81076" y="2663"/>
                    <a:pt x="81042" y="2663"/>
                  </a:cubicBezTo>
                  <a:close/>
                  <a:moveTo>
                    <a:pt x="23504" y="2683"/>
                  </a:moveTo>
                  <a:cubicBezTo>
                    <a:pt x="23495" y="2683"/>
                    <a:pt x="23486" y="2688"/>
                    <a:pt x="23477" y="2697"/>
                  </a:cubicBezTo>
                  <a:lnTo>
                    <a:pt x="23340" y="2697"/>
                  </a:lnTo>
                  <a:cubicBezTo>
                    <a:pt x="23306" y="2697"/>
                    <a:pt x="23272" y="2731"/>
                    <a:pt x="23272" y="2799"/>
                  </a:cubicBezTo>
                  <a:cubicBezTo>
                    <a:pt x="23272" y="2833"/>
                    <a:pt x="23306" y="2867"/>
                    <a:pt x="23374" y="2867"/>
                  </a:cubicBezTo>
                  <a:lnTo>
                    <a:pt x="23477" y="2867"/>
                  </a:lnTo>
                  <a:cubicBezTo>
                    <a:pt x="23545" y="2833"/>
                    <a:pt x="23579" y="2799"/>
                    <a:pt x="23545" y="2765"/>
                  </a:cubicBezTo>
                  <a:cubicBezTo>
                    <a:pt x="23545" y="2715"/>
                    <a:pt x="23527" y="2683"/>
                    <a:pt x="23504" y="2683"/>
                  </a:cubicBezTo>
                  <a:close/>
                  <a:moveTo>
                    <a:pt x="81486" y="2697"/>
                  </a:moveTo>
                  <a:cubicBezTo>
                    <a:pt x="81418" y="2697"/>
                    <a:pt x="81384" y="2731"/>
                    <a:pt x="81384" y="2765"/>
                  </a:cubicBezTo>
                  <a:cubicBezTo>
                    <a:pt x="81384" y="2833"/>
                    <a:pt x="81418" y="2867"/>
                    <a:pt x="81486" y="2867"/>
                  </a:cubicBezTo>
                  <a:lnTo>
                    <a:pt x="81588" y="2867"/>
                  </a:lnTo>
                  <a:cubicBezTo>
                    <a:pt x="81622" y="2867"/>
                    <a:pt x="81691" y="2833"/>
                    <a:pt x="81691" y="2799"/>
                  </a:cubicBezTo>
                  <a:cubicBezTo>
                    <a:pt x="81691" y="2731"/>
                    <a:pt x="81656" y="2697"/>
                    <a:pt x="81588" y="2697"/>
                  </a:cubicBezTo>
                  <a:close/>
                  <a:moveTo>
                    <a:pt x="82066" y="2731"/>
                  </a:moveTo>
                  <a:cubicBezTo>
                    <a:pt x="81998" y="2731"/>
                    <a:pt x="81964" y="2765"/>
                    <a:pt x="81964" y="2799"/>
                  </a:cubicBezTo>
                  <a:cubicBezTo>
                    <a:pt x="81964" y="2867"/>
                    <a:pt x="81998" y="2901"/>
                    <a:pt x="82032" y="2901"/>
                  </a:cubicBezTo>
                  <a:lnTo>
                    <a:pt x="82168" y="2901"/>
                  </a:lnTo>
                  <a:cubicBezTo>
                    <a:pt x="82202" y="2901"/>
                    <a:pt x="82237" y="2867"/>
                    <a:pt x="82237" y="2833"/>
                  </a:cubicBezTo>
                  <a:cubicBezTo>
                    <a:pt x="82237" y="2799"/>
                    <a:pt x="82202" y="2731"/>
                    <a:pt x="82168" y="2731"/>
                  </a:cubicBezTo>
                  <a:close/>
                  <a:moveTo>
                    <a:pt x="22794" y="2765"/>
                  </a:moveTo>
                  <a:cubicBezTo>
                    <a:pt x="22726" y="2765"/>
                    <a:pt x="22692" y="2833"/>
                    <a:pt x="22692" y="2867"/>
                  </a:cubicBezTo>
                  <a:cubicBezTo>
                    <a:pt x="22726" y="2901"/>
                    <a:pt x="22760" y="2936"/>
                    <a:pt x="22794" y="2936"/>
                  </a:cubicBezTo>
                  <a:lnTo>
                    <a:pt x="22931" y="2936"/>
                  </a:lnTo>
                  <a:cubicBezTo>
                    <a:pt x="22965" y="2936"/>
                    <a:pt x="22999" y="2867"/>
                    <a:pt x="22999" y="2833"/>
                  </a:cubicBezTo>
                  <a:cubicBezTo>
                    <a:pt x="22999" y="2799"/>
                    <a:pt x="22931" y="2765"/>
                    <a:pt x="22897" y="2765"/>
                  </a:cubicBezTo>
                  <a:close/>
                  <a:moveTo>
                    <a:pt x="82612" y="2765"/>
                  </a:moveTo>
                  <a:cubicBezTo>
                    <a:pt x="82578" y="2765"/>
                    <a:pt x="82544" y="2799"/>
                    <a:pt x="82544" y="2867"/>
                  </a:cubicBezTo>
                  <a:cubicBezTo>
                    <a:pt x="82544" y="2901"/>
                    <a:pt x="82578" y="2936"/>
                    <a:pt x="82612" y="2936"/>
                  </a:cubicBezTo>
                  <a:lnTo>
                    <a:pt x="82714" y="2970"/>
                  </a:lnTo>
                  <a:lnTo>
                    <a:pt x="82748" y="2970"/>
                  </a:lnTo>
                  <a:cubicBezTo>
                    <a:pt x="82783" y="2970"/>
                    <a:pt x="82817" y="2936"/>
                    <a:pt x="82817" y="2867"/>
                  </a:cubicBezTo>
                  <a:cubicBezTo>
                    <a:pt x="82817" y="2833"/>
                    <a:pt x="82783" y="2799"/>
                    <a:pt x="82748" y="2799"/>
                  </a:cubicBezTo>
                  <a:lnTo>
                    <a:pt x="82612" y="2765"/>
                  </a:lnTo>
                  <a:close/>
                  <a:moveTo>
                    <a:pt x="22214" y="2833"/>
                  </a:moveTo>
                  <a:cubicBezTo>
                    <a:pt x="22180" y="2867"/>
                    <a:pt x="22146" y="2901"/>
                    <a:pt x="22146" y="2936"/>
                  </a:cubicBezTo>
                  <a:cubicBezTo>
                    <a:pt x="22146" y="2970"/>
                    <a:pt x="22180" y="3004"/>
                    <a:pt x="22214" y="3004"/>
                  </a:cubicBezTo>
                  <a:lnTo>
                    <a:pt x="22351" y="3004"/>
                  </a:lnTo>
                  <a:cubicBezTo>
                    <a:pt x="22385" y="3004"/>
                    <a:pt x="22419" y="2936"/>
                    <a:pt x="22419" y="2901"/>
                  </a:cubicBezTo>
                  <a:cubicBezTo>
                    <a:pt x="22419" y="2867"/>
                    <a:pt x="22385" y="2833"/>
                    <a:pt x="22317" y="2833"/>
                  </a:cubicBezTo>
                  <a:close/>
                  <a:moveTo>
                    <a:pt x="83192" y="2799"/>
                  </a:moveTo>
                  <a:cubicBezTo>
                    <a:pt x="83158" y="2799"/>
                    <a:pt x="83124" y="2833"/>
                    <a:pt x="83090" y="2901"/>
                  </a:cubicBezTo>
                  <a:cubicBezTo>
                    <a:pt x="83090" y="2936"/>
                    <a:pt x="83124" y="2970"/>
                    <a:pt x="83192" y="3004"/>
                  </a:cubicBezTo>
                  <a:lnTo>
                    <a:pt x="83294" y="3004"/>
                  </a:lnTo>
                  <a:cubicBezTo>
                    <a:pt x="83363" y="3004"/>
                    <a:pt x="83397" y="2970"/>
                    <a:pt x="83397" y="2901"/>
                  </a:cubicBezTo>
                  <a:cubicBezTo>
                    <a:pt x="83397" y="2867"/>
                    <a:pt x="83363" y="2833"/>
                    <a:pt x="83294" y="2833"/>
                  </a:cubicBezTo>
                  <a:lnTo>
                    <a:pt x="83192" y="2799"/>
                  </a:lnTo>
                  <a:close/>
                  <a:moveTo>
                    <a:pt x="83737" y="2858"/>
                  </a:moveTo>
                  <a:cubicBezTo>
                    <a:pt x="83692" y="2858"/>
                    <a:pt x="83670" y="2908"/>
                    <a:pt x="83670" y="2936"/>
                  </a:cubicBezTo>
                  <a:cubicBezTo>
                    <a:pt x="83670" y="2970"/>
                    <a:pt x="83704" y="3038"/>
                    <a:pt x="83772" y="3038"/>
                  </a:cubicBezTo>
                  <a:lnTo>
                    <a:pt x="83874" y="3038"/>
                  </a:lnTo>
                  <a:cubicBezTo>
                    <a:pt x="83909" y="3038"/>
                    <a:pt x="83943" y="3004"/>
                    <a:pt x="83977" y="2970"/>
                  </a:cubicBezTo>
                  <a:cubicBezTo>
                    <a:pt x="83977" y="2901"/>
                    <a:pt x="83943" y="2867"/>
                    <a:pt x="83874" y="2867"/>
                  </a:cubicBezTo>
                  <a:lnTo>
                    <a:pt x="83772" y="2867"/>
                  </a:lnTo>
                  <a:cubicBezTo>
                    <a:pt x="83759" y="2861"/>
                    <a:pt x="83747" y="2858"/>
                    <a:pt x="83737" y="2858"/>
                  </a:cubicBezTo>
                  <a:close/>
                  <a:moveTo>
                    <a:pt x="84352" y="2901"/>
                  </a:moveTo>
                  <a:cubicBezTo>
                    <a:pt x="84284" y="2901"/>
                    <a:pt x="84250" y="2936"/>
                    <a:pt x="84250" y="2970"/>
                  </a:cubicBezTo>
                  <a:cubicBezTo>
                    <a:pt x="84250" y="3038"/>
                    <a:pt x="84284" y="3072"/>
                    <a:pt x="84318" y="3072"/>
                  </a:cubicBezTo>
                  <a:lnTo>
                    <a:pt x="84455" y="3072"/>
                  </a:lnTo>
                  <a:cubicBezTo>
                    <a:pt x="84489" y="3072"/>
                    <a:pt x="84523" y="3038"/>
                    <a:pt x="84523" y="3004"/>
                  </a:cubicBezTo>
                  <a:cubicBezTo>
                    <a:pt x="84523" y="2936"/>
                    <a:pt x="84489" y="2901"/>
                    <a:pt x="84455" y="2901"/>
                  </a:cubicBezTo>
                  <a:close/>
                  <a:moveTo>
                    <a:pt x="21771" y="2901"/>
                  </a:moveTo>
                  <a:lnTo>
                    <a:pt x="21634" y="2936"/>
                  </a:lnTo>
                  <a:cubicBezTo>
                    <a:pt x="21600" y="2936"/>
                    <a:pt x="21566" y="2970"/>
                    <a:pt x="21566" y="3004"/>
                  </a:cubicBezTo>
                  <a:cubicBezTo>
                    <a:pt x="21566" y="3072"/>
                    <a:pt x="21600" y="3106"/>
                    <a:pt x="21668" y="3106"/>
                  </a:cubicBezTo>
                  <a:lnTo>
                    <a:pt x="21771" y="3072"/>
                  </a:lnTo>
                  <a:cubicBezTo>
                    <a:pt x="21839" y="3072"/>
                    <a:pt x="21873" y="3038"/>
                    <a:pt x="21839" y="2970"/>
                  </a:cubicBezTo>
                  <a:cubicBezTo>
                    <a:pt x="21839" y="2936"/>
                    <a:pt x="21805" y="2901"/>
                    <a:pt x="21771" y="2901"/>
                  </a:cubicBezTo>
                  <a:close/>
                  <a:moveTo>
                    <a:pt x="84898" y="2936"/>
                  </a:moveTo>
                  <a:cubicBezTo>
                    <a:pt x="84864" y="2936"/>
                    <a:pt x="84830" y="2970"/>
                    <a:pt x="84830" y="3004"/>
                  </a:cubicBezTo>
                  <a:cubicBezTo>
                    <a:pt x="84830" y="3072"/>
                    <a:pt x="84864" y="3106"/>
                    <a:pt x="84898" y="3106"/>
                  </a:cubicBezTo>
                  <a:lnTo>
                    <a:pt x="85035" y="3106"/>
                  </a:lnTo>
                  <a:cubicBezTo>
                    <a:pt x="85069" y="3106"/>
                    <a:pt x="85103" y="3072"/>
                    <a:pt x="85103" y="3038"/>
                  </a:cubicBezTo>
                  <a:cubicBezTo>
                    <a:pt x="85103" y="3004"/>
                    <a:pt x="85069" y="2936"/>
                    <a:pt x="85035" y="2936"/>
                  </a:cubicBezTo>
                  <a:close/>
                  <a:moveTo>
                    <a:pt x="21191" y="2970"/>
                  </a:moveTo>
                  <a:lnTo>
                    <a:pt x="21088" y="3004"/>
                  </a:lnTo>
                  <a:cubicBezTo>
                    <a:pt x="21020" y="3004"/>
                    <a:pt x="20986" y="3038"/>
                    <a:pt x="21020" y="3106"/>
                  </a:cubicBezTo>
                  <a:cubicBezTo>
                    <a:pt x="21020" y="3140"/>
                    <a:pt x="21054" y="3174"/>
                    <a:pt x="21088" y="3174"/>
                  </a:cubicBezTo>
                  <a:lnTo>
                    <a:pt x="21225" y="3140"/>
                  </a:lnTo>
                  <a:cubicBezTo>
                    <a:pt x="21259" y="3140"/>
                    <a:pt x="21293" y="3106"/>
                    <a:pt x="21293" y="3038"/>
                  </a:cubicBezTo>
                  <a:cubicBezTo>
                    <a:pt x="21293" y="3004"/>
                    <a:pt x="21225" y="2970"/>
                    <a:pt x="21191" y="2970"/>
                  </a:cubicBezTo>
                  <a:close/>
                  <a:moveTo>
                    <a:pt x="85478" y="2970"/>
                  </a:moveTo>
                  <a:cubicBezTo>
                    <a:pt x="85444" y="2970"/>
                    <a:pt x="85376" y="3004"/>
                    <a:pt x="85376" y="3072"/>
                  </a:cubicBezTo>
                  <a:cubicBezTo>
                    <a:pt x="85376" y="3106"/>
                    <a:pt x="85410" y="3140"/>
                    <a:pt x="85478" y="3140"/>
                  </a:cubicBezTo>
                  <a:lnTo>
                    <a:pt x="85581" y="3174"/>
                  </a:lnTo>
                  <a:cubicBezTo>
                    <a:pt x="85649" y="3174"/>
                    <a:pt x="85683" y="3140"/>
                    <a:pt x="85683" y="3072"/>
                  </a:cubicBezTo>
                  <a:cubicBezTo>
                    <a:pt x="85683" y="3038"/>
                    <a:pt x="85649" y="3004"/>
                    <a:pt x="85581" y="3004"/>
                  </a:cubicBezTo>
                  <a:lnTo>
                    <a:pt x="85478" y="2970"/>
                  </a:lnTo>
                  <a:close/>
                  <a:moveTo>
                    <a:pt x="86011" y="3025"/>
                  </a:moveTo>
                  <a:cubicBezTo>
                    <a:pt x="85974" y="3025"/>
                    <a:pt x="85956" y="3056"/>
                    <a:pt x="85956" y="3106"/>
                  </a:cubicBezTo>
                  <a:cubicBezTo>
                    <a:pt x="85956" y="3140"/>
                    <a:pt x="85990" y="3174"/>
                    <a:pt x="86024" y="3209"/>
                  </a:cubicBezTo>
                  <a:lnTo>
                    <a:pt x="86161" y="3209"/>
                  </a:lnTo>
                  <a:cubicBezTo>
                    <a:pt x="86195" y="3209"/>
                    <a:pt x="86229" y="3174"/>
                    <a:pt x="86229" y="3106"/>
                  </a:cubicBezTo>
                  <a:cubicBezTo>
                    <a:pt x="86263" y="3072"/>
                    <a:pt x="86229" y="3038"/>
                    <a:pt x="86161" y="3038"/>
                  </a:cubicBezTo>
                  <a:lnTo>
                    <a:pt x="86058" y="3038"/>
                  </a:lnTo>
                  <a:cubicBezTo>
                    <a:pt x="86040" y="3029"/>
                    <a:pt x="86024" y="3025"/>
                    <a:pt x="86011" y="3025"/>
                  </a:cubicBezTo>
                  <a:close/>
                  <a:moveTo>
                    <a:pt x="20610" y="3038"/>
                  </a:moveTo>
                  <a:lnTo>
                    <a:pt x="20508" y="3072"/>
                  </a:lnTo>
                  <a:cubicBezTo>
                    <a:pt x="20474" y="3072"/>
                    <a:pt x="20440" y="3106"/>
                    <a:pt x="20440" y="3174"/>
                  </a:cubicBezTo>
                  <a:cubicBezTo>
                    <a:pt x="20440" y="3209"/>
                    <a:pt x="20474" y="3243"/>
                    <a:pt x="20508" y="3243"/>
                  </a:cubicBezTo>
                  <a:lnTo>
                    <a:pt x="20542" y="3243"/>
                  </a:lnTo>
                  <a:lnTo>
                    <a:pt x="20645" y="3209"/>
                  </a:lnTo>
                  <a:cubicBezTo>
                    <a:pt x="20679" y="3209"/>
                    <a:pt x="20713" y="3174"/>
                    <a:pt x="20713" y="3140"/>
                  </a:cubicBezTo>
                  <a:cubicBezTo>
                    <a:pt x="20713" y="3072"/>
                    <a:pt x="20679" y="3038"/>
                    <a:pt x="20610" y="3038"/>
                  </a:cubicBezTo>
                  <a:close/>
                  <a:moveTo>
                    <a:pt x="86638" y="3072"/>
                  </a:moveTo>
                  <a:cubicBezTo>
                    <a:pt x="86570" y="3072"/>
                    <a:pt x="86536" y="3106"/>
                    <a:pt x="86536" y="3140"/>
                  </a:cubicBezTo>
                  <a:cubicBezTo>
                    <a:pt x="86536" y="3174"/>
                    <a:pt x="86570" y="3243"/>
                    <a:pt x="86604" y="3243"/>
                  </a:cubicBezTo>
                  <a:lnTo>
                    <a:pt x="86741" y="3243"/>
                  </a:lnTo>
                  <a:cubicBezTo>
                    <a:pt x="86775" y="3243"/>
                    <a:pt x="86809" y="3209"/>
                    <a:pt x="86809" y="3174"/>
                  </a:cubicBezTo>
                  <a:cubicBezTo>
                    <a:pt x="86809" y="3106"/>
                    <a:pt x="86775" y="3072"/>
                    <a:pt x="86741" y="3072"/>
                  </a:cubicBezTo>
                  <a:close/>
                  <a:moveTo>
                    <a:pt x="87184" y="3106"/>
                  </a:moveTo>
                  <a:cubicBezTo>
                    <a:pt x="87150" y="3106"/>
                    <a:pt x="87116" y="3140"/>
                    <a:pt x="87116" y="3174"/>
                  </a:cubicBezTo>
                  <a:cubicBezTo>
                    <a:pt x="87082" y="3243"/>
                    <a:pt x="87150" y="3277"/>
                    <a:pt x="87184" y="3277"/>
                  </a:cubicBezTo>
                  <a:lnTo>
                    <a:pt x="87287" y="3277"/>
                  </a:lnTo>
                  <a:cubicBezTo>
                    <a:pt x="87355" y="3277"/>
                    <a:pt x="87389" y="3243"/>
                    <a:pt x="87389" y="3209"/>
                  </a:cubicBezTo>
                  <a:cubicBezTo>
                    <a:pt x="87389" y="3174"/>
                    <a:pt x="87355" y="3106"/>
                    <a:pt x="87321" y="3106"/>
                  </a:cubicBezTo>
                  <a:close/>
                  <a:moveTo>
                    <a:pt x="20092" y="3127"/>
                  </a:moveTo>
                  <a:cubicBezTo>
                    <a:pt x="20083" y="3127"/>
                    <a:pt x="20074" y="3131"/>
                    <a:pt x="20064" y="3140"/>
                  </a:cubicBezTo>
                  <a:lnTo>
                    <a:pt x="19928" y="3140"/>
                  </a:lnTo>
                  <a:cubicBezTo>
                    <a:pt x="19894" y="3140"/>
                    <a:pt x="19860" y="3209"/>
                    <a:pt x="19860" y="3243"/>
                  </a:cubicBezTo>
                  <a:cubicBezTo>
                    <a:pt x="19860" y="3277"/>
                    <a:pt x="19894" y="3311"/>
                    <a:pt x="19962" y="3311"/>
                  </a:cubicBezTo>
                  <a:lnTo>
                    <a:pt x="20064" y="3311"/>
                  </a:lnTo>
                  <a:cubicBezTo>
                    <a:pt x="20133" y="3277"/>
                    <a:pt x="20167" y="3243"/>
                    <a:pt x="20167" y="3209"/>
                  </a:cubicBezTo>
                  <a:cubicBezTo>
                    <a:pt x="20142" y="3159"/>
                    <a:pt x="20117" y="3127"/>
                    <a:pt x="20092" y="3127"/>
                  </a:cubicBezTo>
                  <a:close/>
                  <a:moveTo>
                    <a:pt x="87765" y="3140"/>
                  </a:moveTo>
                  <a:cubicBezTo>
                    <a:pt x="87696" y="3140"/>
                    <a:pt x="87662" y="3174"/>
                    <a:pt x="87662" y="3209"/>
                  </a:cubicBezTo>
                  <a:cubicBezTo>
                    <a:pt x="87662" y="3277"/>
                    <a:pt x="87696" y="3311"/>
                    <a:pt x="87765" y="3311"/>
                  </a:cubicBezTo>
                  <a:lnTo>
                    <a:pt x="87867" y="3311"/>
                  </a:lnTo>
                  <a:cubicBezTo>
                    <a:pt x="87901" y="3311"/>
                    <a:pt x="87969" y="3277"/>
                    <a:pt x="87969" y="3243"/>
                  </a:cubicBezTo>
                  <a:cubicBezTo>
                    <a:pt x="87969" y="3209"/>
                    <a:pt x="87935" y="3174"/>
                    <a:pt x="87867" y="3140"/>
                  </a:cubicBezTo>
                  <a:close/>
                  <a:moveTo>
                    <a:pt x="19382" y="3209"/>
                  </a:moveTo>
                  <a:cubicBezTo>
                    <a:pt x="19314" y="3209"/>
                    <a:pt x="19280" y="3277"/>
                    <a:pt x="19314" y="3311"/>
                  </a:cubicBezTo>
                  <a:cubicBezTo>
                    <a:pt x="19314" y="3345"/>
                    <a:pt x="19348" y="3379"/>
                    <a:pt x="19382" y="3379"/>
                  </a:cubicBezTo>
                  <a:lnTo>
                    <a:pt x="19518" y="3379"/>
                  </a:lnTo>
                  <a:cubicBezTo>
                    <a:pt x="19553" y="3379"/>
                    <a:pt x="19587" y="3311"/>
                    <a:pt x="19587" y="3277"/>
                  </a:cubicBezTo>
                  <a:cubicBezTo>
                    <a:pt x="19587" y="3243"/>
                    <a:pt x="19553" y="3209"/>
                    <a:pt x="19484" y="3209"/>
                  </a:cubicBezTo>
                  <a:close/>
                  <a:moveTo>
                    <a:pt x="88345" y="3174"/>
                  </a:moveTo>
                  <a:cubicBezTo>
                    <a:pt x="88276" y="3174"/>
                    <a:pt x="88242" y="3209"/>
                    <a:pt x="88242" y="3277"/>
                  </a:cubicBezTo>
                  <a:cubicBezTo>
                    <a:pt x="88242" y="3311"/>
                    <a:pt x="88276" y="3345"/>
                    <a:pt x="88310" y="3345"/>
                  </a:cubicBezTo>
                  <a:lnTo>
                    <a:pt x="88447" y="3379"/>
                  </a:lnTo>
                  <a:cubicBezTo>
                    <a:pt x="88481" y="3379"/>
                    <a:pt x="88515" y="3345"/>
                    <a:pt x="88515" y="3277"/>
                  </a:cubicBezTo>
                  <a:cubicBezTo>
                    <a:pt x="88549" y="3243"/>
                    <a:pt x="88481" y="3209"/>
                    <a:pt x="88447" y="3209"/>
                  </a:cubicBezTo>
                  <a:lnTo>
                    <a:pt x="88345" y="3174"/>
                  </a:lnTo>
                  <a:close/>
                  <a:moveTo>
                    <a:pt x="88871" y="3233"/>
                  </a:moveTo>
                  <a:cubicBezTo>
                    <a:pt x="88845" y="3233"/>
                    <a:pt x="88822" y="3283"/>
                    <a:pt x="88822" y="3311"/>
                  </a:cubicBezTo>
                  <a:cubicBezTo>
                    <a:pt x="88822" y="3345"/>
                    <a:pt x="88856" y="3413"/>
                    <a:pt x="88891" y="3413"/>
                  </a:cubicBezTo>
                  <a:lnTo>
                    <a:pt x="89027" y="3413"/>
                  </a:lnTo>
                  <a:cubicBezTo>
                    <a:pt x="89061" y="3413"/>
                    <a:pt x="89095" y="3379"/>
                    <a:pt x="89095" y="3345"/>
                  </a:cubicBezTo>
                  <a:cubicBezTo>
                    <a:pt x="89095" y="3277"/>
                    <a:pt x="89061" y="3243"/>
                    <a:pt x="89027" y="3243"/>
                  </a:cubicBezTo>
                  <a:lnTo>
                    <a:pt x="88891" y="3243"/>
                  </a:lnTo>
                  <a:cubicBezTo>
                    <a:pt x="88884" y="3236"/>
                    <a:pt x="88878" y="3233"/>
                    <a:pt x="88871" y="3233"/>
                  </a:cubicBezTo>
                  <a:close/>
                  <a:moveTo>
                    <a:pt x="18802" y="3277"/>
                  </a:moveTo>
                  <a:cubicBezTo>
                    <a:pt x="18768" y="3311"/>
                    <a:pt x="18734" y="3345"/>
                    <a:pt x="18734" y="3379"/>
                  </a:cubicBezTo>
                  <a:cubicBezTo>
                    <a:pt x="18734" y="3447"/>
                    <a:pt x="18768" y="3447"/>
                    <a:pt x="18802" y="3447"/>
                  </a:cubicBezTo>
                  <a:lnTo>
                    <a:pt x="18938" y="3447"/>
                  </a:lnTo>
                  <a:cubicBezTo>
                    <a:pt x="18973" y="3447"/>
                    <a:pt x="19007" y="3413"/>
                    <a:pt x="19007" y="3345"/>
                  </a:cubicBezTo>
                  <a:cubicBezTo>
                    <a:pt x="19007" y="3311"/>
                    <a:pt x="18973" y="3277"/>
                    <a:pt x="18904" y="3277"/>
                  </a:cubicBezTo>
                  <a:close/>
                  <a:moveTo>
                    <a:pt x="89471" y="3277"/>
                  </a:moveTo>
                  <a:cubicBezTo>
                    <a:pt x="89437" y="3277"/>
                    <a:pt x="89402" y="3311"/>
                    <a:pt x="89402" y="3345"/>
                  </a:cubicBezTo>
                  <a:cubicBezTo>
                    <a:pt x="89368" y="3413"/>
                    <a:pt x="89402" y="3447"/>
                    <a:pt x="89471" y="3447"/>
                  </a:cubicBezTo>
                  <a:lnTo>
                    <a:pt x="89573" y="3447"/>
                  </a:lnTo>
                  <a:cubicBezTo>
                    <a:pt x="89641" y="3447"/>
                    <a:pt x="89675" y="3413"/>
                    <a:pt x="89675" y="3379"/>
                  </a:cubicBezTo>
                  <a:cubicBezTo>
                    <a:pt x="89675" y="3311"/>
                    <a:pt x="89641" y="3277"/>
                    <a:pt x="89607" y="3277"/>
                  </a:cubicBezTo>
                  <a:close/>
                  <a:moveTo>
                    <a:pt x="90051" y="3311"/>
                  </a:moveTo>
                  <a:cubicBezTo>
                    <a:pt x="89983" y="3311"/>
                    <a:pt x="89948" y="3345"/>
                    <a:pt x="89948" y="3379"/>
                  </a:cubicBezTo>
                  <a:cubicBezTo>
                    <a:pt x="89948" y="3447"/>
                    <a:pt x="89983" y="3481"/>
                    <a:pt x="90051" y="3481"/>
                  </a:cubicBezTo>
                  <a:lnTo>
                    <a:pt x="90153" y="3481"/>
                  </a:lnTo>
                  <a:cubicBezTo>
                    <a:pt x="90187" y="3481"/>
                    <a:pt x="90255" y="3447"/>
                    <a:pt x="90255" y="3413"/>
                  </a:cubicBezTo>
                  <a:cubicBezTo>
                    <a:pt x="90255" y="3379"/>
                    <a:pt x="90221" y="3311"/>
                    <a:pt x="90153" y="3311"/>
                  </a:cubicBezTo>
                  <a:close/>
                  <a:moveTo>
                    <a:pt x="90631" y="3345"/>
                  </a:moveTo>
                  <a:cubicBezTo>
                    <a:pt x="90563" y="3345"/>
                    <a:pt x="90528" y="3379"/>
                    <a:pt x="90528" y="3447"/>
                  </a:cubicBezTo>
                  <a:cubicBezTo>
                    <a:pt x="90528" y="3481"/>
                    <a:pt x="90563" y="3516"/>
                    <a:pt x="90597" y="3516"/>
                  </a:cubicBezTo>
                  <a:lnTo>
                    <a:pt x="90733" y="3516"/>
                  </a:lnTo>
                  <a:cubicBezTo>
                    <a:pt x="90767" y="3516"/>
                    <a:pt x="90801" y="3481"/>
                    <a:pt x="90801" y="3447"/>
                  </a:cubicBezTo>
                  <a:cubicBezTo>
                    <a:pt x="90801" y="3413"/>
                    <a:pt x="90767" y="3379"/>
                    <a:pt x="90733" y="3345"/>
                  </a:cubicBezTo>
                  <a:close/>
                  <a:moveTo>
                    <a:pt x="18358" y="3345"/>
                  </a:moveTo>
                  <a:lnTo>
                    <a:pt x="18256" y="3379"/>
                  </a:lnTo>
                  <a:cubicBezTo>
                    <a:pt x="18188" y="3379"/>
                    <a:pt x="18154" y="3413"/>
                    <a:pt x="18154" y="3447"/>
                  </a:cubicBezTo>
                  <a:cubicBezTo>
                    <a:pt x="18154" y="3516"/>
                    <a:pt x="18222" y="3550"/>
                    <a:pt x="18256" y="3550"/>
                  </a:cubicBezTo>
                  <a:lnTo>
                    <a:pt x="18358" y="3516"/>
                  </a:lnTo>
                  <a:cubicBezTo>
                    <a:pt x="18427" y="3516"/>
                    <a:pt x="18461" y="3481"/>
                    <a:pt x="18461" y="3413"/>
                  </a:cubicBezTo>
                  <a:cubicBezTo>
                    <a:pt x="18427" y="3379"/>
                    <a:pt x="18392" y="3345"/>
                    <a:pt x="18358" y="3345"/>
                  </a:cubicBezTo>
                  <a:close/>
                  <a:moveTo>
                    <a:pt x="91177" y="3379"/>
                  </a:moveTo>
                  <a:cubicBezTo>
                    <a:pt x="91143" y="3379"/>
                    <a:pt x="91109" y="3413"/>
                    <a:pt x="91109" y="3481"/>
                  </a:cubicBezTo>
                  <a:cubicBezTo>
                    <a:pt x="91109" y="3516"/>
                    <a:pt x="91143" y="3550"/>
                    <a:pt x="91177" y="3550"/>
                  </a:cubicBezTo>
                  <a:lnTo>
                    <a:pt x="91279" y="3584"/>
                  </a:lnTo>
                  <a:lnTo>
                    <a:pt x="91313" y="3584"/>
                  </a:lnTo>
                  <a:cubicBezTo>
                    <a:pt x="91347" y="3584"/>
                    <a:pt x="91382" y="3550"/>
                    <a:pt x="91382" y="3481"/>
                  </a:cubicBezTo>
                  <a:cubicBezTo>
                    <a:pt x="91382" y="3447"/>
                    <a:pt x="91347" y="3413"/>
                    <a:pt x="91313" y="3413"/>
                  </a:cubicBezTo>
                  <a:lnTo>
                    <a:pt x="91177" y="3379"/>
                  </a:lnTo>
                  <a:close/>
                  <a:moveTo>
                    <a:pt x="17778" y="3413"/>
                  </a:moveTo>
                  <a:lnTo>
                    <a:pt x="17676" y="3447"/>
                  </a:lnTo>
                  <a:cubicBezTo>
                    <a:pt x="17608" y="3447"/>
                    <a:pt x="17608" y="3481"/>
                    <a:pt x="17608" y="3550"/>
                  </a:cubicBezTo>
                  <a:cubicBezTo>
                    <a:pt x="17608" y="3584"/>
                    <a:pt x="17642" y="3618"/>
                    <a:pt x="17676" y="3618"/>
                  </a:cubicBezTo>
                  <a:lnTo>
                    <a:pt x="17710" y="3618"/>
                  </a:lnTo>
                  <a:lnTo>
                    <a:pt x="17812" y="3584"/>
                  </a:lnTo>
                  <a:cubicBezTo>
                    <a:pt x="17846" y="3584"/>
                    <a:pt x="17881" y="3550"/>
                    <a:pt x="17881" y="3516"/>
                  </a:cubicBezTo>
                  <a:cubicBezTo>
                    <a:pt x="17881" y="3447"/>
                    <a:pt x="17846" y="3413"/>
                    <a:pt x="17778" y="3413"/>
                  </a:cubicBezTo>
                  <a:close/>
                  <a:moveTo>
                    <a:pt x="91757" y="3447"/>
                  </a:moveTo>
                  <a:cubicBezTo>
                    <a:pt x="91723" y="3447"/>
                    <a:pt x="91689" y="3481"/>
                    <a:pt x="91655" y="3516"/>
                  </a:cubicBezTo>
                  <a:cubicBezTo>
                    <a:pt x="91655" y="3550"/>
                    <a:pt x="91689" y="3618"/>
                    <a:pt x="91757" y="3618"/>
                  </a:cubicBezTo>
                  <a:lnTo>
                    <a:pt x="91859" y="3618"/>
                  </a:lnTo>
                  <a:cubicBezTo>
                    <a:pt x="91928" y="3618"/>
                    <a:pt x="91962" y="3584"/>
                    <a:pt x="91962" y="3550"/>
                  </a:cubicBezTo>
                  <a:cubicBezTo>
                    <a:pt x="91962" y="3481"/>
                    <a:pt x="91928" y="3447"/>
                    <a:pt x="91893" y="3447"/>
                  </a:cubicBezTo>
                  <a:close/>
                  <a:moveTo>
                    <a:pt x="92337" y="3481"/>
                  </a:moveTo>
                  <a:cubicBezTo>
                    <a:pt x="92269" y="3481"/>
                    <a:pt x="92235" y="3516"/>
                    <a:pt x="92235" y="3550"/>
                  </a:cubicBezTo>
                  <a:cubicBezTo>
                    <a:pt x="92235" y="3618"/>
                    <a:pt x="92269" y="3652"/>
                    <a:pt x="92337" y="3652"/>
                  </a:cubicBezTo>
                  <a:lnTo>
                    <a:pt x="92439" y="3652"/>
                  </a:lnTo>
                  <a:cubicBezTo>
                    <a:pt x="92473" y="3652"/>
                    <a:pt x="92508" y="3618"/>
                    <a:pt x="92542" y="3584"/>
                  </a:cubicBezTo>
                  <a:cubicBezTo>
                    <a:pt x="92542" y="3516"/>
                    <a:pt x="92508" y="3481"/>
                    <a:pt x="92439" y="3481"/>
                  </a:cubicBezTo>
                  <a:close/>
                  <a:moveTo>
                    <a:pt x="17259" y="3502"/>
                  </a:moveTo>
                  <a:cubicBezTo>
                    <a:pt x="17251" y="3502"/>
                    <a:pt x="17241" y="3506"/>
                    <a:pt x="17232" y="3516"/>
                  </a:cubicBezTo>
                  <a:lnTo>
                    <a:pt x="17096" y="3516"/>
                  </a:lnTo>
                  <a:cubicBezTo>
                    <a:pt x="17062" y="3516"/>
                    <a:pt x="17027" y="3550"/>
                    <a:pt x="17027" y="3618"/>
                  </a:cubicBezTo>
                  <a:cubicBezTo>
                    <a:pt x="17027" y="3652"/>
                    <a:pt x="17062" y="3686"/>
                    <a:pt x="17130" y="3686"/>
                  </a:cubicBezTo>
                  <a:lnTo>
                    <a:pt x="17232" y="3686"/>
                  </a:lnTo>
                  <a:cubicBezTo>
                    <a:pt x="17300" y="3652"/>
                    <a:pt x="17335" y="3618"/>
                    <a:pt x="17300" y="3584"/>
                  </a:cubicBezTo>
                  <a:cubicBezTo>
                    <a:pt x="17300" y="3534"/>
                    <a:pt x="17282" y="3502"/>
                    <a:pt x="17259" y="3502"/>
                  </a:cubicBezTo>
                  <a:close/>
                  <a:moveTo>
                    <a:pt x="92917" y="3516"/>
                  </a:moveTo>
                  <a:cubicBezTo>
                    <a:pt x="92849" y="3516"/>
                    <a:pt x="92815" y="3550"/>
                    <a:pt x="92815" y="3584"/>
                  </a:cubicBezTo>
                  <a:cubicBezTo>
                    <a:pt x="92815" y="3652"/>
                    <a:pt x="92849" y="3686"/>
                    <a:pt x="92883" y="3686"/>
                  </a:cubicBezTo>
                  <a:lnTo>
                    <a:pt x="93019" y="3686"/>
                  </a:lnTo>
                  <a:cubicBezTo>
                    <a:pt x="93054" y="3686"/>
                    <a:pt x="93088" y="3652"/>
                    <a:pt x="93088" y="3618"/>
                  </a:cubicBezTo>
                  <a:cubicBezTo>
                    <a:pt x="93088" y="3584"/>
                    <a:pt x="93054" y="3516"/>
                    <a:pt x="93019" y="3516"/>
                  </a:cubicBezTo>
                  <a:close/>
                  <a:moveTo>
                    <a:pt x="16550" y="3584"/>
                  </a:moveTo>
                  <a:cubicBezTo>
                    <a:pt x="16482" y="3584"/>
                    <a:pt x="16447" y="3652"/>
                    <a:pt x="16447" y="3686"/>
                  </a:cubicBezTo>
                  <a:cubicBezTo>
                    <a:pt x="16482" y="3720"/>
                    <a:pt x="16516" y="3754"/>
                    <a:pt x="16550" y="3754"/>
                  </a:cubicBezTo>
                  <a:lnTo>
                    <a:pt x="16686" y="3754"/>
                  </a:lnTo>
                  <a:cubicBezTo>
                    <a:pt x="16720" y="3754"/>
                    <a:pt x="16755" y="3686"/>
                    <a:pt x="16755" y="3652"/>
                  </a:cubicBezTo>
                  <a:cubicBezTo>
                    <a:pt x="16755" y="3618"/>
                    <a:pt x="16686" y="3584"/>
                    <a:pt x="16652" y="3584"/>
                  </a:cubicBezTo>
                  <a:close/>
                  <a:moveTo>
                    <a:pt x="93463" y="3550"/>
                  </a:moveTo>
                  <a:cubicBezTo>
                    <a:pt x="93429" y="3550"/>
                    <a:pt x="93395" y="3584"/>
                    <a:pt x="93395" y="3652"/>
                  </a:cubicBezTo>
                  <a:cubicBezTo>
                    <a:pt x="93395" y="3686"/>
                    <a:pt x="93429" y="3720"/>
                    <a:pt x="93463" y="3720"/>
                  </a:cubicBezTo>
                  <a:lnTo>
                    <a:pt x="93565" y="3754"/>
                  </a:lnTo>
                  <a:lnTo>
                    <a:pt x="93600" y="3754"/>
                  </a:lnTo>
                  <a:cubicBezTo>
                    <a:pt x="93634" y="3754"/>
                    <a:pt x="93668" y="3720"/>
                    <a:pt x="93668" y="3652"/>
                  </a:cubicBezTo>
                  <a:cubicBezTo>
                    <a:pt x="93668" y="3618"/>
                    <a:pt x="93634" y="3584"/>
                    <a:pt x="93600" y="3584"/>
                  </a:cubicBezTo>
                  <a:lnTo>
                    <a:pt x="93463" y="3550"/>
                  </a:lnTo>
                  <a:close/>
                  <a:moveTo>
                    <a:pt x="94043" y="3584"/>
                  </a:moveTo>
                  <a:cubicBezTo>
                    <a:pt x="94009" y="3584"/>
                    <a:pt x="93941" y="3618"/>
                    <a:pt x="93941" y="3686"/>
                  </a:cubicBezTo>
                  <a:cubicBezTo>
                    <a:pt x="93941" y="3720"/>
                    <a:pt x="93975" y="3754"/>
                    <a:pt x="94043" y="3789"/>
                  </a:cubicBezTo>
                  <a:lnTo>
                    <a:pt x="94146" y="3789"/>
                  </a:lnTo>
                  <a:cubicBezTo>
                    <a:pt x="94214" y="3789"/>
                    <a:pt x="94248" y="3754"/>
                    <a:pt x="94248" y="3686"/>
                  </a:cubicBezTo>
                  <a:cubicBezTo>
                    <a:pt x="94248" y="3652"/>
                    <a:pt x="94214" y="3618"/>
                    <a:pt x="94146" y="3618"/>
                  </a:cubicBezTo>
                  <a:lnTo>
                    <a:pt x="94043" y="3584"/>
                  </a:lnTo>
                  <a:close/>
                  <a:moveTo>
                    <a:pt x="15970" y="3652"/>
                  </a:moveTo>
                  <a:cubicBezTo>
                    <a:pt x="15936" y="3686"/>
                    <a:pt x="15901" y="3720"/>
                    <a:pt x="15901" y="3754"/>
                  </a:cubicBezTo>
                  <a:cubicBezTo>
                    <a:pt x="15901" y="3789"/>
                    <a:pt x="15936" y="3823"/>
                    <a:pt x="15970" y="3823"/>
                  </a:cubicBezTo>
                  <a:lnTo>
                    <a:pt x="16106" y="3823"/>
                  </a:lnTo>
                  <a:cubicBezTo>
                    <a:pt x="16140" y="3823"/>
                    <a:pt x="16174" y="3754"/>
                    <a:pt x="16174" y="3720"/>
                  </a:cubicBezTo>
                  <a:cubicBezTo>
                    <a:pt x="16174" y="3686"/>
                    <a:pt x="16140" y="3652"/>
                    <a:pt x="16072" y="3652"/>
                  </a:cubicBezTo>
                  <a:close/>
                  <a:moveTo>
                    <a:pt x="94623" y="3652"/>
                  </a:moveTo>
                  <a:cubicBezTo>
                    <a:pt x="94555" y="3652"/>
                    <a:pt x="94521" y="3686"/>
                    <a:pt x="94521" y="3720"/>
                  </a:cubicBezTo>
                  <a:cubicBezTo>
                    <a:pt x="94521" y="3754"/>
                    <a:pt x="94555" y="3823"/>
                    <a:pt x="94589" y="3823"/>
                  </a:cubicBezTo>
                  <a:lnTo>
                    <a:pt x="94726" y="3823"/>
                  </a:lnTo>
                  <a:cubicBezTo>
                    <a:pt x="94760" y="3823"/>
                    <a:pt x="94794" y="3789"/>
                    <a:pt x="94794" y="3754"/>
                  </a:cubicBezTo>
                  <a:cubicBezTo>
                    <a:pt x="94828" y="3686"/>
                    <a:pt x="94794" y="3652"/>
                    <a:pt x="94726" y="3652"/>
                  </a:cubicBezTo>
                  <a:close/>
                  <a:moveTo>
                    <a:pt x="95203" y="3686"/>
                  </a:moveTo>
                  <a:cubicBezTo>
                    <a:pt x="95135" y="3686"/>
                    <a:pt x="95101" y="3720"/>
                    <a:pt x="95101" y="3754"/>
                  </a:cubicBezTo>
                  <a:cubicBezTo>
                    <a:pt x="95101" y="3823"/>
                    <a:pt x="95135" y="3857"/>
                    <a:pt x="95169" y="3857"/>
                  </a:cubicBezTo>
                  <a:lnTo>
                    <a:pt x="95306" y="3857"/>
                  </a:lnTo>
                  <a:cubicBezTo>
                    <a:pt x="95340" y="3857"/>
                    <a:pt x="95374" y="3823"/>
                    <a:pt x="95374" y="3789"/>
                  </a:cubicBezTo>
                  <a:cubicBezTo>
                    <a:pt x="95374" y="3720"/>
                    <a:pt x="95340" y="3686"/>
                    <a:pt x="95306" y="3686"/>
                  </a:cubicBezTo>
                  <a:close/>
                  <a:moveTo>
                    <a:pt x="95749" y="3720"/>
                  </a:moveTo>
                  <a:cubicBezTo>
                    <a:pt x="95715" y="3720"/>
                    <a:pt x="95681" y="3754"/>
                    <a:pt x="95681" y="3789"/>
                  </a:cubicBezTo>
                  <a:cubicBezTo>
                    <a:pt x="95647" y="3857"/>
                    <a:pt x="95715" y="3891"/>
                    <a:pt x="95749" y="3891"/>
                  </a:cubicBezTo>
                  <a:lnTo>
                    <a:pt x="95852" y="3891"/>
                  </a:lnTo>
                  <a:cubicBezTo>
                    <a:pt x="95920" y="3891"/>
                    <a:pt x="95954" y="3857"/>
                    <a:pt x="95954" y="3823"/>
                  </a:cubicBezTo>
                  <a:cubicBezTo>
                    <a:pt x="95954" y="3789"/>
                    <a:pt x="95920" y="3720"/>
                    <a:pt x="95886" y="3720"/>
                  </a:cubicBezTo>
                  <a:close/>
                  <a:moveTo>
                    <a:pt x="15526" y="3720"/>
                  </a:moveTo>
                  <a:lnTo>
                    <a:pt x="15390" y="3754"/>
                  </a:lnTo>
                  <a:cubicBezTo>
                    <a:pt x="15355" y="3754"/>
                    <a:pt x="15321" y="3789"/>
                    <a:pt x="15321" y="3823"/>
                  </a:cubicBezTo>
                  <a:cubicBezTo>
                    <a:pt x="15321" y="3891"/>
                    <a:pt x="15355" y="3925"/>
                    <a:pt x="15424" y="3925"/>
                  </a:cubicBezTo>
                  <a:lnTo>
                    <a:pt x="15526" y="3891"/>
                  </a:lnTo>
                  <a:cubicBezTo>
                    <a:pt x="15594" y="3891"/>
                    <a:pt x="15628" y="3857"/>
                    <a:pt x="15594" y="3789"/>
                  </a:cubicBezTo>
                  <a:cubicBezTo>
                    <a:pt x="15594" y="3754"/>
                    <a:pt x="15560" y="3720"/>
                    <a:pt x="15526" y="3720"/>
                  </a:cubicBezTo>
                  <a:close/>
                  <a:moveTo>
                    <a:pt x="96329" y="3754"/>
                  </a:moveTo>
                  <a:cubicBezTo>
                    <a:pt x="96261" y="3754"/>
                    <a:pt x="96227" y="3789"/>
                    <a:pt x="96227" y="3857"/>
                  </a:cubicBezTo>
                  <a:cubicBezTo>
                    <a:pt x="96227" y="3891"/>
                    <a:pt x="96261" y="3925"/>
                    <a:pt x="96329" y="3925"/>
                  </a:cubicBezTo>
                  <a:lnTo>
                    <a:pt x="96432" y="3959"/>
                  </a:lnTo>
                  <a:cubicBezTo>
                    <a:pt x="96466" y="3959"/>
                    <a:pt x="96534" y="3925"/>
                    <a:pt x="96534" y="3857"/>
                  </a:cubicBezTo>
                  <a:cubicBezTo>
                    <a:pt x="96534" y="3823"/>
                    <a:pt x="96500" y="3789"/>
                    <a:pt x="96432" y="3789"/>
                  </a:cubicBezTo>
                  <a:lnTo>
                    <a:pt x="96329" y="3754"/>
                  </a:lnTo>
                  <a:close/>
                  <a:moveTo>
                    <a:pt x="14946" y="3789"/>
                  </a:moveTo>
                  <a:lnTo>
                    <a:pt x="14844" y="3823"/>
                  </a:lnTo>
                  <a:cubicBezTo>
                    <a:pt x="14775" y="3823"/>
                    <a:pt x="14741" y="3857"/>
                    <a:pt x="14775" y="3925"/>
                  </a:cubicBezTo>
                  <a:cubicBezTo>
                    <a:pt x="14775" y="3959"/>
                    <a:pt x="14809" y="3993"/>
                    <a:pt x="14844" y="3993"/>
                  </a:cubicBezTo>
                  <a:lnTo>
                    <a:pt x="14980" y="3959"/>
                  </a:lnTo>
                  <a:cubicBezTo>
                    <a:pt x="15014" y="3959"/>
                    <a:pt x="15048" y="3925"/>
                    <a:pt x="15048" y="3857"/>
                  </a:cubicBezTo>
                  <a:cubicBezTo>
                    <a:pt x="15048" y="3823"/>
                    <a:pt x="14980" y="3789"/>
                    <a:pt x="14946" y="3789"/>
                  </a:cubicBezTo>
                  <a:close/>
                  <a:moveTo>
                    <a:pt x="96862" y="3809"/>
                  </a:moveTo>
                  <a:cubicBezTo>
                    <a:pt x="96825" y="3809"/>
                    <a:pt x="96807" y="3841"/>
                    <a:pt x="96807" y="3891"/>
                  </a:cubicBezTo>
                  <a:cubicBezTo>
                    <a:pt x="96807" y="3925"/>
                    <a:pt x="96841" y="3959"/>
                    <a:pt x="96875" y="3993"/>
                  </a:cubicBezTo>
                  <a:lnTo>
                    <a:pt x="97012" y="3993"/>
                  </a:lnTo>
                  <a:cubicBezTo>
                    <a:pt x="97046" y="3993"/>
                    <a:pt x="97080" y="3959"/>
                    <a:pt x="97080" y="3891"/>
                  </a:cubicBezTo>
                  <a:cubicBezTo>
                    <a:pt x="97114" y="3857"/>
                    <a:pt x="97046" y="3823"/>
                    <a:pt x="97012" y="3823"/>
                  </a:cubicBezTo>
                  <a:lnTo>
                    <a:pt x="96909" y="3823"/>
                  </a:lnTo>
                  <a:cubicBezTo>
                    <a:pt x="96891" y="3814"/>
                    <a:pt x="96875" y="3809"/>
                    <a:pt x="96862" y="3809"/>
                  </a:cubicBezTo>
                  <a:close/>
                  <a:moveTo>
                    <a:pt x="97455" y="3857"/>
                  </a:moveTo>
                  <a:cubicBezTo>
                    <a:pt x="97421" y="3857"/>
                    <a:pt x="97387" y="3891"/>
                    <a:pt x="97387" y="3925"/>
                  </a:cubicBezTo>
                  <a:cubicBezTo>
                    <a:pt x="97387" y="3959"/>
                    <a:pt x="97421" y="4027"/>
                    <a:pt x="97455" y="4027"/>
                  </a:cubicBezTo>
                  <a:lnTo>
                    <a:pt x="97592" y="4027"/>
                  </a:lnTo>
                  <a:cubicBezTo>
                    <a:pt x="97626" y="4027"/>
                    <a:pt x="97660" y="3993"/>
                    <a:pt x="97660" y="3959"/>
                  </a:cubicBezTo>
                  <a:cubicBezTo>
                    <a:pt x="97660" y="3891"/>
                    <a:pt x="97626" y="3857"/>
                    <a:pt x="97592" y="3857"/>
                  </a:cubicBezTo>
                  <a:close/>
                  <a:moveTo>
                    <a:pt x="14366" y="3857"/>
                  </a:moveTo>
                  <a:lnTo>
                    <a:pt x="14264" y="3891"/>
                  </a:lnTo>
                  <a:cubicBezTo>
                    <a:pt x="14229" y="3891"/>
                    <a:pt x="14195" y="3925"/>
                    <a:pt x="14195" y="3993"/>
                  </a:cubicBezTo>
                  <a:cubicBezTo>
                    <a:pt x="14195" y="4027"/>
                    <a:pt x="14229" y="4062"/>
                    <a:pt x="14264" y="4062"/>
                  </a:cubicBezTo>
                  <a:lnTo>
                    <a:pt x="14298" y="4062"/>
                  </a:lnTo>
                  <a:lnTo>
                    <a:pt x="14400" y="4027"/>
                  </a:lnTo>
                  <a:cubicBezTo>
                    <a:pt x="14434" y="4027"/>
                    <a:pt x="14468" y="3993"/>
                    <a:pt x="14468" y="3959"/>
                  </a:cubicBezTo>
                  <a:cubicBezTo>
                    <a:pt x="14468" y="3891"/>
                    <a:pt x="14434" y="3857"/>
                    <a:pt x="14366" y="3857"/>
                  </a:cubicBezTo>
                  <a:close/>
                  <a:moveTo>
                    <a:pt x="98036" y="3891"/>
                  </a:moveTo>
                  <a:cubicBezTo>
                    <a:pt x="98001" y="3891"/>
                    <a:pt x="97967" y="3925"/>
                    <a:pt x="97967" y="3959"/>
                  </a:cubicBezTo>
                  <a:cubicBezTo>
                    <a:pt x="97933" y="4027"/>
                    <a:pt x="97967" y="4062"/>
                    <a:pt x="98036" y="4062"/>
                  </a:cubicBezTo>
                  <a:lnTo>
                    <a:pt x="98138" y="4062"/>
                  </a:lnTo>
                  <a:cubicBezTo>
                    <a:pt x="98206" y="4062"/>
                    <a:pt x="98240" y="4027"/>
                    <a:pt x="98240" y="3993"/>
                  </a:cubicBezTo>
                  <a:cubicBezTo>
                    <a:pt x="98240" y="3959"/>
                    <a:pt x="98206" y="3891"/>
                    <a:pt x="98172" y="3891"/>
                  </a:cubicBezTo>
                  <a:close/>
                  <a:moveTo>
                    <a:pt x="98616" y="3925"/>
                  </a:moveTo>
                  <a:cubicBezTo>
                    <a:pt x="98547" y="3925"/>
                    <a:pt x="98513" y="3959"/>
                    <a:pt x="98513" y="3993"/>
                  </a:cubicBezTo>
                  <a:cubicBezTo>
                    <a:pt x="98513" y="4062"/>
                    <a:pt x="98547" y="4096"/>
                    <a:pt x="98616" y="4096"/>
                  </a:cubicBezTo>
                  <a:lnTo>
                    <a:pt x="98718" y="4096"/>
                  </a:lnTo>
                  <a:cubicBezTo>
                    <a:pt x="98752" y="4096"/>
                    <a:pt x="98820" y="4062"/>
                    <a:pt x="98820" y="4027"/>
                  </a:cubicBezTo>
                  <a:cubicBezTo>
                    <a:pt x="98820" y="3993"/>
                    <a:pt x="98786" y="3959"/>
                    <a:pt x="98718" y="3925"/>
                  </a:cubicBezTo>
                  <a:close/>
                  <a:moveTo>
                    <a:pt x="13847" y="3946"/>
                  </a:moveTo>
                  <a:cubicBezTo>
                    <a:pt x="13838" y="3946"/>
                    <a:pt x="13829" y="3950"/>
                    <a:pt x="13820" y="3959"/>
                  </a:cubicBezTo>
                  <a:lnTo>
                    <a:pt x="13683" y="3959"/>
                  </a:lnTo>
                  <a:cubicBezTo>
                    <a:pt x="13649" y="3959"/>
                    <a:pt x="13615" y="3993"/>
                    <a:pt x="13615" y="4062"/>
                  </a:cubicBezTo>
                  <a:cubicBezTo>
                    <a:pt x="13615" y="4096"/>
                    <a:pt x="13649" y="4130"/>
                    <a:pt x="13718" y="4130"/>
                  </a:cubicBezTo>
                  <a:lnTo>
                    <a:pt x="13820" y="4130"/>
                  </a:lnTo>
                  <a:cubicBezTo>
                    <a:pt x="13888" y="4096"/>
                    <a:pt x="13922" y="4062"/>
                    <a:pt x="13922" y="4027"/>
                  </a:cubicBezTo>
                  <a:cubicBezTo>
                    <a:pt x="13897" y="3978"/>
                    <a:pt x="13872" y="3946"/>
                    <a:pt x="13847" y="3946"/>
                  </a:cubicBezTo>
                  <a:close/>
                  <a:moveTo>
                    <a:pt x="99196" y="3959"/>
                  </a:moveTo>
                  <a:cubicBezTo>
                    <a:pt x="99127" y="3959"/>
                    <a:pt x="99093" y="3993"/>
                    <a:pt x="99093" y="4062"/>
                  </a:cubicBezTo>
                  <a:cubicBezTo>
                    <a:pt x="99093" y="4096"/>
                    <a:pt x="99127" y="4130"/>
                    <a:pt x="99162" y="4130"/>
                  </a:cubicBezTo>
                  <a:lnTo>
                    <a:pt x="99298" y="4164"/>
                  </a:lnTo>
                  <a:cubicBezTo>
                    <a:pt x="99332" y="4164"/>
                    <a:pt x="99366" y="4130"/>
                    <a:pt x="99366" y="4062"/>
                  </a:cubicBezTo>
                  <a:cubicBezTo>
                    <a:pt x="99366" y="4027"/>
                    <a:pt x="99332" y="3993"/>
                    <a:pt x="99298" y="3993"/>
                  </a:cubicBezTo>
                  <a:lnTo>
                    <a:pt x="99196" y="3959"/>
                  </a:lnTo>
                  <a:close/>
                  <a:moveTo>
                    <a:pt x="13137" y="4027"/>
                  </a:moveTo>
                  <a:cubicBezTo>
                    <a:pt x="13069" y="4027"/>
                    <a:pt x="13035" y="4096"/>
                    <a:pt x="13069" y="4130"/>
                  </a:cubicBezTo>
                  <a:cubicBezTo>
                    <a:pt x="13069" y="4164"/>
                    <a:pt x="13103" y="4198"/>
                    <a:pt x="13137" y="4198"/>
                  </a:cubicBezTo>
                  <a:lnTo>
                    <a:pt x="13274" y="4198"/>
                  </a:lnTo>
                  <a:cubicBezTo>
                    <a:pt x="13308" y="4198"/>
                    <a:pt x="13342" y="4130"/>
                    <a:pt x="13342" y="4096"/>
                  </a:cubicBezTo>
                  <a:cubicBezTo>
                    <a:pt x="13342" y="4062"/>
                    <a:pt x="13274" y="4027"/>
                    <a:pt x="13240" y="4027"/>
                  </a:cubicBezTo>
                  <a:close/>
                  <a:moveTo>
                    <a:pt x="12557" y="4096"/>
                  </a:moveTo>
                  <a:cubicBezTo>
                    <a:pt x="12523" y="4130"/>
                    <a:pt x="12489" y="4164"/>
                    <a:pt x="12489" y="4198"/>
                  </a:cubicBezTo>
                  <a:cubicBezTo>
                    <a:pt x="12489" y="4232"/>
                    <a:pt x="12523" y="4266"/>
                    <a:pt x="12557" y="4266"/>
                  </a:cubicBezTo>
                  <a:lnTo>
                    <a:pt x="12694" y="4266"/>
                  </a:lnTo>
                  <a:cubicBezTo>
                    <a:pt x="12762" y="4266"/>
                    <a:pt x="12762" y="4232"/>
                    <a:pt x="12762" y="4164"/>
                  </a:cubicBezTo>
                  <a:cubicBezTo>
                    <a:pt x="12762" y="4130"/>
                    <a:pt x="12728" y="4096"/>
                    <a:pt x="12660" y="4096"/>
                  </a:cubicBezTo>
                  <a:close/>
                  <a:moveTo>
                    <a:pt x="12114" y="4164"/>
                  </a:moveTo>
                  <a:lnTo>
                    <a:pt x="12011" y="4198"/>
                  </a:lnTo>
                  <a:cubicBezTo>
                    <a:pt x="11943" y="4198"/>
                    <a:pt x="11909" y="4232"/>
                    <a:pt x="11909" y="4266"/>
                  </a:cubicBezTo>
                  <a:cubicBezTo>
                    <a:pt x="11909" y="4335"/>
                    <a:pt x="11977" y="4369"/>
                    <a:pt x="12011" y="4369"/>
                  </a:cubicBezTo>
                  <a:lnTo>
                    <a:pt x="12114" y="4335"/>
                  </a:lnTo>
                  <a:cubicBezTo>
                    <a:pt x="12182" y="4335"/>
                    <a:pt x="12216" y="4300"/>
                    <a:pt x="12216" y="4232"/>
                  </a:cubicBezTo>
                  <a:cubicBezTo>
                    <a:pt x="12182" y="4198"/>
                    <a:pt x="12148" y="4164"/>
                    <a:pt x="12114" y="4164"/>
                  </a:cubicBezTo>
                  <a:close/>
                  <a:moveTo>
                    <a:pt x="11534" y="4232"/>
                  </a:moveTo>
                  <a:lnTo>
                    <a:pt x="11431" y="4266"/>
                  </a:lnTo>
                  <a:cubicBezTo>
                    <a:pt x="11363" y="4266"/>
                    <a:pt x="11363" y="4300"/>
                    <a:pt x="11363" y="4369"/>
                  </a:cubicBezTo>
                  <a:cubicBezTo>
                    <a:pt x="11363" y="4403"/>
                    <a:pt x="11397" y="4437"/>
                    <a:pt x="11431" y="4437"/>
                  </a:cubicBezTo>
                  <a:lnTo>
                    <a:pt x="11465" y="4437"/>
                  </a:lnTo>
                  <a:lnTo>
                    <a:pt x="11568" y="4403"/>
                  </a:lnTo>
                  <a:cubicBezTo>
                    <a:pt x="11602" y="4403"/>
                    <a:pt x="11636" y="4369"/>
                    <a:pt x="11636" y="4300"/>
                  </a:cubicBezTo>
                  <a:cubicBezTo>
                    <a:pt x="11636" y="4266"/>
                    <a:pt x="11602" y="4232"/>
                    <a:pt x="11534" y="4232"/>
                  </a:cubicBezTo>
                  <a:close/>
                  <a:moveTo>
                    <a:pt x="11014" y="4321"/>
                  </a:moveTo>
                  <a:cubicBezTo>
                    <a:pt x="11006" y="4321"/>
                    <a:pt x="10997" y="4325"/>
                    <a:pt x="10988" y="4335"/>
                  </a:cubicBezTo>
                  <a:lnTo>
                    <a:pt x="10851" y="4335"/>
                  </a:lnTo>
                  <a:cubicBezTo>
                    <a:pt x="10817" y="4335"/>
                    <a:pt x="10783" y="4369"/>
                    <a:pt x="10783" y="4437"/>
                  </a:cubicBezTo>
                  <a:cubicBezTo>
                    <a:pt x="10783" y="4471"/>
                    <a:pt x="10817" y="4505"/>
                    <a:pt x="10885" y="4505"/>
                  </a:cubicBezTo>
                  <a:lnTo>
                    <a:pt x="10988" y="4471"/>
                  </a:lnTo>
                  <a:cubicBezTo>
                    <a:pt x="11056" y="4471"/>
                    <a:pt x="11090" y="4437"/>
                    <a:pt x="11056" y="4403"/>
                  </a:cubicBezTo>
                  <a:cubicBezTo>
                    <a:pt x="11056" y="4353"/>
                    <a:pt x="11038" y="4321"/>
                    <a:pt x="11014" y="4321"/>
                  </a:cubicBezTo>
                  <a:close/>
                  <a:moveTo>
                    <a:pt x="10305" y="4403"/>
                  </a:moveTo>
                  <a:cubicBezTo>
                    <a:pt x="10237" y="4403"/>
                    <a:pt x="10203" y="4471"/>
                    <a:pt x="10203" y="4505"/>
                  </a:cubicBezTo>
                  <a:cubicBezTo>
                    <a:pt x="10237" y="4539"/>
                    <a:pt x="10271" y="4573"/>
                    <a:pt x="10305" y="4573"/>
                  </a:cubicBezTo>
                  <a:lnTo>
                    <a:pt x="10442" y="4573"/>
                  </a:lnTo>
                  <a:cubicBezTo>
                    <a:pt x="10476" y="4539"/>
                    <a:pt x="10510" y="4505"/>
                    <a:pt x="10510" y="4471"/>
                  </a:cubicBezTo>
                  <a:cubicBezTo>
                    <a:pt x="10510" y="4403"/>
                    <a:pt x="10442" y="4403"/>
                    <a:pt x="10408" y="4403"/>
                  </a:cubicBezTo>
                  <a:close/>
                  <a:moveTo>
                    <a:pt x="9725" y="4471"/>
                  </a:moveTo>
                  <a:cubicBezTo>
                    <a:pt x="9691" y="4471"/>
                    <a:pt x="9657" y="4539"/>
                    <a:pt x="9657" y="4573"/>
                  </a:cubicBezTo>
                  <a:cubicBezTo>
                    <a:pt x="9657" y="4608"/>
                    <a:pt x="9691" y="4642"/>
                    <a:pt x="9725" y="4642"/>
                  </a:cubicBezTo>
                  <a:lnTo>
                    <a:pt x="9862" y="4642"/>
                  </a:lnTo>
                  <a:cubicBezTo>
                    <a:pt x="9896" y="4642"/>
                    <a:pt x="9930" y="4573"/>
                    <a:pt x="9930" y="4539"/>
                  </a:cubicBezTo>
                  <a:cubicBezTo>
                    <a:pt x="9930" y="4505"/>
                    <a:pt x="9896" y="4471"/>
                    <a:pt x="9828" y="4471"/>
                  </a:cubicBezTo>
                  <a:close/>
                  <a:moveTo>
                    <a:pt x="9145" y="4539"/>
                  </a:moveTo>
                  <a:cubicBezTo>
                    <a:pt x="9111" y="4573"/>
                    <a:pt x="9077" y="4608"/>
                    <a:pt x="9077" y="4642"/>
                  </a:cubicBezTo>
                  <a:cubicBezTo>
                    <a:pt x="9077" y="4710"/>
                    <a:pt x="9111" y="4710"/>
                    <a:pt x="9179" y="4710"/>
                  </a:cubicBezTo>
                  <a:lnTo>
                    <a:pt x="9282" y="4710"/>
                  </a:lnTo>
                  <a:cubicBezTo>
                    <a:pt x="9350" y="4710"/>
                    <a:pt x="9384" y="4676"/>
                    <a:pt x="9350" y="4608"/>
                  </a:cubicBezTo>
                  <a:cubicBezTo>
                    <a:pt x="9350" y="4573"/>
                    <a:pt x="9316" y="4539"/>
                    <a:pt x="9282" y="4539"/>
                  </a:cubicBezTo>
                  <a:close/>
                  <a:moveTo>
                    <a:pt x="8701" y="4608"/>
                  </a:moveTo>
                  <a:lnTo>
                    <a:pt x="8599" y="4642"/>
                  </a:lnTo>
                  <a:cubicBezTo>
                    <a:pt x="8531" y="4642"/>
                    <a:pt x="8497" y="4676"/>
                    <a:pt x="8531" y="4710"/>
                  </a:cubicBezTo>
                  <a:cubicBezTo>
                    <a:pt x="8531" y="4778"/>
                    <a:pt x="8565" y="4812"/>
                    <a:pt x="8599" y="4812"/>
                  </a:cubicBezTo>
                  <a:lnTo>
                    <a:pt x="8736" y="4778"/>
                  </a:lnTo>
                  <a:cubicBezTo>
                    <a:pt x="8770" y="4778"/>
                    <a:pt x="8804" y="4744"/>
                    <a:pt x="8804" y="4676"/>
                  </a:cubicBezTo>
                  <a:cubicBezTo>
                    <a:pt x="8804" y="4642"/>
                    <a:pt x="8736" y="4608"/>
                    <a:pt x="8701" y="4608"/>
                  </a:cubicBezTo>
                  <a:close/>
                  <a:moveTo>
                    <a:pt x="8121" y="4676"/>
                  </a:moveTo>
                  <a:lnTo>
                    <a:pt x="8019" y="4710"/>
                  </a:lnTo>
                  <a:cubicBezTo>
                    <a:pt x="7985" y="4710"/>
                    <a:pt x="7951" y="4744"/>
                    <a:pt x="7951" y="4812"/>
                  </a:cubicBezTo>
                  <a:cubicBezTo>
                    <a:pt x="7951" y="4846"/>
                    <a:pt x="7985" y="4881"/>
                    <a:pt x="8019" y="4881"/>
                  </a:cubicBezTo>
                  <a:lnTo>
                    <a:pt x="8053" y="4881"/>
                  </a:lnTo>
                  <a:lnTo>
                    <a:pt x="8156" y="4846"/>
                  </a:lnTo>
                  <a:cubicBezTo>
                    <a:pt x="8190" y="4846"/>
                    <a:pt x="8224" y="4812"/>
                    <a:pt x="8224" y="4778"/>
                  </a:cubicBezTo>
                  <a:cubicBezTo>
                    <a:pt x="8224" y="4710"/>
                    <a:pt x="8190" y="4676"/>
                    <a:pt x="8121" y="4676"/>
                  </a:cubicBezTo>
                  <a:close/>
                  <a:moveTo>
                    <a:pt x="7603" y="4765"/>
                  </a:moveTo>
                  <a:cubicBezTo>
                    <a:pt x="7594" y="4765"/>
                    <a:pt x="7585" y="4769"/>
                    <a:pt x="7575" y="4778"/>
                  </a:cubicBezTo>
                  <a:lnTo>
                    <a:pt x="7439" y="4778"/>
                  </a:lnTo>
                  <a:cubicBezTo>
                    <a:pt x="7405" y="4778"/>
                    <a:pt x="7371" y="4812"/>
                    <a:pt x="7371" y="4881"/>
                  </a:cubicBezTo>
                  <a:cubicBezTo>
                    <a:pt x="7371" y="4915"/>
                    <a:pt x="7405" y="4949"/>
                    <a:pt x="7473" y="4949"/>
                  </a:cubicBezTo>
                  <a:lnTo>
                    <a:pt x="7575" y="4949"/>
                  </a:lnTo>
                  <a:cubicBezTo>
                    <a:pt x="7644" y="4915"/>
                    <a:pt x="7678" y="4881"/>
                    <a:pt x="7678" y="4846"/>
                  </a:cubicBezTo>
                  <a:cubicBezTo>
                    <a:pt x="7653" y="4796"/>
                    <a:pt x="7628" y="4765"/>
                    <a:pt x="7603" y="4765"/>
                  </a:cubicBezTo>
                  <a:close/>
                  <a:moveTo>
                    <a:pt x="6893" y="4846"/>
                  </a:moveTo>
                  <a:cubicBezTo>
                    <a:pt x="6825" y="4846"/>
                    <a:pt x="6791" y="4915"/>
                    <a:pt x="6825" y="4949"/>
                  </a:cubicBezTo>
                  <a:cubicBezTo>
                    <a:pt x="6825" y="4983"/>
                    <a:pt x="6859" y="5017"/>
                    <a:pt x="6893" y="5017"/>
                  </a:cubicBezTo>
                  <a:lnTo>
                    <a:pt x="7029" y="5017"/>
                  </a:lnTo>
                  <a:cubicBezTo>
                    <a:pt x="7064" y="5017"/>
                    <a:pt x="7098" y="4949"/>
                    <a:pt x="7098" y="4915"/>
                  </a:cubicBezTo>
                  <a:cubicBezTo>
                    <a:pt x="7098" y="4881"/>
                    <a:pt x="7029" y="4846"/>
                    <a:pt x="6995" y="4846"/>
                  </a:cubicBezTo>
                  <a:close/>
                  <a:moveTo>
                    <a:pt x="6313" y="4915"/>
                  </a:moveTo>
                  <a:cubicBezTo>
                    <a:pt x="6279" y="4949"/>
                    <a:pt x="6245" y="4983"/>
                    <a:pt x="6245" y="5017"/>
                  </a:cubicBezTo>
                  <a:cubicBezTo>
                    <a:pt x="6245" y="5051"/>
                    <a:pt x="6279" y="5085"/>
                    <a:pt x="6313" y="5085"/>
                  </a:cubicBezTo>
                  <a:lnTo>
                    <a:pt x="6449" y="5085"/>
                  </a:lnTo>
                  <a:cubicBezTo>
                    <a:pt x="6518" y="5085"/>
                    <a:pt x="6518" y="5017"/>
                    <a:pt x="6518" y="4983"/>
                  </a:cubicBezTo>
                  <a:cubicBezTo>
                    <a:pt x="6518" y="4949"/>
                    <a:pt x="6483" y="4915"/>
                    <a:pt x="6415" y="4915"/>
                  </a:cubicBezTo>
                  <a:close/>
                  <a:moveTo>
                    <a:pt x="5869" y="4983"/>
                  </a:moveTo>
                  <a:lnTo>
                    <a:pt x="5767" y="5017"/>
                  </a:lnTo>
                  <a:cubicBezTo>
                    <a:pt x="5699" y="5017"/>
                    <a:pt x="5665" y="5051"/>
                    <a:pt x="5665" y="5085"/>
                  </a:cubicBezTo>
                  <a:cubicBezTo>
                    <a:pt x="5699" y="5154"/>
                    <a:pt x="5733" y="5188"/>
                    <a:pt x="5767" y="5188"/>
                  </a:cubicBezTo>
                  <a:lnTo>
                    <a:pt x="5869" y="5154"/>
                  </a:lnTo>
                  <a:cubicBezTo>
                    <a:pt x="5938" y="5154"/>
                    <a:pt x="5972" y="5119"/>
                    <a:pt x="5972" y="5051"/>
                  </a:cubicBezTo>
                  <a:cubicBezTo>
                    <a:pt x="5938" y="5017"/>
                    <a:pt x="5903" y="4983"/>
                    <a:pt x="5869" y="4983"/>
                  </a:cubicBezTo>
                  <a:close/>
                  <a:moveTo>
                    <a:pt x="5289" y="5051"/>
                  </a:moveTo>
                  <a:lnTo>
                    <a:pt x="5187" y="5085"/>
                  </a:lnTo>
                  <a:cubicBezTo>
                    <a:pt x="5153" y="5085"/>
                    <a:pt x="5119" y="5119"/>
                    <a:pt x="5119" y="5188"/>
                  </a:cubicBezTo>
                  <a:cubicBezTo>
                    <a:pt x="5119" y="5222"/>
                    <a:pt x="5153" y="5256"/>
                    <a:pt x="5187" y="5256"/>
                  </a:cubicBezTo>
                  <a:lnTo>
                    <a:pt x="5221" y="5256"/>
                  </a:lnTo>
                  <a:lnTo>
                    <a:pt x="5323" y="5222"/>
                  </a:lnTo>
                  <a:cubicBezTo>
                    <a:pt x="5357" y="5222"/>
                    <a:pt x="5392" y="5188"/>
                    <a:pt x="5392" y="5119"/>
                  </a:cubicBezTo>
                  <a:cubicBezTo>
                    <a:pt x="5392" y="5085"/>
                    <a:pt x="5357" y="5051"/>
                    <a:pt x="5289" y="5051"/>
                  </a:cubicBezTo>
                  <a:close/>
                  <a:moveTo>
                    <a:pt x="4743" y="5119"/>
                  </a:moveTo>
                  <a:lnTo>
                    <a:pt x="4607" y="5154"/>
                  </a:lnTo>
                  <a:cubicBezTo>
                    <a:pt x="4573" y="5154"/>
                    <a:pt x="4538" y="5188"/>
                    <a:pt x="4538" y="5256"/>
                  </a:cubicBezTo>
                  <a:cubicBezTo>
                    <a:pt x="4538" y="5290"/>
                    <a:pt x="4573" y="5324"/>
                    <a:pt x="4641" y="5324"/>
                  </a:cubicBezTo>
                  <a:lnTo>
                    <a:pt x="4743" y="5290"/>
                  </a:lnTo>
                  <a:cubicBezTo>
                    <a:pt x="4811" y="5290"/>
                    <a:pt x="4846" y="5256"/>
                    <a:pt x="4811" y="5222"/>
                  </a:cubicBezTo>
                  <a:cubicBezTo>
                    <a:pt x="4811" y="5154"/>
                    <a:pt x="4777" y="5119"/>
                    <a:pt x="4743" y="5119"/>
                  </a:cubicBezTo>
                  <a:close/>
                  <a:moveTo>
                    <a:pt x="4061" y="5222"/>
                  </a:moveTo>
                  <a:cubicBezTo>
                    <a:pt x="3992" y="5222"/>
                    <a:pt x="3958" y="5290"/>
                    <a:pt x="3958" y="5324"/>
                  </a:cubicBezTo>
                  <a:cubicBezTo>
                    <a:pt x="3992" y="5358"/>
                    <a:pt x="4027" y="5392"/>
                    <a:pt x="4061" y="5392"/>
                  </a:cubicBezTo>
                  <a:lnTo>
                    <a:pt x="4197" y="5392"/>
                  </a:lnTo>
                  <a:cubicBezTo>
                    <a:pt x="4231" y="5358"/>
                    <a:pt x="4265" y="5324"/>
                    <a:pt x="4265" y="5290"/>
                  </a:cubicBezTo>
                  <a:cubicBezTo>
                    <a:pt x="4265" y="5222"/>
                    <a:pt x="4197" y="5222"/>
                    <a:pt x="4163" y="5222"/>
                  </a:cubicBezTo>
                  <a:close/>
                  <a:moveTo>
                    <a:pt x="3481" y="5290"/>
                  </a:moveTo>
                  <a:cubicBezTo>
                    <a:pt x="3447" y="5290"/>
                    <a:pt x="3412" y="5358"/>
                    <a:pt x="3412" y="5392"/>
                  </a:cubicBezTo>
                  <a:cubicBezTo>
                    <a:pt x="3412" y="5427"/>
                    <a:pt x="3447" y="5461"/>
                    <a:pt x="3481" y="5461"/>
                  </a:cubicBezTo>
                  <a:lnTo>
                    <a:pt x="3617" y="5461"/>
                  </a:lnTo>
                  <a:cubicBezTo>
                    <a:pt x="3651" y="5461"/>
                    <a:pt x="3685" y="5392"/>
                    <a:pt x="3685" y="5358"/>
                  </a:cubicBezTo>
                  <a:cubicBezTo>
                    <a:pt x="3685" y="5324"/>
                    <a:pt x="3651" y="5290"/>
                    <a:pt x="3583" y="5290"/>
                  </a:cubicBezTo>
                  <a:close/>
                  <a:moveTo>
                    <a:pt x="2901" y="5358"/>
                  </a:moveTo>
                  <a:cubicBezTo>
                    <a:pt x="2866" y="5392"/>
                    <a:pt x="2832" y="5427"/>
                    <a:pt x="2832" y="5461"/>
                  </a:cubicBezTo>
                  <a:cubicBezTo>
                    <a:pt x="2832" y="5529"/>
                    <a:pt x="2866" y="5529"/>
                    <a:pt x="2935" y="5529"/>
                  </a:cubicBezTo>
                  <a:lnTo>
                    <a:pt x="3037" y="5529"/>
                  </a:lnTo>
                  <a:cubicBezTo>
                    <a:pt x="3105" y="5529"/>
                    <a:pt x="3139" y="5495"/>
                    <a:pt x="3139" y="5427"/>
                  </a:cubicBezTo>
                  <a:cubicBezTo>
                    <a:pt x="3105" y="5392"/>
                    <a:pt x="3071" y="5358"/>
                    <a:pt x="3037" y="5358"/>
                  </a:cubicBezTo>
                  <a:close/>
                  <a:moveTo>
                    <a:pt x="2457" y="5427"/>
                  </a:moveTo>
                  <a:lnTo>
                    <a:pt x="2355" y="5461"/>
                  </a:lnTo>
                  <a:cubicBezTo>
                    <a:pt x="2286" y="5461"/>
                    <a:pt x="2252" y="5495"/>
                    <a:pt x="2286" y="5529"/>
                  </a:cubicBezTo>
                  <a:cubicBezTo>
                    <a:pt x="2286" y="5597"/>
                    <a:pt x="2320" y="5631"/>
                    <a:pt x="2355" y="5631"/>
                  </a:cubicBezTo>
                  <a:lnTo>
                    <a:pt x="2491" y="5597"/>
                  </a:lnTo>
                  <a:cubicBezTo>
                    <a:pt x="2525" y="5597"/>
                    <a:pt x="2559" y="5563"/>
                    <a:pt x="2559" y="5495"/>
                  </a:cubicBezTo>
                  <a:cubicBezTo>
                    <a:pt x="2559" y="5461"/>
                    <a:pt x="2491" y="5427"/>
                    <a:pt x="2457" y="5427"/>
                  </a:cubicBezTo>
                  <a:close/>
                  <a:moveTo>
                    <a:pt x="1877" y="5495"/>
                  </a:moveTo>
                  <a:lnTo>
                    <a:pt x="1774" y="5529"/>
                  </a:lnTo>
                  <a:cubicBezTo>
                    <a:pt x="1740" y="5529"/>
                    <a:pt x="1706" y="5563"/>
                    <a:pt x="1706" y="5631"/>
                  </a:cubicBezTo>
                  <a:cubicBezTo>
                    <a:pt x="1706" y="5665"/>
                    <a:pt x="1740" y="5699"/>
                    <a:pt x="1774" y="5699"/>
                  </a:cubicBezTo>
                  <a:lnTo>
                    <a:pt x="1809" y="5699"/>
                  </a:lnTo>
                  <a:lnTo>
                    <a:pt x="1911" y="5665"/>
                  </a:lnTo>
                  <a:cubicBezTo>
                    <a:pt x="1945" y="5665"/>
                    <a:pt x="1979" y="5631"/>
                    <a:pt x="1979" y="5597"/>
                  </a:cubicBezTo>
                  <a:cubicBezTo>
                    <a:pt x="1979" y="5529"/>
                    <a:pt x="1945" y="5495"/>
                    <a:pt x="1877" y="5495"/>
                  </a:cubicBezTo>
                  <a:close/>
                  <a:moveTo>
                    <a:pt x="1358" y="5584"/>
                  </a:moveTo>
                  <a:cubicBezTo>
                    <a:pt x="1349" y="5584"/>
                    <a:pt x="1340" y="5588"/>
                    <a:pt x="1331" y="5597"/>
                  </a:cubicBezTo>
                  <a:lnTo>
                    <a:pt x="1194" y="5597"/>
                  </a:lnTo>
                  <a:cubicBezTo>
                    <a:pt x="1160" y="5597"/>
                    <a:pt x="1126" y="5631"/>
                    <a:pt x="1126" y="5699"/>
                  </a:cubicBezTo>
                  <a:cubicBezTo>
                    <a:pt x="1126" y="5734"/>
                    <a:pt x="1194" y="5768"/>
                    <a:pt x="1229" y="5768"/>
                  </a:cubicBezTo>
                  <a:lnTo>
                    <a:pt x="1331" y="5768"/>
                  </a:lnTo>
                  <a:cubicBezTo>
                    <a:pt x="1399" y="5734"/>
                    <a:pt x="1433" y="5699"/>
                    <a:pt x="1433" y="5665"/>
                  </a:cubicBezTo>
                  <a:cubicBezTo>
                    <a:pt x="1408" y="5615"/>
                    <a:pt x="1383" y="5584"/>
                    <a:pt x="1358" y="5584"/>
                  </a:cubicBezTo>
                  <a:close/>
                  <a:moveTo>
                    <a:pt x="648" y="5665"/>
                  </a:moveTo>
                  <a:cubicBezTo>
                    <a:pt x="580" y="5665"/>
                    <a:pt x="546" y="5734"/>
                    <a:pt x="580" y="5768"/>
                  </a:cubicBezTo>
                  <a:cubicBezTo>
                    <a:pt x="580" y="5802"/>
                    <a:pt x="614" y="5836"/>
                    <a:pt x="648" y="5836"/>
                  </a:cubicBezTo>
                  <a:lnTo>
                    <a:pt x="785" y="5836"/>
                  </a:lnTo>
                  <a:cubicBezTo>
                    <a:pt x="819" y="5836"/>
                    <a:pt x="853" y="5768"/>
                    <a:pt x="853" y="5734"/>
                  </a:cubicBezTo>
                  <a:cubicBezTo>
                    <a:pt x="853" y="5699"/>
                    <a:pt x="819" y="5665"/>
                    <a:pt x="751" y="5665"/>
                  </a:cubicBezTo>
                  <a:close/>
                  <a:moveTo>
                    <a:pt x="68" y="5734"/>
                  </a:moveTo>
                  <a:cubicBezTo>
                    <a:pt x="34" y="5734"/>
                    <a:pt x="0" y="5802"/>
                    <a:pt x="0" y="5836"/>
                  </a:cubicBezTo>
                  <a:cubicBezTo>
                    <a:pt x="0" y="5870"/>
                    <a:pt x="34" y="5904"/>
                    <a:pt x="102" y="5904"/>
                  </a:cubicBezTo>
                  <a:lnTo>
                    <a:pt x="205" y="5904"/>
                  </a:lnTo>
                  <a:cubicBezTo>
                    <a:pt x="273" y="5904"/>
                    <a:pt x="273" y="5836"/>
                    <a:pt x="273" y="5802"/>
                  </a:cubicBezTo>
                  <a:cubicBezTo>
                    <a:pt x="273" y="5768"/>
                    <a:pt x="239" y="5734"/>
                    <a:pt x="205" y="573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" name="Google Shape;1785;p45">
              <a:extLst>
                <a:ext uri="{FF2B5EF4-FFF2-40B4-BE49-F238E27FC236}">
                  <a16:creationId xmlns:a16="http://schemas.microsoft.com/office/drawing/2014/main" id="{E34E8792-1239-18FA-7D37-AFB19D19D086}"/>
                </a:ext>
              </a:extLst>
            </p:cNvPr>
            <p:cNvSpPr/>
            <p:nvPr/>
          </p:nvSpPr>
          <p:spPr>
            <a:xfrm>
              <a:off x="477437" y="1513001"/>
              <a:ext cx="3736013" cy="377196"/>
            </a:xfrm>
            <a:custGeom>
              <a:avLst/>
              <a:gdLst/>
              <a:ahLst/>
              <a:cxnLst/>
              <a:rect l="l" t="t" r="r" b="b"/>
              <a:pathLst>
                <a:path w="167647" h="16926" extrusionOk="0">
                  <a:moveTo>
                    <a:pt x="102" y="0"/>
                  </a:moveTo>
                  <a:cubicBezTo>
                    <a:pt x="68" y="0"/>
                    <a:pt x="34" y="34"/>
                    <a:pt x="0" y="68"/>
                  </a:cubicBezTo>
                  <a:cubicBezTo>
                    <a:pt x="0" y="102"/>
                    <a:pt x="34" y="171"/>
                    <a:pt x="68" y="171"/>
                  </a:cubicBezTo>
                  <a:lnTo>
                    <a:pt x="205" y="205"/>
                  </a:lnTo>
                  <a:cubicBezTo>
                    <a:pt x="239" y="205"/>
                    <a:pt x="273" y="171"/>
                    <a:pt x="273" y="137"/>
                  </a:cubicBezTo>
                  <a:cubicBezTo>
                    <a:pt x="307" y="68"/>
                    <a:pt x="273" y="34"/>
                    <a:pt x="239" y="34"/>
                  </a:cubicBezTo>
                  <a:lnTo>
                    <a:pt x="102" y="0"/>
                  </a:lnTo>
                  <a:close/>
                  <a:moveTo>
                    <a:pt x="635" y="123"/>
                  </a:moveTo>
                  <a:cubicBezTo>
                    <a:pt x="598" y="123"/>
                    <a:pt x="580" y="155"/>
                    <a:pt x="580" y="205"/>
                  </a:cubicBezTo>
                  <a:cubicBezTo>
                    <a:pt x="546" y="239"/>
                    <a:pt x="580" y="273"/>
                    <a:pt x="648" y="307"/>
                  </a:cubicBezTo>
                  <a:lnTo>
                    <a:pt x="751" y="307"/>
                  </a:lnTo>
                  <a:cubicBezTo>
                    <a:pt x="819" y="307"/>
                    <a:pt x="853" y="273"/>
                    <a:pt x="853" y="239"/>
                  </a:cubicBezTo>
                  <a:cubicBezTo>
                    <a:pt x="853" y="205"/>
                    <a:pt x="819" y="171"/>
                    <a:pt x="785" y="137"/>
                  </a:cubicBezTo>
                  <a:lnTo>
                    <a:pt x="682" y="137"/>
                  </a:lnTo>
                  <a:cubicBezTo>
                    <a:pt x="664" y="127"/>
                    <a:pt x="648" y="123"/>
                    <a:pt x="635" y="123"/>
                  </a:cubicBezTo>
                  <a:close/>
                  <a:moveTo>
                    <a:pt x="1228" y="239"/>
                  </a:moveTo>
                  <a:cubicBezTo>
                    <a:pt x="1194" y="239"/>
                    <a:pt x="1126" y="273"/>
                    <a:pt x="1126" y="307"/>
                  </a:cubicBezTo>
                  <a:cubicBezTo>
                    <a:pt x="1126" y="341"/>
                    <a:pt x="1160" y="410"/>
                    <a:pt x="1194" y="410"/>
                  </a:cubicBezTo>
                  <a:lnTo>
                    <a:pt x="1297" y="444"/>
                  </a:lnTo>
                  <a:lnTo>
                    <a:pt x="1331" y="444"/>
                  </a:lnTo>
                  <a:cubicBezTo>
                    <a:pt x="1365" y="444"/>
                    <a:pt x="1399" y="410"/>
                    <a:pt x="1399" y="375"/>
                  </a:cubicBezTo>
                  <a:cubicBezTo>
                    <a:pt x="1433" y="307"/>
                    <a:pt x="1399" y="273"/>
                    <a:pt x="1331" y="273"/>
                  </a:cubicBezTo>
                  <a:lnTo>
                    <a:pt x="1228" y="239"/>
                  </a:lnTo>
                  <a:close/>
                  <a:moveTo>
                    <a:pt x="1757" y="361"/>
                  </a:moveTo>
                  <a:cubicBezTo>
                    <a:pt x="1723" y="361"/>
                    <a:pt x="1706" y="385"/>
                    <a:pt x="1706" y="410"/>
                  </a:cubicBezTo>
                  <a:cubicBezTo>
                    <a:pt x="1672" y="478"/>
                    <a:pt x="1706" y="512"/>
                    <a:pt x="1740" y="512"/>
                  </a:cubicBezTo>
                  <a:lnTo>
                    <a:pt x="1877" y="546"/>
                  </a:lnTo>
                  <a:cubicBezTo>
                    <a:pt x="1911" y="546"/>
                    <a:pt x="1945" y="512"/>
                    <a:pt x="1979" y="478"/>
                  </a:cubicBezTo>
                  <a:cubicBezTo>
                    <a:pt x="1979" y="444"/>
                    <a:pt x="1945" y="410"/>
                    <a:pt x="1911" y="375"/>
                  </a:cubicBezTo>
                  <a:lnTo>
                    <a:pt x="1809" y="375"/>
                  </a:lnTo>
                  <a:cubicBezTo>
                    <a:pt x="1789" y="365"/>
                    <a:pt x="1771" y="361"/>
                    <a:pt x="1757" y="361"/>
                  </a:cubicBezTo>
                  <a:close/>
                  <a:moveTo>
                    <a:pt x="2355" y="478"/>
                  </a:moveTo>
                  <a:cubicBezTo>
                    <a:pt x="2320" y="478"/>
                    <a:pt x="2252" y="512"/>
                    <a:pt x="2252" y="546"/>
                  </a:cubicBezTo>
                  <a:cubicBezTo>
                    <a:pt x="2252" y="580"/>
                    <a:pt x="2286" y="648"/>
                    <a:pt x="2320" y="648"/>
                  </a:cubicBezTo>
                  <a:lnTo>
                    <a:pt x="2423" y="683"/>
                  </a:lnTo>
                  <a:lnTo>
                    <a:pt x="2457" y="683"/>
                  </a:lnTo>
                  <a:cubicBezTo>
                    <a:pt x="2491" y="683"/>
                    <a:pt x="2525" y="648"/>
                    <a:pt x="2525" y="614"/>
                  </a:cubicBezTo>
                  <a:cubicBezTo>
                    <a:pt x="2525" y="546"/>
                    <a:pt x="2525" y="512"/>
                    <a:pt x="2457" y="512"/>
                  </a:cubicBezTo>
                  <a:lnTo>
                    <a:pt x="2355" y="478"/>
                  </a:lnTo>
                  <a:close/>
                  <a:moveTo>
                    <a:pt x="2870" y="600"/>
                  </a:moveTo>
                  <a:cubicBezTo>
                    <a:pt x="2846" y="600"/>
                    <a:pt x="2822" y="624"/>
                    <a:pt x="2798" y="648"/>
                  </a:cubicBezTo>
                  <a:cubicBezTo>
                    <a:pt x="2798" y="717"/>
                    <a:pt x="2832" y="751"/>
                    <a:pt x="2866" y="751"/>
                  </a:cubicBezTo>
                  <a:lnTo>
                    <a:pt x="3003" y="785"/>
                  </a:lnTo>
                  <a:cubicBezTo>
                    <a:pt x="3037" y="785"/>
                    <a:pt x="3071" y="751"/>
                    <a:pt x="3105" y="717"/>
                  </a:cubicBezTo>
                  <a:cubicBezTo>
                    <a:pt x="3105" y="683"/>
                    <a:pt x="3071" y="648"/>
                    <a:pt x="3037" y="614"/>
                  </a:cubicBezTo>
                  <a:lnTo>
                    <a:pt x="2900" y="614"/>
                  </a:lnTo>
                  <a:cubicBezTo>
                    <a:pt x="2890" y="604"/>
                    <a:pt x="2880" y="600"/>
                    <a:pt x="2870" y="600"/>
                  </a:cubicBezTo>
                  <a:close/>
                  <a:moveTo>
                    <a:pt x="3481" y="717"/>
                  </a:moveTo>
                  <a:cubicBezTo>
                    <a:pt x="3412" y="717"/>
                    <a:pt x="3378" y="751"/>
                    <a:pt x="3378" y="785"/>
                  </a:cubicBezTo>
                  <a:cubicBezTo>
                    <a:pt x="3344" y="819"/>
                    <a:pt x="3378" y="887"/>
                    <a:pt x="3446" y="887"/>
                  </a:cubicBezTo>
                  <a:lnTo>
                    <a:pt x="3549" y="921"/>
                  </a:lnTo>
                  <a:lnTo>
                    <a:pt x="3583" y="921"/>
                  </a:lnTo>
                  <a:cubicBezTo>
                    <a:pt x="3617" y="921"/>
                    <a:pt x="3651" y="887"/>
                    <a:pt x="3651" y="853"/>
                  </a:cubicBezTo>
                  <a:cubicBezTo>
                    <a:pt x="3651" y="785"/>
                    <a:pt x="3617" y="751"/>
                    <a:pt x="3583" y="751"/>
                  </a:cubicBezTo>
                  <a:lnTo>
                    <a:pt x="3481" y="717"/>
                  </a:lnTo>
                  <a:close/>
                  <a:moveTo>
                    <a:pt x="3990" y="839"/>
                  </a:moveTo>
                  <a:cubicBezTo>
                    <a:pt x="3958" y="839"/>
                    <a:pt x="3924" y="863"/>
                    <a:pt x="3924" y="887"/>
                  </a:cubicBezTo>
                  <a:cubicBezTo>
                    <a:pt x="3924" y="956"/>
                    <a:pt x="3958" y="990"/>
                    <a:pt x="3992" y="990"/>
                  </a:cubicBezTo>
                  <a:lnTo>
                    <a:pt x="4095" y="1024"/>
                  </a:lnTo>
                  <a:lnTo>
                    <a:pt x="4129" y="1024"/>
                  </a:lnTo>
                  <a:cubicBezTo>
                    <a:pt x="4163" y="1024"/>
                    <a:pt x="4197" y="990"/>
                    <a:pt x="4197" y="956"/>
                  </a:cubicBezTo>
                  <a:cubicBezTo>
                    <a:pt x="4231" y="921"/>
                    <a:pt x="4197" y="887"/>
                    <a:pt x="4129" y="853"/>
                  </a:cubicBezTo>
                  <a:lnTo>
                    <a:pt x="4027" y="853"/>
                  </a:lnTo>
                  <a:cubicBezTo>
                    <a:pt x="4017" y="843"/>
                    <a:pt x="4004" y="839"/>
                    <a:pt x="3990" y="839"/>
                  </a:cubicBezTo>
                  <a:close/>
                  <a:moveTo>
                    <a:pt x="4607" y="956"/>
                  </a:moveTo>
                  <a:cubicBezTo>
                    <a:pt x="4538" y="956"/>
                    <a:pt x="4504" y="990"/>
                    <a:pt x="4504" y="1024"/>
                  </a:cubicBezTo>
                  <a:cubicBezTo>
                    <a:pt x="4470" y="1058"/>
                    <a:pt x="4504" y="1126"/>
                    <a:pt x="4573" y="1126"/>
                  </a:cubicBezTo>
                  <a:lnTo>
                    <a:pt x="4675" y="1160"/>
                  </a:lnTo>
                  <a:cubicBezTo>
                    <a:pt x="4709" y="1160"/>
                    <a:pt x="4777" y="1126"/>
                    <a:pt x="4777" y="1092"/>
                  </a:cubicBezTo>
                  <a:cubicBezTo>
                    <a:pt x="4777" y="1024"/>
                    <a:pt x="4743" y="990"/>
                    <a:pt x="4709" y="990"/>
                  </a:cubicBezTo>
                  <a:lnTo>
                    <a:pt x="4607" y="956"/>
                  </a:lnTo>
                  <a:close/>
                  <a:moveTo>
                    <a:pt x="5153" y="1058"/>
                  </a:moveTo>
                  <a:cubicBezTo>
                    <a:pt x="5118" y="1058"/>
                    <a:pt x="5050" y="1092"/>
                    <a:pt x="5050" y="1126"/>
                  </a:cubicBezTo>
                  <a:cubicBezTo>
                    <a:pt x="5050" y="1194"/>
                    <a:pt x="5084" y="1229"/>
                    <a:pt x="5118" y="1229"/>
                  </a:cubicBezTo>
                  <a:lnTo>
                    <a:pt x="5221" y="1263"/>
                  </a:lnTo>
                  <a:lnTo>
                    <a:pt x="5255" y="1263"/>
                  </a:lnTo>
                  <a:cubicBezTo>
                    <a:pt x="5289" y="1263"/>
                    <a:pt x="5323" y="1229"/>
                    <a:pt x="5323" y="1194"/>
                  </a:cubicBezTo>
                  <a:cubicBezTo>
                    <a:pt x="5323" y="1160"/>
                    <a:pt x="5323" y="1092"/>
                    <a:pt x="5255" y="1092"/>
                  </a:cubicBezTo>
                  <a:lnTo>
                    <a:pt x="5153" y="1058"/>
                  </a:lnTo>
                  <a:close/>
                  <a:moveTo>
                    <a:pt x="5699" y="1194"/>
                  </a:moveTo>
                  <a:cubicBezTo>
                    <a:pt x="5664" y="1194"/>
                    <a:pt x="5630" y="1229"/>
                    <a:pt x="5596" y="1263"/>
                  </a:cubicBezTo>
                  <a:cubicBezTo>
                    <a:pt x="5596" y="1297"/>
                    <a:pt x="5630" y="1365"/>
                    <a:pt x="5664" y="1365"/>
                  </a:cubicBezTo>
                  <a:lnTo>
                    <a:pt x="5801" y="1399"/>
                  </a:lnTo>
                  <a:cubicBezTo>
                    <a:pt x="5835" y="1399"/>
                    <a:pt x="5869" y="1365"/>
                    <a:pt x="5903" y="1331"/>
                  </a:cubicBezTo>
                  <a:cubicBezTo>
                    <a:pt x="5903" y="1263"/>
                    <a:pt x="5869" y="1229"/>
                    <a:pt x="5835" y="1229"/>
                  </a:cubicBezTo>
                  <a:lnTo>
                    <a:pt x="5699" y="1194"/>
                  </a:lnTo>
                  <a:close/>
                  <a:moveTo>
                    <a:pt x="6279" y="1297"/>
                  </a:moveTo>
                  <a:cubicBezTo>
                    <a:pt x="6210" y="1297"/>
                    <a:pt x="6176" y="1331"/>
                    <a:pt x="6176" y="1365"/>
                  </a:cubicBezTo>
                  <a:cubicBezTo>
                    <a:pt x="6176" y="1433"/>
                    <a:pt x="6176" y="1467"/>
                    <a:pt x="6245" y="1467"/>
                  </a:cubicBezTo>
                  <a:lnTo>
                    <a:pt x="6347" y="1501"/>
                  </a:lnTo>
                  <a:lnTo>
                    <a:pt x="6381" y="1501"/>
                  </a:lnTo>
                  <a:cubicBezTo>
                    <a:pt x="6415" y="1501"/>
                    <a:pt x="6449" y="1467"/>
                    <a:pt x="6449" y="1433"/>
                  </a:cubicBezTo>
                  <a:cubicBezTo>
                    <a:pt x="6449" y="1399"/>
                    <a:pt x="6415" y="1331"/>
                    <a:pt x="6381" y="1331"/>
                  </a:cubicBezTo>
                  <a:lnTo>
                    <a:pt x="6279" y="1297"/>
                  </a:lnTo>
                  <a:close/>
                  <a:moveTo>
                    <a:pt x="6825" y="1433"/>
                  </a:moveTo>
                  <a:cubicBezTo>
                    <a:pt x="6791" y="1433"/>
                    <a:pt x="6722" y="1433"/>
                    <a:pt x="6722" y="1501"/>
                  </a:cubicBezTo>
                  <a:cubicBezTo>
                    <a:pt x="6722" y="1536"/>
                    <a:pt x="6756" y="1604"/>
                    <a:pt x="6791" y="1604"/>
                  </a:cubicBezTo>
                  <a:lnTo>
                    <a:pt x="6893" y="1638"/>
                  </a:lnTo>
                  <a:lnTo>
                    <a:pt x="6927" y="1638"/>
                  </a:lnTo>
                  <a:cubicBezTo>
                    <a:pt x="6961" y="1638"/>
                    <a:pt x="6995" y="1604"/>
                    <a:pt x="6995" y="1570"/>
                  </a:cubicBezTo>
                  <a:cubicBezTo>
                    <a:pt x="7029" y="1501"/>
                    <a:pt x="6995" y="1467"/>
                    <a:pt x="6927" y="1467"/>
                  </a:cubicBezTo>
                  <a:lnTo>
                    <a:pt x="6825" y="1433"/>
                  </a:lnTo>
                  <a:close/>
                  <a:moveTo>
                    <a:pt x="7405" y="1536"/>
                  </a:moveTo>
                  <a:cubicBezTo>
                    <a:pt x="7336" y="1536"/>
                    <a:pt x="7302" y="1570"/>
                    <a:pt x="7302" y="1604"/>
                  </a:cubicBezTo>
                  <a:cubicBezTo>
                    <a:pt x="7268" y="1672"/>
                    <a:pt x="7302" y="1706"/>
                    <a:pt x="7371" y="1706"/>
                  </a:cubicBezTo>
                  <a:lnTo>
                    <a:pt x="7473" y="1740"/>
                  </a:lnTo>
                  <a:cubicBezTo>
                    <a:pt x="7541" y="1740"/>
                    <a:pt x="7575" y="1706"/>
                    <a:pt x="7575" y="1672"/>
                  </a:cubicBezTo>
                  <a:cubicBezTo>
                    <a:pt x="7575" y="1638"/>
                    <a:pt x="7541" y="1570"/>
                    <a:pt x="7507" y="1570"/>
                  </a:cubicBezTo>
                  <a:lnTo>
                    <a:pt x="7405" y="1536"/>
                  </a:lnTo>
                  <a:close/>
                  <a:moveTo>
                    <a:pt x="7951" y="1672"/>
                  </a:moveTo>
                  <a:cubicBezTo>
                    <a:pt x="7917" y="1672"/>
                    <a:pt x="7848" y="1672"/>
                    <a:pt x="7848" y="1740"/>
                  </a:cubicBezTo>
                  <a:cubicBezTo>
                    <a:pt x="7848" y="1774"/>
                    <a:pt x="7882" y="1843"/>
                    <a:pt x="7917" y="1843"/>
                  </a:cubicBezTo>
                  <a:lnTo>
                    <a:pt x="8019" y="1877"/>
                  </a:lnTo>
                  <a:lnTo>
                    <a:pt x="8053" y="1877"/>
                  </a:lnTo>
                  <a:cubicBezTo>
                    <a:pt x="8087" y="1877"/>
                    <a:pt x="8121" y="1843"/>
                    <a:pt x="8121" y="1809"/>
                  </a:cubicBezTo>
                  <a:cubicBezTo>
                    <a:pt x="8155" y="1740"/>
                    <a:pt x="8121" y="1706"/>
                    <a:pt x="8053" y="1706"/>
                  </a:cubicBezTo>
                  <a:lnTo>
                    <a:pt x="7951" y="1672"/>
                  </a:lnTo>
                  <a:close/>
                  <a:moveTo>
                    <a:pt x="8497" y="1774"/>
                  </a:moveTo>
                  <a:cubicBezTo>
                    <a:pt x="8463" y="1774"/>
                    <a:pt x="8428" y="1809"/>
                    <a:pt x="8394" y="1843"/>
                  </a:cubicBezTo>
                  <a:cubicBezTo>
                    <a:pt x="8394" y="1911"/>
                    <a:pt x="8428" y="1945"/>
                    <a:pt x="8463" y="1945"/>
                  </a:cubicBezTo>
                  <a:lnTo>
                    <a:pt x="8599" y="1979"/>
                  </a:lnTo>
                  <a:cubicBezTo>
                    <a:pt x="8633" y="1979"/>
                    <a:pt x="8667" y="1945"/>
                    <a:pt x="8701" y="1911"/>
                  </a:cubicBezTo>
                  <a:cubicBezTo>
                    <a:pt x="8701" y="1877"/>
                    <a:pt x="8667" y="1809"/>
                    <a:pt x="8633" y="1809"/>
                  </a:cubicBezTo>
                  <a:lnTo>
                    <a:pt x="8497" y="1774"/>
                  </a:lnTo>
                  <a:close/>
                  <a:moveTo>
                    <a:pt x="9077" y="1911"/>
                  </a:moveTo>
                  <a:cubicBezTo>
                    <a:pt x="9009" y="1911"/>
                    <a:pt x="8974" y="1911"/>
                    <a:pt x="8974" y="1979"/>
                  </a:cubicBezTo>
                  <a:cubicBezTo>
                    <a:pt x="8974" y="2013"/>
                    <a:pt x="8974" y="2047"/>
                    <a:pt x="9043" y="2082"/>
                  </a:cubicBezTo>
                  <a:lnTo>
                    <a:pt x="9145" y="2082"/>
                  </a:lnTo>
                  <a:cubicBezTo>
                    <a:pt x="9145" y="2116"/>
                    <a:pt x="9145" y="2116"/>
                    <a:pt x="9179" y="2116"/>
                  </a:cubicBezTo>
                  <a:cubicBezTo>
                    <a:pt x="9213" y="2116"/>
                    <a:pt x="9247" y="2082"/>
                    <a:pt x="9247" y="2047"/>
                  </a:cubicBezTo>
                  <a:cubicBezTo>
                    <a:pt x="9247" y="1979"/>
                    <a:pt x="9213" y="1945"/>
                    <a:pt x="9179" y="1945"/>
                  </a:cubicBezTo>
                  <a:lnTo>
                    <a:pt x="9077" y="1911"/>
                  </a:lnTo>
                  <a:close/>
                  <a:moveTo>
                    <a:pt x="9623" y="2013"/>
                  </a:moveTo>
                  <a:cubicBezTo>
                    <a:pt x="9589" y="2013"/>
                    <a:pt x="9554" y="2047"/>
                    <a:pt x="9520" y="2082"/>
                  </a:cubicBezTo>
                  <a:cubicBezTo>
                    <a:pt x="9520" y="2150"/>
                    <a:pt x="9554" y="2184"/>
                    <a:pt x="9589" y="2184"/>
                  </a:cubicBezTo>
                  <a:lnTo>
                    <a:pt x="9691" y="2218"/>
                  </a:lnTo>
                  <a:lnTo>
                    <a:pt x="9725" y="2218"/>
                  </a:lnTo>
                  <a:cubicBezTo>
                    <a:pt x="9759" y="2218"/>
                    <a:pt x="9793" y="2184"/>
                    <a:pt x="9793" y="2150"/>
                  </a:cubicBezTo>
                  <a:cubicBezTo>
                    <a:pt x="9827" y="2116"/>
                    <a:pt x="9793" y="2047"/>
                    <a:pt x="9759" y="2047"/>
                  </a:cubicBezTo>
                  <a:lnTo>
                    <a:pt x="9623" y="2013"/>
                  </a:lnTo>
                  <a:close/>
                  <a:moveTo>
                    <a:pt x="10203" y="2150"/>
                  </a:moveTo>
                  <a:cubicBezTo>
                    <a:pt x="10135" y="2150"/>
                    <a:pt x="10100" y="2150"/>
                    <a:pt x="10100" y="2218"/>
                  </a:cubicBezTo>
                  <a:cubicBezTo>
                    <a:pt x="10066" y="2252"/>
                    <a:pt x="10100" y="2286"/>
                    <a:pt x="10169" y="2320"/>
                  </a:cubicBezTo>
                  <a:lnTo>
                    <a:pt x="10271" y="2320"/>
                  </a:lnTo>
                  <a:cubicBezTo>
                    <a:pt x="10271" y="2320"/>
                    <a:pt x="10271" y="2355"/>
                    <a:pt x="10271" y="2355"/>
                  </a:cubicBezTo>
                  <a:cubicBezTo>
                    <a:pt x="10339" y="2355"/>
                    <a:pt x="10373" y="2320"/>
                    <a:pt x="10373" y="2286"/>
                  </a:cubicBezTo>
                  <a:cubicBezTo>
                    <a:pt x="10373" y="2218"/>
                    <a:pt x="10339" y="2184"/>
                    <a:pt x="10305" y="2184"/>
                  </a:cubicBezTo>
                  <a:lnTo>
                    <a:pt x="10203" y="2150"/>
                  </a:lnTo>
                  <a:close/>
                  <a:moveTo>
                    <a:pt x="10749" y="2252"/>
                  </a:moveTo>
                  <a:cubicBezTo>
                    <a:pt x="10715" y="2252"/>
                    <a:pt x="10646" y="2286"/>
                    <a:pt x="10646" y="2320"/>
                  </a:cubicBezTo>
                  <a:cubicBezTo>
                    <a:pt x="10646" y="2389"/>
                    <a:pt x="10681" y="2423"/>
                    <a:pt x="10715" y="2423"/>
                  </a:cubicBezTo>
                  <a:lnTo>
                    <a:pt x="10817" y="2457"/>
                  </a:lnTo>
                  <a:lnTo>
                    <a:pt x="10851" y="2457"/>
                  </a:lnTo>
                  <a:cubicBezTo>
                    <a:pt x="10885" y="2457"/>
                    <a:pt x="10919" y="2423"/>
                    <a:pt x="10919" y="2389"/>
                  </a:cubicBezTo>
                  <a:cubicBezTo>
                    <a:pt x="10954" y="2355"/>
                    <a:pt x="10919" y="2286"/>
                    <a:pt x="10851" y="2286"/>
                  </a:cubicBezTo>
                  <a:lnTo>
                    <a:pt x="10749" y="2252"/>
                  </a:lnTo>
                  <a:close/>
                  <a:moveTo>
                    <a:pt x="11295" y="2389"/>
                  </a:moveTo>
                  <a:cubicBezTo>
                    <a:pt x="11261" y="2389"/>
                    <a:pt x="11226" y="2389"/>
                    <a:pt x="11192" y="2457"/>
                  </a:cubicBezTo>
                  <a:cubicBezTo>
                    <a:pt x="11192" y="2491"/>
                    <a:pt x="11226" y="2525"/>
                    <a:pt x="11261" y="2559"/>
                  </a:cubicBezTo>
                  <a:lnTo>
                    <a:pt x="11397" y="2559"/>
                  </a:lnTo>
                  <a:cubicBezTo>
                    <a:pt x="11431" y="2559"/>
                    <a:pt x="11465" y="2559"/>
                    <a:pt x="11499" y="2491"/>
                  </a:cubicBezTo>
                  <a:cubicBezTo>
                    <a:pt x="11499" y="2457"/>
                    <a:pt x="11465" y="2423"/>
                    <a:pt x="11431" y="2389"/>
                  </a:cubicBezTo>
                  <a:close/>
                  <a:moveTo>
                    <a:pt x="11875" y="2491"/>
                  </a:moveTo>
                  <a:cubicBezTo>
                    <a:pt x="11841" y="2491"/>
                    <a:pt x="11772" y="2525"/>
                    <a:pt x="11772" y="2559"/>
                  </a:cubicBezTo>
                  <a:cubicBezTo>
                    <a:pt x="11772" y="2628"/>
                    <a:pt x="11772" y="2662"/>
                    <a:pt x="11841" y="2662"/>
                  </a:cubicBezTo>
                  <a:lnTo>
                    <a:pt x="11943" y="2696"/>
                  </a:lnTo>
                  <a:lnTo>
                    <a:pt x="11977" y="2696"/>
                  </a:lnTo>
                  <a:cubicBezTo>
                    <a:pt x="12011" y="2696"/>
                    <a:pt x="12045" y="2662"/>
                    <a:pt x="12045" y="2628"/>
                  </a:cubicBezTo>
                  <a:cubicBezTo>
                    <a:pt x="12045" y="2593"/>
                    <a:pt x="12045" y="2525"/>
                    <a:pt x="11977" y="2525"/>
                  </a:cubicBezTo>
                  <a:lnTo>
                    <a:pt x="11875" y="2491"/>
                  </a:lnTo>
                  <a:close/>
                  <a:moveTo>
                    <a:pt x="12393" y="2614"/>
                  </a:moveTo>
                  <a:cubicBezTo>
                    <a:pt x="12368" y="2614"/>
                    <a:pt x="12343" y="2646"/>
                    <a:pt x="12318" y="2696"/>
                  </a:cubicBezTo>
                  <a:cubicBezTo>
                    <a:pt x="12318" y="2730"/>
                    <a:pt x="12353" y="2764"/>
                    <a:pt x="12387" y="2798"/>
                  </a:cubicBezTo>
                  <a:lnTo>
                    <a:pt x="12523" y="2798"/>
                  </a:lnTo>
                  <a:cubicBezTo>
                    <a:pt x="12557" y="2798"/>
                    <a:pt x="12591" y="2798"/>
                    <a:pt x="12626" y="2730"/>
                  </a:cubicBezTo>
                  <a:cubicBezTo>
                    <a:pt x="12626" y="2696"/>
                    <a:pt x="12591" y="2662"/>
                    <a:pt x="12557" y="2628"/>
                  </a:cubicBezTo>
                  <a:lnTo>
                    <a:pt x="12421" y="2628"/>
                  </a:lnTo>
                  <a:cubicBezTo>
                    <a:pt x="12412" y="2618"/>
                    <a:pt x="12403" y="2614"/>
                    <a:pt x="12393" y="2614"/>
                  </a:cubicBezTo>
                  <a:close/>
                  <a:moveTo>
                    <a:pt x="13001" y="2730"/>
                  </a:moveTo>
                  <a:cubicBezTo>
                    <a:pt x="12933" y="2730"/>
                    <a:pt x="12899" y="2764"/>
                    <a:pt x="12899" y="2798"/>
                  </a:cubicBezTo>
                  <a:cubicBezTo>
                    <a:pt x="12864" y="2866"/>
                    <a:pt x="12899" y="2901"/>
                    <a:pt x="12967" y="2901"/>
                  </a:cubicBezTo>
                  <a:lnTo>
                    <a:pt x="13069" y="2935"/>
                  </a:lnTo>
                  <a:cubicBezTo>
                    <a:pt x="13137" y="2935"/>
                    <a:pt x="13172" y="2901"/>
                    <a:pt x="13172" y="2866"/>
                  </a:cubicBezTo>
                  <a:cubicBezTo>
                    <a:pt x="13172" y="2832"/>
                    <a:pt x="13137" y="2764"/>
                    <a:pt x="13103" y="2764"/>
                  </a:cubicBezTo>
                  <a:lnTo>
                    <a:pt x="13001" y="2730"/>
                  </a:lnTo>
                  <a:close/>
                  <a:moveTo>
                    <a:pt x="13514" y="2853"/>
                  </a:moveTo>
                  <a:cubicBezTo>
                    <a:pt x="13481" y="2853"/>
                    <a:pt x="13444" y="2885"/>
                    <a:pt x="13444" y="2935"/>
                  </a:cubicBezTo>
                  <a:cubicBezTo>
                    <a:pt x="13444" y="2969"/>
                    <a:pt x="13479" y="3003"/>
                    <a:pt x="13513" y="3037"/>
                  </a:cubicBezTo>
                  <a:lnTo>
                    <a:pt x="13649" y="3037"/>
                  </a:lnTo>
                  <a:cubicBezTo>
                    <a:pt x="13683" y="3037"/>
                    <a:pt x="13717" y="3037"/>
                    <a:pt x="13717" y="2969"/>
                  </a:cubicBezTo>
                  <a:cubicBezTo>
                    <a:pt x="13752" y="2935"/>
                    <a:pt x="13717" y="2901"/>
                    <a:pt x="13649" y="2866"/>
                  </a:cubicBezTo>
                  <a:lnTo>
                    <a:pt x="13547" y="2866"/>
                  </a:lnTo>
                  <a:cubicBezTo>
                    <a:pt x="13538" y="2857"/>
                    <a:pt x="13526" y="2853"/>
                    <a:pt x="13514" y="2853"/>
                  </a:cubicBezTo>
                  <a:close/>
                  <a:moveTo>
                    <a:pt x="14127" y="2969"/>
                  </a:moveTo>
                  <a:cubicBezTo>
                    <a:pt x="14059" y="2969"/>
                    <a:pt x="14025" y="3003"/>
                    <a:pt x="14025" y="3037"/>
                  </a:cubicBezTo>
                  <a:cubicBezTo>
                    <a:pt x="13990" y="3105"/>
                    <a:pt x="14025" y="3139"/>
                    <a:pt x="14093" y="3139"/>
                  </a:cubicBezTo>
                  <a:lnTo>
                    <a:pt x="14195" y="3174"/>
                  </a:lnTo>
                  <a:cubicBezTo>
                    <a:pt x="14229" y="3174"/>
                    <a:pt x="14298" y="3139"/>
                    <a:pt x="14298" y="3105"/>
                  </a:cubicBezTo>
                  <a:cubicBezTo>
                    <a:pt x="14298" y="3071"/>
                    <a:pt x="14263" y="3003"/>
                    <a:pt x="14229" y="3003"/>
                  </a:cubicBezTo>
                  <a:lnTo>
                    <a:pt x="14127" y="2969"/>
                  </a:lnTo>
                  <a:close/>
                  <a:moveTo>
                    <a:pt x="14640" y="3092"/>
                  </a:moveTo>
                  <a:cubicBezTo>
                    <a:pt x="14607" y="3092"/>
                    <a:pt x="14571" y="3124"/>
                    <a:pt x="14571" y="3174"/>
                  </a:cubicBezTo>
                  <a:cubicBezTo>
                    <a:pt x="14571" y="3208"/>
                    <a:pt x="14605" y="3242"/>
                    <a:pt x="14639" y="3276"/>
                  </a:cubicBezTo>
                  <a:lnTo>
                    <a:pt x="14775" y="3276"/>
                  </a:lnTo>
                  <a:cubicBezTo>
                    <a:pt x="14809" y="3276"/>
                    <a:pt x="14844" y="3276"/>
                    <a:pt x="14844" y="3208"/>
                  </a:cubicBezTo>
                  <a:cubicBezTo>
                    <a:pt x="14844" y="3174"/>
                    <a:pt x="14844" y="3139"/>
                    <a:pt x="14775" y="3105"/>
                  </a:cubicBezTo>
                  <a:lnTo>
                    <a:pt x="14673" y="3105"/>
                  </a:lnTo>
                  <a:cubicBezTo>
                    <a:pt x="14664" y="3096"/>
                    <a:pt x="14652" y="3092"/>
                    <a:pt x="14640" y="3092"/>
                  </a:cubicBezTo>
                  <a:close/>
                  <a:moveTo>
                    <a:pt x="15219" y="3208"/>
                  </a:moveTo>
                  <a:cubicBezTo>
                    <a:pt x="15185" y="3208"/>
                    <a:pt x="15151" y="3242"/>
                    <a:pt x="15117" y="3276"/>
                  </a:cubicBezTo>
                  <a:cubicBezTo>
                    <a:pt x="15117" y="3344"/>
                    <a:pt x="15151" y="3378"/>
                    <a:pt x="15185" y="3378"/>
                  </a:cubicBezTo>
                  <a:lnTo>
                    <a:pt x="15321" y="3412"/>
                  </a:lnTo>
                  <a:cubicBezTo>
                    <a:pt x="15355" y="3412"/>
                    <a:pt x="15390" y="3378"/>
                    <a:pt x="15424" y="3344"/>
                  </a:cubicBezTo>
                  <a:cubicBezTo>
                    <a:pt x="15424" y="3310"/>
                    <a:pt x="15390" y="3242"/>
                    <a:pt x="15355" y="3242"/>
                  </a:cubicBezTo>
                  <a:lnTo>
                    <a:pt x="15219" y="3208"/>
                  </a:lnTo>
                  <a:close/>
                  <a:moveTo>
                    <a:pt x="15751" y="3331"/>
                  </a:moveTo>
                  <a:cubicBezTo>
                    <a:pt x="15715" y="3331"/>
                    <a:pt x="15697" y="3362"/>
                    <a:pt x="15697" y="3412"/>
                  </a:cubicBezTo>
                  <a:cubicBezTo>
                    <a:pt x="15697" y="3447"/>
                    <a:pt x="15697" y="3481"/>
                    <a:pt x="15765" y="3515"/>
                  </a:cubicBezTo>
                  <a:lnTo>
                    <a:pt x="15901" y="3515"/>
                  </a:lnTo>
                  <a:cubicBezTo>
                    <a:pt x="15935" y="3515"/>
                    <a:pt x="15970" y="3515"/>
                    <a:pt x="15970" y="3447"/>
                  </a:cubicBezTo>
                  <a:cubicBezTo>
                    <a:pt x="15970" y="3412"/>
                    <a:pt x="15935" y="3378"/>
                    <a:pt x="15901" y="3344"/>
                  </a:cubicBezTo>
                  <a:lnTo>
                    <a:pt x="15799" y="3344"/>
                  </a:lnTo>
                  <a:cubicBezTo>
                    <a:pt x="15781" y="3335"/>
                    <a:pt x="15765" y="3331"/>
                    <a:pt x="15751" y="3331"/>
                  </a:cubicBezTo>
                  <a:close/>
                  <a:moveTo>
                    <a:pt x="16345" y="3447"/>
                  </a:moveTo>
                  <a:cubicBezTo>
                    <a:pt x="16311" y="3447"/>
                    <a:pt x="16243" y="3481"/>
                    <a:pt x="16243" y="3515"/>
                  </a:cubicBezTo>
                  <a:cubicBezTo>
                    <a:pt x="16243" y="3549"/>
                    <a:pt x="16277" y="3617"/>
                    <a:pt x="16311" y="3617"/>
                  </a:cubicBezTo>
                  <a:lnTo>
                    <a:pt x="16413" y="3651"/>
                  </a:lnTo>
                  <a:lnTo>
                    <a:pt x="16447" y="3651"/>
                  </a:lnTo>
                  <a:cubicBezTo>
                    <a:pt x="16481" y="3651"/>
                    <a:pt x="16516" y="3617"/>
                    <a:pt x="16516" y="3583"/>
                  </a:cubicBezTo>
                  <a:cubicBezTo>
                    <a:pt x="16550" y="3549"/>
                    <a:pt x="16516" y="3481"/>
                    <a:pt x="16447" y="3481"/>
                  </a:cubicBezTo>
                  <a:lnTo>
                    <a:pt x="16345" y="3447"/>
                  </a:lnTo>
                  <a:close/>
                  <a:moveTo>
                    <a:pt x="16878" y="3570"/>
                  </a:moveTo>
                  <a:cubicBezTo>
                    <a:pt x="16841" y="3570"/>
                    <a:pt x="16823" y="3601"/>
                    <a:pt x="16823" y="3651"/>
                  </a:cubicBezTo>
                  <a:cubicBezTo>
                    <a:pt x="16789" y="3685"/>
                    <a:pt x="16823" y="3719"/>
                    <a:pt x="16891" y="3754"/>
                  </a:cubicBezTo>
                  <a:lnTo>
                    <a:pt x="16993" y="3754"/>
                  </a:lnTo>
                  <a:cubicBezTo>
                    <a:pt x="17062" y="3754"/>
                    <a:pt x="17096" y="3754"/>
                    <a:pt x="17096" y="3685"/>
                  </a:cubicBezTo>
                  <a:cubicBezTo>
                    <a:pt x="17096" y="3651"/>
                    <a:pt x="17062" y="3617"/>
                    <a:pt x="17027" y="3583"/>
                  </a:cubicBezTo>
                  <a:lnTo>
                    <a:pt x="16925" y="3583"/>
                  </a:lnTo>
                  <a:cubicBezTo>
                    <a:pt x="16907" y="3574"/>
                    <a:pt x="16891" y="3570"/>
                    <a:pt x="16878" y="3570"/>
                  </a:cubicBezTo>
                  <a:close/>
                  <a:moveTo>
                    <a:pt x="17471" y="3685"/>
                  </a:moveTo>
                  <a:cubicBezTo>
                    <a:pt x="17437" y="3685"/>
                    <a:pt x="17369" y="3719"/>
                    <a:pt x="17369" y="3754"/>
                  </a:cubicBezTo>
                  <a:cubicBezTo>
                    <a:pt x="17369" y="3788"/>
                    <a:pt x="17403" y="3856"/>
                    <a:pt x="17437" y="3856"/>
                  </a:cubicBezTo>
                  <a:lnTo>
                    <a:pt x="17539" y="3890"/>
                  </a:lnTo>
                  <a:lnTo>
                    <a:pt x="17573" y="3890"/>
                  </a:lnTo>
                  <a:cubicBezTo>
                    <a:pt x="17608" y="3890"/>
                    <a:pt x="17642" y="3856"/>
                    <a:pt x="17642" y="3822"/>
                  </a:cubicBezTo>
                  <a:cubicBezTo>
                    <a:pt x="17676" y="3754"/>
                    <a:pt x="17642" y="3719"/>
                    <a:pt x="17573" y="3719"/>
                  </a:cubicBezTo>
                  <a:lnTo>
                    <a:pt x="17471" y="3685"/>
                  </a:lnTo>
                  <a:close/>
                  <a:moveTo>
                    <a:pt x="17990" y="3808"/>
                  </a:moveTo>
                  <a:cubicBezTo>
                    <a:pt x="17965" y="3808"/>
                    <a:pt x="17940" y="3840"/>
                    <a:pt x="17915" y="3890"/>
                  </a:cubicBezTo>
                  <a:cubicBezTo>
                    <a:pt x="17915" y="3924"/>
                    <a:pt x="17949" y="3958"/>
                    <a:pt x="17983" y="3992"/>
                  </a:cubicBezTo>
                  <a:lnTo>
                    <a:pt x="18119" y="3992"/>
                  </a:lnTo>
                  <a:cubicBezTo>
                    <a:pt x="18153" y="3992"/>
                    <a:pt x="18188" y="3958"/>
                    <a:pt x="18222" y="3924"/>
                  </a:cubicBezTo>
                  <a:cubicBezTo>
                    <a:pt x="18222" y="3890"/>
                    <a:pt x="18188" y="3856"/>
                    <a:pt x="18153" y="3822"/>
                  </a:cubicBezTo>
                  <a:lnTo>
                    <a:pt x="18017" y="3822"/>
                  </a:lnTo>
                  <a:cubicBezTo>
                    <a:pt x="18008" y="3813"/>
                    <a:pt x="17999" y="3808"/>
                    <a:pt x="17990" y="3808"/>
                  </a:cubicBezTo>
                  <a:close/>
                  <a:moveTo>
                    <a:pt x="18597" y="3924"/>
                  </a:moveTo>
                  <a:cubicBezTo>
                    <a:pt x="18529" y="3924"/>
                    <a:pt x="18495" y="3958"/>
                    <a:pt x="18495" y="3992"/>
                  </a:cubicBezTo>
                  <a:cubicBezTo>
                    <a:pt x="18495" y="4027"/>
                    <a:pt x="18495" y="4095"/>
                    <a:pt x="18563" y="4095"/>
                  </a:cubicBezTo>
                  <a:lnTo>
                    <a:pt x="18665" y="4129"/>
                  </a:lnTo>
                  <a:lnTo>
                    <a:pt x="18699" y="4129"/>
                  </a:lnTo>
                  <a:cubicBezTo>
                    <a:pt x="18734" y="4129"/>
                    <a:pt x="18768" y="4095"/>
                    <a:pt x="18768" y="4061"/>
                  </a:cubicBezTo>
                  <a:cubicBezTo>
                    <a:pt x="18768" y="3992"/>
                    <a:pt x="18734" y="3958"/>
                    <a:pt x="18699" y="3958"/>
                  </a:cubicBezTo>
                  <a:lnTo>
                    <a:pt x="18597" y="3924"/>
                  </a:lnTo>
                  <a:close/>
                  <a:moveTo>
                    <a:pt x="19116" y="4047"/>
                  </a:moveTo>
                  <a:cubicBezTo>
                    <a:pt x="19091" y="4047"/>
                    <a:pt x="19066" y="4079"/>
                    <a:pt x="19041" y="4129"/>
                  </a:cubicBezTo>
                  <a:cubicBezTo>
                    <a:pt x="19041" y="4163"/>
                    <a:pt x="19075" y="4197"/>
                    <a:pt x="19109" y="4231"/>
                  </a:cubicBezTo>
                  <a:lnTo>
                    <a:pt x="19245" y="4231"/>
                  </a:lnTo>
                  <a:cubicBezTo>
                    <a:pt x="19280" y="4231"/>
                    <a:pt x="19314" y="4197"/>
                    <a:pt x="19314" y="4163"/>
                  </a:cubicBezTo>
                  <a:cubicBezTo>
                    <a:pt x="19348" y="4129"/>
                    <a:pt x="19314" y="4095"/>
                    <a:pt x="19280" y="4061"/>
                  </a:cubicBezTo>
                  <a:lnTo>
                    <a:pt x="19143" y="4061"/>
                  </a:lnTo>
                  <a:cubicBezTo>
                    <a:pt x="19134" y="4052"/>
                    <a:pt x="19125" y="4047"/>
                    <a:pt x="19116" y="4047"/>
                  </a:cubicBezTo>
                  <a:close/>
                  <a:moveTo>
                    <a:pt x="19723" y="4163"/>
                  </a:moveTo>
                  <a:cubicBezTo>
                    <a:pt x="19655" y="4163"/>
                    <a:pt x="19621" y="4197"/>
                    <a:pt x="19621" y="4231"/>
                  </a:cubicBezTo>
                  <a:cubicBezTo>
                    <a:pt x="19587" y="4265"/>
                    <a:pt x="19621" y="4334"/>
                    <a:pt x="19689" y="4334"/>
                  </a:cubicBezTo>
                  <a:lnTo>
                    <a:pt x="19791" y="4368"/>
                  </a:lnTo>
                  <a:cubicBezTo>
                    <a:pt x="19860" y="4368"/>
                    <a:pt x="19894" y="4334"/>
                    <a:pt x="19894" y="4300"/>
                  </a:cubicBezTo>
                  <a:cubicBezTo>
                    <a:pt x="19894" y="4231"/>
                    <a:pt x="19860" y="4197"/>
                    <a:pt x="19825" y="4197"/>
                  </a:cubicBezTo>
                  <a:lnTo>
                    <a:pt x="19723" y="4163"/>
                  </a:lnTo>
                  <a:close/>
                  <a:moveTo>
                    <a:pt x="20236" y="4286"/>
                  </a:moveTo>
                  <a:cubicBezTo>
                    <a:pt x="20203" y="4286"/>
                    <a:pt x="20167" y="4318"/>
                    <a:pt x="20167" y="4368"/>
                  </a:cubicBezTo>
                  <a:cubicBezTo>
                    <a:pt x="20167" y="4402"/>
                    <a:pt x="20201" y="4436"/>
                    <a:pt x="20235" y="4436"/>
                  </a:cubicBezTo>
                  <a:lnTo>
                    <a:pt x="20337" y="4470"/>
                  </a:lnTo>
                  <a:lnTo>
                    <a:pt x="20371" y="4470"/>
                  </a:lnTo>
                  <a:cubicBezTo>
                    <a:pt x="20406" y="4470"/>
                    <a:pt x="20440" y="4436"/>
                    <a:pt x="20440" y="4402"/>
                  </a:cubicBezTo>
                  <a:cubicBezTo>
                    <a:pt x="20474" y="4368"/>
                    <a:pt x="20440" y="4334"/>
                    <a:pt x="20371" y="4300"/>
                  </a:cubicBezTo>
                  <a:lnTo>
                    <a:pt x="20269" y="4300"/>
                  </a:lnTo>
                  <a:cubicBezTo>
                    <a:pt x="20260" y="4290"/>
                    <a:pt x="20248" y="4286"/>
                    <a:pt x="20236" y="4286"/>
                  </a:cubicBezTo>
                  <a:close/>
                  <a:moveTo>
                    <a:pt x="20815" y="4402"/>
                  </a:moveTo>
                  <a:cubicBezTo>
                    <a:pt x="20781" y="4402"/>
                    <a:pt x="20747" y="4436"/>
                    <a:pt x="20747" y="4470"/>
                  </a:cubicBezTo>
                  <a:cubicBezTo>
                    <a:pt x="20713" y="4504"/>
                    <a:pt x="20747" y="4573"/>
                    <a:pt x="20781" y="4573"/>
                  </a:cubicBezTo>
                  <a:lnTo>
                    <a:pt x="20917" y="4607"/>
                  </a:lnTo>
                  <a:cubicBezTo>
                    <a:pt x="20952" y="4607"/>
                    <a:pt x="20986" y="4573"/>
                    <a:pt x="21020" y="4538"/>
                  </a:cubicBezTo>
                  <a:cubicBezTo>
                    <a:pt x="21020" y="4470"/>
                    <a:pt x="20986" y="4436"/>
                    <a:pt x="20952" y="4436"/>
                  </a:cubicBezTo>
                  <a:lnTo>
                    <a:pt x="20815" y="4402"/>
                  </a:lnTo>
                  <a:close/>
                  <a:moveTo>
                    <a:pt x="21344" y="4524"/>
                  </a:moveTo>
                  <a:cubicBezTo>
                    <a:pt x="21310" y="4524"/>
                    <a:pt x="21293" y="4548"/>
                    <a:pt x="21293" y="4573"/>
                  </a:cubicBezTo>
                  <a:cubicBezTo>
                    <a:pt x="21293" y="4641"/>
                    <a:pt x="21293" y="4675"/>
                    <a:pt x="21361" y="4675"/>
                  </a:cubicBezTo>
                  <a:lnTo>
                    <a:pt x="21463" y="4709"/>
                  </a:lnTo>
                  <a:lnTo>
                    <a:pt x="21498" y="4709"/>
                  </a:lnTo>
                  <a:cubicBezTo>
                    <a:pt x="21532" y="4709"/>
                    <a:pt x="21566" y="4675"/>
                    <a:pt x="21566" y="4641"/>
                  </a:cubicBezTo>
                  <a:cubicBezTo>
                    <a:pt x="21566" y="4607"/>
                    <a:pt x="21566" y="4573"/>
                    <a:pt x="21498" y="4538"/>
                  </a:cubicBezTo>
                  <a:lnTo>
                    <a:pt x="21395" y="4538"/>
                  </a:lnTo>
                  <a:cubicBezTo>
                    <a:pt x="21375" y="4528"/>
                    <a:pt x="21358" y="4524"/>
                    <a:pt x="21344" y="4524"/>
                  </a:cubicBezTo>
                  <a:close/>
                  <a:moveTo>
                    <a:pt x="21941" y="4641"/>
                  </a:moveTo>
                  <a:cubicBezTo>
                    <a:pt x="21907" y="4641"/>
                    <a:pt x="21873" y="4675"/>
                    <a:pt x="21839" y="4709"/>
                  </a:cubicBezTo>
                  <a:cubicBezTo>
                    <a:pt x="21839" y="4743"/>
                    <a:pt x="21873" y="4811"/>
                    <a:pt x="21907" y="4811"/>
                  </a:cubicBezTo>
                  <a:lnTo>
                    <a:pt x="22043" y="4846"/>
                  </a:lnTo>
                  <a:cubicBezTo>
                    <a:pt x="22078" y="4846"/>
                    <a:pt x="22112" y="4811"/>
                    <a:pt x="22146" y="4777"/>
                  </a:cubicBezTo>
                  <a:cubicBezTo>
                    <a:pt x="22146" y="4709"/>
                    <a:pt x="22112" y="4675"/>
                    <a:pt x="22078" y="4675"/>
                  </a:cubicBezTo>
                  <a:lnTo>
                    <a:pt x="21941" y="4641"/>
                  </a:lnTo>
                  <a:close/>
                  <a:moveTo>
                    <a:pt x="22521" y="4743"/>
                  </a:moveTo>
                  <a:cubicBezTo>
                    <a:pt x="22453" y="4743"/>
                    <a:pt x="22419" y="4777"/>
                    <a:pt x="22419" y="4811"/>
                  </a:cubicBezTo>
                  <a:cubicBezTo>
                    <a:pt x="22419" y="4846"/>
                    <a:pt x="22419" y="4914"/>
                    <a:pt x="22487" y="4914"/>
                  </a:cubicBezTo>
                  <a:lnTo>
                    <a:pt x="22589" y="4948"/>
                  </a:lnTo>
                  <a:lnTo>
                    <a:pt x="22624" y="4948"/>
                  </a:lnTo>
                  <a:cubicBezTo>
                    <a:pt x="22658" y="4948"/>
                    <a:pt x="22692" y="4914"/>
                    <a:pt x="22692" y="4880"/>
                  </a:cubicBezTo>
                  <a:cubicBezTo>
                    <a:pt x="22692" y="4811"/>
                    <a:pt x="22658" y="4777"/>
                    <a:pt x="22624" y="4777"/>
                  </a:cubicBezTo>
                  <a:lnTo>
                    <a:pt x="22521" y="4743"/>
                  </a:lnTo>
                  <a:close/>
                  <a:moveTo>
                    <a:pt x="23067" y="4846"/>
                  </a:moveTo>
                  <a:cubicBezTo>
                    <a:pt x="23033" y="4846"/>
                    <a:pt x="22999" y="4880"/>
                    <a:pt x="22965" y="4914"/>
                  </a:cubicBezTo>
                  <a:cubicBezTo>
                    <a:pt x="22965" y="4948"/>
                    <a:pt x="22999" y="5016"/>
                    <a:pt x="23033" y="5016"/>
                  </a:cubicBezTo>
                  <a:lnTo>
                    <a:pt x="23170" y="5050"/>
                  </a:lnTo>
                  <a:cubicBezTo>
                    <a:pt x="23204" y="5050"/>
                    <a:pt x="23238" y="5016"/>
                    <a:pt x="23272" y="4982"/>
                  </a:cubicBezTo>
                  <a:cubicBezTo>
                    <a:pt x="23272" y="4914"/>
                    <a:pt x="23238" y="4880"/>
                    <a:pt x="23204" y="4880"/>
                  </a:cubicBezTo>
                  <a:lnTo>
                    <a:pt x="23067" y="4846"/>
                  </a:lnTo>
                  <a:close/>
                  <a:moveTo>
                    <a:pt x="23647" y="4948"/>
                  </a:moveTo>
                  <a:cubicBezTo>
                    <a:pt x="23579" y="4948"/>
                    <a:pt x="23545" y="4982"/>
                    <a:pt x="23545" y="5016"/>
                  </a:cubicBezTo>
                  <a:cubicBezTo>
                    <a:pt x="23545" y="5050"/>
                    <a:pt x="23545" y="5119"/>
                    <a:pt x="23613" y="5119"/>
                  </a:cubicBezTo>
                  <a:lnTo>
                    <a:pt x="23716" y="5153"/>
                  </a:lnTo>
                  <a:lnTo>
                    <a:pt x="23750" y="5153"/>
                  </a:lnTo>
                  <a:cubicBezTo>
                    <a:pt x="23784" y="5153"/>
                    <a:pt x="23818" y="5119"/>
                    <a:pt x="23818" y="5084"/>
                  </a:cubicBezTo>
                  <a:cubicBezTo>
                    <a:pt x="23818" y="5016"/>
                    <a:pt x="23784" y="4982"/>
                    <a:pt x="23750" y="4982"/>
                  </a:cubicBezTo>
                  <a:lnTo>
                    <a:pt x="23647" y="4948"/>
                  </a:lnTo>
                  <a:close/>
                  <a:moveTo>
                    <a:pt x="24193" y="5050"/>
                  </a:moveTo>
                  <a:cubicBezTo>
                    <a:pt x="24159" y="5050"/>
                    <a:pt x="24125" y="5084"/>
                    <a:pt x="24091" y="5119"/>
                  </a:cubicBezTo>
                  <a:cubicBezTo>
                    <a:pt x="24091" y="5153"/>
                    <a:pt x="24125" y="5221"/>
                    <a:pt x="24159" y="5221"/>
                  </a:cubicBezTo>
                  <a:lnTo>
                    <a:pt x="24296" y="5255"/>
                  </a:lnTo>
                  <a:cubicBezTo>
                    <a:pt x="24330" y="5255"/>
                    <a:pt x="24364" y="5221"/>
                    <a:pt x="24398" y="5187"/>
                  </a:cubicBezTo>
                  <a:cubicBezTo>
                    <a:pt x="24398" y="5119"/>
                    <a:pt x="24364" y="5084"/>
                    <a:pt x="24330" y="5084"/>
                  </a:cubicBezTo>
                  <a:lnTo>
                    <a:pt x="24193" y="5050"/>
                  </a:lnTo>
                  <a:close/>
                  <a:moveTo>
                    <a:pt x="24773" y="5153"/>
                  </a:moveTo>
                  <a:cubicBezTo>
                    <a:pt x="24705" y="5153"/>
                    <a:pt x="24671" y="5187"/>
                    <a:pt x="24671" y="5221"/>
                  </a:cubicBezTo>
                  <a:cubicBezTo>
                    <a:pt x="24671" y="5289"/>
                    <a:pt x="24671" y="5323"/>
                    <a:pt x="24739" y="5323"/>
                  </a:cubicBezTo>
                  <a:lnTo>
                    <a:pt x="24842" y="5357"/>
                  </a:lnTo>
                  <a:lnTo>
                    <a:pt x="24876" y="5357"/>
                  </a:lnTo>
                  <a:cubicBezTo>
                    <a:pt x="24910" y="5357"/>
                    <a:pt x="24944" y="5323"/>
                    <a:pt x="24944" y="5289"/>
                  </a:cubicBezTo>
                  <a:cubicBezTo>
                    <a:pt x="24944" y="5221"/>
                    <a:pt x="24910" y="5187"/>
                    <a:pt x="24876" y="5187"/>
                  </a:cubicBezTo>
                  <a:lnTo>
                    <a:pt x="24773" y="5153"/>
                  </a:lnTo>
                  <a:close/>
                  <a:moveTo>
                    <a:pt x="25319" y="5255"/>
                  </a:moveTo>
                  <a:cubicBezTo>
                    <a:pt x="25285" y="5255"/>
                    <a:pt x="25251" y="5289"/>
                    <a:pt x="25217" y="5323"/>
                  </a:cubicBezTo>
                  <a:cubicBezTo>
                    <a:pt x="25217" y="5392"/>
                    <a:pt x="25251" y="5426"/>
                    <a:pt x="25285" y="5426"/>
                  </a:cubicBezTo>
                  <a:lnTo>
                    <a:pt x="25422" y="5460"/>
                  </a:lnTo>
                  <a:cubicBezTo>
                    <a:pt x="25456" y="5460"/>
                    <a:pt x="25490" y="5426"/>
                    <a:pt x="25524" y="5392"/>
                  </a:cubicBezTo>
                  <a:cubicBezTo>
                    <a:pt x="25524" y="5323"/>
                    <a:pt x="25490" y="5289"/>
                    <a:pt x="25456" y="5289"/>
                  </a:cubicBezTo>
                  <a:lnTo>
                    <a:pt x="25319" y="5255"/>
                  </a:lnTo>
                  <a:close/>
                  <a:moveTo>
                    <a:pt x="25899" y="5357"/>
                  </a:moveTo>
                  <a:cubicBezTo>
                    <a:pt x="25831" y="5357"/>
                    <a:pt x="25797" y="5392"/>
                    <a:pt x="25797" y="5426"/>
                  </a:cubicBezTo>
                  <a:cubicBezTo>
                    <a:pt x="25797" y="5494"/>
                    <a:pt x="25797" y="5528"/>
                    <a:pt x="25865" y="5528"/>
                  </a:cubicBezTo>
                  <a:lnTo>
                    <a:pt x="25968" y="5562"/>
                  </a:lnTo>
                  <a:lnTo>
                    <a:pt x="26002" y="5562"/>
                  </a:lnTo>
                  <a:cubicBezTo>
                    <a:pt x="26036" y="5562"/>
                    <a:pt x="26070" y="5528"/>
                    <a:pt x="26070" y="5494"/>
                  </a:cubicBezTo>
                  <a:cubicBezTo>
                    <a:pt x="26070" y="5426"/>
                    <a:pt x="26036" y="5392"/>
                    <a:pt x="26002" y="5392"/>
                  </a:cubicBezTo>
                  <a:lnTo>
                    <a:pt x="25899" y="5357"/>
                  </a:lnTo>
                  <a:close/>
                  <a:moveTo>
                    <a:pt x="26445" y="5460"/>
                  </a:moveTo>
                  <a:cubicBezTo>
                    <a:pt x="26411" y="5460"/>
                    <a:pt x="26377" y="5494"/>
                    <a:pt x="26343" y="5528"/>
                  </a:cubicBezTo>
                  <a:cubicBezTo>
                    <a:pt x="26343" y="5596"/>
                    <a:pt x="26377" y="5630"/>
                    <a:pt x="26411" y="5630"/>
                  </a:cubicBezTo>
                  <a:lnTo>
                    <a:pt x="26548" y="5665"/>
                  </a:lnTo>
                  <a:cubicBezTo>
                    <a:pt x="26582" y="5665"/>
                    <a:pt x="26616" y="5630"/>
                    <a:pt x="26650" y="5596"/>
                  </a:cubicBezTo>
                  <a:cubicBezTo>
                    <a:pt x="26650" y="5528"/>
                    <a:pt x="26616" y="5494"/>
                    <a:pt x="26582" y="5494"/>
                  </a:cubicBezTo>
                  <a:lnTo>
                    <a:pt x="26445" y="5460"/>
                  </a:lnTo>
                  <a:close/>
                  <a:moveTo>
                    <a:pt x="27025" y="5562"/>
                  </a:moveTo>
                  <a:cubicBezTo>
                    <a:pt x="26957" y="5562"/>
                    <a:pt x="26923" y="5596"/>
                    <a:pt x="26923" y="5630"/>
                  </a:cubicBezTo>
                  <a:cubicBezTo>
                    <a:pt x="26923" y="5699"/>
                    <a:pt x="26923" y="5733"/>
                    <a:pt x="26991" y="5733"/>
                  </a:cubicBezTo>
                  <a:lnTo>
                    <a:pt x="27094" y="5767"/>
                  </a:lnTo>
                  <a:lnTo>
                    <a:pt x="27128" y="5767"/>
                  </a:lnTo>
                  <a:cubicBezTo>
                    <a:pt x="27162" y="5767"/>
                    <a:pt x="27196" y="5733"/>
                    <a:pt x="27196" y="5699"/>
                  </a:cubicBezTo>
                  <a:cubicBezTo>
                    <a:pt x="27196" y="5630"/>
                    <a:pt x="27162" y="5596"/>
                    <a:pt x="27128" y="5596"/>
                  </a:cubicBezTo>
                  <a:lnTo>
                    <a:pt x="27025" y="5562"/>
                  </a:lnTo>
                  <a:close/>
                  <a:moveTo>
                    <a:pt x="27571" y="5665"/>
                  </a:moveTo>
                  <a:cubicBezTo>
                    <a:pt x="27537" y="5665"/>
                    <a:pt x="27503" y="5699"/>
                    <a:pt x="27469" y="5733"/>
                  </a:cubicBezTo>
                  <a:cubicBezTo>
                    <a:pt x="27469" y="5801"/>
                    <a:pt x="27503" y="5835"/>
                    <a:pt x="27537" y="5835"/>
                  </a:cubicBezTo>
                  <a:lnTo>
                    <a:pt x="27674" y="5869"/>
                  </a:lnTo>
                  <a:cubicBezTo>
                    <a:pt x="27708" y="5869"/>
                    <a:pt x="27742" y="5835"/>
                    <a:pt x="27776" y="5801"/>
                  </a:cubicBezTo>
                  <a:cubicBezTo>
                    <a:pt x="27776" y="5733"/>
                    <a:pt x="27742" y="5699"/>
                    <a:pt x="27708" y="5699"/>
                  </a:cubicBezTo>
                  <a:lnTo>
                    <a:pt x="27571" y="5665"/>
                  </a:lnTo>
                  <a:close/>
                  <a:moveTo>
                    <a:pt x="28152" y="5767"/>
                  </a:moveTo>
                  <a:cubicBezTo>
                    <a:pt x="28083" y="5767"/>
                    <a:pt x="28049" y="5801"/>
                    <a:pt x="28049" y="5835"/>
                  </a:cubicBezTo>
                  <a:cubicBezTo>
                    <a:pt x="28049" y="5903"/>
                    <a:pt x="28049" y="5937"/>
                    <a:pt x="28117" y="5937"/>
                  </a:cubicBezTo>
                  <a:lnTo>
                    <a:pt x="28220" y="5972"/>
                  </a:lnTo>
                  <a:lnTo>
                    <a:pt x="28254" y="5972"/>
                  </a:lnTo>
                  <a:cubicBezTo>
                    <a:pt x="28288" y="5972"/>
                    <a:pt x="28322" y="5937"/>
                    <a:pt x="28322" y="5903"/>
                  </a:cubicBezTo>
                  <a:cubicBezTo>
                    <a:pt x="28322" y="5835"/>
                    <a:pt x="28288" y="5801"/>
                    <a:pt x="28254" y="5801"/>
                  </a:cubicBezTo>
                  <a:lnTo>
                    <a:pt x="28152" y="5767"/>
                  </a:lnTo>
                  <a:close/>
                  <a:moveTo>
                    <a:pt x="28697" y="5869"/>
                  </a:moveTo>
                  <a:cubicBezTo>
                    <a:pt x="28663" y="5869"/>
                    <a:pt x="28629" y="5903"/>
                    <a:pt x="28595" y="5937"/>
                  </a:cubicBezTo>
                  <a:cubicBezTo>
                    <a:pt x="28595" y="6006"/>
                    <a:pt x="28629" y="6040"/>
                    <a:pt x="28663" y="6040"/>
                  </a:cubicBezTo>
                  <a:lnTo>
                    <a:pt x="28800" y="6074"/>
                  </a:lnTo>
                  <a:cubicBezTo>
                    <a:pt x="28834" y="6074"/>
                    <a:pt x="28868" y="6040"/>
                    <a:pt x="28902" y="6006"/>
                  </a:cubicBezTo>
                  <a:cubicBezTo>
                    <a:pt x="28902" y="5937"/>
                    <a:pt x="28868" y="5903"/>
                    <a:pt x="28834" y="5903"/>
                  </a:cubicBezTo>
                  <a:lnTo>
                    <a:pt x="28697" y="5869"/>
                  </a:lnTo>
                  <a:close/>
                  <a:moveTo>
                    <a:pt x="29278" y="5972"/>
                  </a:moveTo>
                  <a:cubicBezTo>
                    <a:pt x="29209" y="5972"/>
                    <a:pt x="29175" y="6006"/>
                    <a:pt x="29175" y="6040"/>
                  </a:cubicBezTo>
                  <a:cubicBezTo>
                    <a:pt x="29175" y="6108"/>
                    <a:pt x="29175" y="6142"/>
                    <a:pt x="29243" y="6142"/>
                  </a:cubicBezTo>
                  <a:lnTo>
                    <a:pt x="29346" y="6176"/>
                  </a:lnTo>
                  <a:lnTo>
                    <a:pt x="29380" y="6176"/>
                  </a:lnTo>
                  <a:cubicBezTo>
                    <a:pt x="29414" y="6176"/>
                    <a:pt x="29448" y="6142"/>
                    <a:pt x="29448" y="6108"/>
                  </a:cubicBezTo>
                  <a:cubicBezTo>
                    <a:pt x="29448" y="6040"/>
                    <a:pt x="29414" y="6006"/>
                    <a:pt x="29380" y="6006"/>
                  </a:cubicBezTo>
                  <a:lnTo>
                    <a:pt x="29278" y="5972"/>
                  </a:lnTo>
                  <a:close/>
                  <a:moveTo>
                    <a:pt x="29824" y="6074"/>
                  </a:moveTo>
                  <a:cubicBezTo>
                    <a:pt x="29789" y="6074"/>
                    <a:pt x="29755" y="6108"/>
                    <a:pt x="29721" y="6142"/>
                  </a:cubicBezTo>
                  <a:cubicBezTo>
                    <a:pt x="29721" y="6210"/>
                    <a:pt x="29755" y="6245"/>
                    <a:pt x="29789" y="6245"/>
                  </a:cubicBezTo>
                  <a:lnTo>
                    <a:pt x="29926" y="6279"/>
                  </a:lnTo>
                  <a:cubicBezTo>
                    <a:pt x="29960" y="6279"/>
                    <a:pt x="29994" y="6245"/>
                    <a:pt x="30028" y="6210"/>
                  </a:cubicBezTo>
                  <a:cubicBezTo>
                    <a:pt x="30028" y="6142"/>
                    <a:pt x="29994" y="6108"/>
                    <a:pt x="29960" y="6108"/>
                  </a:cubicBezTo>
                  <a:lnTo>
                    <a:pt x="29824" y="6074"/>
                  </a:lnTo>
                  <a:close/>
                  <a:moveTo>
                    <a:pt x="30404" y="6176"/>
                  </a:moveTo>
                  <a:cubicBezTo>
                    <a:pt x="30335" y="6176"/>
                    <a:pt x="30301" y="6210"/>
                    <a:pt x="30301" y="6245"/>
                  </a:cubicBezTo>
                  <a:cubicBezTo>
                    <a:pt x="30301" y="6313"/>
                    <a:pt x="30301" y="6347"/>
                    <a:pt x="30370" y="6347"/>
                  </a:cubicBezTo>
                  <a:lnTo>
                    <a:pt x="30472" y="6381"/>
                  </a:lnTo>
                  <a:lnTo>
                    <a:pt x="30506" y="6381"/>
                  </a:lnTo>
                  <a:cubicBezTo>
                    <a:pt x="30540" y="6381"/>
                    <a:pt x="30574" y="6347"/>
                    <a:pt x="30574" y="6313"/>
                  </a:cubicBezTo>
                  <a:cubicBezTo>
                    <a:pt x="30574" y="6245"/>
                    <a:pt x="30540" y="6210"/>
                    <a:pt x="30506" y="6210"/>
                  </a:cubicBezTo>
                  <a:lnTo>
                    <a:pt x="30404" y="6176"/>
                  </a:lnTo>
                  <a:close/>
                  <a:moveTo>
                    <a:pt x="30950" y="6279"/>
                  </a:moveTo>
                  <a:cubicBezTo>
                    <a:pt x="30915" y="6279"/>
                    <a:pt x="30881" y="6313"/>
                    <a:pt x="30847" y="6347"/>
                  </a:cubicBezTo>
                  <a:cubicBezTo>
                    <a:pt x="30847" y="6415"/>
                    <a:pt x="30881" y="6449"/>
                    <a:pt x="30915" y="6449"/>
                  </a:cubicBezTo>
                  <a:lnTo>
                    <a:pt x="31052" y="6483"/>
                  </a:lnTo>
                  <a:cubicBezTo>
                    <a:pt x="31086" y="6483"/>
                    <a:pt x="31120" y="6449"/>
                    <a:pt x="31154" y="6415"/>
                  </a:cubicBezTo>
                  <a:cubicBezTo>
                    <a:pt x="31154" y="6347"/>
                    <a:pt x="31120" y="6313"/>
                    <a:pt x="31086" y="6313"/>
                  </a:cubicBezTo>
                  <a:lnTo>
                    <a:pt x="30950" y="6279"/>
                  </a:lnTo>
                  <a:close/>
                  <a:moveTo>
                    <a:pt x="31530" y="6381"/>
                  </a:moveTo>
                  <a:cubicBezTo>
                    <a:pt x="31461" y="6381"/>
                    <a:pt x="31427" y="6415"/>
                    <a:pt x="31427" y="6449"/>
                  </a:cubicBezTo>
                  <a:cubicBezTo>
                    <a:pt x="31427" y="6518"/>
                    <a:pt x="31461" y="6552"/>
                    <a:pt x="31496" y="6552"/>
                  </a:cubicBezTo>
                  <a:lnTo>
                    <a:pt x="31598" y="6586"/>
                  </a:lnTo>
                  <a:lnTo>
                    <a:pt x="31632" y="6586"/>
                  </a:lnTo>
                  <a:cubicBezTo>
                    <a:pt x="31666" y="6586"/>
                    <a:pt x="31700" y="6552"/>
                    <a:pt x="31700" y="6518"/>
                  </a:cubicBezTo>
                  <a:cubicBezTo>
                    <a:pt x="31700" y="6449"/>
                    <a:pt x="31666" y="6415"/>
                    <a:pt x="31632" y="6415"/>
                  </a:cubicBezTo>
                  <a:lnTo>
                    <a:pt x="31530" y="6381"/>
                  </a:lnTo>
                  <a:close/>
                  <a:moveTo>
                    <a:pt x="32076" y="6483"/>
                  </a:moveTo>
                  <a:cubicBezTo>
                    <a:pt x="32042" y="6483"/>
                    <a:pt x="32007" y="6518"/>
                    <a:pt x="31973" y="6552"/>
                  </a:cubicBezTo>
                  <a:cubicBezTo>
                    <a:pt x="31973" y="6620"/>
                    <a:pt x="32007" y="6654"/>
                    <a:pt x="32042" y="6654"/>
                  </a:cubicBezTo>
                  <a:lnTo>
                    <a:pt x="32178" y="6688"/>
                  </a:lnTo>
                  <a:cubicBezTo>
                    <a:pt x="32212" y="6688"/>
                    <a:pt x="32246" y="6654"/>
                    <a:pt x="32280" y="6620"/>
                  </a:cubicBezTo>
                  <a:cubicBezTo>
                    <a:pt x="32280" y="6586"/>
                    <a:pt x="32246" y="6518"/>
                    <a:pt x="32212" y="6518"/>
                  </a:cubicBezTo>
                  <a:lnTo>
                    <a:pt x="32076" y="6483"/>
                  </a:lnTo>
                  <a:close/>
                  <a:moveTo>
                    <a:pt x="32656" y="6586"/>
                  </a:moveTo>
                  <a:cubicBezTo>
                    <a:pt x="32588" y="6586"/>
                    <a:pt x="32553" y="6620"/>
                    <a:pt x="32553" y="6654"/>
                  </a:cubicBezTo>
                  <a:cubicBezTo>
                    <a:pt x="32553" y="6722"/>
                    <a:pt x="32588" y="6756"/>
                    <a:pt x="32622" y="6756"/>
                  </a:cubicBezTo>
                  <a:lnTo>
                    <a:pt x="32724" y="6791"/>
                  </a:lnTo>
                  <a:lnTo>
                    <a:pt x="32758" y="6791"/>
                  </a:lnTo>
                  <a:cubicBezTo>
                    <a:pt x="32792" y="6791"/>
                    <a:pt x="32826" y="6756"/>
                    <a:pt x="32826" y="6722"/>
                  </a:cubicBezTo>
                  <a:cubicBezTo>
                    <a:pt x="32826" y="6688"/>
                    <a:pt x="32792" y="6620"/>
                    <a:pt x="32758" y="6620"/>
                  </a:cubicBezTo>
                  <a:lnTo>
                    <a:pt x="32656" y="6586"/>
                  </a:lnTo>
                  <a:close/>
                  <a:moveTo>
                    <a:pt x="33202" y="6688"/>
                  </a:moveTo>
                  <a:cubicBezTo>
                    <a:pt x="33168" y="6688"/>
                    <a:pt x="33133" y="6722"/>
                    <a:pt x="33099" y="6756"/>
                  </a:cubicBezTo>
                  <a:cubicBezTo>
                    <a:pt x="33099" y="6825"/>
                    <a:pt x="33133" y="6859"/>
                    <a:pt x="33168" y="6859"/>
                  </a:cubicBezTo>
                  <a:lnTo>
                    <a:pt x="33304" y="6893"/>
                  </a:lnTo>
                  <a:cubicBezTo>
                    <a:pt x="33338" y="6893"/>
                    <a:pt x="33372" y="6859"/>
                    <a:pt x="33406" y="6825"/>
                  </a:cubicBezTo>
                  <a:cubicBezTo>
                    <a:pt x="33406" y="6791"/>
                    <a:pt x="33372" y="6722"/>
                    <a:pt x="33338" y="6722"/>
                  </a:cubicBezTo>
                  <a:lnTo>
                    <a:pt x="33202" y="6688"/>
                  </a:lnTo>
                  <a:close/>
                  <a:moveTo>
                    <a:pt x="33782" y="6791"/>
                  </a:moveTo>
                  <a:cubicBezTo>
                    <a:pt x="33714" y="6791"/>
                    <a:pt x="33679" y="6825"/>
                    <a:pt x="33679" y="6859"/>
                  </a:cubicBezTo>
                  <a:cubicBezTo>
                    <a:pt x="33679" y="6927"/>
                    <a:pt x="33714" y="6961"/>
                    <a:pt x="33748" y="6961"/>
                  </a:cubicBezTo>
                  <a:lnTo>
                    <a:pt x="33850" y="6995"/>
                  </a:lnTo>
                  <a:lnTo>
                    <a:pt x="33884" y="6995"/>
                  </a:lnTo>
                  <a:cubicBezTo>
                    <a:pt x="33918" y="6995"/>
                    <a:pt x="33952" y="6961"/>
                    <a:pt x="33952" y="6927"/>
                  </a:cubicBezTo>
                  <a:cubicBezTo>
                    <a:pt x="33952" y="6893"/>
                    <a:pt x="33918" y="6825"/>
                    <a:pt x="33884" y="6825"/>
                  </a:cubicBezTo>
                  <a:lnTo>
                    <a:pt x="33782" y="6791"/>
                  </a:lnTo>
                  <a:close/>
                  <a:moveTo>
                    <a:pt x="34328" y="6893"/>
                  </a:moveTo>
                  <a:cubicBezTo>
                    <a:pt x="34294" y="6893"/>
                    <a:pt x="34260" y="6927"/>
                    <a:pt x="34225" y="6961"/>
                  </a:cubicBezTo>
                  <a:cubicBezTo>
                    <a:pt x="34225" y="7029"/>
                    <a:pt x="34260" y="7064"/>
                    <a:pt x="34294" y="7064"/>
                  </a:cubicBezTo>
                  <a:lnTo>
                    <a:pt x="34430" y="7098"/>
                  </a:lnTo>
                  <a:cubicBezTo>
                    <a:pt x="34464" y="7098"/>
                    <a:pt x="34498" y="7064"/>
                    <a:pt x="34533" y="7029"/>
                  </a:cubicBezTo>
                  <a:cubicBezTo>
                    <a:pt x="34533" y="6995"/>
                    <a:pt x="34498" y="6927"/>
                    <a:pt x="34464" y="6927"/>
                  </a:cubicBezTo>
                  <a:lnTo>
                    <a:pt x="34328" y="6893"/>
                  </a:lnTo>
                  <a:close/>
                  <a:moveTo>
                    <a:pt x="34908" y="6995"/>
                  </a:moveTo>
                  <a:cubicBezTo>
                    <a:pt x="34840" y="6995"/>
                    <a:pt x="34806" y="7029"/>
                    <a:pt x="34806" y="7064"/>
                  </a:cubicBezTo>
                  <a:cubicBezTo>
                    <a:pt x="34806" y="7132"/>
                    <a:pt x="34840" y="7166"/>
                    <a:pt x="34874" y="7166"/>
                  </a:cubicBezTo>
                  <a:lnTo>
                    <a:pt x="34976" y="7200"/>
                  </a:lnTo>
                  <a:lnTo>
                    <a:pt x="35010" y="7200"/>
                  </a:lnTo>
                  <a:cubicBezTo>
                    <a:pt x="35044" y="7200"/>
                    <a:pt x="35078" y="7166"/>
                    <a:pt x="35078" y="7132"/>
                  </a:cubicBezTo>
                  <a:cubicBezTo>
                    <a:pt x="35078" y="7098"/>
                    <a:pt x="35044" y="7029"/>
                    <a:pt x="35010" y="7029"/>
                  </a:cubicBezTo>
                  <a:lnTo>
                    <a:pt x="34908" y="6995"/>
                  </a:lnTo>
                  <a:close/>
                  <a:moveTo>
                    <a:pt x="35454" y="7098"/>
                  </a:moveTo>
                  <a:cubicBezTo>
                    <a:pt x="35420" y="7098"/>
                    <a:pt x="35386" y="7132"/>
                    <a:pt x="35351" y="7166"/>
                  </a:cubicBezTo>
                  <a:cubicBezTo>
                    <a:pt x="35351" y="7234"/>
                    <a:pt x="35386" y="7268"/>
                    <a:pt x="35420" y="7268"/>
                  </a:cubicBezTo>
                  <a:lnTo>
                    <a:pt x="35556" y="7302"/>
                  </a:lnTo>
                  <a:cubicBezTo>
                    <a:pt x="35590" y="7302"/>
                    <a:pt x="35624" y="7268"/>
                    <a:pt x="35659" y="7234"/>
                  </a:cubicBezTo>
                  <a:cubicBezTo>
                    <a:pt x="35659" y="7200"/>
                    <a:pt x="35624" y="7132"/>
                    <a:pt x="35590" y="7132"/>
                  </a:cubicBezTo>
                  <a:lnTo>
                    <a:pt x="35454" y="7098"/>
                  </a:lnTo>
                  <a:close/>
                  <a:moveTo>
                    <a:pt x="36034" y="7200"/>
                  </a:moveTo>
                  <a:cubicBezTo>
                    <a:pt x="35966" y="7200"/>
                    <a:pt x="35932" y="7234"/>
                    <a:pt x="35932" y="7268"/>
                  </a:cubicBezTo>
                  <a:cubicBezTo>
                    <a:pt x="35932" y="7337"/>
                    <a:pt x="35966" y="7371"/>
                    <a:pt x="36000" y="7371"/>
                  </a:cubicBezTo>
                  <a:lnTo>
                    <a:pt x="36102" y="7405"/>
                  </a:lnTo>
                  <a:lnTo>
                    <a:pt x="36136" y="7405"/>
                  </a:lnTo>
                  <a:cubicBezTo>
                    <a:pt x="36170" y="7405"/>
                    <a:pt x="36205" y="7371"/>
                    <a:pt x="36205" y="7337"/>
                  </a:cubicBezTo>
                  <a:cubicBezTo>
                    <a:pt x="36205" y="7302"/>
                    <a:pt x="36170" y="7234"/>
                    <a:pt x="36136" y="7234"/>
                  </a:cubicBezTo>
                  <a:lnTo>
                    <a:pt x="36034" y="7200"/>
                  </a:lnTo>
                  <a:close/>
                  <a:moveTo>
                    <a:pt x="36580" y="7302"/>
                  </a:moveTo>
                  <a:cubicBezTo>
                    <a:pt x="36546" y="7302"/>
                    <a:pt x="36512" y="7337"/>
                    <a:pt x="36478" y="7405"/>
                  </a:cubicBezTo>
                  <a:cubicBezTo>
                    <a:pt x="36478" y="7439"/>
                    <a:pt x="36512" y="7473"/>
                    <a:pt x="36546" y="7473"/>
                  </a:cubicBezTo>
                  <a:lnTo>
                    <a:pt x="36682" y="7507"/>
                  </a:lnTo>
                  <a:cubicBezTo>
                    <a:pt x="36716" y="7507"/>
                    <a:pt x="36751" y="7473"/>
                    <a:pt x="36785" y="7439"/>
                  </a:cubicBezTo>
                  <a:cubicBezTo>
                    <a:pt x="36785" y="7405"/>
                    <a:pt x="36751" y="7337"/>
                    <a:pt x="36716" y="7337"/>
                  </a:cubicBezTo>
                  <a:lnTo>
                    <a:pt x="36580" y="7302"/>
                  </a:lnTo>
                  <a:close/>
                  <a:moveTo>
                    <a:pt x="37160" y="7405"/>
                  </a:moveTo>
                  <a:cubicBezTo>
                    <a:pt x="37092" y="7405"/>
                    <a:pt x="37058" y="7439"/>
                    <a:pt x="37058" y="7507"/>
                  </a:cubicBezTo>
                  <a:cubicBezTo>
                    <a:pt x="37058" y="7541"/>
                    <a:pt x="37092" y="7575"/>
                    <a:pt x="37126" y="7575"/>
                  </a:cubicBezTo>
                  <a:lnTo>
                    <a:pt x="37228" y="7610"/>
                  </a:lnTo>
                  <a:lnTo>
                    <a:pt x="37262" y="7610"/>
                  </a:lnTo>
                  <a:cubicBezTo>
                    <a:pt x="37296" y="7610"/>
                    <a:pt x="37331" y="7575"/>
                    <a:pt x="37331" y="7541"/>
                  </a:cubicBezTo>
                  <a:cubicBezTo>
                    <a:pt x="37331" y="7507"/>
                    <a:pt x="37296" y="7439"/>
                    <a:pt x="37262" y="7439"/>
                  </a:cubicBezTo>
                  <a:lnTo>
                    <a:pt x="37160" y="7405"/>
                  </a:lnTo>
                  <a:close/>
                  <a:moveTo>
                    <a:pt x="37679" y="7528"/>
                  </a:moveTo>
                  <a:cubicBezTo>
                    <a:pt x="37654" y="7528"/>
                    <a:pt x="37629" y="7560"/>
                    <a:pt x="37604" y="7610"/>
                  </a:cubicBezTo>
                  <a:cubicBezTo>
                    <a:pt x="37604" y="7644"/>
                    <a:pt x="37638" y="7678"/>
                    <a:pt x="37672" y="7678"/>
                  </a:cubicBezTo>
                  <a:lnTo>
                    <a:pt x="37808" y="7712"/>
                  </a:lnTo>
                  <a:cubicBezTo>
                    <a:pt x="37842" y="7712"/>
                    <a:pt x="37877" y="7678"/>
                    <a:pt x="37911" y="7644"/>
                  </a:cubicBezTo>
                  <a:cubicBezTo>
                    <a:pt x="37911" y="7610"/>
                    <a:pt x="37877" y="7541"/>
                    <a:pt x="37842" y="7541"/>
                  </a:cubicBezTo>
                  <a:lnTo>
                    <a:pt x="37706" y="7541"/>
                  </a:lnTo>
                  <a:cubicBezTo>
                    <a:pt x="37697" y="7532"/>
                    <a:pt x="37688" y="7528"/>
                    <a:pt x="37679" y="7528"/>
                  </a:cubicBezTo>
                  <a:close/>
                  <a:moveTo>
                    <a:pt x="167544" y="7507"/>
                  </a:moveTo>
                  <a:lnTo>
                    <a:pt x="167408" y="7541"/>
                  </a:lnTo>
                  <a:cubicBezTo>
                    <a:pt x="167373" y="7541"/>
                    <a:pt x="167339" y="7575"/>
                    <a:pt x="167339" y="7610"/>
                  </a:cubicBezTo>
                  <a:cubicBezTo>
                    <a:pt x="167339" y="7678"/>
                    <a:pt x="167373" y="7712"/>
                    <a:pt x="167408" y="7712"/>
                  </a:cubicBezTo>
                  <a:lnTo>
                    <a:pt x="167442" y="7712"/>
                  </a:lnTo>
                  <a:lnTo>
                    <a:pt x="167544" y="7678"/>
                  </a:lnTo>
                  <a:cubicBezTo>
                    <a:pt x="167612" y="7678"/>
                    <a:pt x="167646" y="7644"/>
                    <a:pt x="167612" y="7575"/>
                  </a:cubicBezTo>
                  <a:cubicBezTo>
                    <a:pt x="167612" y="7541"/>
                    <a:pt x="167578" y="7507"/>
                    <a:pt x="167544" y="7507"/>
                  </a:cubicBezTo>
                  <a:close/>
                  <a:moveTo>
                    <a:pt x="166964" y="7575"/>
                  </a:moveTo>
                  <a:lnTo>
                    <a:pt x="166862" y="7610"/>
                  </a:lnTo>
                  <a:cubicBezTo>
                    <a:pt x="166793" y="7610"/>
                    <a:pt x="166759" y="7644"/>
                    <a:pt x="166759" y="7678"/>
                  </a:cubicBezTo>
                  <a:cubicBezTo>
                    <a:pt x="166759" y="7746"/>
                    <a:pt x="166827" y="7780"/>
                    <a:pt x="166862" y="7780"/>
                  </a:cubicBezTo>
                  <a:lnTo>
                    <a:pt x="166964" y="7746"/>
                  </a:lnTo>
                  <a:cubicBezTo>
                    <a:pt x="167032" y="7746"/>
                    <a:pt x="167066" y="7712"/>
                    <a:pt x="167066" y="7644"/>
                  </a:cubicBezTo>
                  <a:cubicBezTo>
                    <a:pt x="167032" y="7610"/>
                    <a:pt x="166998" y="7575"/>
                    <a:pt x="166964" y="7575"/>
                  </a:cubicBezTo>
                  <a:close/>
                  <a:moveTo>
                    <a:pt x="38239" y="7630"/>
                  </a:moveTo>
                  <a:cubicBezTo>
                    <a:pt x="38202" y="7630"/>
                    <a:pt x="38184" y="7662"/>
                    <a:pt x="38184" y="7712"/>
                  </a:cubicBezTo>
                  <a:cubicBezTo>
                    <a:pt x="38184" y="7746"/>
                    <a:pt x="38218" y="7780"/>
                    <a:pt x="38252" y="7780"/>
                  </a:cubicBezTo>
                  <a:lnTo>
                    <a:pt x="38354" y="7814"/>
                  </a:lnTo>
                  <a:lnTo>
                    <a:pt x="38388" y="7814"/>
                  </a:lnTo>
                  <a:cubicBezTo>
                    <a:pt x="38423" y="7814"/>
                    <a:pt x="38457" y="7780"/>
                    <a:pt x="38457" y="7746"/>
                  </a:cubicBezTo>
                  <a:cubicBezTo>
                    <a:pt x="38457" y="7712"/>
                    <a:pt x="38457" y="7644"/>
                    <a:pt x="38388" y="7644"/>
                  </a:cubicBezTo>
                  <a:lnTo>
                    <a:pt x="38286" y="7644"/>
                  </a:lnTo>
                  <a:cubicBezTo>
                    <a:pt x="38268" y="7635"/>
                    <a:pt x="38252" y="7630"/>
                    <a:pt x="38239" y="7630"/>
                  </a:cubicBezTo>
                  <a:close/>
                  <a:moveTo>
                    <a:pt x="166282" y="7644"/>
                  </a:moveTo>
                  <a:cubicBezTo>
                    <a:pt x="166247" y="7678"/>
                    <a:pt x="166213" y="7712"/>
                    <a:pt x="166213" y="7746"/>
                  </a:cubicBezTo>
                  <a:cubicBezTo>
                    <a:pt x="166213" y="7814"/>
                    <a:pt x="166247" y="7814"/>
                    <a:pt x="166282" y="7814"/>
                  </a:cubicBezTo>
                  <a:lnTo>
                    <a:pt x="166418" y="7814"/>
                  </a:lnTo>
                  <a:cubicBezTo>
                    <a:pt x="166452" y="7814"/>
                    <a:pt x="166486" y="7780"/>
                    <a:pt x="166486" y="7712"/>
                  </a:cubicBezTo>
                  <a:cubicBezTo>
                    <a:pt x="166486" y="7678"/>
                    <a:pt x="166452" y="7644"/>
                    <a:pt x="166384" y="7644"/>
                  </a:cubicBezTo>
                  <a:close/>
                  <a:moveTo>
                    <a:pt x="165701" y="7712"/>
                  </a:moveTo>
                  <a:cubicBezTo>
                    <a:pt x="165667" y="7746"/>
                    <a:pt x="165633" y="7780"/>
                    <a:pt x="165633" y="7814"/>
                  </a:cubicBezTo>
                  <a:cubicBezTo>
                    <a:pt x="165633" y="7848"/>
                    <a:pt x="165667" y="7883"/>
                    <a:pt x="165736" y="7883"/>
                  </a:cubicBezTo>
                  <a:lnTo>
                    <a:pt x="165838" y="7883"/>
                  </a:lnTo>
                  <a:cubicBezTo>
                    <a:pt x="165906" y="7883"/>
                    <a:pt x="165906" y="7848"/>
                    <a:pt x="165906" y="7780"/>
                  </a:cubicBezTo>
                  <a:cubicBezTo>
                    <a:pt x="165906" y="7746"/>
                    <a:pt x="165872" y="7712"/>
                    <a:pt x="165838" y="7712"/>
                  </a:cubicBezTo>
                  <a:close/>
                  <a:moveTo>
                    <a:pt x="38805" y="7733"/>
                  </a:moveTo>
                  <a:cubicBezTo>
                    <a:pt x="38780" y="7733"/>
                    <a:pt x="38755" y="7764"/>
                    <a:pt x="38730" y="7814"/>
                  </a:cubicBezTo>
                  <a:cubicBezTo>
                    <a:pt x="38730" y="7848"/>
                    <a:pt x="38764" y="7883"/>
                    <a:pt x="38798" y="7883"/>
                  </a:cubicBezTo>
                  <a:lnTo>
                    <a:pt x="38934" y="7917"/>
                  </a:lnTo>
                  <a:cubicBezTo>
                    <a:pt x="38969" y="7917"/>
                    <a:pt x="39003" y="7883"/>
                    <a:pt x="39037" y="7848"/>
                  </a:cubicBezTo>
                  <a:cubicBezTo>
                    <a:pt x="39037" y="7814"/>
                    <a:pt x="39003" y="7746"/>
                    <a:pt x="38969" y="7746"/>
                  </a:cubicBezTo>
                  <a:lnTo>
                    <a:pt x="38832" y="7746"/>
                  </a:lnTo>
                  <a:cubicBezTo>
                    <a:pt x="38823" y="7737"/>
                    <a:pt x="38814" y="7733"/>
                    <a:pt x="38805" y="7733"/>
                  </a:cubicBezTo>
                  <a:close/>
                  <a:moveTo>
                    <a:pt x="165155" y="7780"/>
                  </a:moveTo>
                  <a:cubicBezTo>
                    <a:pt x="165087" y="7814"/>
                    <a:pt x="165053" y="7848"/>
                    <a:pt x="165053" y="7883"/>
                  </a:cubicBezTo>
                  <a:cubicBezTo>
                    <a:pt x="165087" y="7917"/>
                    <a:pt x="165121" y="7951"/>
                    <a:pt x="165155" y="7951"/>
                  </a:cubicBezTo>
                  <a:lnTo>
                    <a:pt x="165258" y="7951"/>
                  </a:lnTo>
                  <a:cubicBezTo>
                    <a:pt x="165326" y="7951"/>
                    <a:pt x="165360" y="7917"/>
                    <a:pt x="165360" y="7848"/>
                  </a:cubicBezTo>
                  <a:cubicBezTo>
                    <a:pt x="165360" y="7814"/>
                    <a:pt x="165292" y="7780"/>
                    <a:pt x="165258" y="7780"/>
                  </a:cubicBezTo>
                  <a:close/>
                  <a:moveTo>
                    <a:pt x="39379" y="7835"/>
                  </a:moveTo>
                  <a:cubicBezTo>
                    <a:pt x="39346" y="7835"/>
                    <a:pt x="39310" y="7867"/>
                    <a:pt x="39310" y="7917"/>
                  </a:cubicBezTo>
                  <a:cubicBezTo>
                    <a:pt x="39310" y="7951"/>
                    <a:pt x="39344" y="7985"/>
                    <a:pt x="39378" y="8019"/>
                  </a:cubicBezTo>
                  <a:lnTo>
                    <a:pt x="39514" y="8019"/>
                  </a:lnTo>
                  <a:cubicBezTo>
                    <a:pt x="39549" y="8019"/>
                    <a:pt x="39583" y="7985"/>
                    <a:pt x="39583" y="7951"/>
                  </a:cubicBezTo>
                  <a:cubicBezTo>
                    <a:pt x="39583" y="7917"/>
                    <a:pt x="39583" y="7848"/>
                    <a:pt x="39514" y="7848"/>
                  </a:cubicBezTo>
                  <a:lnTo>
                    <a:pt x="39412" y="7848"/>
                  </a:lnTo>
                  <a:cubicBezTo>
                    <a:pt x="39403" y="7839"/>
                    <a:pt x="39391" y="7835"/>
                    <a:pt x="39379" y="7835"/>
                  </a:cubicBezTo>
                  <a:close/>
                  <a:moveTo>
                    <a:pt x="164575" y="7848"/>
                  </a:moveTo>
                  <a:cubicBezTo>
                    <a:pt x="164541" y="7848"/>
                    <a:pt x="164507" y="7917"/>
                    <a:pt x="164507" y="7951"/>
                  </a:cubicBezTo>
                  <a:cubicBezTo>
                    <a:pt x="164507" y="7985"/>
                    <a:pt x="164541" y="8019"/>
                    <a:pt x="164575" y="8019"/>
                  </a:cubicBezTo>
                  <a:lnTo>
                    <a:pt x="164712" y="8019"/>
                  </a:lnTo>
                  <a:cubicBezTo>
                    <a:pt x="164746" y="8019"/>
                    <a:pt x="164780" y="7951"/>
                    <a:pt x="164780" y="7917"/>
                  </a:cubicBezTo>
                  <a:cubicBezTo>
                    <a:pt x="164780" y="7883"/>
                    <a:pt x="164746" y="7848"/>
                    <a:pt x="164678" y="7848"/>
                  </a:cubicBezTo>
                  <a:close/>
                  <a:moveTo>
                    <a:pt x="163995" y="7917"/>
                  </a:moveTo>
                  <a:cubicBezTo>
                    <a:pt x="163961" y="7917"/>
                    <a:pt x="163927" y="7985"/>
                    <a:pt x="163927" y="8019"/>
                  </a:cubicBezTo>
                  <a:cubicBezTo>
                    <a:pt x="163927" y="8053"/>
                    <a:pt x="163961" y="8087"/>
                    <a:pt x="164029" y="8087"/>
                  </a:cubicBezTo>
                  <a:lnTo>
                    <a:pt x="164132" y="8087"/>
                  </a:lnTo>
                  <a:cubicBezTo>
                    <a:pt x="164200" y="8087"/>
                    <a:pt x="164234" y="8019"/>
                    <a:pt x="164200" y="7985"/>
                  </a:cubicBezTo>
                  <a:cubicBezTo>
                    <a:pt x="164200" y="7951"/>
                    <a:pt x="164166" y="7917"/>
                    <a:pt x="164132" y="7917"/>
                  </a:cubicBezTo>
                  <a:close/>
                  <a:moveTo>
                    <a:pt x="39931" y="7937"/>
                  </a:moveTo>
                  <a:cubicBezTo>
                    <a:pt x="39906" y="7937"/>
                    <a:pt x="39881" y="7969"/>
                    <a:pt x="39856" y="8019"/>
                  </a:cubicBezTo>
                  <a:cubicBezTo>
                    <a:pt x="39856" y="8053"/>
                    <a:pt x="39890" y="8087"/>
                    <a:pt x="39924" y="8121"/>
                  </a:cubicBezTo>
                  <a:lnTo>
                    <a:pt x="40060" y="8121"/>
                  </a:lnTo>
                  <a:cubicBezTo>
                    <a:pt x="40095" y="8121"/>
                    <a:pt x="40129" y="8087"/>
                    <a:pt x="40163" y="8053"/>
                  </a:cubicBezTo>
                  <a:cubicBezTo>
                    <a:pt x="40163" y="8019"/>
                    <a:pt x="40129" y="7951"/>
                    <a:pt x="40095" y="7951"/>
                  </a:cubicBezTo>
                  <a:lnTo>
                    <a:pt x="39958" y="7951"/>
                  </a:lnTo>
                  <a:cubicBezTo>
                    <a:pt x="39949" y="7942"/>
                    <a:pt x="39940" y="7937"/>
                    <a:pt x="39931" y="7937"/>
                  </a:cubicBezTo>
                  <a:close/>
                  <a:moveTo>
                    <a:pt x="163449" y="7985"/>
                  </a:moveTo>
                  <a:cubicBezTo>
                    <a:pt x="163381" y="7985"/>
                    <a:pt x="163347" y="8053"/>
                    <a:pt x="163347" y="8087"/>
                  </a:cubicBezTo>
                  <a:cubicBezTo>
                    <a:pt x="163381" y="8121"/>
                    <a:pt x="163415" y="8156"/>
                    <a:pt x="163449" y="8156"/>
                  </a:cubicBezTo>
                  <a:lnTo>
                    <a:pt x="163552" y="8156"/>
                  </a:lnTo>
                  <a:cubicBezTo>
                    <a:pt x="163620" y="8156"/>
                    <a:pt x="163654" y="8087"/>
                    <a:pt x="163654" y="8053"/>
                  </a:cubicBezTo>
                  <a:cubicBezTo>
                    <a:pt x="163654" y="8019"/>
                    <a:pt x="163586" y="7985"/>
                    <a:pt x="163552" y="7985"/>
                  </a:cubicBezTo>
                  <a:close/>
                  <a:moveTo>
                    <a:pt x="40505" y="8040"/>
                  </a:moveTo>
                  <a:cubicBezTo>
                    <a:pt x="40472" y="8040"/>
                    <a:pt x="40436" y="8071"/>
                    <a:pt x="40436" y="8121"/>
                  </a:cubicBezTo>
                  <a:cubicBezTo>
                    <a:pt x="40436" y="8156"/>
                    <a:pt x="40470" y="8190"/>
                    <a:pt x="40504" y="8224"/>
                  </a:cubicBezTo>
                  <a:lnTo>
                    <a:pt x="40641" y="8224"/>
                  </a:lnTo>
                  <a:cubicBezTo>
                    <a:pt x="40675" y="8224"/>
                    <a:pt x="40709" y="8190"/>
                    <a:pt x="40709" y="8156"/>
                  </a:cubicBezTo>
                  <a:cubicBezTo>
                    <a:pt x="40709" y="8121"/>
                    <a:pt x="40709" y="8053"/>
                    <a:pt x="40641" y="8053"/>
                  </a:cubicBezTo>
                  <a:lnTo>
                    <a:pt x="40538" y="8053"/>
                  </a:lnTo>
                  <a:cubicBezTo>
                    <a:pt x="40529" y="8044"/>
                    <a:pt x="40517" y="8040"/>
                    <a:pt x="40505" y="8040"/>
                  </a:cubicBezTo>
                  <a:close/>
                  <a:moveTo>
                    <a:pt x="162869" y="8053"/>
                  </a:moveTo>
                  <a:cubicBezTo>
                    <a:pt x="162835" y="8053"/>
                    <a:pt x="162801" y="8121"/>
                    <a:pt x="162801" y="8156"/>
                  </a:cubicBezTo>
                  <a:cubicBezTo>
                    <a:pt x="162801" y="8190"/>
                    <a:pt x="162835" y="8224"/>
                    <a:pt x="162869" y="8224"/>
                  </a:cubicBezTo>
                  <a:lnTo>
                    <a:pt x="163006" y="8224"/>
                  </a:lnTo>
                  <a:cubicBezTo>
                    <a:pt x="163040" y="8224"/>
                    <a:pt x="163074" y="8156"/>
                    <a:pt x="163074" y="8121"/>
                  </a:cubicBezTo>
                  <a:cubicBezTo>
                    <a:pt x="163074" y="8087"/>
                    <a:pt x="163040" y="8053"/>
                    <a:pt x="162972" y="8053"/>
                  </a:cubicBezTo>
                  <a:close/>
                  <a:moveTo>
                    <a:pt x="162289" y="8121"/>
                  </a:moveTo>
                  <a:cubicBezTo>
                    <a:pt x="162255" y="8121"/>
                    <a:pt x="162221" y="8156"/>
                    <a:pt x="162221" y="8224"/>
                  </a:cubicBezTo>
                  <a:cubicBezTo>
                    <a:pt x="162221" y="8258"/>
                    <a:pt x="162255" y="8292"/>
                    <a:pt x="162323" y="8292"/>
                  </a:cubicBezTo>
                  <a:lnTo>
                    <a:pt x="162426" y="8292"/>
                  </a:lnTo>
                  <a:cubicBezTo>
                    <a:pt x="162494" y="8292"/>
                    <a:pt x="162528" y="8224"/>
                    <a:pt x="162494" y="8190"/>
                  </a:cubicBezTo>
                  <a:cubicBezTo>
                    <a:pt x="162494" y="8156"/>
                    <a:pt x="162460" y="8121"/>
                    <a:pt x="162426" y="8121"/>
                  </a:cubicBezTo>
                  <a:close/>
                  <a:moveTo>
                    <a:pt x="41057" y="8142"/>
                  </a:moveTo>
                  <a:cubicBezTo>
                    <a:pt x="41032" y="8142"/>
                    <a:pt x="41007" y="8174"/>
                    <a:pt x="40982" y="8224"/>
                  </a:cubicBezTo>
                  <a:cubicBezTo>
                    <a:pt x="40982" y="8258"/>
                    <a:pt x="41016" y="8292"/>
                    <a:pt x="41050" y="8326"/>
                  </a:cubicBezTo>
                  <a:lnTo>
                    <a:pt x="41187" y="8326"/>
                  </a:lnTo>
                  <a:cubicBezTo>
                    <a:pt x="41221" y="8326"/>
                    <a:pt x="41255" y="8292"/>
                    <a:pt x="41289" y="8258"/>
                  </a:cubicBezTo>
                  <a:cubicBezTo>
                    <a:pt x="41289" y="8224"/>
                    <a:pt x="41255" y="8156"/>
                    <a:pt x="41221" y="8156"/>
                  </a:cubicBezTo>
                  <a:lnTo>
                    <a:pt x="41084" y="8156"/>
                  </a:lnTo>
                  <a:cubicBezTo>
                    <a:pt x="41075" y="8146"/>
                    <a:pt x="41066" y="8142"/>
                    <a:pt x="41057" y="8142"/>
                  </a:cubicBezTo>
                  <a:close/>
                  <a:moveTo>
                    <a:pt x="161878" y="8176"/>
                  </a:moveTo>
                  <a:cubicBezTo>
                    <a:pt x="161866" y="8176"/>
                    <a:pt x="161855" y="8180"/>
                    <a:pt x="161846" y="8190"/>
                  </a:cubicBezTo>
                  <a:lnTo>
                    <a:pt x="161743" y="8190"/>
                  </a:lnTo>
                  <a:cubicBezTo>
                    <a:pt x="161675" y="8190"/>
                    <a:pt x="161641" y="8224"/>
                    <a:pt x="161641" y="8292"/>
                  </a:cubicBezTo>
                  <a:cubicBezTo>
                    <a:pt x="161675" y="8326"/>
                    <a:pt x="161709" y="8360"/>
                    <a:pt x="161743" y="8360"/>
                  </a:cubicBezTo>
                  <a:lnTo>
                    <a:pt x="161846" y="8360"/>
                  </a:lnTo>
                  <a:cubicBezTo>
                    <a:pt x="161914" y="8326"/>
                    <a:pt x="161948" y="8292"/>
                    <a:pt x="161948" y="8258"/>
                  </a:cubicBezTo>
                  <a:cubicBezTo>
                    <a:pt x="161948" y="8208"/>
                    <a:pt x="161911" y="8176"/>
                    <a:pt x="161878" y="8176"/>
                  </a:cubicBezTo>
                  <a:close/>
                  <a:moveTo>
                    <a:pt x="41617" y="8244"/>
                  </a:moveTo>
                  <a:cubicBezTo>
                    <a:pt x="41580" y="8244"/>
                    <a:pt x="41562" y="8276"/>
                    <a:pt x="41562" y="8326"/>
                  </a:cubicBezTo>
                  <a:cubicBezTo>
                    <a:pt x="41562" y="8360"/>
                    <a:pt x="41596" y="8394"/>
                    <a:pt x="41630" y="8428"/>
                  </a:cubicBezTo>
                  <a:lnTo>
                    <a:pt x="41767" y="8428"/>
                  </a:lnTo>
                  <a:cubicBezTo>
                    <a:pt x="41801" y="8428"/>
                    <a:pt x="41835" y="8394"/>
                    <a:pt x="41835" y="8360"/>
                  </a:cubicBezTo>
                  <a:cubicBezTo>
                    <a:pt x="41835" y="8326"/>
                    <a:pt x="41835" y="8258"/>
                    <a:pt x="41767" y="8258"/>
                  </a:cubicBezTo>
                  <a:lnTo>
                    <a:pt x="41664" y="8258"/>
                  </a:lnTo>
                  <a:cubicBezTo>
                    <a:pt x="41646" y="8249"/>
                    <a:pt x="41630" y="8244"/>
                    <a:pt x="41617" y="8244"/>
                  </a:cubicBezTo>
                  <a:close/>
                  <a:moveTo>
                    <a:pt x="161313" y="8244"/>
                  </a:moveTo>
                  <a:cubicBezTo>
                    <a:pt x="161300" y="8244"/>
                    <a:pt x="161284" y="8249"/>
                    <a:pt x="161265" y="8258"/>
                  </a:cubicBezTo>
                  <a:lnTo>
                    <a:pt x="161163" y="8258"/>
                  </a:lnTo>
                  <a:cubicBezTo>
                    <a:pt x="161129" y="8258"/>
                    <a:pt x="161095" y="8292"/>
                    <a:pt x="161095" y="8360"/>
                  </a:cubicBezTo>
                  <a:cubicBezTo>
                    <a:pt x="161095" y="8394"/>
                    <a:pt x="161129" y="8428"/>
                    <a:pt x="161163" y="8428"/>
                  </a:cubicBezTo>
                  <a:lnTo>
                    <a:pt x="161300" y="8428"/>
                  </a:lnTo>
                  <a:cubicBezTo>
                    <a:pt x="161334" y="8394"/>
                    <a:pt x="161368" y="8360"/>
                    <a:pt x="161368" y="8326"/>
                  </a:cubicBezTo>
                  <a:cubicBezTo>
                    <a:pt x="161368" y="8276"/>
                    <a:pt x="161350" y="8244"/>
                    <a:pt x="161313" y="8244"/>
                  </a:cubicBezTo>
                  <a:close/>
                  <a:moveTo>
                    <a:pt x="160746" y="8313"/>
                  </a:moveTo>
                  <a:cubicBezTo>
                    <a:pt x="160738" y="8313"/>
                    <a:pt x="160729" y="8317"/>
                    <a:pt x="160719" y="8326"/>
                  </a:cubicBezTo>
                  <a:lnTo>
                    <a:pt x="160583" y="8326"/>
                  </a:lnTo>
                  <a:cubicBezTo>
                    <a:pt x="160549" y="8326"/>
                    <a:pt x="160515" y="8360"/>
                    <a:pt x="160515" y="8428"/>
                  </a:cubicBezTo>
                  <a:cubicBezTo>
                    <a:pt x="160515" y="8463"/>
                    <a:pt x="160549" y="8497"/>
                    <a:pt x="160617" y="8497"/>
                  </a:cubicBezTo>
                  <a:lnTo>
                    <a:pt x="160719" y="8497"/>
                  </a:lnTo>
                  <a:cubicBezTo>
                    <a:pt x="160788" y="8463"/>
                    <a:pt x="160822" y="8428"/>
                    <a:pt x="160788" y="8394"/>
                  </a:cubicBezTo>
                  <a:cubicBezTo>
                    <a:pt x="160788" y="8344"/>
                    <a:pt x="160769" y="8313"/>
                    <a:pt x="160746" y="8313"/>
                  </a:cubicBezTo>
                  <a:close/>
                  <a:moveTo>
                    <a:pt x="42183" y="8347"/>
                  </a:moveTo>
                  <a:cubicBezTo>
                    <a:pt x="42158" y="8347"/>
                    <a:pt x="42133" y="8379"/>
                    <a:pt x="42108" y="8428"/>
                  </a:cubicBezTo>
                  <a:cubicBezTo>
                    <a:pt x="42108" y="8463"/>
                    <a:pt x="42142" y="8497"/>
                    <a:pt x="42176" y="8531"/>
                  </a:cubicBezTo>
                  <a:lnTo>
                    <a:pt x="42313" y="8531"/>
                  </a:lnTo>
                  <a:cubicBezTo>
                    <a:pt x="42347" y="8531"/>
                    <a:pt x="42381" y="8497"/>
                    <a:pt x="42415" y="8463"/>
                  </a:cubicBezTo>
                  <a:cubicBezTo>
                    <a:pt x="42415" y="8428"/>
                    <a:pt x="42381" y="8360"/>
                    <a:pt x="42347" y="8360"/>
                  </a:cubicBezTo>
                  <a:lnTo>
                    <a:pt x="42210" y="8360"/>
                  </a:lnTo>
                  <a:cubicBezTo>
                    <a:pt x="42201" y="8351"/>
                    <a:pt x="42192" y="8347"/>
                    <a:pt x="42183" y="8347"/>
                  </a:cubicBezTo>
                  <a:close/>
                  <a:moveTo>
                    <a:pt x="160139" y="8360"/>
                  </a:moveTo>
                  <a:lnTo>
                    <a:pt x="160037" y="8394"/>
                  </a:lnTo>
                  <a:cubicBezTo>
                    <a:pt x="159969" y="8394"/>
                    <a:pt x="159935" y="8428"/>
                    <a:pt x="159935" y="8497"/>
                  </a:cubicBezTo>
                  <a:cubicBezTo>
                    <a:pt x="159969" y="8531"/>
                    <a:pt x="160003" y="8565"/>
                    <a:pt x="160037" y="8565"/>
                  </a:cubicBezTo>
                  <a:lnTo>
                    <a:pt x="160139" y="8531"/>
                  </a:lnTo>
                  <a:cubicBezTo>
                    <a:pt x="160208" y="8531"/>
                    <a:pt x="160242" y="8497"/>
                    <a:pt x="160242" y="8463"/>
                  </a:cubicBezTo>
                  <a:cubicBezTo>
                    <a:pt x="160242" y="8394"/>
                    <a:pt x="160173" y="8360"/>
                    <a:pt x="160139" y="8360"/>
                  </a:cubicBezTo>
                  <a:close/>
                  <a:moveTo>
                    <a:pt x="42743" y="8449"/>
                  </a:moveTo>
                  <a:cubicBezTo>
                    <a:pt x="42706" y="8449"/>
                    <a:pt x="42688" y="8481"/>
                    <a:pt x="42688" y="8531"/>
                  </a:cubicBezTo>
                  <a:cubicBezTo>
                    <a:pt x="42688" y="8565"/>
                    <a:pt x="42722" y="8599"/>
                    <a:pt x="42756" y="8633"/>
                  </a:cubicBezTo>
                  <a:lnTo>
                    <a:pt x="42893" y="8633"/>
                  </a:lnTo>
                  <a:cubicBezTo>
                    <a:pt x="42927" y="8633"/>
                    <a:pt x="42961" y="8599"/>
                    <a:pt x="42961" y="8565"/>
                  </a:cubicBezTo>
                  <a:cubicBezTo>
                    <a:pt x="42961" y="8531"/>
                    <a:pt x="42961" y="8497"/>
                    <a:pt x="42893" y="8463"/>
                  </a:cubicBezTo>
                  <a:lnTo>
                    <a:pt x="42790" y="8463"/>
                  </a:lnTo>
                  <a:cubicBezTo>
                    <a:pt x="42772" y="8453"/>
                    <a:pt x="42756" y="8449"/>
                    <a:pt x="42743" y="8449"/>
                  </a:cubicBezTo>
                  <a:close/>
                  <a:moveTo>
                    <a:pt x="159559" y="8428"/>
                  </a:moveTo>
                  <a:lnTo>
                    <a:pt x="159457" y="8463"/>
                  </a:lnTo>
                  <a:cubicBezTo>
                    <a:pt x="159423" y="8463"/>
                    <a:pt x="159389" y="8497"/>
                    <a:pt x="159389" y="8565"/>
                  </a:cubicBezTo>
                  <a:cubicBezTo>
                    <a:pt x="159389" y="8599"/>
                    <a:pt x="159423" y="8633"/>
                    <a:pt x="159457" y="8633"/>
                  </a:cubicBezTo>
                  <a:lnTo>
                    <a:pt x="159491" y="8633"/>
                  </a:lnTo>
                  <a:lnTo>
                    <a:pt x="159593" y="8599"/>
                  </a:lnTo>
                  <a:cubicBezTo>
                    <a:pt x="159628" y="8599"/>
                    <a:pt x="159662" y="8565"/>
                    <a:pt x="159662" y="8531"/>
                  </a:cubicBezTo>
                  <a:cubicBezTo>
                    <a:pt x="159662" y="8463"/>
                    <a:pt x="159628" y="8428"/>
                    <a:pt x="159559" y="8428"/>
                  </a:cubicBezTo>
                  <a:close/>
                  <a:moveTo>
                    <a:pt x="159013" y="8497"/>
                  </a:moveTo>
                  <a:lnTo>
                    <a:pt x="158877" y="8531"/>
                  </a:lnTo>
                  <a:cubicBezTo>
                    <a:pt x="158843" y="8531"/>
                    <a:pt x="158809" y="8565"/>
                    <a:pt x="158809" y="8633"/>
                  </a:cubicBezTo>
                  <a:cubicBezTo>
                    <a:pt x="158809" y="8667"/>
                    <a:pt x="158843" y="8701"/>
                    <a:pt x="158911" y="8701"/>
                  </a:cubicBezTo>
                  <a:lnTo>
                    <a:pt x="159013" y="8667"/>
                  </a:lnTo>
                  <a:cubicBezTo>
                    <a:pt x="159082" y="8667"/>
                    <a:pt x="159116" y="8633"/>
                    <a:pt x="159082" y="8599"/>
                  </a:cubicBezTo>
                  <a:cubicBezTo>
                    <a:pt x="159082" y="8531"/>
                    <a:pt x="159047" y="8497"/>
                    <a:pt x="159013" y="8497"/>
                  </a:cubicBezTo>
                  <a:close/>
                  <a:moveTo>
                    <a:pt x="43309" y="8552"/>
                  </a:moveTo>
                  <a:cubicBezTo>
                    <a:pt x="43284" y="8552"/>
                    <a:pt x="43259" y="8583"/>
                    <a:pt x="43234" y="8633"/>
                  </a:cubicBezTo>
                  <a:cubicBezTo>
                    <a:pt x="43234" y="8667"/>
                    <a:pt x="43268" y="8701"/>
                    <a:pt x="43302" y="8736"/>
                  </a:cubicBezTo>
                  <a:lnTo>
                    <a:pt x="43439" y="8736"/>
                  </a:lnTo>
                  <a:cubicBezTo>
                    <a:pt x="43473" y="8736"/>
                    <a:pt x="43507" y="8701"/>
                    <a:pt x="43541" y="8667"/>
                  </a:cubicBezTo>
                  <a:cubicBezTo>
                    <a:pt x="43541" y="8633"/>
                    <a:pt x="43507" y="8599"/>
                    <a:pt x="43473" y="8565"/>
                  </a:cubicBezTo>
                  <a:lnTo>
                    <a:pt x="43336" y="8565"/>
                  </a:lnTo>
                  <a:cubicBezTo>
                    <a:pt x="43327" y="8556"/>
                    <a:pt x="43318" y="8552"/>
                    <a:pt x="43309" y="8552"/>
                  </a:cubicBezTo>
                  <a:close/>
                  <a:moveTo>
                    <a:pt x="158433" y="8565"/>
                  </a:moveTo>
                  <a:lnTo>
                    <a:pt x="158331" y="8599"/>
                  </a:lnTo>
                  <a:cubicBezTo>
                    <a:pt x="158263" y="8599"/>
                    <a:pt x="158228" y="8633"/>
                    <a:pt x="158228" y="8701"/>
                  </a:cubicBezTo>
                  <a:cubicBezTo>
                    <a:pt x="158263" y="8736"/>
                    <a:pt x="158297" y="8770"/>
                    <a:pt x="158331" y="8770"/>
                  </a:cubicBezTo>
                  <a:lnTo>
                    <a:pt x="158467" y="8736"/>
                  </a:lnTo>
                  <a:cubicBezTo>
                    <a:pt x="158501" y="8736"/>
                    <a:pt x="158536" y="8701"/>
                    <a:pt x="158536" y="8667"/>
                  </a:cubicBezTo>
                  <a:cubicBezTo>
                    <a:pt x="158536" y="8599"/>
                    <a:pt x="158467" y="8565"/>
                    <a:pt x="158433" y="8565"/>
                  </a:cubicBezTo>
                  <a:close/>
                  <a:moveTo>
                    <a:pt x="43884" y="8654"/>
                  </a:moveTo>
                  <a:cubicBezTo>
                    <a:pt x="43851" y="8654"/>
                    <a:pt x="43814" y="8686"/>
                    <a:pt x="43814" y="8736"/>
                  </a:cubicBezTo>
                  <a:cubicBezTo>
                    <a:pt x="43814" y="8770"/>
                    <a:pt x="43848" y="8804"/>
                    <a:pt x="43882" y="8838"/>
                  </a:cubicBezTo>
                  <a:lnTo>
                    <a:pt x="44019" y="8838"/>
                  </a:lnTo>
                  <a:cubicBezTo>
                    <a:pt x="44053" y="8838"/>
                    <a:pt x="44087" y="8804"/>
                    <a:pt x="44087" y="8770"/>
                  </a:cubicBezTo>
                  <a:cubicBezTo>
                    <a:pt x="44087" y="8736"/>
                    <a:pt x="44087" y="8701"/>
                    <a:pt x="44019" y="8667"/>
                  </a:cubicBezTo>
                  <a:lnTo>
                    <a:pt x="43916" y="8667"/>
                  </a:lnTo>
                  <a:cubicBezTo>
                    <a:pt x="43907" y="8658"/>
                    <a:pt x="43896" y="8654"/>
                    <a:pt x="43884" y="8654"/>
                  </a:cubicBezTo>
                  <a:close/>
                  <a:moveTo>
                    <a:pt x="157853" y="8633"/>
                  </a:moveTo>
                  <a:lnTo>
                    <a:pt x="157751" y="8667"/>
                  </a:lnTo>
                  <a:cubicBezTo>
                    <a:pt x="157717" y="8667"/>
                    <a:pt x="157683" y="8701"/>
                    <a:pt x="157683" y="8736"/>
                  </a:cubicBezTo>
                  <a:cubicBezTo>
                    <a:pt x="157683" y="8804"/>
                    <a:pt x="157717" y="8838"/>
                    <a:pt x="157751" y="8838"/>
                  </a:cubicBezTo>
                  <a:lnTo>
                    <a:pt x="157785" y="8838"/>
                  </a:lnTo>
                  <a:lnTo>
                    <a:pt x="157887" y="8804"/>
                  </a:lnTo>
                  <a:cubicBezTo>
                    <a:pt x="157921" y="8804"/>
                    <a:pt x="157955" y="8770"/>
                    <a:pt x="157955" y="8701"/>
                  </a:cubicBezTo>
                  <a:cubicBezTo>
                    <a:pt x="157955" y="8667"/>
                    <a:pt x="157921" y="8633"/>
                    <a:pt x="157853" y="8633"/>
                  </a:cubicBezTo>
                  <a:close/>
                  <a:moveTo>
                    <a:pt x="157307" y="8701"/>
                  </a:moveTo>
                  <a:lnTo>
                    <a:pt x="157171" y="8736"/>
                  </a:lnTo>
                  <a:cubicBezTo>
                    <a:pt x="157137" y="8736"/>
                    <a:pt x="157102" y="8770"/>
                    <a:pt x="157102" y="8804"/>
                  </a:cubicBezTo>
                  <a:cubicBezTo>
                    <a:pt x="157102" y="8872"/>
                    <a:pt x="157137" y="8906"/>
                    <a:pt x="157205" y="8906"/>
                  </a:cubicBezTo>
                  <a:lnTo>
                    <a:pt x="157307" y="8872"/>
                  </a:lnTo>
                  <a:cubicBezTo>
                    <a:pt x="157375" y="8872"/>
                    <a:pt x="157410" y="8838"/>
                    <a:pt x="157375" y="8770"/>
                  </a:cubicBezTo>
                  <a:cubicBezTo>
                    <a:pt x="157375" y="8736"/>
                    <a:pt x="157341" y="8701"/>
                    <a:pt x="157307" y="8701"/>
                  </a:cubicBezTo>
                  <a:close/>
                  <a:moveTo>
                    <a:pt x="44462" y="8770"/>
                  </a:moveTo>
                  <a:cubicBezTo>
                    <a:pt x="44428" y="8770"/>
                    <a:pt x="44394" y="8770"/>
                    <a:pt x="44360" y="8838"/>
                  </a:cubicBezTo>
                  <a:cubicBezTo>
                    <a:pt x="44360" y="8872"/>
                    <a:pt x="44394" y="8906"/>
                    <a:pt x="44428" y="8940"/>
                  </a:cubicBezTo>
                  <a:lnTo>
                    <a:pt x="44565" y="8940"/>
                  </a:lnTo>
                  <a:cubicBezTo>
                    <a:pt x="44599" y="8940"/>
                    <a:pt x="44633" y="8906"/>
                    <a:pt x="44667" y="8872"/>
                  </a:cubicBezTo>
                  <a:cubicBezTo>
                    <a:pt x="44667" y="8838"/>
                    <a:pt x="44633" y="8804"/>
                    <a:pt x="44599" y="8770"/>
                  </a:cubicBezTo>
                  <a:close/>
                  <a:moveTo>
                    <a:pt x="156727" y="8770"/>
                  </a:moveTo>
                  <a:lnTo>
                    <a:pt x="156625" y="8804"/>
                  </a:lnTo>
                  <a:cubicBezTo>
                    <a:pt x="156556" y="8804"/>
                    <a:pt x="156522" y="8838"/>
                    <a:pt x="156522" y="8872"/>
                  </a:cubicBezTo>
                  <a:cubicBezTo>
                    <a:pt x="156556" y="8940"/>
                    <a:pt x="156591" y="8974"/>
                    <a:pt x="156625" y="8974"/>
                  </a:cubicBezTo>
                  <a:lnTo>
                    <a:pt x="156761" y="8940"/>
                  </a:lnTo>
                  <a:cubicBezTo>
                    <a:pt x="156795" y="8940"/>
                    <a:pt x="156829" y="8906"/>
                    <a:pt x="156829" y="8838"/>
                  </a:cubicBezTo>
                  <a:cubicBezTo>
                    <a:pt x="156829" y="8804"/>
                    <a:pt x="156761" y="8770"/>
                    <a:pt x="156727" y="8770"/>
                  </a:cubicBezTo>
                  <a:close/>
                  <a:moveTo>
                    <a:pt x="45010" y="8859"/>
                  </a:moveTo>
                  <a:cubicBezTo>
                    <a:pt x="44977" y="8859"/>
                    <a:pt x="44940" y="8890"/>
                    <a:pt x="44940" y="8940"/>
                  </a:cubicBezTo>
                  <a:cubicBezTo>
                    <a:pt x="44940" y="8974"/>
                    <a:pt x="44974" y="9009"/>
                    <a:pt x="45008" y="9043"/>
                  </a:cubicBezTo>
                  <a:lnTo>
                    <a:pt x="45145" y="9043"/>
                  </a:lnTo>
                  <a:cubicBezTo>
                    <a:pt x="45179" y="9043"/>
                    <a:pt x="45213" y="9009"/>
                    <a:pt x="45213" y="8974"/>
                  </a:cubicBezTo>
                  <a:cubicBezTo>
                    <a:pt x="45213" y="8940"/>
                    <a:pt x="45213" y="8906"/>
                    <a:pt x="45145" y="8872"/>
                  </a:cubicBezTo>
                  <a:lnTo>
                    <a:pt x="45042" y="8872"/>
                  </a:lnTo>
                  <a:cubicBezTo>
                    <a:pt x="45033" y="8863"/>
                    <a:pt x="45022" y="8859"/>
                    <a:pt x="45010" y="8859"/>
                  </a:cubicBezTo>
                  <a:close/>
                  <a:moveTo>
                    <a:pt x="156045" y="8838"/>
                  </a:moveTo>
                  <a:cubicBezTo>
                    <a:pt x="156010" y="8872"/>
                    <a:pt x="155976" y="8906"/>
                    <a:pt x="155976" y="8940"/>
                  </a:cubicBezTo>
                  <a:cubicBezTo>
                    <a:pt x="155976" y="9009"/>
                    <a:pt x="156010" y="9043"/>
                    <a:pt x="156045" y="9043"/>
                  </a:cubicBezTo>
                  <a:cubicBezTo>
                    <a:pt x="156045" y="9043"/>
                    <a:pt x="156045" y="9043"/>
                    <a:pt x="156079" y="9009"/>
                  </a:cubicBezTo>
                  <a:lnTo>
                    <a:pt x="156181" y="9009"/>
                  </a:lnTo>
                  <a:cubicBezTo>
                    <a:pt x="156215" y="9009"/>
                    <a:pt x="156249" y="8974"/>
                    <a:pt x="156249" y="8906"/>
                  </a:cubicBezTo>
                  <a:cubicBezTo>
                    <a:pt x="156249" y="8872"/>
                    <a:pt x="156215" y="8838"/>
                    <a:pt x="156147" y="8838"/>
                  </a:cubicBezTo>
                  <a:close/>
                  <a:moveTo>
                    <a:pt x="155465" y="8906"/>
                  </a:moveTo>
                  <a:cubicBezTo>
                    <a:pt x="155430" y="8940"/>
                    <a:pt x="155396" y="8974"/>
                    <a:pt x="155396" y="9009"/>
                  </a:cubicBezTo>
                  <a:cubicBezTo>
                    <a:pt x="155396" y="9077"/>
                    <a:pt x="155430" y="9077"/>
                    <a:pt x="155499" y="9077"/>
                  </a:cubicBezTo>
                  <a:lnTo>
                    <a:pt x="155601" y="9077"/>
                  </a:lnTo>
                  <a:cubicBezTo>
                    <a:pt x="155669" y="9077"/>
                    <a:pt x="155703" y="9043"/>
                    <a:pt x="155669" y="8974"/>
                  </a:cubicBezTo>
                  <a:cubicBezTo>
                    <a:pt x="155669" y="8940"/>
                    <a:pt x="155635" y="8906"/>
                    <a:pt x="155601" y="8906"/>
                  </a:cubicBezTo>
                  <a:close/>
                  <a:moveTo>
                    <a:pt x="45588" y="8974"/>
                  </a:moveTo>
                  <a:cubicBezTo>
                    <a:pt x="45554" y="8974"/>
                    <a:pt x="45520" y="8974"/>
                    <a:pt x="45486" y="9043"/>
                  </a:cubicBezTo>
                  <a:cubicBezTo>
                    <a:pt x="45486" y="9077"/>
                    <a:pt x="45520" y="9111"/>
                    <a:pt x="45554" y="9145"/>
                  </a:cubicBezTo>
                  <a:lnTo>
                    <a:pt x="45691" y="9145"/>
                  </a:lnTo>
                  <a:cubicBezTo>
                    <a:pt x="45725" y="9145"/>
                    <a:pt x="45759" y="9111"/>
                    <a:pt x="45793" y="9077"/>
                  </a:cubicBezTo>
                  <a:cubicBezTo>
                    <a:pt x="45793" y="9043"/>
                    <a:pt x="45759" y="9009"/>
                    <a:pt x="45725" y="8974"/>
                  </a:cubicBezTo>
                  <a:close/>
                  <a:moveTo>
                    <a:pt x="154919" y="8974"/>
                  </a:moveTo>
                  <a:cubicBezTo>
                    <a:pt x="154850" y="9009"/>
                    <a:pt x="154816" y="9043"/>
                    <a:pt x="154816" y="9077"/>
                  </a:cubicBezTo>
                  <a:cubicBezTo>
                    <a:pt x="154850" y="9111"/>
                    <a:pt x="154884" y="9145"/>
                    <a:pt x="154919" y="9145"/>
                  </a:cubicBezTo>
                  <a:lnTo>
                    <a:pt x="155055" y="9145"/>
                  </a:lnTo>
                  <a:cubicBezTo>
                    <a:pt x="155089" y="9145"/>
                    <a:pt x="155123" y="9111"/>
                    <a:pt x="155123" y="9043"/>
                  </a:cubicBezTo>
                  <a:cubicBezTo>
                    <a:pt x="155123" y="9009"/>
                    <a:pt x="155055" y="8974"/>
                    <a:pt x="155021" y="8974"/>
                  </a:cubicBezTo>
                  <a:close/>
                  <a:moveTo>
                    <a:pt x="154338" y="9043"/>
                  </a:moveTo>
                  <a:cubicBezTo>
                    <a:pt x="154304" y="9077"/>
                    <a:pt x="154270" y="9111"/>
                    <a:pt x="154270" y="9145"/>
                  </a:cubicBezTo>
                  <a:cubicBezTo>
                    <a:pt x="154270" y="9179"/>
                    <a:pt x="154304" y="9213"/>
                    <a:pt x="154338" y="9213"/>
                  </a:cubicBezTo>
                  <a:lnTo>
                    <a:pt x="154475" y="9213"/>
                  </a:lnTo>
                  <a:cubicBezTo>
                    <a:pt x="154509" y="9213"/>
                    <a:pt x="154543" y="9179"/>
                    <a:pt x="154543" y="9111"/>
                  </a:cubicBezTo>
                  <a:cubicBezTo>
                    <a:pt x="154543" y="9077"/>
                    <a:pt x="154509" y="9043"/>
                    <a:pt x="154441" y="9043"/>
                  </a:cubicBezTo>
                  <a:close/>
                  <a:moveTo>
                    <a:pt x="46168" y="9077"/>
                  </a:moveTo>
                  <a:cubicBezTo>
                    <a:pt x="46100" y="9077"/>
                    <a:pt x="46066" y="9077"/>
                    <a:pt x="46066" y="9145"/>
                  </a:cubicBezTo>
                  <a:cubicBezTo>
                    <a:pt x="46066" y="9179"/>
                    <a:pt x="46100" y="9213"/>
                    <a:pt x="46134" y="9247"/>
                  </a:cubicBezTo>
                  <a:lnTo>
                    <a:pt x="46271" y="9247"/>
                  </a:lnTo>
                  <a:cubicBezTo>
                    <a:pt x="46305" y="9247"/>
                    <a:pt x="46339" y="9247"/>
                    <a:pt x="46339" y="9179"/>
                  </a:cubicBezTo>
                  <a:cubicBezTo>
                    <a:pt x="46339" y="9145"/>
                    <a:pt x="46339" y="9111"/>
                    <a:pt x="46271" y="9077"/>
                  </a:cubicBezTo>
                  <a:close/>
                  <a:moveTo>
                    <a:pt x="153758" y="9111"/>
                  </a:moveTo>
                  <a:cubicBezTo>
                    <a:pt x="153724" y="9111"/>
                    <a:pt x="153690" y="9179"/>
                    <a:pt x="153690" y="9213"/>
                  </a:cubicBezTo>
                  <a:cubicBezTo>
                    <a:pt x="153690" y="9247"/>
                    <a:pt x="153724" y="9282"/>
                    <a:pt x="153792" y="9282"/>
                  </a:cubicBezTo>
                  <a:lnTo>
                    <a:pt x="153895" y="9282"/>
                  </a:lnTo>
                  <a:cubicBezTo>
                    <a:pt x="153963" y="9282"/>
                    <a:pt x="153997" y="9213"/>
                    <a:pt x="153963" y="9179"/>
                  </a:cubicBezTo>
                  <a:cubicBezTo>
                    <a:pt x="153963" y="9145"/>
                    <a:pt x="153929" y="9111"/>
                    <a:pt x="153895" y="9111"/>
                  </a:cubicBezTo>
                  <a:close/>
                  <a:moveTo>
                    <a:pt x="46714" y="9179"/>
                  </a:moveTo>
                  <a:cubicBezTo>
                    <a:pt x="46680" y="9179"/>
                    <a:pt x="46646" y="9179"/>
                    <a:pt x="46612" y="9247"/>
                  </a:cubicBezTo>
                  <a:cubicBezTo>
                    <a:pt x="46612" y="9282"/>
                    <a:pt x="46646" y="9316"/>
                    <a:pt x="46680" y="9350"/>
                  </a:cubicBezTo>
                  <a:lnTo>
                    <a:pt x="46817" y="9350"/>
                  </a:lnTo>
                  <a:cubicBezTo>
                    <a:pt x="46851" y="9350"/>
                    <a:pt x="46885" y="9350"/>
                    <a:pt x="46919" y="9282"/>
                  </a:cubicBezTo>
                  <a:cubicBezTo>
                    <a:pt x="46919" y="9247"/>
                    <a:pt x="46885" y="9213"/>
                    <a:pt x="46851" y="9179"/>
                  </a:cubicBezTo>
                  <a:close/>
                  <a:moveTo>
                    <a:pt x="153212" y="9179"/>
                  </a:moveTo>
                  <a:cubicBezTo>
                    <a:pt x="153144" y="9179"/>
                    <a:pt x="153110" y="9247"/>
                    <a:pt x="153110" y="9282"/>
                  </a:cubicBezTo>
                  <a:cubicBezTo>
                    <a:pt x="153144" y="9316"/>
                    <a:pt x="153178" y="9350"/>
                    <a:pt x="153212" y="9350"/>
                  </a:cubicBezTo>
                  <a:lnTo>
                    <a:pt x="153349" y="9350"/>
                  </a:lnTo>
                  <a:cubicBezTo>
                    <a:pt x="153383" y="9350"/>
                    <a:pt x="153417" y="9282"/>
                    <a:pt x="153417" y="9247"/>
                  </a:cubicBezTo>
                  <a:cubicBezTo>
                    <a:pt x="153417" y="9213"/>
                    <a:pt x="153349" y="9179"/>
                    <a:pt x="153315" y="9179"/>
                  </a:cubicBezTo>
                  <a:close/>
                  <a:moveTo>
                    <a:pt x="152632" y="9247"/>
                  </a:moveTo>
                  <a:cubicBezTo>
                    <a:pt x="152598" y="9247"/>
                    <a:pt x="152564" y="9316"/>
                    <a:pt x="152564" y="9350"/>
                  </a:cubicBezTo>
                  <a:cubicBezTo>
                    <a:pt x="152564" y="9384"/>
                    <a:pt x="152598" y="9418"/>
                    <a:pt x="152632" y="9418"/>
                  </a:cubicBezTo>
                  <a:lnTo>
                    <a:pt x="152769" y="9418"/>
                  </a:lnTo>
                  <a:cubicBezTo>
                    <a:pt x="152803" y="9418"/>
                    <a:pt x="152837" y="9350"/>
                    <a:pt x="152837" y="9316"/>
                  </a:cubicBezTo>
                  <a:cubicBezTo>
                    <a:pt x="152837" y="9282"/>
                    <a:pt x="152803" y="9247"/>
                    <a:pt x="152735" y="9247"/>
                  </a:cubicBezTo>
                  <a:close/>
                  <a:moveTo>
                    <a:pt x="47295" y="9282"/>
                  </a:moveTo>
                  <a:cubicBezTo>
                    <a:pt x="47226" y="9282"/>
                    <a:pt x="47192" y="9282"/>
                    <a:pt x="47192" y="9350"/>
                  </a:cubicBezTo>
                  <a:cubicBezTo>
                    <a:pt x="47192" y="9384"/>
                    <a:pt x="47226" y="9418"/>
                    <a:pt x="47260" y="9452"/>
                  </a:cubicBezTo>
                  <a:lnTo>
                    <a:pt x="47397" y="9452"/>
                  </a:lnTo>
                  <a:cubicBezTo>
                    <a:pt x="47431" y="9452"/>
                    <a:pt x="47465" y="9452"/>
                    <a:pt x="47465" y="9384"/>
                  </a:cubicBezTo>
                  <a:cubicBezTo>
                    <a:pt x="47465" y="9350"/>
                    <a:pt x="47465" y="9316"/>
                    <a:pt x="47397" y="9282"/>
                  </a:cubicBezTo>
                  <a:close/>
                  <a:moveTo>
                    <a:pt x="152052" y="9316"/>
                  </a:moveTo>
                  <a:cubicBezTo>
                    <a:pt x="152018" y="9316"/>
                    <a:pt x="151984" y="9384"/>
                    <a:pt x="151984" y="9418"/>
                  </a:cubicBezTo>
                  <a:cubicBezTo>
                    <a:pt x="151984" y="9452"/>
                    <a:pt x="152018" y="9486"/>
                    <a:pt x="152086" y="9486"/>
                  </a:cubicBezTo>
                  <a:lnTo>
                    <a:pt x="152189" y="9486"/>
                  </a:lnTo>
                  <a:cubicBezTo>
                    <a:pt x="152257" y="9486"/>
                    <a:pt x="152291" y="9418"/>
                    <a:pt x="152257" y="9384"/>
                  </a:cubicBezTo>
                  <a:cubicBezTo>
                    <a:pt x="152257" y="9350"/>
                    <a:pt x="152223" y="9316"/>
                    <a:pt x="152189" y="9316"/>
                  </a:cubicBezTo>
                  <a:close/>
                  <a:moveTo>
                    <a:pt x="47840" y="9384"/>
                  </a:moveTo>
                  <a:cubicBezTo>
                    <a:pt x="47806" y="9384"/>
                    <a:pt x="47772" y="9384"/>
                    <a:pt x="47738" y="9452"/>
                  </a:cubicBezTo>
                  <a:cubicBezTo>
                    <a:pt x="47738" y="9486"/>
                    <a:pt x="47772" y="9555"/>
                    <a:pt x="47806" y="9555"/>
                  </a:cubicBezTo>
                  <a:lnTo>
                    <a:pt x="47943" y="9555"/>
                  </a:lnTo>
                  <a:cubicBezTo>
                    <a:pt x="47977" y="9555"/>
                    <a:pt x="48045" y="9555"/>
                    <a:pt x="48045" y="9486"/>
                  </a:cubicBezTo>
                  <a:cubicBezTo>
                    <a:pt x="48045" y="9452"/>
                    <a:pt x="48011" y="9418"/>
                    <a:pt x="47977" y="9384"/>
                  </a:cubicBezTo>
                  <a:close/>
                  <a:moveTo>
                    <a:pt x="151631" y="9375"/>
                  </a:moveTo>
                  <a:cubicBezTo>
                    <a:pt x="151623" y="9375"/>
                    <a:pt x="151615" y="9377"/>
                    <a:pt x="151609" y="9384"/>
                  </a:cubicBezTo>
                  <a:lnTo>
                    <a:pt x="151506" y="9384"/>
                  </a:lnTo>
                  <a:cubicBezTo>
                    <a:pt x="151438" y="9384"/>
                    <a:pt x="151404" y="9418"/>
                    <a:pt x="151404" y="9486"/>
                  </a:cubicBezTo>
                  <a:cubicBezTo>
                    <a:pt x="151438" y="9520"/>
                    <a:pt x="151472" y="9555"/>
                    <a:pt x="151506" y="9555"/>
                  </a:cubicBezTo>
                  <a:lnTo>
                    <a:pt x="151643" y="9555"/>
                  </a:lnTo>
                  <a:cubicBezTo>
                    <a:pt x="151677" y="9555"/>
                    <a:pt x="151711" y="9486"/>
                    <a:pt x="151711" y="9452"/>
                  </a:cubicBezTo>
                  <a:cubicBezTo>
                    <a:pt x="151711" y="9425"/>
                    <a:pt x="151666" y="9375"/>
                    <a:pt x="151631" y="9375"/>
                  </a:cubicBezTo>
                  <a:close/>
                  <a:moveTo>
                    <a:pt x="151076" y="9439"/>
                  </a:moveTo>
                  <a:cubicBezTo>
                    <a:pt x="151063" y="9439"/>
                    <a:pt x="151047" y="9443"/>
                    <a:pt x="151029" y="9452"/>
                  </a:cubicBezTo>
                  <a:lnTo>
                    <a:pt x="150926" y="9452"/>
                  </a:lnTo>
                  <a:cubicBezTo>
                    <a:pt x="150892" y="9452"/>
                    <a:pt x="150858" y="9486"/>
                    <a:pt x="150858" y="9555"/>
                  </a:cubicBezTo>
                  <a:cubicBezTo>
                    <a:pt x="150858" y="9589"/>
                    <a:pt x="150892" y="9623"/>
                    <a:pt x="150926" y="9623"/>
                  </a:cubicBezTo>
                  <a:lnTo>
                    <a:pt x="151063" y="9623"/>
                  </a:lnTo>
                  <a:cubicBezTo>
                    <a:pt x="151097" y="9589"/>
                    <a:pt x="151131" y="9555"/>
                    <a:pt x="151131" y="9520"/>
                  </a:cubicBezTo>
                  <a:cubicBezTo>
                    <a:pt x="151131" y="9470"/>
                    <a:pt x="151113" y="9439"/>
                    <a:pt x="151076" y="9439"/>
                  </a:cubicBezTo>
                  <a:close/>
                  <a:moveTo>
                    <a:pt x="48421" y="9486"/>
                  </a:moveTo>
                  <a:cubicBezTo>
                    <a:pt x="48386" y="9486"/>
                    <a:pt x="48318" y="9486"/>
                    <a:pt x="48318" y="9555"/>
                  </a:cubicBezTo>
                  <a:cubicBezTo>
                    <a:pt x="48318" y="9589"/>
                    <a:pt x="48352" y="9657"/>
                    <a:pt x="48386" y="9657"/>
                  </a:cubicBezTo>
                  <a:lnTo>
                    <a:pt x="48523" y="9657"/>
                  </a:lnTo>
                  <a:cubicBezTo>
                    <a:pt x="48557" y="9657"/>
                    <a:pt x="48591" y="9657"/>
                    <a:pt x="48591" y="9589"/>
                  </a:cubicBezTo>
                  <a:cubicBezTo>
                    <a:pt x="48591" y="9555"/>
                    <a:pt x="48591" y="9520"/>
                    <a:pt x="48523" y="9486"/>
                  </a:cubicBezTo>
                  <a:close/>
                  <a:moveTo>
                    <a:pt x="150509" y="9507"/>
                  </a:moveTo>
                  <a:cubicBezTo>
                    <a:pt x="150501" y="9507"/>
                    <a:pt x="150492" y="9511"/>
                    <a:pt x="150483" y="9520"/>
                  </a:cubicBezTo>
                  <a:lnTo>
                    <a:pt x="150346" y="9520"/>
                  </a:lnTo>
                  <a:cubicBezTo>
                    <a:pt x="150312" y="9520"/>
                    <a:pt x="150278" y="9555"/>
                    <a:pt x="150278" y="9623"/>
                  </a:cubicBezTo>
                  <a:cubicBezTo>
                    <a:pt x="150278" y="9657"/>
                    <a:pt x="150312" y="9691"/>
                    <a:pt x="150380" y="9691"/>
                  </a:cubicBezTo>
                  <a:lnTo>
                    <a:pt x="150483" y="9691"/>
                  </a:lnTo>
                  <a:cubicBezTo>
                    <a:pt x="150551" y="9657"/>
                    <a:pt x="150585" y="9623"/>
                    <a:pt x="150551" y="9589"/>
                  </a:cubicBezTo>
                  <a:cubicBezTo>
                    <a:pt x="150551" y="9539"/>
                    <a:pt x="150533" y="9507"/>
                    <a:pt x="150509" y="9507"/>
                  </a:cubicBezTo>
                  <a:close/>
                  <a:moveTo>
                    <a:pt x="48967" y="9589"/>
                  </a:moveTo>
                  <a:cubicBezTo>
                    <a:pt x="48932" y="9589"/>
                    <a:pt x="48898" y="9589"/>
                    <a:pt x="48864" y="9657"/>
                  </a:cubicBezTo>
                  <a:cubicBezTo>
                    <a:pt x="48864" y="9691"/>
                    <a:pt x="48898" y="9759"/>
                    <a:pt x="48932" y="9759"/>
                  </a:cubicBezTo>
                  <a:lnTo>
                    <a:pt x="49069" y="9759"/>
                  </a:lnTo>
                  <a:cubicBezTo>
                    <a:pt x="49103" y="9759"/>
                    <a:pt x="49171" y="9759"/>
                    <a:pt x="49171" y="9691"/>
                  </a:cubicBezTo>
                  <a:cubicBezTo>
                    <a:pt x="49171" y="9657"/>
                    <a:pt x="49137" y="9623"/>
                    <a:pt x="49103" y="9589"/>
                  </a:cubicBezTo>
                  <a:close/>
                  <a:moveTo>
                    <a:pt x="149935" y="9575"/>
                  </a:moveTo>
                  <a:cubicBezTo>
                    <a:pt x="149923" y="9575"/>
                    <a:pt x="149912" y="9580"/>
                    <a:pt x="149902" y="9589"/>
                  </a:cubicBezTo>
                  <a:lnTo>
                    <a:pt x="149800" y="9589"/>
                  </a:lnTo>
                  <a:cubicBezTo>
                    <a:pt x="149732" y="9589"/>
                    <a:pt x="149698" y="9623"/>
                    <a:pt x="149698" y="9691"/>
                  </a:cubicBezTo>
                  <a:cubicBezTo>
                    <a:pt x="149732" y="9725"/>
                    <a:pt x="149766" y="9759"/>
                    <a:pt x="149800" y="9759"/>
                  </a:cubicBezTo>
                  <a:lnTo>
                    <a:pt x="149937" y="9759"/>
                  </a:lnTo>
                  <a:cubicBezTo>
                    <a:pt x="149971" y="9725"/>
                    <a:pt x="150005" y="9691"/>
                    <a:pt x="150005" y="9657"/>
                  </a:cubicBezTo>
                  <a:cubicBezTo>
                    <a:pt x="150005" y="9607"/>
                    <a:pt x="149968" y="9575"/>
                    <a:pt x="149935" y="9575"/>
                  </a:cubicBezTo>
                  <a:close/>
                  <a:moveTo>
                    <a:pt x="149322" y="9623"/>
                  </a:moveTo>
                  <a:lnTo>
                    <a:pt x="149220" y="9657"/>
                  </a:lnTo>
                  <a:cubicBezTo>
                    <a:pt x="149186" y="9657"/>
                    <a:pt x="149152" y="9691"/>
                    <a:pt x="149152" y="9759"/>
                  </a:cubicBezTo>
                  <a:cubicBezTo>
                    <a:pt x="149152" y="9793"/>
                    <a:pt x="149186" y="9828"/>
                    <a:pt x="149220" y="9828"/>
                  </a:cubicBezTo>
                  <a:lnTo>
                    <a:pt x="149254" y="9828"/>
                  </a:lnTo>
                  <a:lnTo>
                    <a:pt x="149356" y="9793"/>
                  </a:lnTo>
                  <a:cubicBezTo>
                    <a:pt x="149391" y="9793"/>
                    <a:pt x="149425" y="9759"/>
                    <a:pt x="149425" y="9725"/>
                  </a:cubicBezTo>
                  <a:cubicBezTo>
                    <a:pt x="149425" y="9657"/>
                    <a:pt x="149391" y="9623"/>
                    <a:pt x="149322" y="9623"/>
                  </a:cubicBezTo>
                  <a:close/>
                  <a:moveTo>
                    <a:pt x="49547" y="9691"/>
                  </a:moveTo>
                  <a:cubicBezTo>
                    <a:pt x="49513" y="9691"/>
                    <a:pt x="49444" y="9725"/>
                    <a:pt x="49444" y="9759"/>
                  </a:cubicBezTo>
                  <a:cubicBezTo>
                    <a:pt x="49444" y="9793"/>
                    <a:pt x="49478" y="9862"/>
                    <a:pt x="49513" y="9862"/>
                  </a:cubicBezTo>
                  <a:lnTo>
                    <a:pt x="49649" y="9862"/>
                  </a:lnTo>
                  <a:cubicBezTo>
                    <a:pt x="49683" y="9862"/>
                    <a:pt x="49717" y="9862"/>
                    <a:pt x="49717" y="9793"/>
                  </a:cubicBezTo>
                  <a:cubicBezTo>
                    <a:pt x="49717" y="9759"/>
                    <a:pt x="49717" y="9725"/>
                    <a:pt x="49649" y="9691"/>
                  </a:cubicBezTo>
                  <a:close/>
                  <a:moveTo>
                    <a:pt x="148776" y="9691"/>
                  </a:moveTo>
                  <a:lnTo>
                    <a:pt x="148640" y="9725"/>
                  </a:lnTo>
                  <a:cubicBezTo>
                    <a:pt x="148606" y="9725"/>
                    <a:pt x="148572" y="9759"/>
                    <a:pt x="148572" y="9828"/>
                  </a:cubicBezTo>
                  <a:cubicBezTo>
                    <a:pt x="148572" y="9862"/>
                    <a:pt x="148606" y="9896"/>
                    <a:pt x="148674" y="9896"/>
                  </a:cubicBezTo>
                  <a:lnTo>
                    <a:pt x="148776" y="9862"/>
                  </a:lnTo>
                  <a:cubicBezTo>
                    <a:pt x="148845" y="9862"/>
                    <a:pt x="148879" y="9828"/>
                    <a:pt x="148845" y="9793"/>
                  </a:cubicBezTo>
                  <a:cubicBezTo>
                    <a:pt x="148845" y="9725"/>
                    <a:pt x="148811" y="9691"/>
                    <a:pt x="148776" y="9691"/>
                  </a:cubicBezTo>
                  <a:close/>
                  <a:moveTo>
                    <a:pt x="50093" y="9793"/>
                  </a:moveTo>
                  <a:cubicBezTo>
                    <a:pt x="50058" y="9793"/>
                    <a:pt x="50024" y="9828"/>
                    <a:pt x="49990" y="9862"/>
                  </a:cubicBezTo>
                  <a:cubicBezTo>
                    <a:pt x="49990" y="9896"/>
                    <a:pt x="50024" y="9964"/>
                    <a:pt x="50093" y="9964"/>
                  </a:cubicBezTo>
                  <a:lnTo>
                    <a:pt x="50195" y="9964"/>
                  </a:lnTo>
                  <a:cubicBezTo>
                    <a:pt x="50229" y="9964"/>
                    <a:pt x="50297" y="9964"/>
                    <a:pt x="50297" y="9896"/>
                  </a:cubicBezTo>
                  <a:cubicBezTo>
                    <a:pt x="50297" y="9862"/>
                    <a:pt x="50263" y="9828"/>
                    <a:pt x="50229" y="9793"/>
                  </a:cubicBezTo>
                  <a:close/>
                  <a:moveTo>
                    <a:pt x="148196" y="9759"/>
                  </a:moveTo>
                  <a:lnTo>
                    <a:pt x="148094" y="9793"/>
                  </a:lnTo>
                  <a:cubicBezTo>
                    <a:pt x="148026" y="9793"/>
                    <a:pt x="147992" y="9828"/>
                    <a:pt x="147992" y="9896"/>
                  </a:cubicBezTo>
                  <a:cubicBezTo>
                    <a:pt x="148026" y="9930"/>
                    <a:pt x="148060" y="9964"/>
                    <a:pt x="148094" y="9964"/>
                  </a:cubicBezTo>
                  <a:lnTo>
                    <a:pt x="148230" y="9930"/>
                  </a:lnTo>
                  <a:cubicBezTo>
                    <a:pt x="148265" y="9930"/>
                    <a:pt x="148299" y="9896"/>
                    <a:pt x="148299" y="9862"/>
                  </a:cubicBezTo>
                  <a:cubicBezTo>
                    <a:pt x="148299" y="9793"/>
                    <a:pt x="148230" y="9759"/>
                    <a:pt x="148196" y="9759"/>
                  </a:cubicBezTo>
                  <a:close/>
                  <a:moveTo>
                    <a:pt x="147616" y="9828"/>
                  </a:moveTo>
                  <a:lnTo>
                    <a:pt x="147514" y="9862"/>
                  </a:lnTo>
                  <a:cubicBezTo>
                    <a:pt x="147480" y="9862"/>
                    <a:pt x="147446" y="9896"/>
                    <a:pt x="147446" y="9930"/>
                  </a:cubicBezTo>
                  <a:cubicBezTo>
                    <a:pt x="147446" y="9998"/>
                    <a:pt x="147480" y="10032"/>
                    <a:pt x="147514" y="10032"/>
                  </a:cubicBezTo>
                  <a:lnTo>
                    <a:pt x="147548" y="10032"/>
                  </a:lnTo>
                  <a:lnTo>
                    <a:pt x="147650" y="9998"/>
                  </a:lnTo>
                  <a:cubicBezTo>
                    <a:pt x="147684" y="9998"/>
                    <a:pt x="147719" y="9964"/>
                    <a:pt x="147719" y="9930"/>
                  </a:cubicBezTo>
                  <a:cubicBezTo>
                    <a:pt x="147719" y="9862"/>
                    <a:pt x="147684" y="9828"/>
                    <a:pt x="147616" y="9828"/>
                  </a:cubicBezTo>
                  <a:close/>
                  <a:moveTo>
                    <a:pt x="50673" y="9896"/>
                  </a:moveTo>
                  <a:cubicBezTo>
                    <a:pt x="50639" y="9896"/>
                    <a:pt x="50570" y="9930"/>
                    <a:pt x="50570" y="9964"/>
                  </a:cubicBezTo>
                  <a:cubicBezTo>
                    <a:pt x="50570" y="9998"/>
                    <a:pt x="50604" y="10066"/>
                    <a:pt x="50639" y="10066"/>
                  </a:cubicBezTo>
                  <a:lnTo>
                    <a:pt x="50775" y="10066"/>
                  </a:lnTo>
                  <a:cubicBezTo>
                    <a:pt x="50809" y="10066"/>
                    <a:pt x="50843" y="10066"/>
                    <a:pt x="50843" y="9998"/>
                  </a:cubicBezTo>
                  <a:cubicBezTo>
                    <a:pt x="50843" y="9964"/>
                    <a:pt x="50843" y="9930"/>
                    <a:pt x="50775" y="9930"/>
                  </a:cubicBezTo>
                  <a:lnTo>
                    <a:pt x="50673" y="9896"/>
                  </a:lnTo>
                  <a:close/>
                  <a:moveTo>
                    <a:pt x="147070" y="9896"/>
                  </a:moveTo>
                  <a:lnTo>
                    <a:pt x="146934" y="9930"/>
                  </a:lnTo>
                  <a:cubicBezTo>
                    <a:pt x="146900" y="9930"/>
                    <a:pt x="146866" y="9964"/>
                    <a:pt x="146866" y="9998"/>
                  </a:cubicBezTo>
                  <a:cubicBezTo>
                    <a:pt x="146866" y="10066"/>
                    <a:pt x="146900" y="10101"/>
                    <a:pt x="146968" y="10101"/>
                  </a:cubicBezTo>
                  <a:lnTo>
                    <a:pt x="147070" y="10066"/>
                  </a:lnTo>
                  <a:cubicBezTo>
                    <a:pt x="147138" y="10066"/>
                    <a:pt x="147173" y="10032"/>
                    <a:pt x="147138" y="9964"/>
                  </a:cubicBezTo>
                  <a:cubicBezTo>
                    <a:pt x="147138" y="9930"/>
                    <a:pt x="147104" y="9896"/>
                    <a:pt x="147070" y="9896"/>
                  </a:cubicBezTo>
                  <a:close/>
                  <a:moveTo>
                    <a:pt x="146490" y="9964"/>
                  </a:moveTo>
                  <a:lnTo>
                    <a:pt x="146388" y="9998"/>
                  </a:lnTo>
                  <a:cubicBezTo>
                    <a:pt x="146320" y="9998"/>
                    <a:pt x="146285" y="10032"/>
                    <a:pt x="146285" y="10066"/>
                  </a:cubicBezTo>
                  <a:cubicBezTo>
                    <a:pt x="146320" y="10135"/>
                    <a:pt x="146354" y="10169"/>
                    <a:pt x="146388" y="10169"/>
                  </a:cubicBezTo>
                  <a:lnTo>
                    <a:pt x="146524" y="10135"/>
                  </a:lnTo>
                  <a:cubicBezTo>
                    <a:pt x="146558" y="10135"/>
                    <a:pt x="146593" y="10101"/>
                    <a:pt x="146593" y="10032"/>
                  </a:cubicBezTo>
                  <a:cubicBezTo>
                    <a:pt x="146593" y="9998"/>
                    <a:pt x="146524" y="9964"/>
                    <a:pt x="146490" y="9964"/>
                  </a:cubicBezTo>
                  <a:close/>
                  <a:moveTo>
                    <a:pt x="51219" y="9998"/>
                  </a:moveTo>
                  <a:cubicBezTo>
                    <a:pt x="51185" y="9998"/>
                    <a:pt x="51150" y="10032"/>
                    <a:pt x="51116" y="10066"/>
                  </a:cubicBezTo>
                  <a:cubicBezTo>
                    <a:pt x="51116" y="10101"/>
                    <a:pt x="51150" y="10169"/>
                    <a:pt x="51219" y="10169"/>
                  </a:cubicBezTo>
                  <a:lnTo>
                    <a:pt x="51321" y="10169"/>
                  </a:lnTo>
                  <a:cubicBezTo>
                    <a:pt x="51321" y="10169"/>
                    <a:pt x="51321" y="10203"/>
                    <a:pt x="51321" y="10203"/>
                  </a:cubicBezTo>
                  <a:cubicBezTo>
                    <a:pt x="51355" y="10203"/>
                    <a:pt x="51423" y="10169"/>
                    <a:pt x="51423" y="10101"/>
                  </a:cubicBezTo>
                  <a:cubicBezTo>
                    <a:pt x="51423" y="10066"/>
                    <a:pt x="51389" y="10032"/>
                    <a:pt x="51355" y="10032"/>
                  </a:cubicBezTo>
                  <a:lnTo>
                    <a:pt x="51219" y="9998"/>
                  </a:lnTo>
                  <a:close/>
                  <a:moveTo>
                    <a:pt x="145910" y="10032"/>
                  </a:moveTo>
                  <a:lnTo>
                    <a:pt x="145808" y="10066"/>
                  </a:lnTo>
                  <a:cubicBezTo>
                    <a:pt x="145774" y="10066"/>
                    <a:pt x="145739" y="10101"/>
                    <a:pt x="145739" y="10135"/>
                  </a:cubicBezTo>
                  <a:cubicBezTo>
                    <a:pt x="145739" y="10203"/>
                    <a:pt x="145774" y="10237"/>
                    <a:pt x="145808" y="10237"/>
                  </a:cubicBezTo>
                  <a:lnTo>
                    <a:pt x="145842" y="10237"/>
                  </a:lnTo>
                  <a:lnTo>
                    <a:pt x="145944" y="10203"/>
                  </a:lnTo>
                  <a:cubicBezTo>
                    <a:pt x="145978" y="10203"/>
                    <a:pt x="146012" y="10169"/>
                    <a:pt x="146012" y="10101"/>
                  </a:cubicBezTo>
                  <a:cubicBezTo>
                    <a:pt x="146012" y="10066"/>
                    <a:pt x="145978" y="10032"/>
                    <a:pt x="145910" y="10032"/>
                  </a:cubicBezTo>
                  <a:close/>
                  <a:moveTo>
                    <a:pt x="51799" y="10101"/>
                  </a:moveTo>
                  <a:cubicBezTo>
                    <a:pt x="51765" y="10101"/>
                    <a:pt x="51696" y="10135"/>
                    <a:pt x="51696" y="10169"/>
                  </a:cubicBezTo>
                  <a:cubicBezTo>
                    <a:pt x="51696" y="10203"/>
                    <a:pt x="51731" y="10271"/>
                    <a:pt x="51765" y="10271"/>
                  </a:cubicBezTo>
                  <a:lnTo>
                    <a:pt x="51867" y="10271"/>
                  </a:lnTo>
                  <a:cubicBezTo>
                    <a:pt x="51867" y="10305"/>
                    <a:pt x="51901" y="10305"/>
                    <a:pt x="51901" y="10305"/>
                  </a:cubicBezTo>
                  <a:cubicBezTo>
                    <a:pt x="51935" y="10305"/>
                    <a:pt x="51969" y="10271"/>
                    <a:pt x="51969" y="10203"/>
                  </a:cubicBezTo>
                  <a:cubicBezTo>
                    <a:pt x="51969" y="10169"/>
                    <a:pt x="51969" y="10135"/>
                    <a:pt x="51901" y="10135"/>
                  </a:cubicBezTo>
                  <a:lnTo>
                    <a:pt x="51799" y="10101"/>
                  </a:lnTo>
                  <a:close/>
                  <a:moveTo>
                    <a:pt x="145228" y="10101"/>
                  </a:moveTo>
                  <a:cubicBezTo>
                    <a:pt x="145193" y="10135"/>
                    <a:pt x="145159" y="10169"/>
                    <a:pt x="145159" y="10203"/>
                  </a:cubicBezTo>
                  <a:cubicBezTo>
                    <a:pt x="145159" y="10271"/>
                    <a:pt x="145193" y="10305"/>
                    <a:pt x="145262" y="10305"/>
                  </a:cubicBezTo>
                  <a:cubicBezTo>
                    <a:pt x="145262" y="10305"/>
                    <a:pt x="145262" y="10305"/>
                    <a:pt x="145262" y="10271"/>
                  </a:cubicBezTo>
                  <a:lnTo>
                    <a:pt x="145364" y="10271"/>
                  </a:lnTo>
                  <a:cubicBezTo>
                    <a:pt x="145432" y="10271"/>
                    <a:pt x="145466" y="10237"/>
                    <a:pt x="145432" y="10169"/>
                  </a:cubicBezTo>
                  <a:cubicBezTo>
                    <a:pt x="145432" y="10135"/>
                    <a:pt x="145398" y="10101"/>
                    <a:pt x="145364" y="10101"/>
                  </a:cubicBezTo>
                  <a:close/>
                  <a:moveTo>
                    <a:pt x="144682" y="10169"/>
                  </a:moveTo>
                  <a:cubicBezTo>
                    <a:pt x="144613" y="10203"/>
                    <a:pt x="144579" y="10237"/>
                    <a:pt x="144579" y="10271"/>
                  </a:cubicBezTo>
                  <a:cubicBezTo>
                    <a:pt x="144613" y="10339"/>
                    <a:pt x="144648" y="10339"/>
                    <a:pt x="144682" y="10339"/>
                  </a:cubicBezTo>
                  <a:lnTo>
                    <a:pt x="144818" y="10339"/>
                  </a:lnTo>
                  <a:cubicBezTo>
                    <a:pt x="144852" y="10339"/>
                    <a:pt x="144886" y="10305"/>
                    <a:pt x="144886" y="10237"/>
                  </a:cubicBezTo>
                  <a:cubicBezTo>
                    <a:pt x="144886" y="10203"/>
                    <a:pt x="144818" y="10169"/>
                    <a:pt x="144784" y="10169"/>
                  </a:cubicBezTo>
                  <a:close/>
                  <a:moveTo>
                    <a:pt x="52345" y="10203"/>
                  </a:moveTo>
                  <a:cubicBezTo>
                    <a:pt x="52311" y="10203"/>
                    <a:pt x="52276" y="10237"/>
                    <a:pt x="52276" y="10271"/>
                  </a:cubicBezTo>
                  <a:cubicBezTo>
                    <a:pt x="52242" y="10305"/>
                    <a:pt x="52276" y="10374"/>
                    <a:pt x="52345" y="10374"/>
                  </a:cubicBezTo>
                  <a:lnTo>
                    <a:pt x="52447" y="10408"/>
                  </a:lnTo>
                  <a:cubicBezTo>
                    <a:pt x="52481" y="10408"/>
                    <a:pt x="52549" y="10374"/>
                    <a:pt x="52549" y="10305"/>
                  </a:cubicBezTo>
                  <a:cubicBezTo>
                    <a:pt x="52549" y="10271"/>
                    <a:pt x="52515" y="10237"/>
                    <a:pt x="52481" y="10237"/>
                  </a:cubicBezTo>
                  <a:lnTo>
                    <a:pt x="52345" y="10203"/>
                  </a:lnTo>
                  <a:close/>
                  <a:moveTo>
                    <a:pt x="144102" y="10237"/>
                  </a:moveTo>
                  <a:cubicBezTo>
                    <a:pt x="144067" y="10271"/>
                    <a:pt x="144033" y="10305"/>
                    <a:pt x="144033" y="10339"/>
                  </a:cubicBezTo>
                  <a:cubicBezTo>
                    <a:pt x="144033" y="10374"/>
                    <a:pt x="144067" y="10408"/>
                    <a:pt x="144102" y="10408"/>
                  </a:cubicBezTo>
                  <a:lnTo>
                    <a:pt x="144238" y="10408"/>
                  </a:lnTo>
                  <a:cubicBezTo>
                    <a:pt x="144272" y="10408"/>
                    <a:pt x="144306" y="10374"/>
                    <a:pt x="144306" y="10305"/>
                  </a:cubicBezTo>
                  <a:cubicBezTo>
                    <a:pt x="144306" y="10271"/>
                    <a:pt x="144272" y="10237"/>
                    <a:pt x="144204" y="10237"/>
                  </a:cubicBezTo>
                  <a:close/>
                  <a:moveTo>
                    <a:pt x="143521" y="10305"/>
                  </a:moveTo>
                  <a:cubicBezTo>
                    <a:pt x="143487" y="10339"/>
                    <a:pt x="143453" y="10374"/>
                    <a:pt x="143453" y="10408"/>
                  </a:cubicBezTo>
                  <a:cubicBezTo>
                    <a:pt x="143453" y="10442"/>
                    <a:pt x="143487" y="10476"/>
                    <a:pt x="143556" y="10476"/>
                  </a:cubicBezTo>
                  <a:lnTo>
                    <a:pt x="143658" y="10476"/>
                  </a:lnTo>
                  <a:cubicBezTo>
                    <a:pt x="143726" y="10476"/>
                    <a:pt x="143760" y="10442"/>
                    <a:pt x="143726" y="10374"/>
                  </a:cubicBezTo>
                  <a:cubicBezTo>
                    <a:pt x="143726" y="10339"/>
                    <a:pt x="143692" y="10305"/>
                    <a:pt x="143658" y="10305"/>
                  </a:cubicBezTo>
                  <a:close/>
                  <a:moveTo>
                    <a:pt x="52925" y="10305"/>
                  </a:moveTo>
                  <a:cubicBezTo>
                    <a:pt x="52891" y="10305"/>
                    <a:pt x="52822" y="10339"/>
                    <a:pt x="52822" y="10374"/>
                  </a:cubicBezTo>
                  <a:cubicBezTo>
                    <a:pt x="52822" y="10408"/>
                    <a:pt x="52857" y="10476"/>
                    <a:pt x="52891" y="10476"/>
                  </a:cubicBezTo>
                  <a:lnTo>
                    <a:pt x="52993" y="10510"/>
                  </a:lnTo>
                  <a:lnTo>
                    <a:pt x="53027" y="10510"/>
                  </a:lnTo>
                  <a:cubicBezTo>
                    <a:pt x="53061" y="10510"/>
                    <a:pt x="53095" y="10476"/>
                    <a:pt x="53095" y="10408"/>
                  </a:cubicBezTo>
                  <a:cubicBezTo>
                    <a:pt x="53130" y="10374"/>
                    <a:pt x="53095" y="10339"/>
                    <a:pt x="53027" y="10339"/>
                  </a:cubicBezTo>
                  <a:lnTo>
                    <a:pt x="52925" y="10305"/>
                  </a:lnTo>
                  <a:close/>
                  <a:moveTo>
                    <a:pt x="142975" y="10374"/>
                  </a:moveTo>
                  <a:cubicBezTo>
                    <a:pt x="142907" y="10374"/>
                    <a:pt x="142873" y="10442"/>
                    <a:pt x="142873" y="10476"/>
                  </a:cubicBezTo>
                  <a:cubicBezTo>
                    <a:pt x="142907" y="10510"/>
                    <a:pt x="142941" y="10544"/>
                    <a:pt x="142975" y="10544"/>
                  </a:cubicBezTo>
                  <a:lnTo>
                    <a:pt x="143112" y="10544"/>
                  </a:lnTo>
                  <a:cubicBezTo>
                    <a:pt x="143146" y="10544"/>
                    <a:pt x="143180" y="10476"/>
                    <a:pt x="143180" y="10442"/>
                  </a:cubicBezTo>
                  <a:cubicBezTo>
                    <a:pt x="143180" y="10408"/>
                    <a:pt x="143112" y="10374"/>
                    <a:pt x="143078" y="10374"/>
                  </a:cubicBezTo>
                  <a:close/>
                  <a:moveTo>
                    <a:pt x="53471" y="10408"/>
                  </a:moveTo>
                  <a:cubicBezTo>
                    <a:pt x="53437" y="10408"/>
                    <a:pt x="53403" y="10442"/>
                    <a:pt x="53403" y="10476"/>
                  </a:cubicBezTo>
                  <a:cubicBezTo>
                    <a:pt x="53368" y="10510"/>
                    <a:pt x="53403" y="10578"/>
                    <a:pt x="53471" y="10578"/>
                  </a:cubicBezTo>
                  <a:lnTo>
                    <a:pt x="53573" y="10612"/>
                  </a:lnTo>
                  <a:cubicBezTo>
                    <a:pt x="53607" y="10612"/>
                    <a:pt x="53676" y="10578"/>
                    <a:pt x="53676" y="10544"/>
                  </a:cubicBezTo>
                  <a:cubicBezTo>
                    <a:pt x="53676" y="10476"/>
                    <a:pt x="53641" y="10442"/>
                    <a:pt x="53607" y="10442"/>
                  </a:cubicBezTo>
                  <a:lnTo>
                    <a:pt x="53471" y="10408"/>
                  </a:lnTo>
                  <a:close/>
                  <a:moveTo>
                    <a:pt x="142395" y="10442"/>
                  </a:moveTo>
                  <a:cubicBezTo>
                    <a:pt x="142361" y="10442"/>
                    <a:pt x="142327" y="10510"/>
                    <a:pt x="142327" y="10544"/>
                  </a:cubicBezTo>
                  <a:cubicBezTo>
                    <a:pt x="142327" y="10578"/>
                    <a:pt x="142361" y="10612"/>
                    <a:pt x="142395" y="10612"/>
                  </a:cubicBezTo>
                  <a:lnTo>
                    <a:pt x="142532" y="10612"/>
                  </a:lnTo>
                  <a:cubicBezTo>
                    <a:pt x="142566" y="10612"/>
                    <a:pt x="142600" y="10544"/>
                    <a:pt x="142600" y="10510"/>
                  </a:cubicBezTo>
                  <a:cubicBezTo>
                    <a:pt x="142600" y="10476"/>
                    <a:pt x="142566" y="10442"/>
                    <a:pt x="142498" y="10442"/>
                  </a:cubicBezTo>
                  <a:close/>
                  <a:moveTo>
                    <a:pt x="141815" y="10510"/>
                  </a:moveTo>
                  <a:cubicBezTo>
                    <a:pt x="141781" y="10510"/>
                    <a:pt x="141747" y="10578"/>
                    <a:pt x="141747" y="10612"/>
                  </a:cubicBezTo>
                  <a:cubicBezTo>
                    <a:pt x="141747" y="10646"/>
                    <a:pt x="141781" y="10681"/>
                    <a:pt x="141849" y="10681"/>
                  </a:cubicBezTo>
                  <a:lnTo>
                    <a:pt x="141952" y="10681"/>
                  </a:lnTo>
                  <a:cubicBezTo>
                    <a:pt x="142020" y="10681"/>
                    <a:pt x="142054" y="10612"/>
                    <a:pt x="142020" y="10578"/>
                  </a:cubicBezTo>
                  <a:cubicBezTo>
                    <a:pt x="142020" y="10544"/>
                    <a:pt x="141986" y="10510"/>
                    <a:pt x="141952" y="10510"/>
                  </a:cubicBezTo>
                  <a:close/>
                  <a:moveTo>
                    <a:pt x="54051" y="10510"/>
                  </a:moveTo>
                  <a:cubicBezTo>
                    <a:pt x="54017" y="10510"/>
                    <a:pt x="53949" y="10544"/>
                    <a:pt x="53949" y="10578"/>
                  </a:cubicBezTo>
                  <a:cubicBezTo>
                    <a:pt x="53949" y="10612"/>
                    <a:pt x="53983" y="10681"/>
                    <a:pt x="54017" y="10681"/>
                  </a:cubicBezTo>
                  <a:lnTo>
                    <a:pt x="54119" y="10715"/>
                  </a:lnTo>
                  <a:lnTo>
                    <a:pt x="54153" y="10715"/>
                  </a:lnTo>
                  <a:cubicBezTo>
                    <a:pt x="54187" y="10715"/>
                    <a:pt x="54222" y="10681"/>
                    <a:pt x="54222" y="10646"/>
                  </a:cubicBezTo>
                  <a:cubicBezTo>
                    <a:pt x="54256" y="10578"/>
                    <a:pt x="54222" y="10544"/>
                    <a:pt x="54153" y="10544"/>
                  </a:cubicBezTo>
                  <a:lnTo>
                    <a:pt x="54051" y="10510"/>
                  </a:lnTo>
                  <a:close/>
                  <a:moveTo>
                    <a:pt x="141269" y="10578"/>
                  </a:moveTo>
                  <a:cubicBezTo>
                    <a:pt x="141201" y="10578"/>
                    <a:pt x="141167" y="10646"/>
                    <a:pt x="141167" y="10681"/>
                  </a:cubicBezTo>
                  <a:cubicBezTo>
                    <a:pt x="141201" y="10715"/>
                    <a:pt x="141235" y="10749"/>
                    <a:pt x="141269" y="10749"/>
                  </a:cubicBezTo>
                  <a:lnTo>
                    <a:pt x="141406" y="10749"/>
                  </a:lnTo>
                  <a:cubicBezTo>
                    <a:pt x="141440" y="10749"/>
                    <a:pt x="141474" y="10681"/>
                    <a:pt x="141474" y="10646"/>
                  </a:cubicBezTo>
                  <a:cubicBezTo>
                    <a:pt x="141474" y="10612"/>
                    <a:pt x="141406" y="10578"/>
                    <a:pt x="141372" y="10578"/>
                  </a:cubicBezTo>
                  <a:close/>
                  <a:moveTo>
                    <a:pt x="54597" y="10612"/>
                  </a:moveTo>
                  <a:cubicBezTo>
                    <a:pt x="54563" y="10612"/>
                    <a:pt x="54529" y="10646"/>
                    <a:pt x="54529" y="10681"/>
                  </a:cubicBezTo>
                  <a:cubicBezTo>
                    <a:pt x="54494" y="10715"/>
                    <a:pt x="54529" y="10783"/>
                    <a:pt x="54597" y="10783"/>
                  </a:cubicBezTo>
                  <a:lnTo>
                    <a:pt x="54699" y="10817"/>
                  </a:lnTo>
                  <a:cubicBezTo>
                    <a:pt x="54733" y="10817"/>
                    <a:pt x="54802" y="10783"/>
                    <a:pt x="54802" y="10749"/>
                  </a:cubicBezTo>
                  <a:cubicBezTo>
                    <a:pt x="54802" y="10681"/>
                    <a:pt x="54767" y="10646"/>
                    <a:pt x="54733" y="10646"/>
                  </a:cubicBezTo>
                  <a:lnTo>
                    <a:pt x="54597" y="10612"/>
                  </a:lnTo>
                  <a:close/>
                  <a:moveTo>
                    <a:pt x="140827" y="10637"/>
                  </a:moveTo>
                  <a:cubicBezTo>
                    <a:pt x="140816" y="10637"/>
                    <a:pt x="140805" y="10640"/>
                    <a:pt x="140792" y="10646"/>
                  </a:cubicBezTo>
                  <a:lnTo>
                    <a:pt x="140689" y="10646"/>
                  </a:lnTo>
                  <a:cubicBezTo>
                    <a:pt x="140655" y="10646"/>
                    <a:pt x="140621" y="10681"/>
                    <a:pt x="140621" y="10749"/>
                  </a:cubicBezTo>
                  <a:cubicBezTo>
                    <a:pt x="140621" y="10783"/>
                    <a:pt x="140655" y="10817"/>
                    <a:pt x="140689" y="10817"/>
                  </a:cubicBezTo>
                  <a:lnTo>
                    <a:pt x="140826" y="10817"/>
                  </a:lnTo>
                  <a:cubicBezTo>
                    <a:pt x="140860" y="10783"/>
                    <a:pt x="140894" y="10749"/>
                    <a:pt x="140894" y="10715"/>
                  </a:cubicBezTo>
                  <a:cubicBezTo>
                    <a:pt x="140894" y="10687"/>
                    <a:pt x="140872" y="10637"/>
                    <a:pt x="140827" y="10637"/>
                  </a:cubicBezTo>
                  <a:close/>
                  <a:moveTo>
                    <a:pt x="140272" y="10701"/>
                  </a:moveTo>
                  <a:cubicBezTo>
                    <a:pt x="140264" y="10701"/>
                    <a:pt x="140255" y="10706"/>
                    <a:pt x="140246" y="10715"/>
                  </a:cubicBezTo>
                  <a:lnTo>
                    <a:pt x="140109" y="10715"/>
                  </a:lnTo>
                  <a:cubicBezTo>
                    <a:pt x="140075" y="10715"/>
                    <a:pt x="140041" y="10749"/>
                    <a:pt x="140041" y="10817"/>
                  </a:cubicBezTo>
                  <a:cubicBezTo>
                    <a:pt x="140041" y="10851"/>
                    <a:pt x="140075" y="10885"/>
                    <a:pt x="140143" y="10885"/>
                  </a:cubicBezTo>
                  <a:lnTo>
                    <a:pt x="140246" y="10885"/>
                  </a:lnTo>
                  <a:cubicBezTo>
                    <a:pt x="140314" y="10851"/>
                    <a:pt x="140348" y="10817"/>
                    <a:pt x="140314" y="10783"/>
                  </a:cubicBezTo>
                  <a:cubicBezTo>
                    <a:pt x="140314" y="10733"/>
                    <a:pt x="140296" y="10701"/>
                    <a:pt x="140272" y="10701"/>
                  </a:cubicBezTo>
                  <a:close/>
                  <a:moveTo>
                    <a:pt x="55177" y="10715"/>
                  </a:moveTo>
                  <a:cubicBezTo>
                    <a:pt x="55143" y="10715"/>
                    <a:pt x="55075" y="10749"/>
                    <a:pt x="55075" y="10783"/>
                  </a:cubicBezTo>
                  <a:cubicBezTo>
                    <a:pt x="55075" y="10817"/>
                    <a:pt x="55109" y="10885"/>
                    <a:pt x="55143" y="10885"/>
                  </a:cubicBezTo>
                  <a:lnTo>
                    <a:pt x="55245" y="10919"/>
                  </a:lnTo>
                  <a:lnTo>
                    <a:pt x="55279" y="10919"/>
                  </a:lnTo>
                  <a:cubicBezTo>
                    <a:pt x="55313" y="10919"/>
                    <a:pt x="55348" y="10885"/>
                    <a:pt x="55348" y="10851"/>
                  </a:cubicBezTo>
                  <a:cubicBezTo>
                    <a:pt x="55382" y="10783"/>
                    <a:pt x="55348" y="10749"/>
                    <a:pt x="55279" y="10749"/>
                  </a:cubicBezTo>
                  <a:lnTo>
                    <a:pt x="55177" y="10715"/>
                  </a:lnTo>
                  <a:close/>
                  <a:moveTo>
                    <a:pt x="139698" y="10770"/>
                  </a:moveTo>
                  <a:cubicBezTo>
                    <a:pt x="139686" y="10770"/>
                    <a:pt x="139675" y="10774"/>
                    <a:pt x="139666" y="10783"/>
                  </a:cubicBezTo>
                  <a:lnTo>
                    <a:pt x="139563" y="10783"/>
                  </a:lnTo>
                  <a:cubicBezTo>
                    <a:pt x="139495" y="10783"/>
                    <a:pt x="139461" y="10817"/>
                    <a:pt x="139461" y="10885"/>
                  </a:cubicBezTo>
                  <a:cubicBezTo>
                    <a:pt x="139495" y="10919"/>
                    <a:pt x="139529" y="10954"/>
                    <a:pt x="139563" y="10954"/>
                  </a:cubicBezTo>
                  <a:lnTo>
                    <a:pt x="139700" y="10954"/>
                  </a:lnTo>
                  <a:cubicBezTo>
                    <a:pt x="139734" y="10919"/>
                    <a:pt x="139768" y="10885"/>
                    <a:pt x="139768" y="10851"/>
                  </a:cubicBezTo>
                  <a:cubicBezTo>
                    <a:pt x="139768" y="10801"/>
                    <a:pt x="139731" y="10770"/>
                    <a:pt x="139698" y="10770"/>
                  </a:cubicBezTo>
                  <a:close/>
                  <a:moveTo>
                    <a:pt x="55723" y="10817"/>
                  </a:moveTo>
                  <a:cubicBezTo>
                    <a:pt x="55689" y="10817"/>
                    <a:pt x="55655" y="10851"/>
                    <a:pt x="55655" y="10885"/>
                  </a:cubicBezTo>
                  <a:cubicBezTo>
                    <a:pt x="55621" y="10919"/>
                    <a:pt x="55655" y="10988"/>
                    <a:pt x="55723" y="10988"/>
                  </a:cubicBezTo>
                  <a:lnTo>
                    <a:pt x="55825" y="11022"/>
                  </a:lnTo>
                  <a:cubicBezTo>
                    <a:pt x="55859" y="11022"/>
                    <a:pt x="55928" y="10988"/>
                    <a:pt x="55928" y="10954"/>
                  </a:cubicBezTo>
                  <a:cubicBezTo>
                    <a:pt x="55928" y="10885"/>
                    <a:pt x="55894" y="10851"/>
                    <a:pt x="55859" y="10851"/>
                  </a:cubicBezTo>
                  <a:lnTo>
                    <a:pt x="55723" y="10817"/>
                  </a:lnTo>
                  <a:close/>
                  <a:moveTo>
                    <a:pt x="139133" y="10838"/>
                  </a:moveTo>
                  <a:cubicBezTo>
                    <a:pt x="139120" y="10838"/>
                    <a:pt x="139104" y="10842"/>
                    <a:pt x="139085" y="10851"/>
                  </a:cubicBezTo>
                  <a:lnTo>
                    <a:pt x="138983" y="10851"/>
                  </a:lnTo>
                  <a:cubicBezTo>
                    <a:pt x="138949" y="10851"/>
                    <a:pt x="138915" y="10885"/>
                    <a:pt x="138915" y="10954"/>
                  </a:cubicBezTo>
                  <a:cubicBezTo>
                    <a:pt x="138915" y="10988"/>
                    <a:pt x="138949" y="11022"/>
                    <a:pt x="138983" y="11022"/>
                  </a:cubicBezTo>
                  <a:lnTo>
                    <a:pt x="139120" y="11022"/>
                  </a:lnTo>
                  <a:cubicBezTo>
                    <a:pt x="139154" y="10988"/>
                    <a:pt x="139188" y="10954"/>
                    <a:pt x="139188" y="10919"/>
                  </a:cubicBezTo>
                  <a:cubicBezTo>
                    <a:pt x="139188" y="10870"/>
                    <a:pt x="139170" y="10838"/>
                    <a:pt x="139133" y="10838"/>
                  </a:cubicBezTo>
                  <a:close/>
                  <a:moveTo>
                    <a:pt x="138539" y="10885"/>
                  </a:moveTo>
                  <a:lnTo>
                    <a:pt x="138403" y="10919"/>
                  </a:lnTo>
                  <a:cubicBezTo>
                    <a:pt x="138369" y="10919"/>
                    <a:pt x="138335" y="10954"/>
                    <a:pt x="138335" y="11022"/>
                  </a:cubicBezTo>
                  <a:cubicBezTo>
                    <a:pt x="138335" y="11056"/>
                    <a:pt x="138369" y="11090"/>
                    <a:pt x="138437" y="11090"/>
                  </a:cubicBezTo>
                  <a:lnTo>
                    <a:pt x="138539" y="11056"/>
                  </a:lnTo>
                  <a:cubicBezTo>
                    <a:pt x="138608" y="11056"/>
                    <a:pt x="138642" y="11022"/>
                    <a:pt x="138608" y="10988"/>
                  </a:cubicBezTo>
                  <a:cubicBezTo>
                    <a:pt x="138608" y="10919"/>
                    <a:pt x="138574" y="10885"/>
                    <a:pt x="138539" y="10885"/>
                  </a:cubicBezTo>
                  <a:close/>
                  <a:moveTo>
                    <a:pt x="56303" y="10919"/>
                  </a:moveTo>
                  <a:cubicBezTo>
                    <a:pt x="56269" y="10919"/>
                    <a:pt x="56201" y="10954"/>
                    <a:pt x="56201" y="10988"/>
                  </a:cubicBezTo>
                  <a:cubicBezTo>
                    <a:pt x="56201" y="11022"/>
                    <a:pt x="56235" y="11090"/>
                    <a:pt x="56269" y="11090"/>
                  </a:cubicBezTo>
                  <a:lnTo>
                    <a:pt x="56371" y="11124"/>
                  </a:lnTo>
                  <a:lnTo>
                    <a:pt x="56405" y="11124"/>
                  </a:lnTo>
                  <a:cubicBezTo>
                    <a:pt x="56439" y="11124"/>
                    <a:pt x="56474" y="11090"/>
                    <a:pt x="56474" y="11056"/>
                  </a:cubicBezTo>
                  <a:cubicBezTo>
                    <a:pt x="56508" y="10988"/>
                    <a:pt x="56474" y="10954"/>
                    <a:pt x="56405" y="10954"/>
                  </a:cubicBezTo>
                  <a:lnTo>
                    <a:pt x="56303" y="10919"/>
                  </a:lnTo>
                  <a:close/>
                  <a:moveTo>
                    <a:pt x="137959" y="10954"/>
                  </a:moveTo>
                  <a:lnTo>
                    <a:pt x="137857" y="10988"/>
                  </a:lnTo>
                  <a:cubicBezTo>
                    <a:pt x="137789" y="10988"/>
                    <a:pt x="137755" y="11022"/>
                    <a:pt x="137755" y="11090"/>
                  </a:cubicBezTo>
                  <a:cubicBezTo>
                    <a:pt x="137789" y="11124"/>
                    <a:pt x="137823" y="11158"/>
                    <a:pt x="137857" y="11158"/>
                  </a:cubicBezTo>
                  <a:lnTo>
                    <a:pt x="137994" y="11124"/>
                  </a:lnTo>
                  <a:cubicBezTo>
                    <a:pt x="138028" y="11124"/>
                    <a:pt x="138062" y="11090"/>
                    <a:pt x="138062" y="11056"/>
                  </a:cubicBezTo>
                  <a:cubicBezTo>
                    <a:pt x="138062" y="10988"/>
                    <a:pt x="138028" y="10954"/>
                    <a:pt x="137959" y="10954"/>
                  </a:cubicBezTo>
                  <a:close/>
                  <a:moveTo>
                    <a:pt x="56849" y="11022"/>
                  </a:moveTo>
                  <a:cubicBezTo>
                    <a:pt x="56815" y="11022"/>
                    <a:pt x="56781" y="11056"/>
                    <a:pt x="56781" y="11090"/>
                  </a:cubicBezTo>
                  <a:cubicBezTo>
                    <a:pt x="56747" y="11124"/>
                    <a:pt x="56781" y="11192"/>
                    <a:pt x="56849" y="11192"/>
                  </a:cubicBezTo>
                  <a:lnTo>
                    <a:pt x="56951" y="11227"/>
                  </a:lnTo>
                  <a:cubicBezTo>
                    <a:pt x="57020" y="11227"/>
                    <a:pt x="57054" y="11192"/>
                    <a:pt x="57054" y="11158"/>
                  </a:cubicBezTo>
                  <a:cubicBezTo>
                    <a:pt x="57054" y="11090"/>
                    <a:pt x="57020" y="11056"/>
                    <a:pt x="56985" y="11056"/>
                  </a:cubicBezTo>
                  <a:lnTo>
                    <a:pt x="56849" y="11022"/>
                  </a:lnTo>
                  <a:close/>
                  <a:moveTo>
                    <a:pt x="137379" y="11022"/>
                  </a:moveTo>
                  <a:lnTo>
                    <a:pt x="137277" y="11056"/>
                  </a:lnTo>
                  <a:cubicBezTo>
                    <a:pt x="137243" y="11056"/>
                    <a:pt x="137209" y="11090"/>
                    <a:pt x="137209" y="11158"/>
                  </a:cubicBezTo>
                  <a:cubicBezTo>
                    <a:pt x="137209" y="11192"/>
                    <a:pt x="137243" y="11227"/>
                    <a:pt x="137277" y="11227"/>
                  </a:cubicBezTo>
                  <a:lnTo>
                    <a:pt x="137311" y="11227"/>
                  </a:lnTo>
                  <a:lnTo>
                    <a:pt x="137413" y="11192"/>
                  </a:lnTo>
                  <a:cubicBezTo>
                    <a:pt x="137448" y="11192"/>
                    <a:pt x="137482" y="11158"/>
                    <a:pt x="137482" y="11124"/>
                  </a:cubicBezTo>
                  <a:cubicBezTo>
                    <a:pt x="137482" y="11056"/>
                    <a:pt x="137448" y="11022"/>
                    <a:pt x="137379" y="11022"/>
                  </a:cubicBezTo>
                  <a:close/>
                  <a:moveTo>
                    <a:pt x="136833" y="11090"/>
                  </a:moveTo>
                  <a:lnTo>
                    <a:pt x="136697" y="11124"/>
                  </a:lnTo>
                  <a:cubicBezTo>
                    <a:pt x="136663" y="11124"/>
                    <a:pt x="136629" y="11158"/>
                    <a:pt x="136629" y="11192"/>
                  </a:cubicBezTo>
                  <a:cubicBezTo>
                    <a:pt x="136629" y="11261"/>
                    <a:pt x="136663" y="11295"/>
                    <a:pt x="136731" y="11295"/>
                  </a:cubicBezTo>
                  <a:lnTo>
                    <a:pt x="136833" y="11261"/>
                  </a:lnTo>
                  <a:cubicBezTo>
                    <a:pt x="136902" y="11261"/>
                    <a:pt x="136936" y="11227"/>
                    <a:pt x="136902" y="11192"/>
                  </a:cubicBezTo>
                  <a:cubicBezTo>
                    <a:pt x="136902" y="11124"/>
                    <a:pt x="136867" y="11090"/>
                    <a:pt x="136833" y="11090"/>
                  </a:cubicBezTo>
                  <a:close/>
                  <a:moveTo>
                    <a:pt x="57429" y="11124"/>
                  </a:moveTo>
                  <a:cubicBezTo>
                    <a:pt x="57395" y="11124"/>
                    <a:pt x="57327" y="11158"/>
                    <a:pt x="57327" y="11192"/>
                  </a:cubicBezTo>
                  <a:cubicBezTo>
                    <a:pt x="57327" y="11227"/>
                    <a:pt x="57361" y="11295"/>
                    <a:pt x="57395" y="11295"/>
                  </a:cubicBezTo>
                  <a:lnTo>
                    <a:pt x="57497" y="11329"/>
                  </a:lnTo>
                  <a:lnTo>
                    <a:pt x="57531" y="11329"/>
                  </a:lnTo>
                  <a:cubicBezTo>
                    <a:pt x="57566" y="11329"/>
                    <a:pt x="57600" y="11295"/>
                    <a:pt x="57600" y="11261"/>
                  </a:cubicBezTo>
                  <a:cubicBezTo>
                    <a:pt x="57634" y="11192"/>
                    <a:pt x="57600" y="11158"/>
                    <a:pt x="57531" y="11158"/>
                  </a:cubicBezTo>
                  <a:lnTo>
                    <a:pt x="57429" y="11124"/>
                  </a:lnTo>
                  <a:close/>
                  <a:moveTo>
                    <a:pt x="136253" y="11158"/>
                  </a:moveTo>
                  <a:lnTo>
                    <a:pt x="136151" y="11192"/>
                  </a:lnTo>
                  <a:cubicBezTo>
                    <a:pt x="136083" y="11192"/>
                    <a:pt x="136049" y="11227"/>
                    <a:pt x="136083" y="11261"/>
                  </a:cubicBezTo>
                  <a:cubicBezTo>
                    <a:pt x="136083" y="11329"/>
                    <a:pt x="136117" y="11363"/>
                    <a:pt x="136151" y="11363"/>
                  </a:cubicBezTo>
                  <a:lnTo>
                    <a:pt x="136287" y="11329"/>
                  </a:lnTo>
                  <a:cubicBezTo>
                    <a:pt x="136321" y="11329"/>
                    <a:pt x="136356" y="11295"/>
                    <a:pt x="136356" y="11227"/>
                  </a:cubicBezTo>
                  <a:cubicBezTo>
                    <a:pt x="136356" y="11192"/>
                    <a:pt x="136321" y="11158"/>
                    <a:pt x="136253" y="11158"/>
                  </a:cubicBezTo>
                  <a:close/>
                  <a:moveTo>
                    <a:pt x="57975" y="11227"/>
                  </a:moveTo>
                  <a:cubicBezTo>
                    <a:pt x="57941" y="11227"/>
                    <a:pt x="57907" y="11261"/>
                    <a:pt x="57907" y="11295"/>
                  </a:cubicBezTo>
                  <a:cubicBezTo>
                    <a:pt x="57873" y="11363"/>
                    <a:pt x="57907" y="11397"/>
                    <a:pt x="57975" y="11397"/>
                  </a:cubicBezTo>
                  <a:lnTo>
                    <a:pt x="58077" y="11431"/>
                  </a:lnTo>
                  <a:cubicBezTo>
                    <a:pt x="58146" y="11431"/>
                    <a:pt x="58180" y="11397"/>
                    <a:pt x="58180" y="11363"/>
                  </a:cubicBezTo>
                  <a:cubicBezTo>
                    <a:pt x="58180" y="11295"/>
                    <a:pt x="58146" y="11261"/>
                    <a:pt x="58112" y="11261"/>
                  </a:cubicBezTo>
                  <a:lnTo>
                    <a:pt x="57975" y="11227"/>
                  </a:lnTo>
                  <a:close/>
                  <a:moveTo>
                    <a:pt x="135673" y="11227"/>
                  </a:moveTo>
                  <a:lnTo>
                    <a:pt x="135571" y="11261"/>
                  </a:lnTo>
                  <a:cubicBezTo>
                    <a:pt x="135537" y="11261"/>
                    <a:pt x="135503" y="11295"/>
                    <a:pt x="135503" y="11329"/>
                  </a:cubicBezTo>
                  <a:cubicBezTo>
                    <a:pt x="135503" y="11397"/>
                    <a:pt x="135537" y="11431"/>
                    <a:pt x="135571" y="11431"/>
                  </a:cubicBezTo>
                  <a:lnTo>
                    <a:pt x="135605" y="11431"/>
                  </a:lnTo>
                  <a:lnTo>
                    <a:pt x="135707" y="11397"/>
                  </a:lnTo>
                  <a:cubicBezTo>
                    <a:pt x="135741" y="11397"/>
                    <a:pt x="135776" y="11363"/>
                    <a:pt x="135776" y="11295"/>
                  </a:cubicBezTo>
                  <a:cubicBezTo>
                    <a:pt x="135776" y="11261"/>
                    <a:pt x="135741" y="11227"/>
                    <a:pt x="135673" y="11227"/>
                  </a:cubicBezTo>
                  <a:close/>
                  <a:moveTo>
                    <a:pt x="135127" y="11295"/>
                  </a:moveTo>
                  <a:lnTo>
                    <a:pt x="134991" y="11329"/>
                  </a:lnTo>
                  <a:cubicBezTo>
                    <a:pt x="134957" y="11329"/>
                    <a:pt x="134922" y="11363"/>
                    <a:pt x="134922" y="11397"/>
                  </a:cubicBezTo>
                  <a:cubicBezTo>
                    <a:pt x="134922" y="11465"/>
                    <a:pt x="134957" y="11500"/>
                    <a:pt x="135025" y="11500"/>
                  </a:cubicBezTo>
                  <a:lnTo>
                    <a:pt x="135127" y="11465"/>
                  </a:lnTo>
                  <a:cubicBezTo>
                    <a:pt x="135195" y="11465"/>
                    <a:pt x="135230" y="11431"/>
                    <a:pt x="135195" y="11363"/>
                  </a:cubicBezTo>
                  <a:cubicBezTo>
                    <a:pt x="135195" y="11329"/>
                    <a:pt x="135161" y="11295"/>
                    <a:pt x="135127" y="11295"/>
                  </a:cubicBezTo>
                  <a:close/>
                  <a:moveTo>
                    <a:pt x="58555" y="11329"/>
                  </a:moveTo>
                  <a:cubicBezTo>
                    <a:pt x="58521" y="11329"/>
                    <a:pt x="58453" y="11363"/>
                    <a:pt x="58453" y="11397"/>
                  </a:cubicBezTo>
                  <a:cubicBezTo>
                    <a:pt x="58453" y="11465"/>
                    <a:pt x="58487" y="11500"/>
                    <a:pt x="58521" y="11500"/>
                  </a:cubicBezTo>
                  <a:lnTo>
                    <a:pt x="58623" y="11534"/>
                  </a:lnTo>
                  <a:lnTo>
                    <a:pt x="58657" y="11534"/>
                  </a:lnTo>
                  <a:cubicBezTo>
                    <a:pt x="58692" y="11534"/>
                    <a:pt x="58726" y="11500"/>
                    <a:pt x="58726" y="11465"/>
                  </a:cubicBezTo>
                  <a:cubicBezTo>
                    <a:pt x="58760" y="11397"/>
                    <a:pt x="58726" y="11363"/>
                    <a:pt x="58657" y="11363"/>
                  </a:cubicBezTo>
                  <a:lnTo>
                    <a:pt x="58555" y="11329"/>
                  </a:lnTo>
                  <a:close/>
                  <a:moveTo>
                    <a:pt x="134445" y="11363"/>
                  </a:moveTo>
                  <a:cubicBezTo>
                    <a:pt x="134376" y="11397"/>
                    <a:pt x="134342" y="11431"/>
                    <a:pt x="134376" y="11465"/>
                  </a:cubicBezTo>
                  <a:cubicBezTo>
                    <a:pt x="134376" y="11534"/>
                    <a:pt x="134411" y="11568"/>
                    <a:pt x="134445" y="11568"/>
                  </a:cubicBezTo>
                  <a:cubicBezTo>
                    <a:pt x="134445" y="11568"/>
                    <a:pt x="134445" y="11568"/>
                    <a:pt x="134445" y="11534"/>
                  </a:cubicBezTo>
                  <a:lnTo>
                    <a:pt x="134581" y="11534"/>
                  </a:lnTo>
                  <a:cubicBezTo>
                    <a:pt x="134615" y="11534"/>
                    <a:pt x="134649" y="11500"/>
                    <a:pt x="134649" y="11431"/>
                  </a:cubicBezTo>
                  <a:cubicBezTo>
                    <a:pt x="134649" y="11397"/>
                    <a:pt x="134581" y="11363"/>
                    <a:pt x="134547" y="11363"/>
                  </a:cubicBezTo>
                  <a:close/>
                  <a:moveTo>
                    <a:pt x="133865" y="11431"/>
                  </a:moveTo>
                  <a:cubicBezTo>
                    <a:pt x="133831" y="11465"/>
                    <a:pt x="133796" y="11500"/>
                    <a:pt x="133796" y="11534"/>
                  </a:cubicBezTo>
                  <a:cubicBezTo>
                    <a:pt x="133796" y="11602"/>
                    <a:pt x="133831" y="11602"/>
                    <a:pt x="133865" y="11602"/>
                  </a:cubicBezTo>
                  <a:lnTo>
                    <a:pt x="134001" y="11602"/>
                  </a:lnTo>
                  <a:cubicBezTo>
                    <a:pt x="134035" y="11602"/>
                    <a:pt x="134069" y="11568"/>
                    <a:pt x="134069" y="11500"/>
                  </a:cubicBezTo>
                  <a:cubicBezTo>
                    <a:pt x="134069" y="11465"/>
                    <a:pt x="134035" y="11431"/>
                    <a:pt x="133967" y="11431"/>
                  </a:cubicBezTo>
                  <a:close/>
                  <a:moveTo>
                    <a:pt x="59101" y="11431"/>
                  </a:moveTo>
                  <a:cubicBezTo>
                    <a:pt x="59067" y="11431"/>
                    <a:pt x="59033" y="11465"/>
                    <a:pt x="59033" y="11500"/>
                  </a:cubicBezTo>
                  <a:cubicBezTo>
                    <a:pt x="58999" y="11568"/>
                    <a:pt x="59033" y="11602"/>
                    <a:pt x="59101" y="11602"/>
                  </a:cubicBezTo>
                  <a:lnTo>
                    <a:pt x="59203" y="11636"/>
                  </a:lnTo>
                  <a:cubicBezTo>
                    <a:pt x="59272" y="11636"/>
                    <a:pt x="59306" y="11602"/>
                    <a:pt x="59306" y="11568"/>
                  </a:cubicBezTo>
                  <a:cubicBezTo>
                    <a:pt x="59306" y="11500"/>
                    <a:pt x="59272" y="11465"/>
                    <a:pt x="59238" y="11465"/>
                  </a:cubicBezTo>
                  <a:lnTo>
                    <a:pt x="59101" y="11431"/>
                  </a:lnTo>
                  <a:close/>
                  <a:moveTo>
                    <a:pt x="133285" y="11500"/>
                  </a:moveTo>
                  <a:cubicBezTo>
                    <a:pt x="133250" y="11534"/>
                    <a:pt x="133216" y="11568"/>
                    <a:pt x="133216" y="11602"/>
                  </a:cubicBezTo>
                  <a:cubicBezTo>
                    <a:pt x="133216" y="11636"/>
                    <a:pt x="133250" y="11670"/>
                    <a:pt x="133319" y="11670"/>
                  </a:cubicBezTo>
                  <a:lnTo>
                    <a:pt x="133421" y="11670"/>
                  </a:lnTo>
                  <a:cubicBezTo>
                    <a:pt x="133489" y="11670"/>
                    <a:pt x="133523" y="11636"/>
                    <a:pt x="133523" y="11568"/>
                  </a:cubicBezTo>
                  <a:cubicBezTo>
                    <a:pt x="133489" y="11534"/>
                    <a:pt x="133455" y="11500"/>
                    <a:pt x="133421" y="11500"/>
                  </a:cubicBezTo>
                  <a:close/>
                  <a:moveTo>
                    <a:pt x="59681" y="11534"/>
                  </a:moveTo>
                  <a:cubicBezTo>
                    <a:pt x="59647" y="11534"/>
                    <a:pt x="59579" y="11568"/>
                    <a:pt x="59579" y="11602"/>
                  </a:cubicBezTo>
                  <a:cubicBezTo>
                    <a:pt x="59579" y="11670"/>
                    <a:pt x="59613" y="11704"/>
                    <a:pt x="59647" y="11704"/>
                  </a:cubicBezTo>
                  <a:lnTo>
                    <a:pt x="59749" y="11738"/>
                  </a:lnTo>
                  <a:lnTo>
                    <a:pt x="59784" y="11738"/>
                  </a:lnTo>
                  <a:cubicBezTo>
                    <a:pt x="59818" y="11738"/>
                    <a:pt x="59852" y="11704"/>
                    <a:pt x="59852" y="11670"/>
                  </a:cubicBezTo>
                  <a:cubicBezTo>
                    <a:pt x="59886" y="11602"/>
                    <a:pt x="59852" y="11568"/>
                    <a:pt x="59784" y="11568"/>
                  </a:cubicBezTo>
                  <a:lnTo>
                    <a:pt x="59681" y="11534"/>
                  </a:lnTo>
                  <a:close/>
                  <a:moveTo>
                    <a:pt x="132739" y="11568"/>
                  </a:moveTo>
                  <a:cubicBezTo>
                    <a:pt x="132670" y="11568"/>
                    <a:pt x="132636" y="11636"/>
                    <a:pt x="132670" y="11670"/>
                  </a:cubicBezTo>
                  <a:cubicBezTo>
                    <a:pt x="132670" y="11704"/>
                    <a:pt x="132704" y="11738"/>
                    <a:pt x="132739" y="11738"/>
                  </a:cubicBezTo>
                  <a:lnTo>
                    <a:pt x="132875" y="11738"/>
                  </a:lnTo>
                  <a:cubicBezTo>
                    <a:pt x="132909" y="11738"/>
                    <a:pt x="132943" y="11704"/>
                    <a:pt x="132943" y="11636"/>
                  </a:cubicBezTo>
                  <a:cubicBezTo>
                    <a:pt x="132943" y="11602"/>
                    <a:pt x="132875" y="11568"/>
                    <a:pt x="132841" y="11568"/>
                  </a:cubicBezTo>
                  <a:close/>
                  <a:moveTo>
                    <a:pt x="132158" y="11636"/>
                  </a:moveTo>
                  <a:cubicBezTo>
                    <a:pt x="132124" y="11636"/>
                    <a:pt x="132090" y="11704"/>
                    <a:pt x="132090" y="11738"/>
                  </a:cubicBezTo>
                  <a:cubicBezTo>
                    <a:pt x="132090" y="11773"/>
                    <a:pt x="132124" y="11807"/>
                    <a:pt x="132158" y="11807"/>
                  </a:cubicBezTo>
                  <a:lnTo>
                    <a:pt x="132295" y="11807"/>
                  </a:lnTo>
                  <a:cubicBezTo>
                    <a:pt x="132329" y="11807"/>
                    <a:pt x="132363" y="11738"/>
                    <a:pt x="132363" y="11704"/>
                  </a:cubicBezTo>
                  <a:cubicBezTo>
                    <a:pt x="132363" y="11670"/>
                    <a:pt x="132329" y="11636"/>
                    <a:pt x="132261" y="11636"/>
                  </a:cubicBezTo>
                  <a:close/>
                  <a:moveTo>
                    <a:pt x="60227" y="11636"/>
                  </a:moveTo>
                  <a:cubicBezTo>
                    <a:pt x="60193" y="11636"/>
                    <a:pt x="60159" y="11670"/>
                    <a:pt x="60159" y="11704"/>
                  </a:cubicBezTo>
                  <a:cubicBezTo>
                    <a:pt x="60125" y="11773"/>
                    <a:pt x="60159" y="11807"/>
                    <a:pt x="60227" y="11807"/>
                  </a:cubicBezTo>
                  <a:lnTo>
                    <a:pt x="60330" y="11841"/>
                  </a:lnTo>
                  <a:cubicBezTo>
                    <a:pt x="60398" y="11841"/>
                    <a:pt x="60432" y="11807"/>
                    <a:pt x="60432" y="11773"/>
                  </a:cubicBezTo>
                  <a:cubicBezTo>
                    <a:pt x="60432" y="11704"/>
                    <a:pt x="60398" y="11670"/>
                    <a:pt x="60364" y="11670"/>
                  </a:cubicBezTo>
                  <a:lnTo>
                    <a:pt x="60227" y="11636"/>
                  </a:lnTo>
                  <a:close/>
                  <a:moveTo>
                    <a:pt x="131578" y="11704"/>
                  </a:moveTo>
                  <a:cubicBezTo>
                    <a:pt x="131544" y="11704"/>
                    <a:pt x="131510" y="11773"/>
                    <a:pt x="131510" y="11807"/>
                  </a:cubicBezTo>
                  <a:cubicBezTo>
                    <a:pt x="131510" y="11841"/>
                    <a:pt x="131544" y="11875"/>
                    <a:pt x="131613" y="11875"/>
                  </a:cubicBezTo>
                  <a:lnTo>
                    <a:pt x="131715" y="11875"/>
                  </a:lnTo>
                  <a:cubicBezTo>
                    <a:pt x="131783" y="11875"/>
                    <a:pt x="131817" y="11807"/>
                    <a:pt x="131817" y="11773"/>
                  </a:cubicBezTo>
                  <a:cubicBezTo>
                    <a:pt x="131783" y="11738"/>
                    <a:pt x="131749" y="11704"/>
                    <a:pt x="131715" y="11704"/>
                  </a:cubicBezTo>
                  <a:close/>
                  <a:moveTo>
                    <a:pt x="60807" y="11738"/>
                  </a:moveTo>
                  <a:cubicBezTo>
                    <a:pt x="60773" y="11738"/>
                    <a:pt x="60705" y="11773"/>
                    <a:pt x="60705" y="11807"/>
                  </a:cubicBezTo>
                  <a:cubicBezTo>
                    <a:pt x="60705" y="11875"/>
                    <a:pt x="60739" y="11909"/>
                    <a:pt x="60773" y="11909"/>
                  </a:cubicBezTo>
                  <a:lnTo>
                    <a:pt x="60875" y="11943"/>
                  </a:lnTo>
                  <a:lnTo>
                    <a:pt x="60910" y="11943"/>
                  </a:lnTo>
                  <a:cubicBezTo>
                    <a:pt x="60944" y="11943"/>
                    <a:pt x="60978" y="11909"/>
                    <a:pt x="60978" y="11875"/>
                  </a:cubicBezTo>
                  <a:cubicBezTo>
                    <a:pt x="61012" y="11807"/>
                    <a:pt x="60978" y="11773"/>
                    <a:pt x="60910" y="11773"/>
                  </a:cubicBezTo>
                  <a:lnTo>
                    <a:pt x="60807" y="11738"/>
                  </a:lnTo>
                  <a:close/>
                  <a:moveTo>
                    <a:pt x="131032" y="11773"/>
                  </a:moveTo>
                  <a:cubicBezTo>
                    <a:pt x="130964" y="11773"/>
                    <a:pt x="130930" y="11841"/>
                    <a:pt x="130964" y="11875"/>
                  </a:cubicBezTo>
                  <a:cubicBezTo>
                    <a:pt x="130964" y="11909"/>
                    <a:pt x="130998" y="11943"/>
                    <a:pt x="131032" y="11943"/>
                  </a:cubicBezTo>
                  <a:lnTo>
                    <a:pt x="131169" y="11943"/>
                  </a:lnTo>
                  <a:cubicBezTo>
                    <a:pt x="131203" y="11943"/>
                    <a:pt x="131237" y="11875"/>
                    <a:pt x="131237" y="11841"/>
                  </a:cubicBezTo>
                  <a:cubicBezTo>
                    <a:pt x="131237" y="11807"/>
                    <a:pt x="131203" y="11773"/>
                    <a:pt x="131135" y="11773"/>
                  </a:cubicBezTo>
                  <a:close/>
                  <a:moveTo>
                    <a:pt x="130452" y="11841"/>
                  </a:moveTo>
                  <a:cubicBezTo>
                    <a:pt x="130418" y="11841"/>
                    <a:pt x="130384" y="11909"/>
                    <a:pt x="130384" y="11943"/>
                  </a:cubicBezTo>
                  <a:cubicBezTo>
                    <a:pt x="130384" y="11977"/>
                    <a:pt x="130418" y="12011"/>
                    <a:pt x="130452" y="12011"/>
                  </a:cubicBezTo>
                  <a:lnTo>
                    <a:pt x="130589" y="12011"/>
                  </a:lnTo>
                  <a:cubicBezTo>
                    <a:pt x="130623" y="12011"/>
                    <a:pt x="130657" y="11943"/>
                    <a:pt x="130657" y="11909"/>
                  </a:cubicBezTo>
                  <a:cubicBezTo>
                    <a:pt x="130657" y="11875"/>
                    <a:pt x="130623" y="11841"/>
                    <a:pt x="130555" y="11841"/>
                  </a:cubicBezTo>
                  <a:close/>
                  <a:moveTo>
                    <a:pt x="61353" y="11841"/>
                  </a:moveTo>
                  <a:cubicBezTo>
                    <a:pt x="61319" y="11841"/>
                    <a:pt x="61285" y="11875"/>
                    <a:pt x="61285" y="11909"/>
                  </a:cubicBezTo>
                  <a:cubicBezTo>
                    <a:pt x="61251" y="11977"/>
                    <a:pt x="61285" y="12011"/>
                    <a:pt x="61353" y="12011"/>
                  </a:cubicBezTo>
                  <a:lnTo>
                    <a:pt x="61456" y="12046"/>
                  </a:lnTo>
                  <a:cubicBezTo>
                    <a:pt x="61524" y="12046"/>
                    <a:pt x="61558" y="12011"/>
                    <a:pt x="61558" y="11977"/>
                  </a:cubicBezTo>
                  <a:cubicBezTo>
                    <a:pt x="61558" y="11909"/>
                    <a:pt x="61524" y="11875"/>
                    <a:pt x="61490" y="11875"/>
                  </a:cubicBezTo>
                  <a:lnTo>
                    <a:pt x="61353" y="11841"/>
                  </a:lnTo>
                  <a:close/>
                  <a:moveTo>
                    <a:pt x="130036" y="11896"/>
                  </a:moveTo>
                  <a:cubicBezTo>
                    <a:pt x="130027" y="11896"/>
                    <a:pt x="130018" y="11900"/>
                    <a:pt x="130009" y="11909"/>
                  </a:cubicBezTo>
                  <a:lnTo>
                    <a:pt x="129872" y="11909"/>
                  </a:lnTo>
                  <a:cubicBezTo>
                    <a:pt x="129838" y="11909"/>
                    <a:pt x="129804" y="11943"/>
                    <a:pt x="129804" y="12011"/>
                  </a:cubicBezTo>
                  <a:cubicBezTo>
                    <a:pt x="129804" y="12046"/>
                    <a:pt x="129838" y="12080"/>
                    <a:pt x="129906" y="12080"/>
                  </a:cubicBezTo>
                  <a:lnTo>
                    <a:pt x="130009" y="12080"/>
                  </a:lnTo>
                  <a:cubicBezTo>
                    <a:pt x="130077" y="12080"/>
                    <a:pt x="130111" y="12011"/>
                    <a:pt x="130111" y="11977"/>
                  </a:cubicBezTo>
                  <a:cubicBezTo>
                    <a:pt x="130086" y="11927"/>
                    <a:pt x="130061" y="11896"/>
                    <a:pt x="130036" y="11896"/>
                  </a:cubicBezTo>
                  <a:close/>
                  <a:moveTo>
                    <a:pt x="61933" y="11943"/>
                  </a:moveTo>
                  <a:cubicBezTo>
                    <a:pt x="61899" y="11943"/>
                    <a:pt x="61831" y="11977"/>
                    <a:pt x="61831" y="12011"/>
                  </a:cubicBezTo>
                  <a:cubicBezTo>
                    <a:pt x="61831" y="12080"/>
                    <a:pt x="61865" y="12114"/>
                    <a:pt x="61899" y="12114"/>
                  </a:cubicBezTo>
                  <a:lnTo>
                    <a:pt x="62002" y="12148"/>
                  </a:lnTo>
                  <a:lnTo>
                    <a:pt x="62036" y="12148"/>
                  </a:lnTo>
                  <a:cubicBezTo>
                    <a:pt x="62070" y="12148"/>
                    <a:pt x="62104" y="12114"/>
                    <a:pt x="62104" y="12080"/>
                  </a:cubicBezTo>
                  <a:cubicBezTo>
                    <a:pt x="62138" y="12011"/>
                    <a:pt x="62104" y="11977"/>
                    <a:pt x="62036" y="11977"/>
                  </a:cubicBezTo>
                  <a:lnTo>
                    <a:pt x="61933" y="11943"/>
                  </a:lnTo>
                  <a:close/>
                  <a:moveTo>
                    <a:pt x="129461" y="11964"/>
                  </a:moveTo>
                  <a:cubicBezTo>
                    <a:pt x="129449" y="11964"/>
                    <a:pt x="129438" y="11968"/>
                    <a:pt x="129429" y="11977"/>
                  </a:cubicBezTo>
                  <a:lnTo>
                    <a:pt x="129326" y="11977"/>
                  </a:lnTo>
                  <a:cubicBezTo>
                    <a:pt x="129258" y="11977"/>
                    <a:pt x="129224" y="12011"/>
                    <a:pt x="129258" y="12080"/>
                  </a:cubicBezTo>
                  <a:cubicBezTo>
                    <a:pt x="129258" y="12114"/>
                    <a:pt x="129292" y="12148"/>
                    <a:pt x="129326" y="12148"/>
                  </a:cubicBezTo>
                  <a:lnTo>
                    <a:pt x="129463" y="12148"/>
                  </a:lnTo>
                  <a:cubicBezTo>
                    <a:pt x="129497" y="12114"/>
                    <a:pt x="129531" y="12080"/>
                    <a:pt x="129531" y="12046"/>
                  </a:cubicBezTo>
                  <a:cubicBezTo>
                    <a:pt x="129531" y="11996"/>
                    <a:pt x="129494" y="11964"/>
                    <a:pt x="129461" y="11964"/>
                  </a:cubicBezTo>
                  <a:close/>
                  <a:moveTo>
                    <a:pt x="128896" y="12032"/>
                  </a:moveTo>
                  <a:cubicBezTo>
                    <a:pt x="128883" y="12032"/>
                    <a:pt x="128867" y="12036"/>
                    <a:pt x="128849" y="12046"/>
                  </a:cubicBezTo>
                  <a:lnTo>
                    <a:pt x="128746" y="12046"/>
                  </a:lnTo>
                  <a:cubicBezTo>
                    <a:pt x="128712" y="12046"/>
                    <a:pt x="128678" y="12080"/>
                    <a:pt x="128678" y="12148"/>
                  </a:cubicBezTo>
                  <a:cubicBezTo>
                    <a:pt x="128678" y="12182"/>
                    <a:pt x="128712" y="12216"/>
                    <a:pt x="128746" y="12216"/>
                  </a:cubicBezTo>
                  <a:lnTo>
                    <a:pt x="128883" y="12216"/>
                  </a:lnTo>
                  <a:cubicBezTo>
                    <a:pt x="128917" y="12182"/>
                    <a:pt x="128951" y="12148"/>
                    <a:pt x="128951" y="12114"/>
                  </a:cubicBezTo>
                  <a:cubicBezTo>
                    <a:pt x="128951" y="12064"/>
                    <a:pt x="128933" y="12032"/>
                    <a:pt x="128896" y="12032"/>
                  </a:cubicBezTo>
                  <a:close/>
                  <a:moveTo>
                    <a:pt x="62479" y="12046"/>
                  </a:moveTo>
                  <a:cubicBezTo>
                    <a:pt x="62445" y="12046"/>
                    <a:pt x="62411" y="12080"/>
                    <a:pt x="62411" y="12114"/>
                  </a:cubicBezTo>
                  <a:cubicBezTo>
                    <a:pt x="62377" y="12182"/>
                    <a:pt x="62411" y="12216"/>
                    <a:pt x="62479" y="12216"/>
                  </a:cubicBezTo>
                  <a:lnTo>
                    <a:pt x="62582" y="12250"/>
                  </a:lnTo>
                  <a:cubicBezTo>
                    <a:pt x="62650" y="12250"/>
                    <a:pt x="62684" y="12216"/>
                    <a:pt x="62684" y="12182"/>
                  </a:cubicBezTo>
                  <a:cubicBezTo>
                    <a:pt x="62684" y="12114"/>
                    <a:pt x="62650" y="12080"/>
                    <a:pt x="62616" y="12080"/>
                  </a:cubicBezTo>
                  <a:lnTo>
                    <a:pt x="62479" y="12046"/>
                  </a:lnTo>
                  <a:close/>
                  <a:moveTo>
                    <a:pt x="128330" y="12100"/>
                  </a:moveTo>
                  <a:cubicBezTo>
                    <a:pt x="128321" y="12100"/>
                    <a:pt x="128312" y="12105"/>
                    <a:pt x="128303" y="12114"/>
                  </a:cubicBezTo>
                  <a:lnTo>
                    <a:pt x="128166" y="12114"/>
                  </a:lnTo>
                  <a:cubicBezTo>
                    <a:pt x="128132" y="12114"/>
                    <a:pt x="128098" y="12148"/>
                    <a:pt x="128098" y="12216"/>
                  </a:cubicBezTo>
                  <a:cubicBezTo>
                    <a:pt x="128098" y="12250"/>
                    <a:pt x="128132" y="12284"/>
                    <a:pt x="128200" y="12284"/>
                  </a:cubicBezTo>
                  <a:lnTo>
                    <a:pt x="128303" y="12284"/>
                  </a:lnTo>
                  <a:cubicBezTo>
                    <a:pt x="128371" y="12250"/>
                    <a:pt x="128405" y="12216"/>
                    <a:pt x="128405" y="12182"/>
                  </a:cubicBezTo>
                  <a:cubicBezTo>
                    <a:pt x="128380" y="12132"/>
                    <a:pt x="128355" y="12100"/>
                    <a:pt x="128330" y="12100"/>
                  </a:cubicBezTo>
                  <a:close/>
                  <a:moveTo>
                    <a:pt x="63059" y="12148"/>
                  </a:moveTo>
                  <a:cubicBezTo>
                    <a:pt x="63025" y="12148"/>
                    <a:pt x="62957" y="12182"/>
                    <a:pt x="62957" y="12216"/>
                  </a:cubicBezTo>
                  <a:cubicBezTo>
                    <a:pt x="62957" y="12284"/>
                    <a:pt x="62991" y="12319"/>
                    <a:pt x="63025" y="12319"/>
                  </a:cubicBezTo>
                  <a:lnTo>
                    <a:pt x="63128" y="12353"/>
                  </a:lnTo>
                  <a:lnTo>
                    <a:pt x="63162" y="12353"/>
                  </a:lnTo>
                  <a:cubicBezTo>
                    <a:pt x="63196" y="12353"/>
                    <a:pt x="63230" y="12319"/>
                    <a:pt x="63230" y="12284"/>
                  </a:cubicBezTo>
                  <a:cubicBezTo>
                    <a:pt x="63264" y="12216"/>
                    <a:pt x="63230" y="12182"/>
                    <a:pt x="63162" y="12182"/>
                  </a:cubicBezTo>
                  <a:lnTo>
                    <a:pt x="63059" y="12148"/>
                  </a:lnTo>
                  <a:close/>
                  <a:moveTo>
                    <a:pt x="127722" y="12148"/>
                  </a:moveTo>
                  <a:lnTo>
                    <a:pt x="127620" y="12182"/>
                  </a:lnTo>
                  <a:cubicBezTo>
                    <a:pt x="127552" y="12182"/>
                    <a:pt x="127518" y="12216"/>
                    <a:pt x="127552" y="12284"/>
                  </a:cubicBezTo>
                  <a:cubicBezTo>
                    <a:pt x="127552" y="12319"/>
                    <a:pt x="127586" y="12353"/>
                    <a:pt x="127620" y="12353"/>
                  </a:cubicBezTo>
                  <a:lnTo>
                    <a:pt x="127757" y="12319"/>
                  </a:lnTo>
                  <a:cubicBezTo>
                    <a:pt x="127791" y="12319"/>
                    <a:pt x="127825" y="12284"/>
                    <a:pt x="127825" y="12250"/>
                  </a:cubicBezTo>
                  <a:cubicBezTo>
                    <a:pt x="127825" y="12182"/>
                    <a:pt x="127757" y="12148"/>
                    <a:pt x="127722" y="12148"/>
                  </a:cubicBezTo>
                  <a:close/>
                  <a:moveTo>
                    <a:pt x="127142" y="12216"/>
                  </a:moveTo>
                  <a:lnTo>
                    <a:pt x="127040" y="12250"/>
                  </a:lnTo>
                  <a:cubicBezTo>
                    <a:pt x="127006" y="12250"/>
                    <a:pt x="126972" y="12284"/>
                    <a:pt x="126972" y="12353"/>
                  </a:cubicBezTo>
                  <a:cubicBezTo>
                    <a:pt x="126972" y="12387"/>
                    <a:pt x="127006" y="12421"/>
                    <a:pt x="127040" y="12421"/>
                  </a:cubicBezTo>
                  <a:lnTo>
                    <a:pt x="127074" y="12421"/>
                  </a:lnTo>
                  <a:lnTo>
                    <a:pt x="127177" y="12387"/>
                  </a:lnTo>
                  <a:cubicBezTo>
                    <a:pt x="127211" y="12387"/>
                    <a:pt x="127245" y="12353"/>
                    <a:pt x="127245" y="12319"/>
                  </a:cubicBezTo>
                  <a:cubicBezTo>
                    <a:pt x="127245" y="12250"/>
                    <a:pt x="127211" y="12216"/>
                    <a:pt x="127142" y="12216"/>
                  </a:cubicBezTo>
                  <a:close/>
                  <a:moveTo>
                    <a:pt x="63639" y="12250"/>
                  </a:moveTo>
                  <a:cubicBezTo>
                    <a:pt x="63571" y="12250"/>
                    <a:pt x="63537" y="12284"/>
                    <a:pt x="63537" y="12319"/>
                  </a:cubicBezTo>
                  <a:cubicBezTo>
                    <a:pt x="63503" y="12387"/>
                    <a:pt x="63537" y="12421"/>
                    <a:pt x="63605" y="12421"/>
                  </a:cubicBezTo>
                  <a:lnTo>
                    <a:pt x="63708" y="12455"/>
                  </a:lnTo>
                  <a:cubicBezTo>
                    <a:pt x="63776" y="12455"/>
                    <a:pt x="63810" y="12421"/>
                    <a:pt x="63810" y="12387"/>
                  </a:cubicBezTo>
                  <a:cubicBezTo>
                    <a:pt x="63810" y="12319"/>
                    <a:pt x="63776" y="12284"/>
                    <a:pt x="63742" y="12284"/>
                  </a:cubicBezTo>
                  <a:lnTo>
                    <a:pt x="63639" y="12250"/>
                  </a:lnTo>
                  <a:close/>
                  <a:moveTo>
                    <a:pt x="126596" y="12284"/>
                  </a:moveTo>
                  <a:lnTo>
                    <a:pt x="126460" y="12319"/>
                  </a:lnTo>
                  <a:cubicBezTo>
                    <a:pt x="126426" y="12319"/>
                    <a:pt x="126392" y="12353"/>
                    <a:pt x="126392" y="12421"/>
                  </a:cubicBezTo>
                  <a:cubicBezTo>
                    <a:pt x="126392" y="12455"/>
                    <a:pt x="126426" y="12489"/>
                    <a:pt x="126494" y="12489"/>
                  </a:cubicBezTo>
                  <a:lnTo>
                    <a:pt x="126596" y="12455"/>
                  </a:lnTo>
                  <a:cubicBezTo>
                    <a:pt x="126665" y="12455"/>
                    <a:pt x="126699" y="12421"/>
                    <a:pt x="126699" y="12387"/>
                  </a:cubicBezTo>
                  <a:cubicBezTo>
                    <a:pt x="126665" y="12319"/>
                    <a:pt x="126631" y="12284"/>
                    <a:pt x="126596" y="12284"/>
                  </a:cubicBezTo>
                  <a:close/>
                  <a:moveTo>
                    <a:pt x="64185" y="12353"/>
                  </a:moveTo>
                  <a:cubicBezTo>
                    <a:pt x="64151" y="12353"/>
                    <a:pt x="64083" y="12387"/>
                    <a:pt x="64083" y="12421"/>
                  </a:cubicBezTo>
                  <a:cubicBezTo>
                    <a:pt x="64083" y="12489"/>
                    <a:pt x="64117" y="12523"/>
                    <a:pt x="64151" y="12523"/>
                  </a:cubicBezTo>
                  <a:lnTo>
                    <a:pt x="64254" y="12557"/>
                  </a:lnTo>
                  <a:lnTo>
                    <a:pt x="64288" y="12557"/>
                  </a:lnTo>
                  <a:cubicBezTo>
                    <a:pt x="64322" y="12557"/>
                    <a:pt x="64356" y="12523"/>
                    <a:pt x="64356" y="12489"/>
                  </a:cubicBezTo>
                  <a:cubicBezTo>
                    <a:pt x="64390" y="12421"/>
                    <a:pt x="64356" y="12387"/>
                    <a:pt x="64288" y="12387"/>
                  </a:cubicBezTo>
                  <a:lnTo>
                    <a:pt x="64185" y="12353"/>
                  </a:lnTo>
                  <a:close/>
                  <a:moveTo>
                    <a:pt x="126016" y="12353"/>
                  </a:moveTo>
                  <a:lnTo>
                    <a:pt x="125914" y="12387"/>
                  </a:lnTo>
                  <a:cubicBezTo>
                    <a:pt x="125846" y="12387"/>
                    <a:pt x="125812" y="12421"/>
                    <a:pt x="125846" y="12455"/>
                  </a:cubicBezTo>
                  <a:cubicBezTo>
                    <a:pt x="125846" y="12523"/>
                    <a:pt x="125880" y="12557"/>
                    <a:pt x="125914" y="12557"/>
                  </a:cubicBezTo>
                  <a:lnTo>
                    <a:pt x="126050" y="12523"/>
                  </a:lnTo>
                  <a:cubicBezTo>
                    <a:pt x="126085" y="12523"/>
                    <a:pt x="126119" y="12489"/>
                    <a:pt x="126119" y="12455"/>
                  </a:cubicBezTo>
                  <a:cubicBezTo>
                    <a:pt x="126119" y="12387"/>
                    <a:pt x="126085" y="12353"/>
                    <a:pt x="126016" y="12353"/>
                  </a:cubicBezTo>
                  <a:close/>
                  <a:moveTo>
                    <a:pt x="125436" y="12421"/>
                  </a:moveTo>
                  <a:lnTo>
                    <a:pt x="125334" y="12455"/>
                  </a:lnTo>
                  <a:cubicBezTo>
                    <a:pt x="125300" y="12455"/>
                    <a:pt x="125266" y="12489"/>
                    <a:pt x="125266" y="12523"/>
                  </a:cubicBezTo>
                  <a:cubicBezTo>
                    <a:pt x="125266" y="12592"/>
                    <a:pt x="125300" y="12626"/>
                    <a:pt x="125334" y="12626"/>
                  </a:cubicBezTo>
                  <a:lnTo>
                    <a:pt x="125368" y="12626"/>
                  </a:lnTo>
                  <a:lnTo>
                    <a:pt x="125470" y="12592"/>
                  </a:lnTo>
                  <a:cubicBezTo>
                    <a:pt x="125504" y="12592"/>
                    <a:pt x="125539" y="12557"/>
                    <a:pt x="125539" y="12489"/>
                  </a:cubicBezTo>
                  <a:cubicBezTo>
                    <a:pt x="125539" y="12455"/>
                    <a:pt x="125504" y="12421"/>
                    <a:pt x="125436" y="12421"/>
                  </a:cubicBezTo>
                  <a:close/>
                  <a:moveTo>
                    <a:pt x="64766" y="12455"/>
                  </a:moveTo>
                  <a:cubicBezTo>
                    <a:pt x="64697" y="12455"/>
                    <a:pt x="64663" y="12489"/>
                    <a:pt x="64663" y="12523"/>
                  </a:cubicBezTo>
                  <a:cubicBezTo>
                    <a:pt x="64629" y="12592"/>
                    <a:pt x="64663" y="12626"/>
                    <a:pt x="64731" y="12626"/>
                  </a:cubicBezTo>
                  <a:lnTo>
                    <a:pt x="64834" y="12660"/>
                  </a:lnTo>
                  <a:cubicBezTo>
                    <a:pt x="64902" y="12660"/>
                    <a:pt x="64936" y="12626"/>
                    <a:pt x="64936" y="12592"/>
                  </a:cubicBezTo>
                  <a:cubicBezTo>
                    <a:pt x="64936" y="12523"/>
                    <a:pt x="64902" y="12489"/>
                    <a:pt x="64868" y="12489"/>
                  </a:cubicBezTo>
                  <a:lnTo>
                    <a:pt x="64766" y="12455"/>
                  </a:lnTo>
                  <a:close/>
                  <a:moveTo>
                    <a:pt x="124890" y="12489"/>
                  </a:moveTo>
                  <a:lnTo>
                    <a:pt x="124754" y="12523"/>
                  </a:lnTo>
                  <a:cubicBezTo>
                    <a:pt x="124720" y="12523"/>
                    <a:pt x="124686" y="12557"/>
                    <a:pt x="124686" y="12592"/>
                  </a:cubicBezTo>
                  <a:cubicBezTo>
                    <a:pt x="124686" y="12660"/>
                    <a:pt x="124720" y="12694"/>
                    <a:pt x="124788" y="12694"/>
                  </a:cubicBezTo>
                  <a:lnTo>
                    <a:pt x="124890" y="12660"/>
                  </a:lnTo>
                  <a:cubicBezTo>
                    <a:pt x="124959" y="12660"/>
                    <a:pt x="124993" y="12626"/>
                    <a:pt x="124993" y="12557"/>
                  </a:cubicBezTo>
                  <a:cubicBezTo>
                    <a:pt x="124959" y="12523"/>
                    <a:pt x="124924" y="12489"/>
                    <a:pt x="124890" y="12489"/>
                  </a:cubicBezTo>
                  <a:close/>
                  <a:moveTo>
                    <a:pt x="65311" y="12557"/>
                  </a:moveTo>
                  <a:cubicBezTo>
                    <a:pt x="65277" y="12557"/>
                    <a:pt x="65209" y="12592"/>
                    <a:pt x="65209" y="12626"/>
                  </a:cubicBezTo>
                  <a:cubicBezTo>
                    <a:pt x="65209" y="12694"/>
                    <a:pt x="65243" y="12728"/>
                    <a:pt x="65277" y="12728"/>
                  </a:cubicBezTo>
                  <a:lnTo>
                    <a:pt x="65380" y="12762"/>
                  </a:lnTo>
                  <a:lnTo>
                    <a:pt x="65414" y="12762"/>
                  </a:lnTo>
                  <a:cubicBezTo>
                    <a:pt x="65448" y="12762"/>
                    <a:pt x="65482" y="12728"/>
                    <a:pt x="65482" y="12694"/>
                  </a:cubicBezTo>
                  <a:cubicBezTo>
                    <a:pt x="65516" y="12626"/>
                    <a:pt x="65482" y="12592"/>
                    <a:pt x="65414" y="12592"/>
                  </a:cubicBezTo>
                  <a:lnTo>
                    <a:pt x="65311" y="12557"/>
                  </a:lnTo>
                  <a:close/>
                  <a:moveTo>
                    <a:pt x="124310" y="12557"/>
                  </a:moveTo>
                  <a:lnTo>
                    <a:pt x="124208" y="12592"/>
                  </a:lnTo>
                  <a:cubicBezTo>
                    <a:pt x="124140" y="12592"/>
                    <a:pt x="124105" y="12626"/>
                    <a:pt x="124140" y="12660"/>
                  </a:cubicBezTo>
                  <a:cubicBezTo>
                    <a:pt x="124140" y="12728"/>
                    <a:pt x="124174" y="12762"/>
                    <a:pt x="124208" y="12762"/>
                  </a:cubicBezTo>
                  <a:lnTo>
                    <a:pt x="124344" y="12728"/>
                  </a:lnTo>
                  <a:cubicBezTo>
                    <a:pt x="124378" y="12728"/>
                    <a:pt x="124413" y="12694"/>
                    <a:pt x="124413" y="12626"/>
                  </a:cubicBezTo>
                  <a:cubicBezTo>
                    <a:pt x="124413" y="12592"/>
                    <a:pt x="124344" y="12557"/>
                    <a:pt x="124310" y="12557"/>
                  </a:cubicBezTo>
                  <a:close/>
                  <a:moveTo>
                    <a:pt x="123628" y="12626"/>
                  </a:moveTo>
                  <a:cubicBezTo>
                    <a:pt x="123594" y="12660"/>
                    <a:pt x="123559" y="12694"/>
                    <a:pt x="123559" y="12728"/>
                  </a:cubicBezTo>
                  <a:cubicBezTo>
                    <a:pt x="123559" y="12796"/>
                    <a:pt x="123594" y="12830"/>
                    <a:pt x="123628" y="12830"/>
                  </a:cubicBezTo>
                  <a:cubicBezTo>
                    <a:pt x="123628" y="12830"/>
                    <a:pt x="123662" y="12796"/>
                    <a:pt x="123662" y="12796"/>
                  </a:cubicBezTo>
                  <a:lnTo>
                    <a:pt x="123764" y="12796"/>
                  </a:lnTo>
                  <a:cubicBezTo>
                    <a:pt x="123798" y="12796"/>
                    <a:pt x="123832" y="12762"/>
                    <a:pt x="123832" y="12694"/>
                  </a:cubicBezTo>
                  <a:cubicBezTo>
                    <a:pt x="123832" y="12660"/>
                    <a:pt x="123798" y="12626"/>
                    <a:pt x="123730" y="12626"/>
                  </a:cubicBezTo>
                  <a:close/>
                  <a:moveTo>
                    <a:pt x="65892" y="12660"/>
                  </a:moveTo>
                  <a:cubicBezTo>
                    <a:pt x="65823" y="12660"/>
                    <a:pt x="65789" y="12694"/>
                    <a:pt x="65789" y="12728"/>
                  </a:cubicBezTo>
                  <a:cubicBezTo>
                    <a:pt x="65755" y="12796"/>
                    <a:pt x="65789" y="12830"/>
                    <a:pt x="65857" y="12830"/>
                  </a:cubicBezTo>
                  <a:lnTo>
                    <a:pt x="65960" y="12864"/>
                  </a:lnTo>
                  <a:cubicBezTo>
                    <a:pt x="66028" y="12864"/>
                    <a:pt x="66062" y="12830"/>
                    <a:pt x="66062" y="12796"/>
                  </a:cubicBezTo>
                  <a:cubicBezTo>
                    <a:pt x="66062" y="12762"/>
                    <a:pt x="66028" y="12694"/>
                    <a:pt x="65994" y="12694"/>
                  </a:cubicBezTo>
                  <a:lnTo>
                    <a:pt x="65892" y="12660"/>
                  </a:lnTo>
                  <a:close/>
                  <a:moveTo>
                    <a:pt x="123048" y="12694"/>
                  </a:moveTo>
                  <a:cubicBezTo>
                    <a:pt x="123014" y="12728"/>
                    <a:pt x="122979" y="12762"/>
                    <a:pt x="122979" y="12796"/>
                  </a:cubicBezTo>
                  <a:cubicBezTo>
                    <a:pt x="122979" y="12830"/>
                    <a:pt x="123014" y="12864"/>
                    <a:pt x="123082" y="12864"/>
                  </a:cubicBezTo>
                  <a:lnTo>
                    <a:pt x="123184" y="12864"/>
                  </a:lnTo>
                  <a:cubicBezTo>
                    <a:pt x="123252" y="12864"/>
                    <a:pt x="123286" y="12830"/>
                    <a:pt x="123286" y="12762"/>
                  </a:cubicBezTo>
                  <a:cubicBezTo>
                    <a:pt x="123252" y="12728"/>
                    <a:pt x="123218" y="12694"/>
                    <a:pt x="123184" y="12694"/>
                  </a:cubicBezTo>
                  <a:close/>
                  <a:moveTo>
                    <a:pt x="122502" y="12762"/>
                  </a:moveTo>
                  <a:cubicBezTo>
                    <a:pt x="122433" y="12796"/>
                    <a:pt x="122399" y="12830"/>
                    <a:pt x="122433" y="12864"/>
                  </a:cubicBezTo>
                  <a:cubicBezTo>
                    <a:pt x="122433" y="12899"/>
                    <a:pt x="122468" y="12933"/>
                    <a:pt x="122502" y="12933"/>
                  </a:cubicBezTo>
                  <a:lnTo>
                    <a:pt x="122638" y="12933"/>
                  </a:lnTo>
                  <a:cubicBezTo>
                    <a:pt x="122672" y="12933"/>
                    <a:pt x="122706" y="12899"/>
                    <a:pt x="122706" y="12830"/>
                  </a:cubicBezTo>
                  <a:cubicBezTo>
                    <a:pt x="122706" y="12796"/>
                    <a:pt x="122672" y="12762"/>
                    <a:pt x="122604" y="12762"/>
                  </a:cubicBezTo>
                  <a:close/>
                  <a:moveTo>
                    <a:pt x="66438" y="12762"/>
                  </a:moveTo>
                  <a:cubicBezTo>
                    <a:pt x="66403" y="12762"/>
                    <a:pt x="66335" y="12796"/>
                    <a:pt x="66335" y="12830"/>
                  </a:cubicBezTo>
                  <a:cubicBezTo>
                    <a:pt x="66335" y="12899"/>
                    <a:pt x="66369" y="12933"/>
                    <a:pt x="66403" y="12933"/>
                  </a:cubicBezTo>
                  <a:lnTo>
                    <a:pt x="66506" y="12967"/>
                  </a:lnTo>
                  <a:lnTo>
                    <a:pt x="66540" y="12967"/>
                  </a:lnTo>
                  <a:cubicBezTo>
                    <a:pt x="66574" y="12967"/>
                    <a:pt x="66608" y="12933"/>
                    <a:pt x="66608" y="12899"/>
                  </a:cubicBezTo>
                  <a:cubicBezTo>
                    <a:pt x="66642" y="12864"/>
                    <a:pt x="66608" y="12796"/>
                    <a:pt x="66540" y="12796"/>
                  </a:cubicBezTo>
                  <a:lnTo>
                    <a:pt x="66438" y="12762"/>
                  </a:lnTo>
                  <a:close/>
                  <a:moveTo>
                    <a:pt x="121922" y="12830"/>
                  </a:moveTo>
                  <a:cubicBezTo>
                    <a:pt x="121887" y="12830"/>
                    <a:pt x="121853" y="12899"/>
                    <a:pt x="121853" y="12933"/>
                  </a:cubicBezTo>
                  <a:cubicBezTo>
                    <a:pt x="121853" y="12967"/>
                    <a:pt x="121887" y="13001"/>
                    <a:pt x="121922" y="13001"/>
                  </a:cubicBezTo>
                  <a:lnTo>
                    <a:pt x="122058" y="13001"/>
                  </a:lnTo>
                  <a:cubicBezTo>
                    <a:pt x="122092" y="13001"/>
                    <a:pt x="122126" y="12967"/>
                    <a:pt x="122126" y="12899"/>
                  </a:cubicBezTo>
                  <a:cubicBezTo>
                    <a:pt x="122126" y="12864"/>
                    <a:pt x="122092" y="12830"/>
                    <a:pt x="122024" y="12830"/>
                  </a:cubicBezTo>
                  <a:close/>
                  <a:moveTo>
                    <a:pt x="67018" y="12864"/>
                  </a:moveTo>
                  <a:cubicBezTo>
                    <a:pt x="66949" y="12864"/>
                    <a:pt x="66915" y="12899"/>
                    <a:pt x="66915" y="12933"/>
                  </a:cubicBezTo>
                  <a:cubicBezTo>
                    <a:pt x="66881" y="13001"/>
                    <a:pt x="66915" y="13035"/>
                    <a:pt x="66984" y="13035"/>
                  </a:cubicBezTo>
                  <a:lnTo>
                    <a:pt x="67086" y="13069"/>
                  </a:lnTo>
                  <a:cubicBezTo>
                    <a:pt x="67154" y="13069"/>
                    <a:pt x="67188" y="13035"/>
                    <a:pt x="67188" y="13001"/>
                  </a:cubicBezTo>
                  <a:cubicBezTo>
                    <a:pt x="67188" y="12967"/>
                    <a:pt x="67154" y="12899"/>
                    <a:pt x="67120" y="12899"/>
                  </a:cubicBezTo>
                  <a:lnTo>
                    <a:pt x="67018" y="12864"/>
                  </a:lnTo>
                  <a:close/>
                  <a:moveTo>
                    <a:pt x="121341" y="12899"/>
                  </a:moveTo>
                  <a:cubicBezTo>
                    <a:pt x="121307" y="12899"/>
                    <a:pt x="121273" y="12967"/>
                    <a:pt x="121273" y="13001"/>
                  </a:cubicBezTo>
                  <a:cubicBezTo>
                    <a:pt x="121273" y="13035"/>
                    <a:pt x="121307" y="13069"/>
                    <a:pt x="121376" y="13069"/>
                  </a:cubicBezTo>
                  <a:lnTo>
                    <a:pt x="121478" y="13069"/>
                  </a:lnTo>
                  <a:cubicBezTo>
                    <a:pt x="121546" y="13069"/>
                    <a:pt x="121580" y="13001"/>
                    <a:pt x="121580" y="12967"/>
                  </a:cubicBezTo>
                  <a:cubicBezTo>
                    <a:pt x="121546" y="12933"/>
                    <a:pt x="121512" y="12899"/>
                    <a:pt x="121478" y="12899"/>
                  </a:cubicBezTo>
                  <a:close/>
                  <a:moveTo>
                    <a:pt x="120796" y="12967"/>
                  </a:moveTo>
                  <a:cubicBezTo>
                    <a:pt x="120727" y="12967"/>
                    <a:pt x="120693" y="13035"/>
                    <a:pt x="120727" y="13069"/>
                  </a:cubicBezTo>
                  <a:cubicBezTo>
                    <a:pt x="120727" y="13103"/>
                    <a:pt x="120761" y="13137"/>
                    <a:pt x="120796" y="13137"/>
                  </a:cubicBezTo>
                  <a:lnTo>
                    <a:pt x="120932" y="13137"/>
                  </a:lnTo>
                  <a:cubicBezTo>
                    <a:pt x="120966" y="13137"/>
                    <a:pt x="121000" y="13069"/>
                    <a:pt x="121000" y="13035"/>
                  </a:cubicBezTo>
                  <a:cubicBezTo>
                    <a:pt x="121000" y="13001"/>
                    <a:pt x="120932" y="12967"/>
                    <a:pt x="120898" y="12967"/>
                  </a:cubicBezTo>
                  <a:close/>
                  <a:moveTo>
                    <a:pt x="67564" y="12967"/>
                  </a:moveTo>
                  <a:cubicBezTo>
                    <a:pt x="67529" y="12967"/>
                    <a:pt x="67461" y="13001"/>
                    <a:pt x="67461" y="13035"/>
                  </a:cubicBezTo>
                  <a:cubicBezTo>
                    <a:pt x="67461" y="13103"/>
                    <a:pt x="67495" y="13137"/>
                    <a:pt x="67529" y="13137"/>
                  </a:cubicBezTo>
                  <a:lnTo>
                    <a:pt x="67632" y="13172"/>
                  </a:lnTo>
                  <a:lnTo>
                    <a:pt x="67666" y="13172"/>
                  </a:lnTo>
                  <a:cubicBezTo>
                    <a:pt x="67700" y="13172"/>
                    <a:pt x="67734" y="13137"/>
                    <a:pt x="67734" y="13103"/>
                  </a:cubicBezTo>
                  <a:cubicBezTo>
                    <a:pt x="67768" y="13069"/>
                    <a:pt x="67734" y="13001"/>
                    <a:pt x="67666" y="13001"/>
                  </a:cubicBezTo>
                  <a:lnTo>
                    <a:pt x="67564" y="12967"/>
                  </a:lnTo>
                  <a:close/>
                  <a:moveTo>
                    <a:pt x="120215" y="13035"/>
                  </a:moveTo>
                  <a:cubicBezTo>
                    <a:pt x="120181" y="13035"/>
                    <a:pt x="120147" y="13103"/>
                    <a:pt x="120147" y="13137"/>
                  </a:cubicBezTo>
                  <a:cubicBezTo>
                    <a:pt x="120147" y="13172"/>
                    <a:pt x="120181" y="13206"/>
                    <a:pt x="120215" y="13206"/>
                  </a:cubicBezTo>
                  <a:lnTo>
                    <a:pt x="120352" y="13206"/>
                  </a:lnTo>
                  <a:cubicBezTo>
                    <a:pt x="120386" y="13206"/>
                    <a:pt x="120420" y="13137"/>
                    <a:pt x="120420" y="13103"/>
                  </a:cubicBezTo>
                  <a:cubicBezTo>
                    <a:pt x="120420" y="13069"/>
                    <a:pt x="120386" y="13035"/>
                    <a:pt x="120318" y="13035"/>
                  </a:cubicBezTo>
                  <a:close/>
                  <a:moveTo>
                    <a:pt x="68144" y="13069"/>
                  </a:moveTo>
                  <a:cubicBezTo>
                    <a:pt x="68075" y="13069"/>
                    <a:pt x="68041" y="13103"/>
                    <a:pt x="68041" y="13137"/>
                  </a:cubicBezTo>
                  <a:cubicBezTo>
                    <a:pt x="68007" y="13206"/>
                    <a:pt x="68041" y="13240"/>
                    <a:pt x="68110" y="13240"/>
                  </a:cubicBezTo>
                  <a:lnTo>
                    <a:pt x="68212" y="13274"/>
                  </a:lnTo>
                  <a:cubicBezTo>
                    <a:pt x="68280" y="13274"/>
                    <a:pt x="68314" y="13240"/>
                    <a:pt x="68314" y="13206"/>
                  </a:cubicBezTo>
                  <a:cubicBezTo>
                    <a:pt x="68314" y="13172"/>
                    <a:pt x="68280" y="13103"/>
                    <a:pt x="68246" y="13103"/>
                  </a:cubicBezTo>
                  <a:lnTo>
                    <a:pt x="68144" y="13069"/>
                  </a:lnTo>
                  <a:close/>
                  <a:moveTo>
                    <a:pt x="119635" y="13103"/>
                  </a:moveTo>
                  <a:cubicBezTo>
                    <a:pt x="119601" y="13103"/>
                    <a:pt x="119567" y="13172"/>
                    <a:pt x="119567" y="13206"/>
                  </a:cubicBezTo>
                  <a:cubicBezTo>
                    <a:pt x="119567" y="13240"/>
                    <a:pt x="119601" y="13274"/>
                    <a:pt x="119669" y="13274"/>
                  </a:cubicBezTo>
                  <a:lnTo>
                    <a:pt x="119772" y="13274"/>
                  </a:lnTo>
                  <a:cubicBezTo>
                    <a:pt x="119840" y="13274"/>
                    <a:pt x="119874" y="13206"/>
                    <a:pt x="119874" y="13172"/>
                  </a:cubicBezTo>
                  <a:cubicBezTo>
                    <a:pt x="119840" y="13137"/>
                    <a:pt x="119806" y="13103"/>
                    <a:pt x="119772" y="13103"/>
                  </a:cubicBezTo>
                  <a:close/>
                  <a:moveTo>
                    <a:pt x="119225" y="13158"/>
                  </a:moveTo>
                  <a:cubicBezTo>
                    <a:pt x="119212" y="13158"/>
                    <a:pt x="119201" y="13162"/>
                    <a:pt x="119192" y="13172"/>
                  </a:cubicBezTo>
                  <a:lnTo>
                    <a:pt x="119089" y="13172"/>
                  </a:lnTo>
                  <a:cubicBezTo>
                    <a:pt x="119021" y="13172"/>
                    <a:pt x="118987" y="13206"/>
                    <a:pt x="119021" y="13274"/>
                  </a:cubicBezTo>
                  <a:cubicBezTo>
                    <a:pt x="119021" y="13308"/>
                    <a:pt x="119055" y="13342"/>
                    <a:pt x="119089" y="13342"/>
                  </a:cubicBezTo>
                  <a:lnTo>
                    <a:pt x="119226" y="13342"/>
                  </a:lnTo>
                  <a:cubicBezTo>
                    <a:pt x="119260" y="13342"/>
                    <a:pt x="119294" y="13274"/>
                    <a:pt x="119294" y="13240"/>
                  </a:cubicBezTo>
                  <a:cubicBezTo>
                    <a:pt x="119294" y="13190"/>
                    <a:pt x="119258" y="13158"/>
                    <a:pt x="119225" y="13158"/>
                  </a:cubicBezTo>
                  <a:close/>
                  <a:moveTo>
                    <a:pt x="68690" y="13172"/>
                  </a:moveTo>
                  <a:cubicBezTo>
                    <a:pt x="68656" y="13172"/>
                    <a:pt x="68587" y="13206"/>
                    <a:pt x="68587" y="13240"/>
                  </a:cubicBezTo>
                  <a:cubicBezTo>
                    <a:pt x="68587" y="13308"/>
                    <a:pt x="68621" y="13342"/>
                    <a:pt x="68656" y="13342"/>
                  </a:cubicBezTo>
                  <a:lnTo>
                    <a:pt x="68758" y="13376"/>
                  </a:lnTo>
                  <a:lnTo>
                    <a:pt x="68792" y="13376"/>
                  </a:lnTo>
                  <a:cubicBezTo>
                    <a:pt x="68826" y="13376"/>
                    <a:pt x="68860" y="13342"/>
                    <a:pt x="68860" y="13308"/>
                  </a:cubicBezTo>
                  <a:cubicBezTo>
                    <a:pt x="68894" y="13274"/>
                    <a:pt x="68860" y="13206"/>
                    <a:pt x="68792" y="13206"/>
                  </a:cubicBezTo>
                  <a:lnTo>
                    <a:pt x="68690" y="13172"/>
                  </a:lnTo>
                  <a:close/>
                  <a:moveTo>
                    <a:pt x="118659" y="13226"/>
                  </a:moveTo>
                  <a:cubicBezTo>
                    <a:pt x="118646" y="13226"/>
                    <a:pt x="118630" y="13231"/>
                    <a:pt x="118612" y="13240"/>
                  </a:cubicBezTo>
                  <a:lnTo>
                    <a:pt x="118509" y="13240"/>
                  </a:lnTo>
                  <a:cubicBezTo>
                    <a:pt x="118475" y="13240"/>
                    <a:pt x="118441" y="13274"/>
                    <a:pt x="118441" y="13342"/>
                  </a:cubicBezTo>
                  <a:cubicBezTo>
                    <a:pt x="118441" y="13376"/>
                    <a:pt x="118475" y="13410"/>
                    <a:pt x="118509" y="13410"/>
                  </a:cubicBezTo>
                  <a:lnTo>
                    <a:pt x="118646" y="13410"/>
                  </a:lnTo>
                  <a:cubicBezTo>
                    <a:pt x="118680" y="13376"/>
                    <a:pt x="118714" y="13342"/>
                    <a:pt x="118714" y="13308"/>
                  </a:cubicBezTo>
                  <a:cubicBezTo>
                    <a:pt x="118714" y="13258"/>
                    <a:pt x="118696" y="13226"/>
                    <a:pt x="118659" y="13226"/>
                  </a:cubicBezTo>
                  <a:close/>
                  <a:moveTo>
                    <a:pt x="69270" y="13274"/>
                  </a:moveTo>
                  <a:cubicBezTo>
                    <a:pt x="69202" y="13274"/>
                    <a:pt x="69167" y="13308"/>
                    <a:pt x="69167" y="13342"/>
                  </a:cubicBezTo>
                  <a:cubicBezTo>
                    <a:pt x="69133" y="13410"/>
                    <a:pt x="69167" y="13445"/>
                    <a:pt x="69236" y="13445"/>
                  </a:cubicBezTo>
                  <a:lnTo>
                    <a:pt x="69338" y="13479"/>
                  </a:lnTo>
                  <a:cubicBezTo>
                    <a:pt x="69406" y="13479"/>
                    <a:pt x="69440" y="13445"/>
                    <a:pt x="69440" y="13410"/>
                  </a:cubicBezTo>
                  <a:cubicBezTo>
                    <a:pt x="69440" y="13376"/>
                    <a:pt x="69406" y="13308"/>
                    <a:pt x="69372" y="13308"/>
                  </a:cubicBezTo>
                  <a:lnTo>
                    <a:pt x="69270" y="13274"/>
                  </a:lnTo>
                  <a:close/>
                  <a:moveTo>
                    <a:pt x="118093" y="13295"/>
                  </a:moveTo>
                  <a:cubicBezTo>
                    <a:pt x="118084" y="13295"/>
                    <a:pt x="118075" y="13299"/>
                    <a:pt x="118066" y="13308"/>
                  </a:cubicBezTo>
                  <a:lnTo>
                    <a:pt x="117929" y="13308"/>
                  </a:lnTo>
                  <a:cubicBezTo>
                    <a:pt x="117895" y="13308"/>
                    <a:pt x="117861" y="13342"/>
                    <a:pt x="117861" y="13410"/>
                  </a:cubicBezTo>
                  <a:cubicBezTo>
                    <a:pt x="117861" y="13445"/>
                    <a:pt x="117895" y="13479"/>
                    <a:pt x="117963" y="13479"/>
                  </a:cubicBezTo>
                  <a:lnTo>
                    <a:pt x="118066" y="13479"/>
                  </a:lnTo>
                  <a:cubicBezTo>
                    <a:pt x="118134" y="13445"/>
                    <a:pt x="118168" y="13410"/>
                    <a:pt x="118168" y="13376"/>
                  </a:cubicBezTo>
                  <a:cubicBezTo>
                    <a:pt x="118143" y="13326"/>
                    <a:pt x="118118" y="13295"/>
                    <a:pt x="118093" y="13295"/>
                  </a:cubicBezTo>
                  <a:close/>
                  <a:moveTo>
                    <a:pt x="117533" y="13363"/>
                  </a:moveTo>
                  <a:cubicBezTo>
                    <a:pt x="117520" y="13363"/>
                    <a:pt x="117504" y="13367"/>
                    <a:pt x="117486" y="13376"/>
                  </a:cubicBezTo>
                  <a:lnTo>
                    <a:pt x="117383" y="13376"/>
                  </a:lnTo>
                  <a:cubicBezTo>
                    <a:pt x="117315" y="13376"/>
                    <a:pt x="117281" y="13410"/>
                    <a:pt x="117315" y="13479"/>
                  </a:cubicBezTo>
                  <a:cubicBezTo>
                    <a:pt x="117315" y="13513"/>
                    <a:pt x="117349" y="13547"/>
                    <a:pt x="117383" y="13547"/>
                  </a:cubicBezTo>
                  <a:lnTo>
                    <a:pt x="117520" y="13547"/>
                  </a:lnTo>
                  <a:cubicBezTo>
                    <a:pt x="117554" y="13513"/>
                    <a:pt x="117588" y="13479"/>
                    <a:pt x="117588" y="13445"/>
                  </a:cubicBezTo>
                  <a:cubicBezTo>
                    <a:pt x="117588" y="13395"/>
                    <a:pt x="117570" y="13363"/>
                    <a:pt x="117533" y="13363"/>
                  </a:cubicBezTo>
                  <a:close/>
                  <a:moveTo>
                    <a:pt x="69816" y="13376"/>
                  </a:moveTo>
                  <a:cubicBezTo>
                    <a:pt x="69782" y="13376"/>
                    <a:pt x="69713" y="13410"/>
                    <a:pt x="69713" y="13445"/>
                  </a:cubicBezTo>
                  <a:cubicBezTo>
                    <a:pt x="69713" y="13513"/>
                    <a:pt x="69747" y="13547"/>
                    <a:pt x="69782" y="13547"/>
                  </a:cubicBezTo>
                  <a:lnTo>
                    <a:pt x="69884" y="13581"/>
                  </a:lnTo>
                  <a:lnTo>
                    <a:pt x="69918" y="13581"/>
                  </a:lnTo>
                  <a:cubicBezTo>
                    <a:pt x="69952" y="13581"/>
                    <a:pt x="69986" y="13547"/>
                    <a:pt x="69986" y="13513"/>
                  </a:cubicBezTo>
                  <a:cubicBezTo>
                    <a:pt x="70020" y="13479"/>
                    <a:pt x="69986" y="13410"/>
                    <a:pt x="69918" y="13410"/>
                  </a:cubicBezTo>
                  <a:lnTo>
                    <a:pt x="69816" y="13376"/>
                  </a:lnTo>
                  <a:close/>
                  <a:moveTo>
                    <a:pt x="116905" y="13410"/>
                  </a:moveTo>
                  <a:lnTo>
                    <a:pt x="116803" y="13445"/>
                  </a:lnTo>
                  <a:cubicBezTo>
                    <a:pt x="116769" y="13445"/>
                    <a:pt x="116735" y="13479"/>
                    <a:pt x="116735" y="13547"/>
                  </a:cubicBezTo>
                  <a:cubicBezTo>
                    <a:pt x="116735" y="13581"/>
                    <a:pt x="116769" y="13615"/>
                    <a:pt x="116803" y="13615"/>
                  </a:cubicBezTo>
                  <a:lnTo>
                    <a:pt x="116837" y="13615"/>
                  </a:lnTo>
                  <a:lnTo>
                    <a:pt x="116940" y="13581"/>
                  </a:lnTo>
                  <a:cubicBezTo>
                    <a:pt x="116974" y="13581"/>
                    <a:pt x="117008" y="13547"/>
                    <a:pt x="117008" y="13513"/>
                  </a:cubicBezTo>
                  <a:cubicBezTo>
                    <a:pt x="117008" y="13445"/>
                    <a:pt x="116974" y="13410"/>
                    <a:pt x="116905" y="13410"/>
                  </a:cubicBezTo>
                  <a:close/>
                  <a:moveTo>
                    <a:pt x="70396" y="13479"/>
                  </a:moveTo>
                  <a:cubicBezTo>
                    <a:pt x="70328" y="13479"/>
                    <a:pt x="70293" y="13513"/>
                    <a:pt x="70293" y="13581"/>
                  </a:cubicBezTo>
                  <a:cubicBezTo>
                    <a:pt x="70259" y="13615"/>
                    <a:pt x="70293" y="13649"/>
                    <a:pt x="70362" y="13649"/>
                  </a:cubicBezTo>
                  <a:lnTo>
                    <a:pt x="70464" y="13683"/>
                  </a:lnTo>
                  <a:cubicBezTo>
                    <a:pt x="70532" y="13683"/>
                    <a:pt x="70566" y="13649"/>
                    <a:pt x="70566" y="13615"/>
                  </a:cubicBezTo>
                  <a:cubicBezTo>
                    <a:pt x="70566" y="13581"/>
                    <a:pt x="70532" y="13513"/>
                    <a:pt x="70498" y="13513"/>
                  </a:cubicBezTo>
                  <a:lnTo>
                    <a:pt x="70396" y="13479"/>
                  </a:lnTo>
                  <a:close/>
                  <a:moveTo>
                    <a:pt x="116360" y="13479"/>
                  </a:moveTo>
                  <a:lnTo>
                    <a:pt x="116223" y="13513"/>
                  </a:lnTo>
                  <a:cubicBezTo>
                    <a:pt x="116189" y="13513"/>
                    <a:pt x="116155" y="13547"/>
                    <a:pt x="116155" y="13615"/>
                  </a:cubicBezTo>
                  <a:cubicBezTo>
                    <a:pt x="116155" y="13649"/>
                    <a:pt x="116223" y="13683"/>
                    <a:pt x="116257" y="13683"/>
                  </a:cubicBezTo>
                  <a:lnTo>
                    <a:pt x="116360" y="13649"/>
                  </a:lnTo>
                  <a:cubicBezTo>
                    <a:pt x="116428" y="13649"/>
                    <a:pt x="116462" y="13615"/>
                    <a:pt x="116462" y="13581"/>
                  </a:cubicBezTo>
                  <a:cubicBezTo>
                    <a:pt x="116428" y="13513"/>
                    <a:pt x="116394" y="13479"/>
                    <a:pt x="116360" y="13479"/>
                  </a:cubicBezTo>
                  <a:close/>
                  <a:moveTo>
                    <a:pt x="115779" y="13547"/>
                  </a:moveTo>
                  <a:lnTo>
                    <a:pt x="115677" y="13581"/>
                  </a:lnTo>
                  <a:cubicBezTo>
                    <a:pt x="115609" y="13581"/>
                    <a:pt x="115575" y="13615"/>
                    <a:pt x="115609" y="13683"/>
                  </a:cubicBezTo>
                  <a:cubicBezTo>
                    <a:pt x="115609" y="13718"/>
                    <a:pt x="115643" y="13752"/>
                    <a:pt x="115677" y="13752"/>
                  </a:cubicBezTo>
                  <a:lnTo>
                    <a:pt x="115814" y="13718"/>
                  </a:lnTo>
                  <a:cubicBezTo>
                    <a:pt x="115848" y="13718"/>
                    <a:pt x="115882" y="13683"/>
                    <a:pt x="115882" y="13649"/>
                  </a:cubicBezTo>
                  <a:cubicBezTo>
                    <a:pt x="115882" y="13581"/>
                    <a:pt x="115814" y="13547"/>
                    <a:pt x="115779" y="13547"/>
                  </a:cubicBezTo>
                  <a:close/>
                  <a:moveTo>
                    <a:pt x="70909" y="13602"/>
                  </a:moveTo>
                  <a:cubicBezTo>
                    <a:pt x="70876" y="13602"/>
                    <a:pt x="70839" y="13633"/>
                    <a:pt x="70839" y="13683"/>
                  </a:cubicBezTo>
                  <a:cubicBezTo>
                    <a:pt x="70839" y="13718"/>
                    <a:pt x="70874" y="13752"/>
                    <a:pt x="70908" y="13752"/>
                  </a:cubicBezTo>
                  <a:lnTo>
                    <a:pt x="71010" y="13786"/>
                  </a:lnTo>
                  <a:lnTo>
                    <a:pt x="71044" y="13786"/>
                  </a:lnTo>
                  <a:cubicBezTo>
                    <a:pt x="71078" y="13786"/>
                    <a:pt x="71112" y="13752"/>
                    <a:pt x="71112" y="13718"/>
                  </a:cubicBezTo>
                  <a:cubicBezTo>
                    <a:pt x="71147" y="13683"/>
                    <a:pt x="71112" y="13615"/>
                    <a:pt x="71044" y="13615"/>
                  </a:cubicBezTo>
                  <a:lnTo>
                    <a:pt x="70942" y="13615"/>
                  </a:lnTo>
                  <a:cubicBezTo>
                    <a:pt x="70933" y="13606"/>
                    <a:pt x="70921" y="13602"/>
                    <a:pt x="70909" y="13602"/>
                  </a:cubicBezTo>
                  <a:close/>
                  <a:moveTo>
                    <a:pt x="115199" y="13615"/>
                  </a:moveTo>
                  <a:lnTo>
                    <a:pt x="115097" y="13649"/>
                  </a:lnTo>
                  <a:cubicBezTo>
                    <a:pt x="115063" y="13649"/>
                    <a:pt x="115029" y="13683"/>
                    <a:pt x="115029" y="13718"/>
                  </a:cubicBezTo>
                  <a:cubicBezTo>
                    <a:pt x="115029" y="13786"/>
                    <a:pt x="115063" y="13820"/>
                    <a:pt x="115097" y="13820"/>
                  </a:cubicBezTo>
                  <a:lnTo>
                    <a:pt x="115131" y="13820"/>
                  </a:lnTo>
                  <a:lnTo>
                    <a:pt x="115233" y="13786"/>
                  </a:lnTo>
                  <a:cubicBezTo>
                    <a:pt x="115268" y="13786"/>
                    <a:pt x="115302" y="13752"/>
                    <a:pt x="115302" y="13683"/>
                  </a:cubicBezTo>
                  <a:cubicBezTo>
                    <a:pt x="115302" y="13649"/>
                    <a:pt x="115268" y="13615"/>
                    <a:pt x="115199" y="13615"/>
                  </a:cubicBezTo>
                  <a:close/>
                  <a:moveTo>
                    <a:pt x="71474" y="13704"/>
                  </a:moveTo>
                  <a:cubicBezTo>
                    <a:pt x="71438" y="13704"/>
                    <a:pt x="71420" y="13736"/>
                    <a:pt x="71420" y="13786"/>
                  </a:cubicBezTo>
                  <a:cubicBezTo>
                    <a:pt x="71385" y="13820"/>
                    <a:pt x="71420" y="13854"/>
                    <a:pt x="71488" y="13854"/>
                  </a:cubicBezTo>
                  <a:lnTo>
                    <a:pt x="71590" y="13888"/>
                  </a:lnTo>
                  <a:cubicBezTo>
                    <a:pt x="71658" y="13888"/>
                    <a:pt x="71692" y="13854"/>
                    <a:pt x="71692" y="13820"/>
                  </a:cubicBezTo>
                  <a:cubicBezTo>
                    <a:pt x="71692" y="13786"/>
                    <a:pt x="71658" y="13718"/>
                    <a:pt x="71624" y="13718"/>
                  </a:cubicBezTo>
                  <a:lnTo>
                    <a:pt x="71522" y="13718"/>
                  </a:lnTo>
                  <a:cubicBezTo>
                    <a:pt x="71504" y="13708"/>
                    <a:pt x="71488" y="13704"/>
                    <a:pt x="71474" y="13704"/>
                  </a:cubicBezTo>
                  <a:close/>
                  <a:moveTo>
                    <a:pt x="114653" y="13683"/>
                  </a:moveTo>
                  <a:lnTo>
                    <a:pt x="114517" y="13718"/>
                  </a:lnTo>
                  <a:cubicBezTo>
                    <a:pt x="114483" y="13718"/>
                    <a:pt x="114449" y="13752"/>
                    <a:pt x="114449" y="13786"/>
                  </a:cubicBezTo>
                  <a:cubicBezTo>
                    <a:pt x="114449" y="13854"/>
                    <a:pt x="114517" y="13888"/>
                    <a:pt x="114551" y="13888"/>
                  </a:cubicBezTo>
                  <a:lnTo>
                    <a:pt x="114653" y="13854"/>
                  </a:lnTo>
                  <a:cubicBezTo>
                    <a:pt x="114722" y="13854"/>
                    <a:pt x="114756" y="13820"/>
                    <a:pt x="114756" y="13752"/>
                  </a:cubicBezTo>
                  <a:cubicBezTo>
                    <a:pt x="114722" y="13718"/>
                    <a:pt x="114687" y="13683"/>
                    <a:pt x="114653" y="13683"/>
                  </a:cubicBezTo>
                  <a:close/>
                  <a:moveTo>
                    <a:pt x="114073" y="13752"/>
                  </a:moveTo>
                  <a:lnTo>
                    <a:pt x="113971" y="13786"/>
                  </a:lnTo>
                  <a:cubicBezTo>
                    <a:pt x="113903" y="13786"/>
                    <a:pt x="113869" y="13820"/>
                    <a:pt x="113903" y="13854"/>
                  </a:cubicBezTo>
                  <a:cubicBezTo>
                    <a:pt x="113903" y="13922"/>
                    <a:pt x="113937" y="13956"/>
                    <a:pt x="113971" y="13956"/>
                  </a:cubicBezTo>
                  <a:lnTo>
                    <a:pt x="114107" y="13922"/>
                  </a:lnTo>
                  <a:cubicBezTo>
                    <a:pt x="114142" y="13922"/>
                    <a:pt x="114176" y="13888"/>
                    <a:pt x="114176" y="13820"/>
                  </a:cubicBezTo>
                  <a:cubicBezTo>
                    <a:pt x="114176" y="13786"/>
                    <a:pt x="114107" y="13752"/>
                    <a:pt x="114073" y="13752"/>
                  </a:cubicBezTo>
                  <a:close/>
                  <a:moveTo>
                    <a:pt x="72035" y="13807"/>
                  </a:moveTo>
                  <a:cubicBezTo>
                    <a:pt x="72002" y="13807"/>
                    <a:pt x="71965" y="13838"/>
                    <a:pt x="71965" y="13888"/>
                  </a:cubicBezTo>
                  <a:cubicBezTo>
                    <a:pt x="71965" y="13922"/>
                    <a:pt x="72000" y="13956"/>
                    <a:pt x="72034" y="13956"/>
                  </a:cubicBezTo>
                  <a:lnTo>
                    <a:pt x="72136" y="13991"/>
                  </a:lnTo>
                  <a:lnTo>
                    <a:pt x="72170" y="13991"/>
                  </a:lnTo>
                  <a:cubicBezTo>
                    <a:pt x="72204" y="13991"/>
                    <a:pt x="72238" y="13956"/>
                    <a:pt x="72238" y="13922"/>
                  </a:cubicBezTo>
                  <a:cubicBezTo>
                    <a:pt x="72273" y="13888"/>
                    <a:pt x="72238" y="13820"/>
                    <a:pt x="72170" y="13820"/>
                  </a:cubicBezTo>
                  <a:lnTo>
                    <a:pt x="72068" y="13820"/>
                  </a:lnTo>
                  <a:cubicBezTo>
                    <a:pt x="72059" y="13811"/>
                    <a:pt x="72047" y="13807"/>
                    <a:pt x="72035" y="13807"/>
                  </a:cubicBezTo>
                  <a:close/>
                  <a:moveTo>
                    <a:pt x="113493" y="13820"/>
                  </a:moveTo>
                  <a:lnTo>
                    <a:pt x="113391" y="13854"/>
                  </a:lnTo>
                  <a:cubicBezTo>
                    <a:pt x="113357" y="13854"/>
                    <a:pt x="113323" y="13888"/>
                    <a:pt x="113323" y="13922"/>
                  </a:cubicBezTo>
                  <a:cubicBezTo>
                    <a:pt x="113323" y="13991"/>
                    <a:pt x="113357" y="14025"/>
                    <a:pt x="113391" y="14025"/>
                  </a:cubicBezTo>
                  <a:lnTo>
                    <a:pt x="113425" y="14025"/>
                  </a:lnTo>
                  <a:lnTo>
                    <a:pt x="113527" y="13991"/>
                  </a:lnTo>
                  <a:cubicBezTo>
                    <a:pt x="113561" y="13991"/>
                    <a:pt x="113596" y="13956"/>
                    <a:pt x="113596" y="13888"/>
                  </a:cubicBezTo>
                  <a:cubicBezTo>
                    <a:pt x="113596" y="13854"/>
                    <a:pt x="113561" y="13820"/>
                    <a:pt x="113493" y="13820"/>
                  </a:cubicBezTo>
                  <a:close/>
                  <a:moveTo>
                    <a:pt x="112811" y="13888"/>
                  </a:moveTo>
                  <a:cubicBezTo>
                    <a:pt x="112777" y="13922"/>
                    <a:pt x="112742" y="13956"/>
                    <a:pt x="112742" y="13991"/>
                  </a:cubicBezTo>
                  <a:cubicBezTo>
                    <a:pt x="112742" y="14059"/>
                    <a:pt x="112811" y="14059"/>
                    <a:pt x="112845" y="14059"/>
                  </a:cubicBezTo>
                  <a:lnTo>
                    <a:pt x="112947" y="14059"/>
                  </a:lnTo>
                  <a:cubicBezTo>
                    <a:pt x="113015" y="14059"/>
                    <a:pt x="113050" y="14025"/>
                    <a:pt x="113050" y="13956"/>
                  </a:cubicBezTo>
                  <a:cubicBezTo>
                    <a:pt x="113015" y="13922"/>
                    <a:pt x="112981" y="13888"/>
                    <a:pt x="112947" y="13888"/>
                  </a:cubicBezTo>
                  <a:close/>
                  <a:moveTo>
                    <a:pt x="72600" y="13909"/>
                  </a:moveTo>
                  <a:cubicBezTo>
                    <a:pt x="72564" y="13909"/>
                    <a:pt x="72546" y="13941"/>
                    <a:pt x="72546" y="13991"/>
                  </a:cubicBezTo>
                  <a:cubicBezTo>
                    <a:pt x="72511" y="14025"/>
                    <a:pt x="72546" y="14059"/>
                    <a:pt x="72614" y="14093"/>
                  </a:cubicBezTo>
                  <a:lnTo>
                    <a:pt x="72716" y="14093"/>
                  </a:lnTo>
                  <a:cubicBezTo>
                    <a:pt x="72784" y="14093"/>
                    <a:pt x="72819" y="14059"/>
                    <a:pt x="72819" y="14025"/>
                  </a:cubicBezTo>
                  <a:cubicBezTo>
                    <a:pt x="72819" y="13991"/>
                    <a:pt x="72784" y="13922"/>
                    <a:pt x="72750" y="13922"/>
                  </a:cubicBezTo>
                  <a:lnTo>
                    <a:pt x="72648" y="13922"/>
                  </a:lnTo>
                  <a:cubicBezTo>
                    <a:pt x="72630" y="13913"/>
                    <a:pt x="72614" y="13909"/>
                    <a:pt x="72600" y="13909"/>
                  </a:cubicBezTo>
                  <a:close/>
                  <a:moveTo>
                    <a:pt x="112265" y="13956"/>
                  </a:moveTo>
                  <a:cubicBezTo>
                    <a:pt x="112197" y="13991"/>
                    <a:pt x="112162" y="14025"/>
                    <a:pt x="112197" y="14059"/>
                  </a:cubicBezTo>
                  <a:cubicBezTo>
                    <a:pt x="112197" y="14093"/>
                    <a:pt x="112231" y="14127"/>
                    <a:pt x="112265" y="14127"/>
                  </a:cubicBezTo>
                  <a:lnTo>
                    <a:pt x="112401" y="14127"/>
                  </a:lnTo>
                  <a:cubicBezTo>
                    <a:pt x="112435" y="14127"/>
                    <a:pt x="112470" y="14093"/>
                    <a:pt x="112470" y="14025"/>
                  </a:cubicBezTo>
                  <a:cubicBezTo>
                    <a:pt x="112470" y="13991"/>
                    <a:pt x="112435" y="13956"/>
                    <a:pt x="112367" y="13956"/>
                  </a:cubicBezTo>
                  <a:close/>
                  <a:moveTo>
                    <a:pt x="73161" y="14011"/>
                  </a:moveTo>
                  <a:cubicBezTo>
                    <a:pt x="73128" y="14011"/>
                    <a:pt x="73092" y="14043"/>
                    <a:pt x="73092" y="14093"/>
                  </a:cubicBezTo>
                  <a:cubicBezTo>
                    <a:pt x="73092" y="14127"/>
                    <a:pt x="73126" y="14161"/>
                    <a:pt x="73160" y="14195"/>
                  </a:cubicBezTo>
                  <a:lnTo>
                    <a:pt x="73296" y="14195"/>
                  </a:lnTo>
                  <a:cubicBezTo>
                    <a:pt x="73330" y="14195"/>
                    <a:pt x="73365" y="14161"/>
                    <a:pt x="73365" y="14127"/>
                  </a:cubicBezTo>
                  <a:cubicBezTo>
                    <a:pt x="73399" y="14093"/>
                    <a:pt x="73365" y="14025"/>
                    <a:pt x="73296" y="14025"/>
                  </a:cubicBezTo>
                  <a:lnTo>
                    <a:pt x="73194" y="14025"/>
                  </a:lnTo>
                  <a:cubicBezTo>
                    <a:pt x="73185" y="14016"/>
                    <a:pt x="73173" y="14011"/>
                    <a:pt x="73161" y="14011"/>
                  </a:cubicBezTo>
                  <a:close/>
                  <a:moveTo>
                    <a:pt x="111685" y="14025"/>
                  </a:moveTo>
                  <a:cubicBezTo>
                    <a:pt x="111651" y="14059"/>
                    <a:pt x="111616" y="14093"/>
                    <a:pt x="111616" y="14127"/>
                  </a:cubicBezTo>
                  <a:cubicBezTo>
                    <a:pt x="111616" y="14161"/>
                    <a:pt x="111651" y="14195"/>
                    <a:pt x="111685" y="14195"/>
                  </a:cubicBezTo>
                  <a:lnTo>
                    <a:pt x="111821" y="14195"/>
                  </a:lnTo>
                  <a:cubicBezTo>
                    <a:pt x="111855" y="14195"/>
                    <a:pt x="111889" y="14161"/>
                    <a:pt x="111889" y="14093"/>
                  </a:cubicBezTo>
                  <a:cubicBezTo>
                    <a:pt x="111889" y="14059"/>
                    <a:pt x="111855" y="14025"/>
                    <a:pt x="111787" y="14025"/>
                  </a:cubicBezTo>
                  <a:close/>
                  <a:moveTo>
                    <a:pt x="111139" y="14093"/>
                  </a:moveTo>
                  <a:cubicBezTo>
                    <a:pt x="111070" y="14093"/>
                    <a:pt x="111036" y="14161"/>
                    <a:pt x="111036" y="14195"/>
                  </a:cubicBezTo>
                  <a:cubicBezTo>
                    <a:pt x="111036" y="14229"/>
                    <a:pt x="111105" y="14264"/>
                    <a:pt x="111139" y="14264"/>
                  </a:cubicBezTo>
                  <a:lnTo>
                    <a:pt x="111241" y="14264"/>
                  </a:lnTo>
                  <a:cubicBezTo>
                    <a:pt x="111309" y="14264"/>
                    <a:pt x="111343" y="14229"/>
                    <a:pt x="111343" y="14161"/>
                  </a:cubicBezTo>
                  <a:cubicBezTo>
                    <a:pt x="111309" y="14127"/>
                    <a:pt x="111275" y="14093"/>
                    <a:pt x="111241" y="14093"/>
                  </a:cubicBezTo>
                  <a:close/>
                  <a:moveTo>
                    <a:pt x="73726" y="14114"/>
                  </a:moveTo>
                  <a:cubicBezTo>
                    <a:pt x="73690" y="14114"/>
                    <a:pt x="73672" y="14145"/>
                    <a:pt x="73672" y="14195"/>
                  </a:cubicBezTo>
                  <a:cubicBezTo>
                    <a:pt x="73638" y="14229"/>
                    <a:pt x="73672" y="14264"/>
                    <a:pt x="73740" y="14298"/>
                  </a:cubicBezTo>
                  <a:lnTo>
                    <a:pt x="73842" y="14298"/>
                  </a:lnTo>
                  <a:cubicBezTo>
                    <a:pt x="73910" y="14298"/>
                    <a:pt x="73945" y="14264"/>
                    <a:pt x="73945" y="14229"/>
                  </a:cubicBezTo>
                  <a:cubicBezTo>
                    <a:pt x="73945" y="14195"/>
                    <a:pt x="73910" y="14127"/>
                    <a:pt x="73876" y="14127"/>
                  </a:cubicBezTo>
                  <a:lnTo>
                    <a:pt x="73774" y="14127"/>
                  </a:lnTo>
                  <a:cubicBezTo>
                    <a:pt x="73756" y="14118"/>
                    <a:pt x="73740" y="14114"/>
                    <a:pt x="73726" y="14114"/>
                  </a:cubicBezTo>
                  <a:close/>
                  <a:moveTo>
                    <a:pt x="110559" y="14161"/>
                  </a:moveTo>
                  <a:cubicBezTo>
                    <a:pt x="110490" y="14161"/>
                    <a:pt x="110456" y="14229"/>
                    <a:pt x="110490" y="14264"/>
                  </a:cubicBezTo>
                  <a:cubicBezTo>
                    <a:pt x="110490" y="14298"/>
                    <a:pt x="110524" y="14332"/>
                    <a:pt x="110559" y="14332"/>
                  </a:cubicBezTo>
                  <a:lnTo>
                    <a:pt x="110695" y="14332"/>
                  </a:lnTo>
                  <a:cubicBezTo>
                    <a:pt x="110729" y="14332"/>
                    <a:pt x="110763" y="14264"/>
                    <a:pt x="110763" y="14229"/>
                  </a:cubicBezTo>
                  <a:cubicBezTo>
                    <a:pt x="110763" y="14195"/>
                    <a:pt x="110729" y="14161"/>
                    <a:pt x="110661" y="14161"/>
                  </a:cubicBezTo>
                  <a:close/>
                  <a:moveTo>
                    <a:pt x="74287" y="14216"/>
                  </a:moveTo>
                  <a:cubicBezTo>
                    <a:pt x="74254" y="14216"/>
                    <a:pt x="74218" y="14248"/>
                    <a:pt x="74218" y="14298"/>
                  </a:cubicBezTo>
                  <a:cubicBezTo>
                    <a:pt x="74218" y="14332"/>
                    <a:pt x="74252" y="14366"/>
                    <a:pt x="74286" y="14400"/>
                  </a:cubicBezTo>
                  <a:lnTo>
                    <a:pt x="74422" y="14400"/>
                  </a:lnTo>
                  <a:cubicBezTo>
                    <a:pt x="74456" y="14400"/>
                    <a:pt x="74491" y="14366"/>
                    <a:pt x="74491" y="14332"/>
                  </a:cubicBezTo>
                  <a:cubicBezTo>
                    <a:pt x="74525" y="14298"/>
                    <a:pt x="74491" y="14229"/>
                    <a:pt x="74422" y="14229"/>
                  </a:cubicBezTo>
                  <a:lnTo>
                    <a:pt x="74320" y="14229"/>
                  </a:lnTo>
                  <a:cubicBezTo>
                    <a:pt x="74311" y="14220"/>
                    <a:pt x="74299" y="14216"/>
                    <a:pt x="74287" y="14216"/>
                  </a:cubicBezTo>
                  <a:close/>
                  <a:moveTo>
                    <a:pt x="109979" y="14229"/>
                  </a:moveTo>
                  <a:cubicBezTo>
                    <a:pt x="109944" y="14229"/>
                    <a:pt x="109910" y="14298"/>
                    <a:pt x="109910" y="14332"/>
                  </a:cubicBezTo>
                  <a:cubicBezTo>
                    <a:pt x="109910" y="14366"/>
                    <a:pt x="109944" y="14400"/>
                    <a:pt x="109979" y="14400"/>
                  </a:cubicBezTo>
                  <a:lnTo>
                    <a:pt x="110115" y="14400"/>
                  </a:lnTo>
                  <a:cubicBezTo>
                    <a:pt x="110149" y="14400"/>
                    <a:pt x="110183" y="14332"/>
                    <a:pt x="110183" y="14298"/>
                  </a:cubicBezTo>
                  <a:cubicBezTo>
                    <a:pt x="110183" y="14264"/>
                    <a:pt x="110149" y="14229"/>
                    <a:pt x="110081" y="14229"/>
                  </a:cubicBezTo>
                  <a:close/>
                  <a:moveTo>
                    <a:pt x="109433" y="14298"/>
                  </a:moveTo>
                  <a:cubicBezTo>
                    <a:pt x="109364" y="14298"/>
                    <a:pt x="109330" y="14366"/>
                    <a:pt x="109330" y="14400"/>
                  </a:cubicBezTo>
                  <a:cubicBezTo>
                    <a:pt x="109330" y="14434"/>
                    <a:pt x="109398" y="14468"/>
                    <a:pt x="109433" y="14468"/>
                  </a:cubicBezTo>
                  <a:lnTo>
                    <a:pt x="109535" y="14468"/>
                  </a:lnTo>
                  <a:cubicBezTo>
                    <a:pt x="109603" y="14468"/>
                    <a:pt x="109637" y="14400"/>
                    <a:pt x="109637" y="14366"/>
                  </a:cubicBezTo>
                  <a:cubicBezTo>
                    <a:pt x="109603" y="14332"/>
                    <a:pt x="109569" y="14298"/>
                    <a:pt x="109535" y="14298"/>
                  </a:cubicBezTo>
                  <a:close/>
                  <a:moveTo>
                    <a:pt x="74853" y="14318"/>
                  </a:moveTo>
                  <a:cubicBezTo>
                    <a:pt x="74816" y="14318"/>
                    <a:pt x="74798" y="14350"/>
                    <a:pt x="74798" y="14400"/>
                  </a:cubicBezTo>
                  <a:cubicBezTo>
                    <a:pt x="74764" y="14434"/>
                    <a:pt x="74798" y="14468"/>
                    <a:pt x="74866" y="14502"/>
                  </a:cubicBezTo>
                  <a:lnTo>
                    <a:pt x="74968" y="14502"/>
                  </a:lnTo>
                  <a:cubicBezTo>
                    <a:pt x="75037" y="14502"/>
                    <a:pt x="75071" y="14468"/>
                    <a:pt x="75071" y="14434"/>
                  </a:cubicBezTo>
                  <a:cubicBezTo>
                    <a:pt x="75071" y="14400"/>
                    <a:pt x="75037" y="14332"/>
                    <a:pt x="75002" y="14332"/>
                  </a:cubicBezTo>
                  <a:lnTo>
                    <a:pt x="74900" y="14332"/>
                  </a:lnTo>
                  <a:cubicBezTo>
                    <a:pt x="74882" y="14323"/>
                    <a:pt x="74866" y="14318"/>
                    <a:pt x="74853" y="14318"/>
                  </a:cubicBezTo>
                  <a:close/>
                  <a:moveTo>
                    <a:pt x="108852" y="14366"/>
                  </a:moveTo>
                  <a:cubicBezTo>
                    <a:pt x="108784" y="14366"/>
                    <a:pt x="108750" y="14434"/>
                    <a:pt x="108784" y="14468"/>
                  </a:cubicBezTo>
                  <a:cubicBezTo>
                    <a:pt x="108784" y="14502"/>
                    <a:pt x="108818" y="14537"/>
                    <a:pt x="108852" y="14537"/>
                  </a:cubicBezTo>
                  <a:lnTo>
                    <a:pt x="108989" y="14537"/>
                  </a:lnTo>
                  <a:cubicBezTo>
                    <a:pt x="109023" y="14537"/>
                    <a:pt x="109057" y="14468"/>
                    <a:pt x="109057" y="14434"/>
                  </a:cubicBezTo>
                  <a:cubicBezTo>
                    <a:pt x="109057" y="14400"/>
                    <a:pt x="109023" y="14366"/>
                    <a:pt x="108955" y="14366"/>
                  </a:cubicBezTo>
                  <a:close/>
                  <a:moveTo>
                    <a:pt x="75413" y="14421"/>
                  </a:moveTo>
                  <a:cubicBezTo>
                    <a:pt x="75380" y="14421"/>
                    <a:pt x="75344" y="14452"/>
                    <a:pt x="75344" y="14502"/>
                  </a:cubicBezTo>
                  <a:cubicBezTo>
                    <a:pt x="75344" y="14537"/>
                    <a:pt x="75378" y="14571"/>
                    <a:pt x="75412" y="14605"/>
                  </a:cubicBezTo>
                  <a:lnTo>
                    <a:pt x="75548" y="14605"/>
                  </a:lnTo>
                  <a:cubicBezTo>
                    <a:pt x="75583" y="14605"/>
                    <a:pt x="75617" y="14571"/>
                    <a:pt x="75617" y="14537"/>
                  </a:cubicBezTo>
                  <a:cubicBezTo>
                    <a:pt x="75651" y="14502"/>
                    <a:pt x="75617" y="14434"/>
                    <a:pt x="75548" y="14434"/>
                  </a:cubicBezTo>
                  <a:lnTo>
                    <a:pt x="75446" y="14434"/>
                  </a:lnTo>
                  <a:cubicBezTo>
                    <a:pt x="75437" y="14425"/>
                    <a:pt x="75425" y="14421"/>
                    <a:pt x="75413" y="14421"/>
                  </a:cubicBezTo>
                  <a:close/>
                  <a:moveTo>
                    <a:pt x="108272" y="14434"/>
                  </a:moveTo>
                  <a:cubicBezTo>
                    <a:pt x="108238" y="14434"/>
                    <a:pt x="108204" y="14468"/>
                    <a:pt x="108204" y="14537"/>
                  </a:cubicBezTo>
                  <a:cubicBezTo>
                    <a:pt x="108204" y="14571"/>
                    <a:pt x="108238" y="14605"/>
                    <a:pt x="108272" y="14605"/>
                  </a:cubicBezTo>
                  <a:lnTo>
                    <a:pt x="108409" y="14605"/>
                  </a:lnTo>
                  <a:cubicBezTo>
                    <a:pt x="108443" y="14571"/>
                    <a:pt x="108477" y="14537"/>
                    <a:pt x="108477" y="14502"/>
                  </a:cubicBezTo>
                  <a:cubicBezTo>
                    <a:pt x="108477" y="14434"/>
                    <a:pt x="108443" y="14434"/>
                    <a:pt x="108409" y="14434"/>
                  </a:cubicBezTo>
                  <a:close/>
                  <a:moveTo>
                    <a:pt x="107856" y="14489"/>
                  </a:moveTo>
                  <a:cubicBezTo>
                    <a:pt x="107847" y="14489"/>
                    <a:pt x="107838" y="14493"/>
                    <a:pt x="107829" y="14502"/>
                  </a:cubicBezTo>
                  <a:lnTo>
                    <a:pt x="107726" y="14502"/>
                  </a:lnTo>
                  <a:cubicBezTo>
                    <a:pt x="107658" y="14502"/>
                    <a:pt x="107624" y="14537"/>
                    <a:pt x="107624" y="14605"/>
                  </a:cubicBezTo>
                  <a:cubicBezTo>
                    <a:pt x="107624" y="14639"/>
                    <a:pt x="107692" y="14673"/>
                    <a:pt x="107726" y="14673"/>
                  </a:cubicBezTo>
                  <a:lnTo>
                    <a:pt x="107829" y="14673"/>
                  </a:lnTo>
                  <a:cubicBezTo>
                    <a:pt x="107897" y="14639"/>
                    <a:pt x="107931" y="14605"/>
                    <a:pt x="107931" y="14571"/>
                  </a:cubicBezTo>
                  <a:cubicBezTo>
                    <a:pt x="107906" y="14521"/>
                    <a:pt x="107881" y="14489"/>
                    <a:pt x="107856" y="14489"/>
                  </a:cubicBezTo>
                  <a:close/>
                  <a:moveTo>
                    <a:pt x="75979" y="14523"/>
                  </a:moveTo>
                  <a:cubicBezTo>
                    <a:pt x="75942" y="14523"/>
                    <a:pt x="75924" y="14555"/>
                    <a:pt x="75924" y="14605"/>
                  </a:cubicBezTo>
                  <a:cubicBezTo>
                    <a:pt x="75890" y="14639"/>
                    <a:pt x="75924" y="14673"/>
                    <a:pt x="75992" y="14707"/>
                  </a:cubicBezTo>
                  <a:lnTo>
                    <a:pt x="76094" y="14707"/>
                  </a:lnTo>
                  <a:cubicBezTo>
                    <a:pt x="76163" y="14707"/>
                    <a:pt x="76197" y="14673"/>
                    <a:pt x="76197" y="14639"/>
                  </a:cubicBezTo>
                  <a:cubicBezTo>
                    <a:pt x="76197" y="14605"/>
                    <a:pt x="76163" y="14571"/>
                    <a:pt x="76128" y="14537"/>
                  </a:cubicBezTo>
                  <a:lnTo>
                    <a:pt x="76026" y="14537"/>
                  </a:lnTo>
                  <a:cubicBezTo>
                    <a:pt x="76008" y="14527"/>
                    <a:pt x="75992" y="14523"/>
                    <a:pt x="75979" y="14523"/>
                  </a:cubicBezTo>
                  <a:close/>
                  <a:moveTo>
                    <a:pt x="107296" y="14557"/>
                  </a:moveTo>
                  <a:cubicBezTo>
                    <a:pt x="107283" y="14557"/>
                    <a:pt x="107267" y="14562"/>
                    <a:pt x="107249" y="14571"/>
                  </a:cubicBezTo>
                  <a:lnTo>
                    <a:pt x="107146" y="14571"/>
                  </a:lnTo>
                  <a:cubicBezTo>
                    <a:pt x="107078" y="14571"/>
                    <a:pt x="107044" y="14605"/>
                    <a:pt x="107078" y="14673"/>
                  </a:cubicBezTo>
                  <a:cubicBezTo>
                    <a:pt x="107078" y="14707"/>
                    <a:pt x="107112" y="14741"/>
                    <a:pt x="107146" y="14741"/>
                  </a:cubicBezTo>
                  <a:lnTo>
                    <a:pt x="107283" y="14741"/>
                  </a:lnTo>
                  <a:cubicBezTo>
                    <a:pt x="107317" y="14707"/>
                    <a:pt x="107351" y="14673"/>
                    <a:pt x="107351" y="14639"/>
                  </a:cubicBezTo>
                  <a:cubicBezTo>
                    <a:pt x="107351" y="14589"/>
                    <a:pt x="107333" y="14557"/>
                    <a:pt x="107296" y="14557"/>
                  </a:cubicBezTo>
                  <a:close/>
                  <a:moveTo>
                    <a:pt x="76539" y="14626"/>
                  </a:moveTo>
                  <a:cubicBezTo>
                    <a:pt x="76506" y="14626"/>
                    <a:pt x="76470" y="14657"/>
                    <a:pt x="76470" y="14707"/>
                  </a:cubicBezTo>
                  <a:cubicBezTo>
                    <a:pt x="76470" y="14741"/>
                    <a:pt x="76504" y="14775"/>
                    <a:pt x="76538" y="14810"/>
                  </a:cubicBezTo>
                  <a:lnTo>
                    <a:pt x="76674" y="14810"/>
                  </a:lnTo>
                  <a:cubicBezTo>
                    <a:pt x="76709" y="14810"/>
                    <a:pt x="76743" y="14775"/>
                    <a:pt x="76743" y="14741"/>
                  </a:cubicBezTo>
                  <a:cubicBezTo>
                    <a:pt x="76777" y="14707"/>
                    <a:pt x="76743" y="14673"/>
                    <a:pt x="76674" y="14639"/>
                  </a:cubicBezTo>
                  <a:lnTo>
                    <a:pt x="76572" y="14639"/>
                  </a:lnTo>
                  <a:cubicBezTo>
                    <a:pt x="76563" y="14630"/>
                    <a:pt x="76551" y="14626"/>
                    <a:pt x="76539" y="14626"/>
                  </a:cubicBezTo>
                  <a:close/>
                  <a:moveTo>
                    <a:pt x="106729" y="14626"/>
                  </a:moveTo>
                  <a:cubicBezTo>
                    <a:pt x="106721" y="14626"/>
                    <a:pt x="106712" y="14630"/>
                    <a:pt x="106703" y="14639"/>
                  </a:cubicBezTo>
                  <a:lnTo>
                    <a:pt x="106566" y="14639"/>
                  </a:lnTo>
                  <a:cubicBezTo>
                    <a:pt x="106532" y="14639"/>
                    <a:pt x="106498" y="14673"/>
                    <a:pt x="106498" y="14741"/>
                  </a:cubicBezTo>
                  <a:cubicBezTo>
                    <a:pt x="106498" y="14775"/>
                    <a:pt x="106532" y="14810"/>
                    <a:pt x="106566" y="14810"/>
                  </a:cubicBezTo>
                  <a:lnTo>
                    <a:pt x="106703" y="14810"/>
                  </a:lnTo>
                  <a:cubicBezTo>
                    <a:pt x="106737" y="14775"/>
                    <a:pt x="106771" y="14741"/>
                    <a:pt x="106771" y="14707"/>
                  </a:cubicBezTo>
                  <a:cubicBezTo>
                    <a:pt x="106771" y="14657"/>
                    <a:pt x="106753" y="14626"/>
                    <a:pt x="106729" y="14626"/>
                  </a:cubicBezTo>
                  <a:close/>
                  <a:moveTo>
                    <a:pt x="106123" y="14673"/>
                  </a:moveTo>
                  <a:lnTo>
                    <a:pt x="106020" y="14707"/>
                  </a:lnTo>
                  <a:cubicBezTo>
                    <a:pt x="105952" y="14707"/>
                    <a:pt x="105918" y="14741"/>
                    <a:pt x="105918" y="14810"/>
                  </a:cubicBezTo>
                  <a:cubicBezTo>
                    <a:pt x="105918" y="14844"/>
                    <a:pt x="105986" y="14878"/>
                    <a:pt x="106020" y="14878"/>
                  </a:cubicBezTo>
                  <a:lnTo>
                    <a:pt x="106123" y="14844"/>
                  </a:lnTo>
                  <a:cubicBezTo>
                    <a:pt x="106191" y="14844"/>
                    <a:pt x="106225" y="14810"/>
                    <a:pt x="106225" y="14775"/>
                  </a:cubicBezTo>
                  <a:cubicBezTo>
                    <a:pt x="106191" y="14707"/>
                    <a:pt x="106157" y="14673"/>
                    <a:pt x="106123" y="14673"/>
                  </a:cubicBezTo>
                  <a:close/>
                  <a:moveTo>
                    <a:pt x="77105" y="14728"/>
                  </a:moveTo>
                  <a:cubicBezTo>
                    <a:pt x="77068" y="14728"/>
                    <a:pt x="77050" y="14760"/>
                    <a:pt x="77050" y="14810"/>
                  </a:cubicBezTo>
                  <a:cubicBezTo>
                    <a:pt x="77016" y="14844"/>
                    <a:pt x="77050" y="14878"/>
                    <a:pt x="77118" y="14912"/>
                  </a:cubicBezTo>
                  <a:lnTo>
                    <a:pt x="77220" y="14912"/>
                  </a:lnTo>
                  <a:cubicBezTo>
                    <a:pt x="77289" y="14912"/>
                    <a:pt x="77323" y="14878"/>
                    <a:pt x="77323" y="14844"/>
                  </a:cubicBezTo>
                  <a:cubicBezTo>
                    <a:pt x="77323" y="14810"/>
                    <a:pt x="77289" y="14775"/>
                    <a:pt x="77255" y="14741"/>
                  </a:cubicBezTo>
                  <a:lnTo>
                    <a:pt x="77152" y="14741"/>
                  </a:lnTo>
                  <a:cubicBezTo>
                    <a:pt x="77134" y="14732"/>
                    <a:pt x="77118" y="14728"/>
                    <a:pt x="77105" y="14728"/>
                  </a:cubicBezTo>
                  <a:close/>
                  <a:moveTo>
                    <a:pt x="105543" y="14741"/>
                  </a:moveTo>
                  <a:lnTo>
                    <a:pt x="105440" y="14775"/>
                  </a:lnTo>
                  <a:cubicBezTo>
                    <a:pt x="105372" y="14775"/>
                    <a:pt x="105338" y="14810"/>
                    <a:pt x="105372" y="14878"/>
                  </a:cubicBezTo>
                  <a:cubicBezTo>
                    <a:pt x="105372" y="14912"/>
                    <a:pt x="105406" y="14946"/>
                    <a:pt x="105440" y="14946"/>
                  </a:cubicBezTo>
                  <a:lnTo>
                    <a:pt x="105577" y="14912"/>
                  </a:lnTo>
                  <a:cubicBezTo>
                    <a:pt x="105611" y="14912"/>
                    <a:pt x="105645" y="14878"/>
                    <a:pt x="105645" y="14844"/>
                  </a:cubicBezTo>
                  <a:cubicBezTo>
                    <a:pt x="105645" y="14775"/>
                    <a:pt x="105611" y="14741"/>
                    <a:pt x="105543" y="14741"/>
                  </a:cubicBezTo>
                  <a:close/>
                  <a:moveTo>
                    <a:pt x="77665" y="14830"/>
                  </a:moveTo>
                  <a:cubicBezTo>
                    <a:pt x="77632" y="14830"/>
                    <a:pt x="77596" y="14862"/>
                    <a:pt x="77596" y="14912"/>
                  </a:cubicBezTo>
                  <a:cubicBezTo>
                    <a:pt x="77596" y="14946"/>
                    <a:pt x="77630" y="14980"/>
                    <a:pt x="77664" y="15014"/>
                  </a:cubicBezTo>
                  <a:lnTo>
                    <a:pt x="77801" y="15014"/>
                  </a:lnTo>
                  <a:cubicBezTo>
                    <a:pt x="77835" y="15014"/>
                    <a:pt x="77869" y="14980"/>
                    <a:pt x="77869" y="14946"/>
                  </a:cubicBezTo>
                  <a:cubicBezTo>
                    <a:pt x="77903" y="14912"/>
                    <a:pt x="77869" y="14878"/>
                    <a:pt x="77801" y="14844"/>
                  </a:cubicBezTo>
                  <a:lnTo>
                    <a:pt x="77698" y="14844"/>
                  </a:lnTo>
                  <a:cubicBezTo>
                    <a:pt x="77689" y="14834"/>
                    <a:pt x="77677" y="14830"/>
                    <a:pt x="77665" y="14830"/>
                  </a:cubicBezTo>
                  <a:close/>
                  <a:moveTo>
                    <a:pt x="104997" y="14810"/>
                  </a:moveTo>
                  <a:lnTo>
                    <a:pt x="104860" y="14844"/>
                  </a:lnTo>
                  <a:cubicBezTo>
                    <a:pt x="104826" y="14844"/>
                    <a:pt x="104792" y="14878"/>
                    <a:pt x="104792" y="14946"/>
                  </a:cubicBezTo>
                  <a:cubicBezTo>
                    <a:pt x="104792" y="14980"/>
                    <a:pt x="104826" y="15014"/>
                    <a:pt x="104860" y="15014"/>
                  </a:cubicBezTo>
                  <a:lnTo>
                    <a:pt x="104894" y="15014"/>
                  </a:lnTo>
                  <a:lnTo>
                    <a:pt x="104997" y="14980"/>
                  </a:lnTo>
                  <a:cubicBezTo>
                    <a:pt x="105031" y="14980"/>
                    <a:pt x="105065" y="14946"/>
                    <a:pt x="105065" y="14912"/>
                  </a:cubicBezTo>
                  <a:cubicBezTo>
                    <a:pt x="105065" y="14844"/>
                    <a:pt x="105031" y="14810"/>
                    <a:pt x="104997" y="14810"/>
                  </a:cubicBezTo>
                  <a:close/>
                  <a:moveTo>
                    <a:pt x="104416" y="14878"/>
                  </a:moveTo>
                  <a:lnTo>
                    <a:pt x="104314" y="14912"/>
                  </a:lnTo>
                  <a:cubicBezTo>
                    <a:pt x="104246" y="14912"/>
                    <a:pt x="104212" y="14946"/>
                    <a:pt x="104212" y="14980"/>
                  </a:cubicBezTo>
                  <a:cubicBezTo>
                    <a:pt x="104212" y="15048"/>
                    <a:pt x="104280" y="15082"/>
                    <a:pt x="104314" y="15082"/>
                  </a:cubicBezTo>
                  <a:lnTo>
                    <a:pt x="104416" y="15048"/>
                  </a:lnTo>
                  <a:cubicBezTo>
                    <a:pt x="104485" y="15048"/>
                    <a:pt x="104519" y="15014"/>
                    <a:pt x="104519" y="14946"/>
                  </a:cubicBezTo>
                  <a:cubicBezTo>
                    <a:pt x="104485" y="14912"/>
                    <a:pt x="104451" y="14878"/>
                    <a:pt x="104416" y="14878"/>
                  </a:cubicBezTo>
                  <a:close/>
                  <a:moveTo>
                    <a:pt x="78231" y="14933"/>
                  </a:moveTo>
                  <a:cubicBezTo>
                    <a:pt x="78194" y="14933"/>
                    <a:pt x="78176" y="14964"/>
                    <a:pt x="78176" y="15014"/>
                  </a:cubicBezTo>
                  <a:cubicBezTo>
                    <a:pt x="78142" y="15048"/>
                    <a:pt x="78176" y="15082"/>
                    <a:pt x="78244" y="15117"/>
                  </a:cubicBezTo>
                  <a:lnTo>
                    <a:pt x="78346" y="15117"/>
                  </a:lnTo>
                  <a:cubicBezTo>
                    <a:pt x="78415" y="15117"/>
                    <a:pt x="78449" y="15082"/>
                    <a:pt x="78449" y="15048"/>
                  </a:cubicBezTo>
                  <a:cubicBezTo>
                    <a:pt x="78449" y="15014"/>
                    <a:pt x="78415" y="14980"/>
                    <a:pt x="78381" y="14946"/>
                  </a:cubicBezTo>
                  <a:lnTo>
                    <a:pt x="78278" y="14946"/>
                  </a:lnTo>
                  <a:cubicBezTo>
                    <a:pt x="78260" y="14937"/>
                    <a:pt x="78244" y="14933"/>
                    <a:pt x="78231" y="14933"/>
                  </a:cubicBezTo>
                  <a:close/>
                  <a:moveTo>
                    <a:pt x="103836" y="14946"/>
                  </a:moveTo>
                  <a:lnTo>
                    <a:pt x="103734" y="14980"/>
                  </a:lnTo>
                  <a:cubicBezTo>
                    <a:pt x="103666" y="14980"/>
                    <a:pt x="103666" y="15014"/>
                    <a:pt x="103666" y="15048"/>
                  </a:cubicBezTo>
                  <a:cubicBezTo>
                    <a:pt x="103666" y="15117"/>
                    <a:pt x="103700" y="15151"/>
                    <a:pt x="103734" y="15151"/>
                  </a:cubicBezTo>
                  <a:lnTo>
                    <a:pt x="103871" y="15117"/>
                  </a:lnTo>
                  <a:cubicBezTo>
                    <a:pt x="103905" y="15117"/>
                    <a:pt x="103939" y="15082"/>
                    <a:pt x="103939" y="15014"/>
                  </a:cubicBezTo>
                  <a:cubicBezTo>
                    <a:pt x="103939" y="14980"/>
                    <a:pt x="103905" y="14946"/>
                    <a:pt x="103836" y="14946"/>
                  </a:cubicBezTo>
                  <a:close/>
                  <a:moveTo>
                    <a:pt x="78824" y="15048"/>
                  </a:moveTo>
                  <a:cubicBezTo>
                    <a:pt x="78790" y="15048"/>
                    <a:pt x="78722" y="15048"/>
                    <a:pt x="78722" y="15117"/>
                  </a:cubicBezTo>
                  <a:cubicBezTo>
                    <a:pt x="78722" y="15151"/>
                    <a:pt x="78756" y="15185"/>
                    <a:pt x="78790" y="15219"/>
                  </a:cubicBezTo>
                  <a:lnTo>
                    <a:pt x="78927" y="15219"/>
                  </a:lnTo>
                  <a:cubicBezTo>
                    <a:pt x="78961" y="15219"/>
                    <a:pt x="78995" y="15185"/>
                    <a:pt x="78995" y="15151"/>
                  </a:cubicBezTo>
                  <a:cubicBezTo>
                    <a:pt x="79029" y="15117"/>
                    <a:pt x="78995" y="15082"/>
                    <a:pt x="78927" y="15048"/>
                  </a:cubicBezTo>
                  <a:close/>
                  <a:moveTo>
                    <a:pt x="103290" y="15014"/>
                  </a:moveTo>
                  <a:lnTo>
                    <a:pt x="103154" y="15048"/>
                  </a:lnTo>
                  <a:cubicBezTo>
                    <a:pt x="103120" y="15048"/>
                    <a:pt x="103086" y="15082"/>
                    <a:pt x="103086" y="15117"/>
                  </a:cubicBezTo>
                  <a:cubicBezTo>
                    <a:pt x="103086" y="15185"/>
                    <a:pt x="103120" y="15219"/>
                    <a:pt x="103154" y="15219"/>
                  </a:cubicBezTo>
                  <a:lnTo>
                    <a:pt x="103188" y="15219"/>
                  </a:lnTo>
                  <a:lnTo>
                    <a:pt x="103290" y="15185"/>
                  </a:lnTo>
                  <a:cubicBezTo>
                    <a:pt x="103325" y="15185"/>
                    <a:pt x="103359" y="15151"/>
                    <a:pt x="103359" y="15082"/>
                  </a:cubicBezTo>
                  <a:cubicBezTo>
                    <a:pt x="103359" y="15048"/>
                    <a:pt x="103325" y="15014"/>
                    <a:pt x="103290" y="15014"/>
                  </a:cubicBezTo>
                  <a:close/>
                  <a:moveTo>
                    <a:pt x="102710" y="15082"/>
                  </a:moveTo>
                  <a:lnTo>
                    <a:pt x="102608" y="15117"/>
                  </a:lnTo>
                  <a:cubicBezTo>
                    <a:pt x="102540" y="15117"/>
                    <a:pt x="102506" y="15151"/>
                    <a:pt x="102506" y="15185"/>
                  </a:cubicBezTo>
                  <a:cubicBezTo>
                    <a:pt x="102506" y="15253"/>
                    <a:pt x="102574" y="15287"/>
                    <a:pt x="102608" y="15287"/>
                  </a:cubicBezTo>
                  <a:lnTo>
                    <a:pt x="102710" y="15253"/>
                  </a:lnTo>
                  <a:cubicBezTo>
                    <a:pt x="102779" y="15253"/>
                    <a:pt x="102813" y="15219"/>
                    <a:pt x="102813" y="15151"/>
                  </a:cubicBezTo>
                  <a:cubicBezTo>
                    <a:pt x="102813" y="15117"/>
                    <a:pt x="102744" y="15082"/>
                    <a:pt x="102710" y="15082"/>
                  </a:cubicBezTo>
                  <a:close/>
                  <a:moveTo>
                    <a:pt x="79404" y="15151"/>
                  </a:moveTo>
                  <a:cubicBezTo>
                    <a:pt x="79336" y="15151"/>
                    <a:pt x="79302" y="15151"/>
                    <a:pt x="79302" y="15219"/>
                  </a:cubicBezTo>
                  <a:cubicBezTo>
                    <a:pt x="79268" y="15253"/>
                    <a:pt x="79302" y="15287"/>
                    <a:pt x="79370" y="15321"/>
                  </a:cubicBezTo>
                  <a:lnTo>
                    <a:pt x="79473" y="15321"/>
                  </a:lnTo>
                  <a:cubicBezTo>
                    <a:pt x="79541" y="15321"/>
                    <a:pt x="79575" y="15287"/>
                    <a:pt x="79575" y="15253"/>
                  </a:cubicBezTo>
                  <a:cubicBezTo>
                    <a:pt x="79575" y="15219"/>
                    <a:pt x="79541" y="15185"/>
                    <a:pt x="79507" y="15151"/>
                  </a:cubicBezTo>
                  <a:close/>
                  <a:moveTo>
                    <a:pt x="102028" y="15151"/>
                  </a:moveTo>
                  <a:cubicBezTo>
                    <a:pt x="101960" y="15185"/>
                    <a:pt x="101960" y="15219"/>
                    <a:pt x="101960" y="15253"/>
                  </a:cubicBezTo>
                  <a:cubicBezTo>
                    <a:pt x="101960" y="15321"/>
                    <a:pt x="101994" y="15321"/>
                    <a:pt x="102028" y="15321"/>
                  </a:cubicBezTo>
                  <a:lnTo>
                    <a:pt x="102164" y="15321"/>
                  </a:lnTo>
                  <a:cubicBezTo>
                    <a:pt x="102198" y="15321"/>
                    <a:pt x="102233" y="15287"/>
                    <a:pt x="102233" y="15219"/>
                  </a:cubicBezTo>
                  <a:cubicBezTo>
                    <a:pt x="102233" y="15185"/>
                    <a:pt x="102198" y="15151"/>
                    <a:pt x="102130" y="15151"/>
                  </a:cubicBezTo>
                  <a:close/>
                  <a:moveTo>
                    <a:pt x="101448" y="15219"/>
                  </a:moveTo>
                  <a:cubicBezTo>
                    <a:pt x="101414" y="15253"/>
                    <a:pt x="101380" y="15287"/>
                    <a:pt x="101380" y="15321"/>
                  </a:cubicBezTo>
                  <a:cubicBezTo>
                    <a:pt x="101380" y="15355"/>
                    <a:pt x="101414" y="15390"/>
                    <a:pt x="101482" y="15390"/>
                  </a:cubicBezTo>
                  <a:lnTo>
                    <a:pt x="101584" y="15390"/>
                  </a:lnTo>
                  <a:cubicBezTo>
                    <a:pt x="101653" y="15390"/>
                    <a:pt x="101653" y="15355"/>
                    <a:pt x="101653" y="15287"/>
                  </a:cubicBezTo>
                  <a:cubicBezTo>
                    <a:pt x="101653" y="15253"/>
                    <a:pt x="101618" y="15219"/>
                    <a:pt x="101584" y="15219"/>
                  </a:cubicBezTo>
                  <a:close/>
                  <a:moveTo>
                    <a:pt x="79950" y="15253"/>
                  </a:moveTo>
                  <a:cubicBezTo>
                    <a:pt x="79916" y="15253"/>
                    <a:pt x="79848" y="15253"/>
                    <a:pt x="79848" y="15321"/>
                  </a:cubicBezTo>
                  <a:cubicBezTo>
                    <a:pt x="79848" y="15355"/>
                    <a:pt x="79882" y="15390"/>
                    <a:pt x="79916" y="15424"/>
                  </a:cubicBezTo>
                  <a:lnTo>
                    <a:pt x="80053" y="15424"/>
                  </a:lnTo>
                  <a:cubicBezTo>
                    <a:pt x="80087" y="15424"/>
                    <a:pt x="80121" y="15424"/>
                    <a:pt x="80121" y="15355"/>
                  </a:cubicBezTo>
                  <a:cubicBezTo>
                    <a:pt x="80155" y="15321"/>
                    <a:pt x="80121" y="15287"/>
                    <a:pt x="80053" y="15253"/>
                  </a:cubicBezTo>
                  <a:close/>
                  <a:moveTo>
                    <a:pt x="100902" y="15287"/>
                  </a:moveTo>
                  <a:cubicBezTo>
                    <a:pt x="100834" y="15321"/>
                    <a:pt x="100799" y="15355"/>
                    <a:pt x="100799" y="15390"/>
                  </a:cubicBezTo>
                  <a:cubicBezTo>
                    <a:pt x="100799" y="15424"/>
                    <a:pt x="100868" y="15458"/>
                    <a:pt x="100902" y="15458"/>
                  </a:cubicBezTo>
                  <a:lnTo>
                    <a:pt x="101004" y="15458"/>
                  </a:lnTo>
                  <a:cubicBezTo>
                    <a:pt x="101072" y="15458"/>
                    <a:pt x="101107" y="15424"/>
                    <a:pt x="101107" y="15355"/>
                  </a:cubicBezTo>
                  <a:cubicBezTo>
                    <a:pt x="101107" y="15321"/>
                    <a:pt x="101038" y="15287"/>
                    <a:pt x="101004" y="15287"/>
                  </a:cubicBezTo>
                  <a:close/>
                  <a:moveTo>
                    <a:pt x="80530" y="15355"/>
                  </a:moveTo>
                  <a:cubicBezTo>
                    <a:pt x="80462" y="15355"/>
                    <a:pt x="80428" y="15355"/>
                    <a:pt x="80428" y="15424"/>
                  </a:cubicBezTo>
                  <a:cubicBezTo>
                    <a:pt x="80394" y="15458"/>
                    <a:pt x="80428" y="15492"/>
                    <a:pt x="80496" y="15526"/>
                  </a:cubicBezTo>
                  <a:lnTo>
                    <a:pt x="80599" y="15526"/>
                  </a:lnTo>
                  <a:cubicBezTo>
                    <a:pt x="80667" y="15526"/>
                    <a:pt x="80701" y="15526"/>
                    <a:pt x="80701" y="15458"/>
                  </a:cubicBezTo>
                  <a:cubicBezTo>
                    <a:pt x="80701" y="15424"/>
                    <a:pt x="80667" y="15390"/>
                    <a:pt x="80633" y="15355"/>
                  </a:cubicBezTo>
                  <a:close/>
                  <a:moveTo>
                    <a:pt x="100322" y="15355"/>
                  </a:moveTo>
                  <a:cubicBezTo>
                    <a:pt x="100253" y="15355"/>
                    <a:pt x="100253" y="15424"/>
                    <a:pt x="100253" y="15458"/>
                  </a:cubicBezTo>
                  <a:cubicBezTo>
                    <a:pt x="100253" y="15492"/>
                    <a:pt x="100288" y="15526"/>
                    <a:pt x="100322" y="15526"/>
                  </a:cubicBezTo>
                  <a:lnTo>
                    <a:pt x="100458" y="15526"/>
                  </a:lnTo>
                  <a:cubicBezTo>
                    <a:pt x="100492" y="15526"/>
                    <a:pt x="100526" y="15458"/>
                    <a:pt x="100526" y="15424"/>
                  </a:cubicBezTo>
                  <a:cubicBezTo>
                    <a:pt x="100526" y="15390"/>
                    <a:pt x="100458" y="15355"/>
                    <a:pt x="100424" y="15355"/>
                  </a:cubicBezTo>
                  <a:close/>
                  <a:moveTo>
                    <a:pt x="99742" y="15424"/>
                  </a:moveTo>
                  <a:cubicBezTo>
                    <a:pt x="99707" y="15424"/>
                    <a:pt x="99673" y="15492"/>
                    <a:pt x="99673" y="15526"/>
                  </a:cubicBezTo>
                  <a:cubicBezTo>
                    <a:pt x="99673" y="15560"/>
                    <a:pt x="99707" y="15594"/>
                    <a:pt x="99776" y="15594"/>
                  </a:cubicBezTo>
                  <a:lnTo>
                    <a:pt x="99878" y="15594"/>
                  </a:lnTo>
                  <a:cubicBezTo>
                    <a:pt x="99946" y="15594"/>
                    <a:pt x="99946" y="15526"/>
                    <a:pt x="99946" y="15492"/>
                  </a:cubicBezTo>
                  <a:cubicBezTo>
                    <a:pt x="99946" y="15458"/>
                    <a:pt x="99912" y="15424"/>
                    <a:pt x="99878" y="15424"/>
                  </a:cubicBezTo>
                  <a:close/>
                  <a:moveTo>
                    <a:pt x="81076" y="15458"/>
                  </a:moveTo>
                  <a:cubicBezTo>
                    <a:pt x="81042" y="15458"/>
                    <a:pt x="80974" y="15458"/>
                    <a:pt x="80974" y="15526"/>
                  </a:cubicBezTo>
                  <a:cubicBezTo>
                    <a:pt x="80974" y="15560"/>
                    <a:pt x="81008" y="15628"/>
                    <a:pt x="81042" y="15628"/>
                  </a:cubicBezTo>
                  <a:lnTo>
                    <a:pt x="81179" y="15628"/>
                  </a:lnTo>
                  <a:cubicBezTo>
                    <a:pt x="81213" y="15628"/>
                    <a:pt x="81247" y="15628"/>
                    <a:pt x="81247" y="15560"/>
                  </a:cubicBezTo>
                  <a:cubicBezTo>
                    <a:pt x="81281" y="15526"/>
                    <a:pt x="81247" y="15492"/>
                    <a:pt x="81179" y="15458"/>
                  </a:cubicBezTo>
                  <a:close/>
                  <a:moveTo>
                    <a:pt x="99196" y="15492"/>
                  </a:moveTo>
                  <a:cubicBezTo>
                    <a:pt x="99127" y="15492"/>
                    <a:pt x="99093" y="15560"/>
                    <a:pt x="99093" y="15594"/>
                  </a:cubicBezTo>
                  <a:cubicBezTo>
                    <a:pt x="99127" y="15628"/>
                    <a:pt x="99162" y="15663"/>
                    <a:pt x="99196" y="15663"/>
                  </a:cubicBezTo>
                  <a:lnTo>
                    <a:pt x="99298" y="15663"/>
                  </a:lnTo>
                  <a:cubicBezTo>
                    <a:pt x="99366" y="15663"/>
                    <a:pt x="99400" y="15594"/>
                    <a:pt x="99400" y="15560"/>
                  </a:cubicBezTo>
                  <a:cubicBezTo>
                    <a:pt x="99400" y="15526"/>
                    <a:pt x="99332" y="15492"/>
                    <a:pt x="99298" y="15492"/>
                  </a:cubicBezTo>
                  <a:close/>
                  <a:moveTo>
                    <a:pt x="81656" y="15560"/>
                  </a:moveTo>
                  <a:cubicBezTo>
                    <a:pt x="81588" y="15560"/>
                    <a:pt x="81554" y="15560"/>
                    <a:pt x="81554" y="15628"/>
                  </a:cubicBezTo>
                  <a:cubicBezTo>
                    <a:pt x="81520" y="15663"/>
                    <a:pt x="81554" y="15731"/>
                    <a:pt x="81622" y="15731"/>
                  </a:cubicBezTo>
                  <a:lnTo>
                    <a:pt x="81725" y="15731"/>
                  </a:lnTo>
                  <a:cubicBezTo>
                    <a:pt x="81793" y="15731"/>
                    <a:pt x="81827" y="15731"/>
                    <a:pt x="81827" y="15663"/>
                  </a:cubicBezTo>
                  <a:cubicBezTo>
                    <a:pt x="81827" y="15628"/>
                    <a:pt x="81793" y="15594"/>
                    <a:pt x="81759" y="15560"/>
                  </a:cubicBezTo>
                  <a:close/>
                  <a:moveTo>
                    <a:pt x="98616" y="15560"/>
                  </a:moveTo>
                  <a:cubicBezTo>
                    <a:pt x="98581" y="15560"/>
                    <a:pt x="98547" y="15628"/>
                    <a:pt x="98547" y="15663"/>
                  </a:cubicBezTo>
                  <a:cubicBezTo>
                    <a:pt x="98547" y="15697"/>
                    <a:pt x="98581" y="15731"/>
                    <a:pt x="98616" y="15731"/>
                  </a:cubicBezTo>
                  <a:lnTo>
                    <a:pt x="98752" y="15731"/>
                  </a:lnTo>
                  <a:cubicBezTo>
                    <a:pt x="98786" y="15731"/>
                    <a:pt x="98820" y="15663"/>
                    <a:pt x="98820" y="15628"/>
                  </a:cubicBezTo>
                  <a:cubicBezTo>
                    <a:pt x="98820" y="15594"/>
                    <a:pt x="98786" y="15560"/>
                    <a:pt x="98718" y="15560"/>
                  </a:cubicBezTo>
                  <a:close/>
                  <a:moveTo>
                    <a:pt x="98191" y="15619"/>
                  </a:moveTo>
                  <a:cubicBezTo>
                    <a:pt x="98185" y="15619"/>
                    <a:pt x="98178" y="15622"/>
                    <a:pt x="98172" y="15628"/>
                  </a:cubicBezTo>
                  <a:lnTo>
                    <a:pt x="98035" y="15628"/>
                  </a:lnTo>
                  <a:cubicBezTo>
                    <a:pt x="98001" y="15628"/>
                    <a:pt x="97967" y="15697"/>
                    <a:pt x="97967" y="15731"/>
                  </a:cubicBezTo>
                  <a:cubicBezTo>
                    <a:pt x="97967" y="15765"/>
                    <a:pt x="98001" y="15799"/>
                    <a:pt x="98070" y="15799"/>
                  </a:cubicBezTo>
                  <a:lnTo>
                    <a:pt x="98172" y="15799"/>
                  </a:lnTo>
                  <a:cubicBezTo>
                    <a:pt x="98240" y="15799"/>
                    <a:pt x="98274" y="15731"/>
                    <a:pt x="98240" y="15697"/>
                  </a:cubicBezTo>
                  <a:cubicBezTo>
                    <a:pt x="98240" y="15669"/>
                    <a:pt x="98218" y="15619"/>
                    <a:pt x="98191" y="15619"/>
                  </a:cubicBezTo>
                  <a:close/>
                  <a:moveTo>
                    <a:pt x="82202" y="15663"/>
                  </a:moveTo>
                  <a:cubicBezTo>
                    <a:pt x="82168" y="15663"/>
                    <a:pt x="82100" y="15697"/>
                    <a:pt x="82100" y="15731"/>
                  </a:cubicBezTo>
                  <a:cubicBezTo>
                    <a:pt x="82100" y="15765"/>
                    <a:pt x="82134" y="15833"/>
                    <a:pt x="82168" y="15833"/>
                  </a:cubicBezTo>
                  <a:lnTo>
                    <a:pt x="82305" y="15833"/>
                  </a:lnTo>
                  <a:cubicBezTo>
                    <a:pt x="82339" y="15833"/>
                    <a:pt x="82373" y="15833"/>
                    <a:pt x="82373" y="15765"/>
                  </a:cubicBezTo>
                  <a:cubicBezTo>
                    <a:pt x="82407" y="15731"/>
                    <a:pt x="82373" y="15697"/>
                    <a:pt x="82305" y="15663"/>
                  </a:cubicBezTo>
                  <a:close/>
                  <a:moveTo>
                    <a:pt x="97614" y="15687"/>
                  </a:moveTo>
                  <a:cubicBezTo>
                    <a:pt x="97606" y="15687"/>
                    <a:pt x="97598" y="15690"/>
                    <a:pt x="97592" y="15697"/>
                  </a:cubicBezTo>
                  <a:lnTo>
                    <a:pt x="97489" y="15697"/>
                  </a:lnTo>
                  <a:cubicBezTo>
                    <a:pt x="97421" y="15697"/>
                    <a:pt x="97387" y="15731"/>
                    <a:pt x="97387" y="15799"/>
                  </a:cubicBezTo>
                  <a:cubicBezTo>
                    <a:pt x="97421" y="15833"/>
                    <a:pt x="97455" y="15867"/>
                    <a:pt x="97489" y="15867"/>
                  </a:cubicBezTo>
                  <a:lnTo>
                    <a:pt x="97592" y="15867"/>
                  </a:lnTo>
                  <a:cubicBezTo>
                    <a:pt x="97660" y="15867"/>
                    <a:pt x="97694" y="15799"/>
                    <a:pt x="97694" y="15765"/>
                  </a:cubicBezTo>
                  <a:cubicBezTo>
                    <a:pt x="97694" y="15737"/>
                    <a:pt x="97650" y="15687"/>
                    <a:pt x="97614" y="15687"/>
                  </a:cubicBezTo>
                  <a:close/>
                  <a:moveTo>
                    <a:pt x="82782" y="15765"/>
                  </a:moveTo>
                  <a:cubicBezTo>
                    <a:pt x="82714" y="15765"/>
                    <a:pt x="82680" y="15799"/>
                    <a:pt x="82680" y="15833"/>
                  </a:cubicBezTo>
                  <a:cubicBezTo>
                    <a:pt x="82646" y="15867"/>
                    <a:pt x="82680" y="15936"/>
                    <a:pt x="82748" y="15936"/>
                  </a:cubicBezTo>
                  <a:lnTo>
                    <a:pt x="82851" y="15936"/>
                  </a:lnTo>
                  <a:cubicBezTo>
                    <a:pt x="82919" y="15936"/>
                    <a:pt x="82953" y="15936"/>
                    <a:pt x="82953" y="15867"/>
                  </a:cubicBezTo>
                  <a:cubicBezTo>
                    <a:pt x="82953" y="15833"/>
                    <a:pt x="82919" y="15799"/>
                    <a:pt x="82885" y="15765"/>
                  </a:cubicBezTo>
                  <a:close/>
                  <a:moveTo>
                    <a:pt x="97059" y="15752"/>
                  </a:moveTo>
                  <a:cubicBezTo>
                    <a:pt x="97046" y="15752"/>
                    <a:pt x="97030" y="15756"/>
                    <a:pt x="97012" y="15765"/>
                  </a:cubicBezTo>
                  <a:lnTo>
                    <a:pt x="96909" y="15765"/>
                  </a:lnTo>
                  <a:cubicBezTo>
                    <a:pt x="96875" y="15765"/>
                    <a:pt x="96841" y="15799"/>
                    <a:pt x="96841" y="15867"/>
                  </a:cubicBezTo>
                  <a:cubicBezTo>
                    <a:pt x="96841" y="15901"/>
                    <a:pt x="96875" y="15936"/>
                    <a:pt x="96909" y="15936"/>
                  </a:cubicBezTo>
                  <a:lnTo>
                    <a:pt x="97046" y="15936"/>
                  </a:lnTo>
                  <a:cubicBezTo>
                    <a:pt x="97080" y="15901"/>
                    <a:pt x="97114" y="15867"/>
                    <a:pt x="97114" y="15833"/>
                  </a:cubicBezTo>
                  <a:cubicBezTo>
                    <a:pt x="97114" y="15783"/>
                    <a:pt x="97096" y="15752"/>
                    <a:pt x="97059" y="15752"/>
                  </a:cubicBezTo>
                  <a:close/>
                  <a:moveTo>
                    <a:pt x="96493" y="15820"/>
                  </a:moveTo>
                  <a:cubicBezTo>
                    <a:pt x="96484" y="15820"/>
                    <a:pt x="96475" y="15824"/>
                    <a:pt x="96466" y="15833"/>
                  </a:cubicBezTo>
                  <a:lnTo>
                    <a:pt x="96329" y="15833"/>
                  </a:lnTo>
                  <a:cubicBezTo>
                    <a:pt x="96295" y="15833"/>
                    <a:pt x="96261" y="15867"/>
                    <a:pt x="96261" y="15936"/>
                  </a:cubicBezTo>
                  <a:cubicBezTo>
                    <a:pt x="96261" y="15970"/>
                    <a:pt x="96295" y="16004"/>
                    <a:pt x="96363" y="16004"/>
                  </a:cubicBezTo>
                  <a:lnTo>
                    <a:pt x="96466" y="16004"/>
                  </a:lnTo>
                  <a:cubicBezTo>
                    <a:pt x="96534" y="15970"/>
                    <a:pt x="96568" y="15936"/>
                    <a:pt x="96534" y="15901"/>
                  </a:cubicBezTo>
                  <a:cubicBezTo>
                    <a:pt x="96534" y="15851"/>
                    <a:pt x="96516" y="15820"/>
                    <a:pt x="96493" y="15820"/>
                  </a:cubicBezTo>
                  <a:close/>
                  <a:moveTo>
                    <a:pt x="83328" y="15867"/>
                  </a:moveTo>
                  <a:cubicBezTo>
                    <a:pt x="83294" y="15867"/>
                    <a:pt x="83226" y="15901"/>
                    <a:pt x="83226" y="15936"/>
                  </a:cubicBezTo>
                  <a:cubicBezTo>
                    <a:pt x="83226" y="15970"/>
                    <a:pt x="83260" y="16038"/>
                    <a:pt x="83294" y="16038"/>
                  </a:cubicBezTo>
                  <a:lnTo>
                    <a:pt x="83431" y="16038"/>
                  </a:lnTo>
                  <a:cubicBezTo>
                    <a:pt x="83465" y="16038"/>
                    <a:pt x="83499" y="16038"/>
                    <a:pt x="83499" y="15970"/>
                  </a:cubicBezTo>
                  <a:cubicBezTo>
                    <a:pt x="83533" y="15936"/>
                    <a:pt x="83499" y="15901"/>
                    <a:pt x="83431" y="15867"/>
                  </a:cubicBezTo>
                  <a:close/>
                  <a:moveTo>
                    <a:pt x="95919" y="15888"/>
                  </a:moveTo>
                  <a:cubicBezTo>
                    <a:pt x="95906" y="15888"/>
                    <a:pt x="95895" y="15892"/>
                    <a:pt x="95886" y="15901"/>
                  </a:cubicBezTo>
                  <a:lnTo>
                    <a:pt x="95783" y="15901"/>
                  </a:lnTo>
                  <a:cubicBezTo>
                    <a:pt x="95715" y="15901"/>
                    <a:pt x="95681" y="15936"/>
                    <a:pt x="95681" y="16004"/>
                  </a:cubicBezTo>
                  <a:cubicBezTo>
                    <a:pt x="95715" y="16038"/>
                    <a:pt x="95749" y="16072"/>
                    <a:pt x="95783" y="16072"/>
                  </a:cubicBezTo>
                  <a:lnTo>
                    <a:pt x="95886" y="16072"/>
                  </a:lnTo>
                  <a:cubicBezTo>
                    <a:pt x="95954" y="16038"/>
                    <a:pt x="95988" y="16004"/>
                    <a:pt x="95988" y="15970"/>
                  </a:cubicBezTo>
                  <a:cubicBezTo>
                    <a:pt x="95988" y="15920"/>
                    <a:pt x="95952" y="15888"/>
                    <a:pt x="95919" y="15888"/>
                  </a:cubicBezTo>
                  <a:close/>
                  <a:moveTo>
                    <a:pt x="83909" y="15970"/>
                  </a:moveTo>
                  <a:cubicBezTo>
                    <a:pt x="83840" y="15970"/>
                    <a:pt x="83806" y="16004"/>
                    <a:pt x="83806" y="16038"/>
                  </a:cubicBezTo>
                  <a:cubicBezTo>
                    <a:pt x="83772" y="16072"/>
                    <a:pt x="83806" y="16140"/>
                    <a:pt x="83874" y="16140"/>
                  </a:cubicBezTo>
                  <a:lnTo>
                    <a:pt x="83977" y="16140"/>
                  </a:lnTo>
                  <a:cubicBezTo>
                    <a:pt x="84045" y="16140"/>
                    <a:pt x="84079" y="16140"/>
                    <a:pt x="84079" y="16072"/>
                  </a:cubicBezTo>
                  <a:cubicBezTo>
                    <a:pt x="84079" y="16038"/>
                    <a:pt x="84045" y="16004"/>
                    <a:pt x="84011" y="15970"/>
                  </a:cubicBezTo>
                  <a:close/>
                  <a:moveTo>
                    <a:pt x="95306" y="15936"/>
                  </a:moveTo>
                  <a:lnTo>
                    <a:pt x="95203" y="15970"/>
                  </a:lnTo>
                  <a:cubicBezTo>
                    <a:pt x="95169" y="15970"/>
                    <a:pt x="95135" y="16004"/>
                    <a:pt x="95135" y="16072"/>
                  </a:cubicBezTo>
                  <a:cubicBezTo>
                    <a:pt x="95135" y="16106"/>
                    <a:pt x="95169" y="16140"/>
                    <a:pt x="95203" y="16140"/>
                  </a:cubicBezTo>
                  <a:lnTo>
                    <a:pt x="95340" y="16106"/>
                  </a:lnTo>
                  <a:cubicBezTo>
                    <a:pt x="95374" y="16106"/>
                    <a:pt x="95408" y="16072"/>
                    <a:pt x="95408" y="16038"/>
                  </a:cubicBezTo>
                  <a:cubicBezTo>
                    <a:pt x="95408" y="15970"/>
                    <a:pt x="95374" y="15936"/>
                    <a:pt x="95306" y="15936"/>
                  </a:cubicBezTo>
                  <a:close/>
                  <a:moveTo>
                    <a:pt x="94760" y="16004"/>
                  </a:moveTo>
                  <a:lnTo>
                    <a:pt x="94623" y="16038"/>
                  </a:lnTo>
                  <a:cubicBezTo>
                    <a:pt x="94589" y="16038"/>
                    <a:pt x="94555" y="16072"/>
                    <a:pt x="94555" y="16140"/>
                  </a:cubicBezTo>
                  <a:cubicBezTo>
                    <a:pt x="94555" y="16174"/>
                    <a:pt x="94589" y="16209"/>
                    <a:pt x="94657" y="16209"/>
                  </a:cubicBezTo>
                  <a:lnTo>
                    <a:pt x="94760" y="16174"/>
                  </a:lnTo>
                  <a:cubicBezTo>
                    <a:pt x="94828" y="16174"/>
                    <a:pt x="94862" y="16140"/>
                    <a:pt x="94828" y="16106"/>
                  </a:cubicBezTo>
                  <a:cubicBezTo>
                    <a:pt x="94828" y="16038"/>
                    <a:pt x="94794" y="16004"/>
                    <a:pt x="94760" y="16004"/>
                  </a:cubicBezTo>
                  <a:close/>
                  <a:moveTo>
                    <a:pt x="84455" y="16072"/>
                  </a:moveTo>
                  <a:cubicBezTo>
                    <a:pt x="84420" y="16072"/>
                    <a:pt x="84352" y="16106"/>
                    <a:pt x="84352" y="16140"/>
                  </a:cubicBezTo>
                  <a:cubicBezTo>
                    <a:pt x="84352" y="16174"/>
                    <a:pt x="84386" y="16243"/>
                    <a:pt x="84420" y="16243"/>
                  </a:cubicBezTo>
                  <a:lnTo>
                    <a:pt x="84557" y="16243"/>
                  </a:lnTo>
                  <a:cubicBezTo>
                    <a:pt x="84591" y="16243"/>
                    <a:pt x="84625" y="16243"/>
                    <a:pt x="84625" y="16174"/>
                  </a:cubicBezTo>
                  <a:cubicBezTo>
                    <a:pt x="84659" y="16140"/>
                    <a:pt x="84625" y="16106"/>
                    <a:pt x="84557" y="16106"/>
                  </a:cubicBezTo>
                  <a:lnTo>
                    <a:pt x="84455" y="16072"/>
                  </a:lnTo>
                  <a:close/>
                  <a:moveTo>
                    <a:pt x="94180" y="16072"/>
                  </a:moveTo>
                  <a:lnTo>
                    <a:pt x="94077" y="16106"/>
                  </a:lnTo>
                  <a:cubicBezTo>
                    <a:pt x="94009" y="16106"/>
                    <a:pt x="93975" y="16140"/>
                    <a:pt x="93975" y="16209"/>
                  </a:cubicBezTo>
                  <a:cubicBezTo>
                    <a:pt x="94009" y="16243"/>
                    <a:pt x="94043" y="16277"/>
                    <a:pt x="94077" y="16277"/>
                  </a:cubicBezTo>
                  <a:lnTo>
                    <a:pt x="94180" y="16243"/>
                  </a:lnTo>
                  <a:cubicBezTo>
                    <a:pt x="94248" y="16243"/>
                    <a:pt x="94282" y="16209"/>
                    <a:pt x="94282" y="16174"/>
                  </a:cubicBezTo>
                  <a:cubicBezTo>
                    <a:pt x="94282" y="16106"/>
                    <a:pt x="94214" y="16072"/>
                    <a:pt x="94180" y="16072"/>
                  </a:cubicBezTo>
                  <a:close/>
                  <a:moveTo>
                    <a:pt x="93599" y="16140"/>
                  </a:moveTo>
                  <a:lnTo>
                    <a:pt x="93497" y="16174"/>
                  </a:lnTo>
                  <a:cubicBezTo>
                    <a:pt x="93463" y="16174"/>
                    <a:pt x="93429" y="16209"/>
                    <a:pt x="93429" y="16243"/>
                  </a:cubicBezTo>
                  <a:cubicBezTo>
                    <a:pt x="93429" y="16311"/>
                    <a:pt x="93463" y="16345"/>
                    <a:pt x="93497" y="16345"/>
                  </a:cubicBezTo>
                  <a:lnTo>
                    <a:pt x="93531" y="16345"/>
                  </a:lnTo>
                  <a:lnTo>
                    <a:pt x="93634" y="16311"/>
                  </a:lnTo>
                  <a:cubicBezTo>
                    <a:pt x="93668" y="16311"/>
                    <a:pt x="93702" y="16277"/>
                    <a:pt x="93702" y="16209"/>
                  </a:cubicBezTo>
                  <a:cubicBezTo>
                    <a:pt x="93702" y="16174"/>
                    <a:pt x="93668" y="16140"/>
                    <a:pt x="93599" y="16140"/>
                  </a:cubicBezTo>
                  <a:close/>
                  <a:moveTo>
                    <a:pt x="85035" y="16174"/>
                  </a:moveTo>
                  <a:cubicBezTo>
                    <a:pt x="84966" y="16174"/>
                    <a:pt x="84932" y="16209"/>
                    <a:pt x="84932" y="16243"/>
                  </a:cubicBezTo>
                  <a:cubicBezTo>
                    <a:pt x="84898" y="16277"/>
                    <a:pt x="84932" y="16345"/>
                    <a:pt x="85000" y="16345"/>
                  </a:cubicBezTo>
                  <a:lnTo>
                    <a:pt x="85103" y="16345"/>
                  </a:lnTo>
                  <a:cubicBezTo>
                    <a:pt x="85103" y="16379"/>
                    <a:pt x="85103" y="16379"/>
                    <a:pt x="85103" y="16379"/>
                  </a:cubicBezTo>
                  <a:cubicBezTo>
                    <a:pt x="85171" y="16379"/>
                    <a:pt x="85205" y="16345"/>
                    <a:pt x="85205" y="16277"/>
                  </a:cubicBezTo>
                  <a:cubicBezTo>
                    <a:pt x="85205" y="16243"/>
                    <a:pt x="85171" y="16209"/>
                    <a:pt x="85137" y="16209"/>
                  </a:cubicBezTo>
                  <a:lnTo>
                    <a:pt x="85035" y="16174"/>
                  </a:lnTo>
                  <a:close/>
                  <a:moveTo>
                    <a:pt x="93054" y="16209"/>
                  </a:moveTo>
                  <a:lnTo>
                    <a:pt x="92917" y="16243"/>
                  </a:lnTo>
                  <a:cubicBezTo>
                    <a:pt x="92883" y="16243"/>
                    <a:pt x="92849" y="16277"/>
                    <a:pt x="92849" y="16311"/>
                  </a:cubicBezTo>
                  <a:cubicBezTo>
                    <a:pt x="92849" y="16379"/>
                    <a:pt x="92883" y="16413"/>
                    <a:pt x="92951" y="16413"/>
                  </a:cubicBezTo>
                  <a:lnTo>
                    <a:pt x="93054" y="16379"/>
                  </a:lnTo>
                  <a:cubicBezTo>
                    <a:pt x="93122" y="16379"/>
                    <a:pt x="93156" y="16345"/>
                    <a:pt x="93122" y="16277"/>
                  </a:cubicBezTo>
                  <a:cubicBezTo>
                    <a:pt x="93122" y="16243"/>
                    <a:pt x="93088" y="16209"/>
                    <a:pt x="93054" y="16209"/>
                  </a:cubicBezTo>
                  <a:close/>
                  <a:moveTo>
                    <a:pt x="85581" y="16277"/>
                  </a:moveTo>
                  <a:cubicBezTo>
                    <a:pt x="85546" y="16277"/>
                    <a:pt x="85478" y="16311"/>
                    <a:pt x="85478" y="16345"/>
                  </a:cubicBezTo>
                  <a:cubicBezTo>
                    <a:pt x="85478" y="16379"/>
                    <a:pt x="85512" y="16447"/>
                    <a:pt x="85546" y="16447"/>
                  </a:cubicBezTo>
                  <a:lnTo>
                    <a:pt x="85683" y="16447"/>
                  </a:lnTo>
                  <a:cubicBezTo>
                    <a:pt x="85683" y="16482"/>
                    <a:pt x="85683" y="16482"/>
                    <a:pt x="85683" y="16482"/>
                  </a:cubicBezTo>
                  <a:cubicBezTo>
                    <a:pt x="85717" y="16482"/>
                    <a:pt x="85751" y="16447"/>
                    <a:pt x="85751" y="16379"/>
                  </a:cubicBezTo>
                  <a:cubicBezTo>
                    <a:pt x="85785" y="16345"/>
                    <a:pt x="85751" y="16311"/>
                    <a:pt x="85683" y="16311"/>
                  </a:cubicBezTo>
                  <a:lnTo>
                    <a:pt x="85581" y="16277"/>
                  </a:lnTo>
                  <a:close/>
                  <a:moveTo>
                    <a:pt x="92473" y="16277"/>
                  </a:moveTo>
                  <a:lnTo>
                    <a:pt x="92371" y="16311"/>
                  </a:lnTo>
                  <a:cubicBezTo>
                    <a:pt x="92303" y="16311"/>
                    <a:pt x="92269" y="16345"/>
                    <a:pt x="92269" y="16379"/>
                  </a:cubicBezTo>
                  <a:cubicBezTo>
                    <a:pt x="92303" y="16447"/>
                    <a:pt x="92337" y="16482"/>
                    <a:pt x="92371" y="16482"/>
                  </a:cubicBezTo>
                  <a:lnTo>
                    <a:pt x="92473" y="16447"/>
                  </a:lnTo>
                  <a:cubicBezTo>
                    <a:pt x="92542" y="16447"/>
                    <a:pt x="92576" y="16413"/>
                    <a:pt x="92576" y="16345"/>
                  </a:cubicBezTo>
                  <a:cubicBezTo>
                    <a:pt x="92576" y="16311"/>
                    <a:pt x="92508" y="16277"/>
                    <a:pt x="92473" y="16277"/>
                  </a:cubicBezTo>
                  <a:close/>
                  <a:moveTo>
                    <a:pt x="91893" y="16345"/>
                  </a:moveTo>
                  <a:lnTo>
                    <a:pt x="91791" y="16379"/>
                  </a:lnTo>
                  <a:cubicBezTo>
                    <a:pt x="91757" y="16379"/>
                    <a:pt x="91723" y="16413"/>
                    <a:pt x="91723" y="16447"/>
                  </a:cubicBezTo>
                  <a:cubicBezTo>
                    <a:pt x="91723" y="16516"/>
                    <a:pt x="91757" y="16550"/>
                    <a:pt x="91791" y="16550"/>
                  </a:cubicBezTo>
                  <a:lnTo>
                    <a:pt x="91825" y="16550"/>
                  </a:lnTo>
                  <a:lnTo>
                    <a:pt x="91927" y="16516"/>
                  </a:lnTo>
                  <a:cubicBezTo>
                    <a:pt x="91962" y="16516"/>
                    <a:pt x="91996" y="16482"/>
                    <a:pt x="91996" y="16413"/>
                  </a:cubicBezTo>
                  <a:cubicBezTo>
                    <a:pt x="91996" y="16379"/>
                    <a:pt x="91962" y="16345"/>
                    <a:pt x="91893" y="16345"/>
                  </a:cubicBezTo>
                  <a:close/>
                  <a:moveTo>
                    <a:pt x="86161" y="16379"/>
                  </a:moveTo>
                  <a:cubicBezTo>
                    <a:pt x="86092" y="16379"/>
                    <a:pt x="86058" y="16413"/>
                    <a:pt x="86058" y="16447"/>
                  </a:cubicBezTo>
                  <a:cubicBezTo>
                    <a:pt x="86024" y="16482"/>
                    <a:pt x="86058" y="16550"/>
                    <a:pt x="86127" y="16550"/>
                  </a:cubicBezTo>
                  <a:lnTo>
                    <a:pt x="86229" y="16584"/>
                  </a:lnTo>
                  <a:lnTo>
                    <a:pt x="86263" y="16584"/>
                  </a:lnTo>
                  <a:cubicBezTo>
                    <a:pt x="86297" y="16584"/>
                    <a:pt x="86331" y="16550"/>
                    <a:pt x="86331" y="16482"/>
                  </a:cubicBezTo>
                  <a:cubicBezTo>
                    <a:pt x="86331" y="16447"/>
                    <a:pt x="86297" y="16413"/>
                    <a:pt x="86263" y="16413"/>
                  </a:cubicBezTo>
                  <a:lnTo>
                    <a:pt x="86161" y="16379"/>
                  </a:lnTo>
                  <a:close/>
                  <a:moveTo>
                    <a:pt x="91211" y="16413"/>
                  </a:moveTo>
                  <a:cubicBezTo>
                    <a:pt x="91177" y="16447"/>
                    <a:pt x="91143" y="16482"/>
                    <a:pt x="91143" y="16516"/>
                  </a:cubicBezTo>
                  <a:cubicBezTo>
                    <a:pt x="91143" y="16584"/>
                    <a:pt x="91177" y="16584"/>
                    <a:pt x="91245" y="16584"/>
                  </a:cubicBezTo>
                  <a:lnTo>
                    <a:pt x="91347" y="16584"/>
                  </a:lnTo>
                  <a:cubicBezTo>
                    <a:pt x="91416" y="16584"/>
                    <a:pt x="91450" y="16550"/>
                    <a:pt x="91416" y="16482"/>
                  </a:cubicBezTo>
                  <a:cubicBezTo>
                    <a:pt x="91416" y="16447"/>
                    <a:pt x="91381" y="16413"/>
                    <a:pt x="91347" y="16413"/>
                  </a:cubicBezTo>
                  <a:close/>
                  <a:moveTo>
                    <a:pt x="90665" y="16482"/>
                  </a:moveTo>
                  <a:cubicBezTo>
                    <a:pt x="90597" y="16516"/>
                    <a:pt x="90563" y="16550"/>
                    <a:pt x="90563" y="16584"/>
                  </a:cubicBezTo>
                  <a:cubicBezTo>
                    <a:pt x="90597" y="16618"/>
                    <a:pt x="90631" y="16652"/>
                    <a:pt x="90665" y="16652"/>
                  </a:cubicBezTo>
                  <a:lnTo>
                    <a:pt x="90801" y="16652"/>
                  </a:lnTo>
                  <a:cubicBezTo>
                    <a:pt x="90836" y="16652"/>
                    <a:pt x="90870" y="16618"/>
                    <a:pt x="90870" y="16550"/>
                  </a:cubicBezTo>
                  <a:cubicBezTo>
                    <a:pt x="90870" y="16516"/>
                    <a:pt x="90801" y="16482"/>
                    <a:pt x="90767" y="16482"/>
                  </a:cubicBezTo>
                  <a:close/>
                  <a:moveTo>
                    <a:pt x="86707" y="16482"/>
                  </a:moveTo>
                  <a:cubicBezTo>
                    <a:pt x="86672" y="16482"/>
                    <a:pt x="86604" y="16516"/>
                    <a:pt x="86604" y="16550"/>
                  </a:cubicBezTo>
                  <a:cubicBezTo>
                    <a:pt x="86604" y="16584"/>
                    <a:pt x="86638" y="16652"/>
                    <a:pt x="86672" y="16652"/>
                  </a:cubicBezTo>
                  <a:lnTo>
                    <a:pt x="86809" y="16686"/>
                  </a:lnTo>
                  <a:cubicBezTo>
                    <a:pt x="86843" y="16686"/>
                    <a:pt x="86877" y="16652"/>
                    <a:pt x="86877" y="16618"/>
                  </a:cubicBezTo>
                  <a:cubicBezTo>
                    <a:pt x="86911" y="16550"/>
                    <a:pt x="86877" y="16516"/>
                    <a:pt x="86809" y="16516"/>
                  </a:cubicBezTo>
                  <a:lnTo>
                    <a:pt x="86707" y="16482"/>
                  </a:lnTo>
                  <a:close/>
                  <a:moveTo>
                    <a:pt x="90085" y="16550"/>
                  </a:moveTo>
                  <a:cubicBezTo>
                    <a:pt x="90051" y="16584"/>
                    <a:pt x="90017" y="16618"/>
                    <a:pt x="90017" y="16652"/>
                  </a:cubicBezTo>
                  <a:cubicBezTo>
                    <a:pt x="90017" y="16686"/>
                    <a:pt x="90051" y="16720"/>
                    <a:pt x="90085" y="16720"/>
                  </a:cubicBezTo>
                  <a:lnTo>
                    <a:pt x="90221" y="16720"/>
                  </a:lnTo>
                  <a:cubicBezTo>
                    <a:pt x="90255" y="16720"/>
                    <a:pt x="90290" y="16686"/>
                    <a:pt x="90290" y="16618"/>
                  </a:cubicBezTo>
                  <a:cubicBezTo>
                    <a:pt x="90290" y="16584"/>
                    <a:pt x="90255" y="16550"/>
                    <a:pt x="90187" y="16550"/>
                  </a:cubicBezTo>
                  <a:close/>
                  <a:moveTo>
                    <a:pt x="87287" y="16584"/>
                  </a:moveTo>
                  <a:cubicBezTo>
                    <a:pt x="87218" y="16584"/>
                    <a:pt x="87184" y="16618"/>
                    <a:pt x="87184" y="16652"/>
                  </a:cubicBezTo>
                  <a:cubicBezTo>
                    <a:pt x="87150" y="16686"/>
                    <a:pt x="87184" y="16755"/>
                    <a:pt x="87253" y="16755"/>
                  </a:cubicBezTo>
                  <a:lnTo>
                    <a:pt x="87355" y="16789"/>
                  </a:lnTo>
                  <a:cubicBezTo>
                    <a:pt x="87423" y="16789"/>
                    <a:pt x="87457" y="16755"/>
                    <a:pt x="87457" y="16720"/>
                  </a:cubicBezTo>
                  <a:cubicBezTo>
                    <a:pt x="87457" y="16652"/>
                    <a:pt x="87423" y="16618"/>
                    <a:pt x="87389" y="16618"/>
                  </a:cubicBezTo>
                  <a:lnTo>
                    <a:pt x="87287" y="16584"/>
                  </a:lnTo>
                  <a:close/>
                  <a:moveTo>
                    <a:pt x="89505" y="16618"/>
                  </a:moveTo>
                  <a:cubicBezTo>
                    <a:pt x="89471" y="16618"/>
                    <a:pt x="89436" y="16686"/>
                    <a:pt x="89436" y="16720"/>
                  </a:cubicBezTo>
                  <a:cubicBezTo>
                    <a:pt x="89436" y="16755"/>
                    <a:pt x="89471" y="16789"/>
                    <a:pt x="89539" y="16789"/>
                  </a:cubicBezTo>
                  <a:lnTo>
                    <a:pt x="89641" y="16789"/>
                  </a:lnTo>
                  <a:cubicBezTo>
                    <a:pt x="89709" y="16789"/>
                    <a:pt x="89744" y="16755"/>
                    <a:pt x="89709" y="16686"/>
                  </a:cubicBezTo>
                  <a:cubicBezTo>
                    <a:pt x="89709" y="16652"/>
                    <a:pt x="89675" y="16618"/>
                    <a:pt x="89641" y="16618"/>
                  </a:cubicBezTo>
                  <a:close/>
                  <a:moveTo>
                    <a:pt x="88959" y="16686"/>
                  </a:moveTo>
                  <a:cubicBezTo>
                    <a:pt x="88890" y="16686"/>
                    <a:pt x="88856" y="16755"/>
                    <a:pt x="88856" y="16789"/>
                  </a:cubicBezTo>
                  <a:cubicBezTo>
                    <a:pt x="88890" y="16823"/>
                    <a:pt x="88925" y="16857"/>
                    <a:pt x="88959" y="16857"/>
                  </a:cubicBezTo>
                  <a:lnTo>
                    <a:pt x="89095" y="16857"/>
                  </a:lnTo>
                  <a:cubicBezTo>
                    <a:pt x="89129" y="16857"/>
                    <a:pt x="89163" y="16789"/>
                    <a:pt x="89163" y="16755"/>
                  </a:cubicBezTo>
                  <a:cubicBezTo>
                    <a:pt x="89163" y="16720"/>
                    <a:pt x="89095" y="16686"/>
                    <a:pt x="89061" y="16686"/>
                  </a:cubicBezTo>
                  <a:close/>
                  <a:moveTo>
                    <a:pt x="87833" y="16686"/>
                  </a:moveTo>
                  <a:cubicBezTo>
                    <a:pt x="87799" y="16686"/>
                    <a:pt x="87730" y="16720"/>
                    <a:pt x="87730" y="16755"/>
                  </a:cubicBezTo>
                  <a:cubicBezTo>
                    <a:pt x="87730" y="16789"/>
                    <a:pt x="87764" y="16857"/>
                    <a:pt x="87799" y="16857"/>
                  </a:cubicBezTo>
                  <a:lnTo>
                    <a:pt x="87935" y="16891"/>
                  </a:lnTo>
                  <a:cubicBezTo>
                    <a:pt x="87969" y="16891"/>
                    <a:pt x="88003" y="16857"/>
                    <a:pt x="88003" y="16823"/>
                  </a:cubicBezTo>
                  <a:cubicBezTo>
                    <a:pt x="88037" y="16755"/>
                    <a:pt x="88003" y="16720"/>
                    <a:pt x="87935" y="16720"/>
                  </a:cubicBezTo>
                  <a:lnTo>
                    <a:pt x="87833" y="16686"/>
                  </a:lnTo>
                  <a:close/>
                  <a:moveTo>
                    <a:pt x="88379" y="16755"/>
                  </a:moveTo>
                  <a:cubicBezTo>
                    <a:pt x="88345" y="16755"/>
                    <a:pt x="88310" y="16823"/>
                    <a:pt x="88310" y="16857"/>
                  </a:cubicBezTo>
                  <a:cubicBezTo>
                    <a:pt x="88310" y="16891"/>
                    <a:pt x="88345" y="16925"/>
                    <a:pt x="88379" y="16925"/>
                  </a:cubicBezTo>
                  <a:lnTo>
                    <a:pt x="88515" y="16925"/>
                  </a:lnTo>
                  <a:cubicBezTo>
                    <a:pt x="88549" y="16925"/>
                    <a:pt x="88583" y="16857"/>
                    <a:pt x="88583" y="16823"/>
                  </a:cubicBezTo>
                  <a:cubicBezTo>
                    <a:pt x="88583" y="16789"/>
                    <a:pt x="88549" y="16755"/>
                    <a:pt x="88481" y="167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" name="Google Shape;1786;p45">
              <a:extLst>
                <a:ext uri="{FF2B5EF4-FFF2-40B4-BE49-F238E27FC236}">
                  <a16:creationId xmlns:a16="http://schemas.microsoft.com/office/drawing/2014/main" id="{A9B4C716-B073-B851-9670-54D0659AC0B7}"/>
                </a:ext>
              </a:extLst>
            </p:cNvPr>
            <p:cNvSpPr/>
            <p:nvPr/>
          </p:nvSpPr>
          <p:spPr>
            <a:xfrm>
              <a:off x="964097" y="1722881"/>
              <a:ext cx="3101069" cy="255520"/>
            </a:xfrm>
            <a:custGeom>
              <a:avLst/>
              <a:gdLst/>
              <a:ahLst/>
              <a:cxnLst/>
              <a:rect l="l" t="t" r="r" b="b"/>
              <a:pathLst>
                <a:path w="139155" h="11466" extrusionOk="0">
                  <a:moveTo>
                    <a:pt x="137" y="0"/>
                  </a:moveTo>
                  <a:cubicBezTo>
                    <a:pt x="69" y="0"/>
                    <a:pt x="35" y="34"/>
                    <a:pt x="35" y="68"/>
                  </a:cubicBezTo>
                  <a:cubicBezTo>
                    <a:pt x="1" y="137"/>
                    <a:pt x="35" y="171"/>
                    <a:pt x="103" y="171"/>
                  </a:cubicBezTo>
                  <a:lnTo>
                    <a:pt x="205" y="205"/>
                  </a:lnTo>
                  <a:cubicBezTo>
                    <a:pt x="274" y="205"/>
                    <a:pt x="308" y="171"/>
                    <a:pt x="308" y="137"/>
                  </a:cubicBezTo>
                  <a:cubicBezTo>
                    <a:pt x="308" y="68"/>
                    <a:pt x="274" y="34"/>
                    <a:pt x="240" y="34"/>
                  </a:cubicBezTo>
                  <a:lnTo>
                    <a:pt x="137" y="0"/>
                  </a:lnTo>
                  <a:close/>
                  <a:moveTo>
                    <a:pt x="683" y="102"/>
                  </a:moveTo>
                  <a:cubicBezTo>
                    <a:pt x="649" y="102"/>
                    <a:pt x="581" y="137"/>
                    <a:pt x="581" y="171"/>
                  </a:cubicBezTo>
                  <a:cubicBezTo>
                    <a:pt x="581" y="239"/>
                    <a:pt x="615" y="273"/>
                    <a:pt x="649" y="273"/>
                  </a:cubicBezTo>
                  <a:lnTo>
                    <a:pt x="751" y="307"/>
                  </a:lnTo>
                  <a:lnTo>
                    <a:pt x="786" y="307"/>
                  </a:lnTo>
                  <a:cubicBezTo>
                    <a:pt x="820" y="307"/>
                    <a:pt x="854" y="273"/>
                    <a:pt x="854" y="239"/>
                  </a:cubicBezTo>
                  <a:cubicBezTo>
                    <a:pt x="888" y="171"/>
                    <a:pt x="854" y="137"/>
                    <a:pt x="786" y="137"/>
                  </a:cubicBezTo>
                  <a:lnTo>
                    <a:pt x="683" y="102"/>
                  </a:lnTo>
                  <a:close/>
                  <a:moveTo>
                    <a:pt x="1263" y="205"/>
                  </a:moveTo>
                  <a:cubicBezTo>
                    <a:pt x="1195" y="205"/>
                    <a:pt x="1161" y="239"/>
                    <a:pt x="1161" y="273"/>
                  </a:cubicBezTo>
                  <a:cubicBezTo>
                    <a:pt x="1127" y="307"/>
                    <a:pt x="1161" y="375"/>
                    <a:pt x="1229" y="375"/>
                  </a:cubicBezTo>
                  <a:lnTo>
                    <a:pt x="1332" y="375"/>
                  </a:lnTo>
                  <a:cubicBezTo>
                    <a:pt x="1332" y="410"/>
                    <a:pt x="1332" y="410"/>
                    <a:pt x="1332" y="410"/>
                  </a:cubicBezTo>
                  <a:cubicBezTo>
                    <a:pt x="1400" y="410"/>
                    <a:pt x="1434" y="375"/>
                    <a:pt x="1434" y="307"/>
                  </a:cubicBezTo>
                  <a:cubicBezTo>
                    <a:pt x="1434" y="273"/>
                    <a:pt x="1400" y="239"/>
                    <a:pt x="1366" y="239"/>
                  </a:cubicBezTo>
                  <a:lnTo>
                    <a:pt x="1263" y="205"/>
                  </a:lnTo>
                  <a:close/>
                  <a:moveTo>
                    <a:pt x="1809" y="307"/>
                  </a:moveTo>
                  <a:cubicBezTo>
                    <a:pt x="1775" y="307"/>
                    <a:pt x="1707" y="341"/>
                    <a:pt x="1707" y="375"/>
                  </a:cubicBezTo>
                  <a:cubicBezTo>
                    <a:pt x="1707" y="410"/>
                    <a:pt x="1741" y="478"/>
                    <a:pt x="1775" y="478"/>
                  </a:cubicBezTo>
                  <a:lnTo>
                    <a:pt x="1912" y="478"/>
                  </a:lnTo>
                  <a:cubicBezTo>
                    <a:pt x="1946" y="478"/>
                    <a:pt x="1980" y="478"/>
                    <a:pt x="1980" y="410"/>
                  </a:cubicBezTo>
                  <a:cubicBezTo>
                    <a:pt x="2014" y="375"/>
                    <a:pt x="1980" y="341"/>
                    <a:pt x="1912" y="307"/>
                  </a:cubicBezTo>
                  <a:close/>
                  <a:moveTo>
                    <a:pt x="2342" y="396"/>
                  </a:moveTo>
                  <a:cubicBezTo>
                    <a:pt x="2305" y="396"/>
                    <a:pt x="2287" y="428"/>
                    <a:pt x="2287" y="478"/>
                  </a:cubicBezTo>
                  <a:cubicBezTo>
                    <a:pt x="2253" y="512"/>
                    <a:pt x="2287" y="546"/>
                    <a:pt x="2355" y="580"/>
                  </a:cubicBezTo>
                  <a:lnTo>
                    <a:pt x="2492" y="580"/>
                  </a:lnTo>
                  <a:cubicBezTo>
                    <a:pt x="2526" y="580"/>
                    <a:pt x="2560" y="546"/>
                    <a:pt x="2560" y="512"/>
                  </a:cubicBezTo>
                  <a:cubicBezTo>
                    <a:pt x="2560" y="478"/>
                    <a:pt x="2526" y="444"/>
                    <a:pt x="2492" y="410"/>
                  </a:cubicBezTo>
                  <a:lnTo>
                    <a:pt x="2389" y="410"/>
                  </a:lnTo>
                  <a:cubicBezTo>
                    <a:pt x="2371" y="400"/>
                    <a:pt x="2355" y="396"/>
                    <a:pt x="2342" y="396"/>
                  </a:cubicBezTo>
                  <a:close/>
                  <a:moveTo>
                    <a:pt x="2903" y="499"/>
                  </a:moveTo>
                  <a:cubicBezTo>
                    <a:pt x="2870" y="499"/>
                    <a:pt x="2833" y="530"/>
                    <a:pt x="2833" y="580"/>
                  </a:cubicBezTo>
                  <a:cubicBezTo>
                    <a:pt x="2833" y="614"/>
                    <a:pt x="2867" y="648"/>
                    <a:pt x="2901" y="683"/>
                  </a:cubicBezTo>
                  <a:lnTo>
                    <a:pt x="3038" y="683"/>
                  </a:lnTo>
                  <a:cubicBezTo>
                    <a:pt x="3072" y="683"/>
                    <a:pt x="3106" y="648"/>
                    <a:pt x="3106" y="614"/>
                  </a:cubicBezTo>
                  <a:cubicBezTo>
                    <a:pt x="3140" y="580"/>
                    <a:pt x="3106" y="512"/>
                    <a:pt x="3038" y="512"/>
                  </a:cubicBezTo>
                  <a:lnTo>
                    <a:pt x="2935" y="512"/>
                  </a:lnTo>
                  <a:cubicBezTo>
                    <a:pt x="2926" y="503"/>
                    <a:pt x="2915" y="499"/>
                    <a:pt x="2903" y="499"/>
                  </a:cubicBezTo>
                  <a:close/>
                  <a:moveTo>
                    <a:pt x="3515" y="580"/>
                  </a:moveTo>
                  <a:cubicBezTo>
                    <a:pt x="3447" y="580"/>
                    <a:pt x="3413" y="614"/>
                    <a:pt x="3413" y="683"/>
                  </a:cubicBezTo>
                  <a:cubicBezTo>
                    <a:pt x="3413" y="717"/>
                    <a:pt x="3413" y="751"/>
                    <a:pt x="3481" y="751"/>
                  </a:cubicBezTo>
                  <a:lnTo>
                    <a:pt x="3584" y="785"/>
                  </a:lnTo>
                  <a:lnTo>
                    <a:pt x="3618" y="785"/>
                  </a:lnTo>
                  <a:cubicBezTo>
                    <a:pt x="3652" y="785"/>
                    <a:pt x="3686" y="751"/>
                    <a:pt x="3686" y="717"/>
                  </a:cubicBezTo>
                  <a:cubicBezTo>
                    <a:pt x="3686" y="683"/>
                    <a:pt x="3652" y="614"/>
                    <a:pt x="3618" y="614"/>
                  </a:cubicBezTo>
                  <a:lnTo>
                    <a:pt x="3515" y="580"/>
                  </a:lnTo>
                  <a:close/>
                  <a:moveTo>
                    <a:pt x="4061" y="683"/>
                  </a:moveTo>
                  <a:cubicBezTo>
                    <a:pt x="4027" y="683"/>
                    <a:pt x="3993" y="717"/>
                    <a:pt x="3959" y="751"/>
                  </a:cubicBezTo>
                  <a:cubicBezTo>
                    <a:pt x="3959" y="819"/>
                    <a:pt x="3993" y="853"/>
                    <a:pt x="4027" y="853"/>
                  </a:cubicBezTo>
                  <a:lnTo>
                    <a:pt x="4164" y="887"/>
                  </a:lnTo>
                  <a:cubicBezTo>
                    <a:pt x="4198" y="887"/>
                    <a:pt x="4232" y="853"/>
                    <a:pt x="4266" y="819"/>
                  </a:cubicBezTo>
                  <a:cubicBezTo>
                    <a:pt x="4266" y="751"/>
                    <a:pt x="4232" y="717"/>
                    <a:pt x="4198" y="717"/>
                  </a:cubicBezTo>
                  <a:lnTo>
                    <a:pt x="4061" y="683"/>
                  </a:lnTo>
                  <a:close/>
                  <a:moveTo>
                    <a:pt x="4641" y="785"/>
                  </a:moveTo>
                  <a:cubicBezTo>
                    <a:pt x="4573" y="785"/>
                    <a:pt x="4539" y="819"/>
                    <a:pt x="4539" y="853"/>
                  </a:cubicBezTo>
                  <a:cubicBezTo>
                    <a:pt x="4539" y="921"/>
                    <a:pt x="4539" y="956"/>
                    <a:pt x="4607" y="956"/>
                  </a:cubicBezTo>
                  <a:lnTo>
                    <a:pt x="4710" y="990"/>
                  </a:lnTo>
                  <a:lnTo>
                    <a:pt x="4744" y="990"/>
                  </a:lnTo>
                  <a:cubicBezTo>
                    <a:pt x="4778" y="990"/>
                    <a:pt x="4812" y="956"/>
                    <a:pt x="4812" y="921"/>
                  </a:cubicBezTo>
                  <a:cubicBezTo>
                    <a:pt x="4812" y="853"/>
                    <a:pt x="4778" y="819"/>
                    <a:pt x="4744" y="819"/>
                  </a:cubicBezTo>
                  <a:lnTo>
                    <a:pt x="4641" y="785"/>
                  </a:lnTo>
                  <a:close/>
                  <a:moveTo>
                    <a:pt x="5187" y="887"/>
                  </a:moveTo>
                  <a:cubicBezTo>
                    <a:pt x="5153" y="887"/>
                    <a:pt x="5119" y="921"/>
                    <a:pt x="5085" y="956"/>
                  </a:cubicBezTo>
                  <a:cubicBezTo>
                    <a:pt x="5085" y="1024"/>
                    <a:pt x="5119" y="1058"/>
                    <a:pt x="5153" y="1058"/>
                  </a:cubicBezTo>
                  <a:lnTo>
                    <a:pt x="5290" y="1092"/>
                  </a:lnTo>
                  <a:cubicBezTo>
                    <a:pt x="5324" y="1092"/>
                    <a:pt x="5358" y="1058"/>
                    <a:pt x="5392" y="1024"/>
                  </a:cubicBezTo>
                  <a:cubicBezTo>
                    <a:pt x="5392" y="956"/>
                    <a:pt x="5358" y="921"/>
                    <a:pt x="5324" y="921"/>
                  </a:cubicBezTo>
                  <a:lnTo>
                    <a:pt x="5187" y="887"/>
                  </a:lnTo>
                  <a:close/>
                  <a:moveTo>
                    <a:pt x="5768" y="990"/>
                  </a:moveTo>
                  <a:cubicBezTo>
                    <a:pt x="5699" y="990"/>
                    <a:pt x="5665" y="1024"/>
                    <a:pt x="5665" y="1058"/>
                  </a:cubicBezTo>
                  <a:cubicBezTo>
                    <a:pt x="5665" y="1092"/>
                    <a:pt x="5699" y="1160"/>
                    <a:pt x="5733" y="1160"/>
                  </a:cubicBezTo>
                  <a:lnTo>
                    <a:pt x="5836" y="1194"/>
                  </a:lnTo>
                  <a:lnTo>
                    <a:pt x="5870" y="1194"/>
                  </a:lnTo>
                  <a:cubicBezTo>
                    <a:pt x="5904" y="1194"/>
                    <a:pt x="5938" y="1160"/>
                    <a:pt x="5938" y="1126"/>
                  </a:cubicBezTo>
                  <a:cubicBezTo>
                    <a:pt x="5938" y="1058"/>
                    <a:pt x="5904" y="1024"/>
                    <a:pt x="5870" y="1024"/>
                  </a:cubicBezTo>
                  <a:lnTo>
                    <a:pt x="5768" y="990"/>
                  </a:lnTo>
                  <a:close/>
                  <a:moveTo>
                    <a:pt x="6314" y="1092"/>
                  </a:moveTo>
                  <a:cubicBezTo>
                    <a:pt x="6279" y="1092"/>
                    <a:pt x="6245" y="1126"/>
                    <a:pt x="6211" y="1160"/>
                  </a:cubicBezTo>
                  <a:cubicBezTo>
                    <a:pt x="6211" y="1194"/>
                    <a:pt x="6245" y="1263"/>
                    <a:pt x="6279" y="1263"/>
                  </a:cubicBezTo>
                  <a:lnTo>
                    <a:pt x="6416" y="1263"/>
                  </a:lnTo>
                  <a:cubicBezTo>
                    <a:pt x="6450" y="1263"/>
                    <a:pt x="6484" y="1263"/>
                    <a:pt x="6518" y="1194"/>
                  </a:cubicBezTo>
                  <a:cubicBezTo>
                    <a:pt x="6518" y="1160"/>
                    <a:pt x="6484" y="1126"/>
                    <a:pt x="6450" y="1092"/>
                  </a:cubicBezTo>
                  <a:close/>
                  <a:moveTo>
                    <a:pt x="6894" y="1194"/>
                  </a:moveTo>
                  <a:cubicBezTo>
                    <a:pt x="6859" y="1194"/>
                    <a:pt x="6791" y="1194"/>
                    <a:pt x="6791" y="1263"/>
                  </a:cubicBezTo>
                  <a:cubicBezTo>
                    <a:pt x="6791" y="1297"/>
                    <a:pt x="6825" y="1331"/>
                    <a:pt x="6859" y="1365"/>
                  </a:cubicBezTo>
                  <a:lnTo>
                    <a:pt x="6996" y="1365"/>
                  </a:lnTo>
                  <a:cubicBezTo>
                    <a:pt x="7030" y="1365"/>
                    <a:pt x="7064" y="1331"/>
                    <a:pt x="7064" y="1297"/>
                  </a:cubicBezTo>
                  <a:cubicBezTo>
                    <a:pt x="7064" y="1263"/>
                    <a:pt x="7064" y="1228"/>
                    <a:pt x="6996" y="1194"/>
                  </a:cubicBezTo>
                  <a:close/>
                  <a:moveTo>
                    <a:pt x="7412" y="1283"/>
                  </a:moveTo>
                  <a:cubicBezTo>
                    <a:pt x="7387" y="1283"/>
                    <a:pt x="7362" y="1315"/>
                    <a:pt x="7337" y="1365"/>
                  </a:cubicBezTo>
                  <a:cubicBezTo>
                    <a:pt x="7337" y="1399"/>
                    <a:pt x="7371" y="1433"/>
                    <a:pt x="7440" y="1467"/>
                  </a:cubicBezTo>
                  <a:lnTo>
                    <a:pt x="7542" y="1467"/>
                  </a:lnTo>
                  <a:cubicBezTo>
                    <a:pt x="7576" y="1467"/>
                    <a:pt x="7644" y="1433"/>
                    <a:pt x="7644" y="1399"/>
                  </a:cubicBezTo>
                  <a:cubicBezTo>
                    <a:pt x="7644" y="1365"/>
                    <a:pt x="7610" y="1297"/>
                    <a:pt x="7576" y="1297"/>
                  </a:cubicBezTo>
                  <a:lnTo>
                    <a:pt x="7440" y="1297"/>
                  </a:lnTo>
                  <a:cubicBezTo>
                    <a:pt x="7430" y="1288"/>
                    <a:pt x="7421" y="1283"/>
                    <a:pt x="7412" y="1283"/>
                  </a:cubicBezTo>
                  <a:close/>
                  <a:moveTo>
                    <a:pt x="7972" y="1386"/>
                  </a:moveTo>
                  <a:cubicBezTo>
                    <a:pt x="7936" y="1386"/>
                    <a:pt x="7917" y="1417"/>
                    <a:pt x="7917" y="1467"/>
                  </a:cubicBezTo>
                  <a:cubicBezTo>
                    <a:pt x="7917" y="1501"/>
                    <a:pt x="7951" y="1536"/>
                    <a:pt x="7986" y="1536"/>
                  </a:cubicBezTo>
                  <a:lnTo>
                    <a:pt x="8088" y="1570"/>
                  </a:lnTo>
                  <a:lnTo>
                    <a:pt x="8122" y="1570"/>
                  </a:lnTo>
                  <a:cubicBezTo>
                    <a:pt x="8156" y="1570"/>
                    <a:pt x="8190" y="1536"/>
                    <a:pt x="8190" y="1501"/>
                  </a:cubicBezTo>
                  <a:cubicBezTo>
                    <a:pt x="8224" y="1467"/>
                    <a:pt x="8190" y="1399"/>
                    <a:pt x="8122" y="1399"/>
                  </a:cubicBezTo>
                  <a:lnTo>
                    <a:pt x="8020" y="1399"/>
                  </a:lnTo>
                  <a:cubicBezTo>
                    <a:pt x="8001" y="1390"/>
                    <a:pt x="7986" y="1386"/>
                    <a:pt x="7972" y="1386"/>
                  </a:cubicBezTo>
                  <a:close/>
                  <a:moveTo>
                    <a:pt x="8566" y="1467"/>
                  </a:moveTo>
                  <a:cubicBezTo>
                    <a:pt x="8532" y="1467"/>
                    <a:pt x="8497" y="1501"/>
                    <a:pt x="8497" y="1536"/>
                  </a:cubicBezTo>
                  <a:cubicBezTo>
                    <a:pt x="8463" y="1604"/>
                    <a:pt x="8497" y="1638"/>
                    <a:pt x="8566" y="1638"/>
                  </a:cubicBezTo>
                  <a:lnTo>
                    <a:pt x="8668" y="1672"/>
                  </a:lnTo>
                  <a:cubicBezTo>
                    <a:pt x="8736" y="1672"/>
                    <a:pt x="8770" y="1638"/>
                    <a:pt x="8770" y="1604"/>
                  </a:cubicBezTo>
                  <a:cubicBezTo>
                    <a:pt x="8770" y="1570"/>
                    <a:pt x="8736" y="1501"/>
                    <a:pt x="8702" y="1501"/>
                  </a:cubicBezTo>
                  <a:lnTo>
                    <a:pt x="8566" y="1467"/>
                  </a:lnTo>
                  <a:close/>
                  <a:moveTo>
                    <a:pt x="9146" y="1570"/>
                  </a:moveTo>
                  <a:cubicBezTo>
                    <a:pt x="9112" y="1570"/>
                    <a:pt x="9043" y="1604"/>
                    <a:pt x="9043" y="1638"/>
                  </a:cubicBezTo>
                  <a:cubicBezTo>
                    <a:pt x="9043" y="1706"/>
                    <a:pt x="9077" y="1740"/>
                    <a:pt x="9112" y="1740"/>
                  </a:cubicBezTo>
                  <a:lnTo>
                    <a:pt x="9214" y="1774"/>
                  </a:lnTo>
                  <a:lnTo>
                    <a:pt x="9248" y="1774"/>
                  </a:lnTo>
                  <a:cubicBezTo>
                    <a:pt x="9282" y="1774"/>
                    <a:pt x="9316" y="1740"/>
                    <a:pt x="9316" y="1706"/>
                  </a:cubicBezTo>
                  <a:cubicBezTo>
                    <a:pt x="9350" y="1638"/>
                    <a:pt x="9316" y="1604"/>
                    <a:pt x="9248" y="1604"/>
                  </a:cubicBezTo>
                  <a:lnTo>
                    <a:pt x="9146" y="1570"/>
                  </a:lnTo>
                  <a:close/>
                  <a:moveTo>
                    <a:pt x="9692" y="1672"/>
                  </a:moveTo>
                  <a:cubicBezTo>
                    <a:pt x="9658" y="1672"/>
                    <a:pt x="9623" y="1706"/>
                    <a:pt x="9623" y="1740"/>
                  </a:cubicBezTo>
                  <a:cubicBezTo>
                    <a:pt x="9589" y="1809"/>
                    <a:pt x="9623" y="1843"/>
                    <a:pt x="9692" y="1843"/>
                  </a:cubicBezTo>
                  <a:lnTo>
                    <a:pt x="9794" y="1877"/>
                  </a:lnTo>
                  <a:cubicBezTo>
                    <a:pt x="9862" y="1877"/>
                    <a:pt x="9896" y="1843"/>
                    <a:pt x="9896" y="1809"/>
                  </a:cubicBezTo>
                  <a:cubicBezTo>
                    <a:pt x="9896" y="1740"/>
                    <a:pt x="9862" y="1706"/>
                    <a:pt x="9828" y="1706"/>
                  </a:cubicBezTo>
                  <a:lnTo>
                    <a:pt x="9692" y="1672"/>
                  </a:lnTo>
                  <a:close/>
                  <a:moveTo>
                    <a:pt x="10272" y="1774"/>
                  </a:moveTo>
                  <a:cubicBezTo>
                    <a:pt x="10238" y="1774"/>
                    <a:pt x="10169" y="1809"/>
                    <a:pt x="10169" y="1843"/>
                  </a:cubicBezTo>
                  <a:cubicBezTo>
                    <a:pt x="10169" y="1877"/>
                    <a:pt x="10204" y="1945"/>
                    <a:pt x="10238" y="1945"/>
                  </a:cubicBezTo>
                  <a:lnTo>
                    <a:pt x="10340" y="1979"/>
                  </a:lnTo>
                  <a:lnTo>
                    <a:pt x="10374" y="1979"/>
                  </a:lnTo>
                  <a:cubicBezTo>
                    <a:pt x="10408" y="1979"/>
                    <a:pt x="10442" y="1945"/>
                    <a:pt x="10442" y="1911"/>
                  </a:cubicBezTo>
                  <a:cubicBezTo>
                    <a:pt x="10477" y="1843"/>
                    <a:pt x="10442" y="1809"/>
                    <a:pt x="10374" y="1809"/>
                  </a:cubicBezTo>
                  <a:lnTo>
                    <a:pt x="10272" y="1774"/>
                  </a:lnTo>
                  <a:close/>
                  <a:moveTo>
                    <a:pt x="10852" y="1877"/>
                  </a:moveTo>
                  <a:cubicBezTo>
                    <a:pt x="10784" y="1877"/>
                    <a:pt x="10750" y="1911"/>
                    <a:pt x="10750" y="1945"/>
                  </a:cubicBezTo>
                  <a:cubicBezTo>
                    <a:pt x="10715" y="1979"/>
                    <a:pt x="10750" y="2047"/>
                    <a:pt x="10818" y="2047"/>
                  </a:cubicBezTo>
                  <a:lnTo>
                    <a:pt x="10920" y="2047"/>
                  </a:lnTo>
                  <a:cubicBezTo>
                    <a:pt x="10920" y="2082"/>
                    <a:pt x="10920" y="2082"/>
                    <a:pt x="10920" y="2082"/>
                  </a:cubicBezTo>
                  <a:cubicBezTo>
                    <a:pt x="10988" y="2082"/>
                    <a:pt x="11022" y="2047"/>
                    <a:pt x="11022" y="1979"/>
                  </a:cubicBezTo>
                  <a:cubicBezTo>
                    <a:pt x="11022" y="1945"/>
                    <a:pt x="10988" y="1911"/>
                    <a:pt x="10954" y="1911"/>
                  </a:cubicBezTo>
                  <a:lnTo>
                    <a:pt x="10852" y="1877"/>
                  </a:lnTo>
                  <a:close/>
                  <a:moveTo>
                    <a:pt x="11398" y="1979"/>
                  </a:moveTo>
                  <a:cubicBezTo>
                    <a:pt x="11364" y="1979"/>
                    <a:pt x="11295" y="2013"/>
                    <a:pt x="11295" y="2047"/>
                  </a:cubicBezTo>
                  <a:cubicBezTo>
                    <a:pt x="11295" y="2082"/>
                    <a:pt x="11330" y="2150"/>
                    <a:pt x="11364" y="2150"/>
                  </a:cubicBezTo>
                  <a:lnTo>
                    <a:pt x="11500" y="2150"/>
                  </a:lnTo>
                  <a:cubicBezTo>
                    <a:pt x="11534" y="2150"/>
                    <a:pt x="11568" y="2150"/>
                    <a:pt x="11568" y="2082"/>
                  </a:cubicBezTo>
                  <a:cubicBezTo>
                    <a:pt x="11603" y="2047"/>
                    <a:pt x="11568" y="2013"/>
                    <a:pt x="11500" y="1979"/>
                  </a:cubicBezTo>
                  <a:close/>
                  <a:moveTo>
                    <a:pt x="11930" y="2068"/>
                  </a:moveTo>
                  <a:cubicBezTo>
                    <a:pt x="11894" y="2068"/>
                    <a:pt x="11876" y="2100"/>
                    <a:pt x="11876" y="2150"/>
                  </a:cubicBezTo>
                  <a:cubicBezTo>
                    <a:pt x="11841" y="2184"/>
                    <a:pt x="11876" y="2218"/>
                    <a:pt x="11944" y="2252"/>
                  </a:cubicBezTo>
                  <a:lnTo>
                    <a:pt x="12046" y="2252"/>
                  </a:lnTo>
                  <a:cubicBezTo>
                    <a:pt x="12114" y="2252"/>
                    <a:pt x="12149" y="2218"/>
                    <a:pt x="12149" y="2184"/>
                  </a:cubicBezTo>
                  <a:cubicBezTo>
                    <a:pt x="12149" y="2150"/>
                    <a:pt x="12114" y="2116"/>
                    <a:pt x="12080" y="2082"/>
                  </a:cubicBezTo>
                  <a:lnTo>
                    <a:pt x="11978" y="2082"/>
                  </a:lnTo>
                  <a:cubicBezTo>
                    <a:pt x="11960" y="2072"/>
                    <a:pt x="11944" y="2068"/>
                    <a:pt x="11930" y="2068"/>
                  </a:cubicBezTo>
                  <a:close/>
                  <a:moveTo>
                    <a:pt x="12491" y="2171"/>
                  </a:moveTo>
                  <a:cubicBezTo>
                    <a:pt x="12458" y="2171"/>
                    <a:pt x="12422" y="2202"/>
                    <a:pt x="12422" y="2252"/>
                  </a:cubicBezTo>
                  <a:cubicBezTo>
                    <a:pt x="12422" y="2286"/>
                    <a:pt x="12456" y="2320"/>
                    <a:pt x="12490" y="2355"/>
                  </a:cubicBezTo>
                  <a:lnTo>
                    <a:pt x="12626" y="2355"/>
                  </a:lnTo>
                  <a:cubicBezTo>
                    <a:pt x="12660" y="2355"/>
                    <a:pt x="12695" y="2320"/>
                    <a:pt x="12695" y="2286"/>
                  </a:cubicBezTo>
                  <a:cubicBezTo>
                    <a:pt x="12729" y="2252"/>
                    <a:pt x="12695" y="2184"/>
                    <a:pt x="12626" y="2184"/>
                  </a:cubicBezTo>
                  <a:lnTo>
                    <a:pt x="12524" y="2184"/>
                  </a:lnTo>
                  <a:cubicBezTo>
                    <a:pt x="12515" y="2175"/>
                    <a:pt x="12503" y="2171"/>
                    <a:pt x="12491" y="2171"/>
                  </a:cubicBezTo>
                  <a:close/>
                  <a:moveTo>
                    <a:pt x="13104" y="2252"/>
                  </a:moveTo>
                  <a:cubicBezTo>
                    <a:pt x="13036" y="2252"/>
                    <a:pt x="13002" y="2286"/>
                    <a:pt x="13002" y="2355"/>
                  </a:cubicBezTo>
                  <a:cubicBezTo>
                    <a:pt x="13002" y="2389"/>
                    <a:pt x="13002" y="2423"/>
                    <a:pt x="13070" y="2423"/>
                  </a:cubicBezTo>
                  <a:lnTo>
                    <a:pt x="13172" y="2457"/>
                  </a:lnTo>
                  <a:lnTo>
                    <a:pt x="13206" y="2457"/>
                  </a:lnTo>
                  <a:cubicBezTo>
                    <a:pt x="13240" y="2457"/>
                    <a:pt x="13275" y="2423"/>
                    <a:pt x="13275" y="2389"/>
                  </a:cubicBezTo>
                  <a:cubicBezTo>
                    <a:pt x="13275" y="2355"/>
                    <a:pt x="13240" y="2286"/>
                    <a:pt x="13206" y="2286"/>
                  </a:cubicBezTo>
                  <a:lnTo>
                    <a:pt x="13104" y="2252"/>
                  </a:lnTo>
                  <a:close/>
                  <a:moveTo>
                    <a:pt x="13650" y="2355"/>
                  </a:moveTo>
                  <a:cubicBezTo>
                    <a:pt x="13616" y="2355"/>
                    <a:pt x="13582" y="2389"/>
                    <a:pt x="13548" y="2423"/>
                  </a:cubicBezTo>
                  <a:cubicBezTo>
                    <a:pt x="13548" y="2491"/>
                    <a:pt x="13582" y="2525"/>
                    <a:pt x="13616" y="2525"/>
                  </a:cubicBezTo>
                  <a:lnTo>
                    <a:pt x="13752" y="2559"/>
                  </a:lnTo>
                  <a:cubicBezTo>
                    <a:pt x="13786" y="2559"/>
                    <a:pt x="13821" y="2525"/>
                    <a:pt x="13855" y="2491"/>
                  </a:cubicBezTo>
                  <a:cubicBezTo>
                    <a:pt x="13855" y="2423"/>
                    <a:pt x="13821" y="2389"/>
                    <a:pt x="13752" y="2389"/>
                  </a:cubicBezTo>
                  <a:lnTo>
                    <a:pt x="13650" y="2355"/>
                  </a:lnTo>
                  <a:close/>
                  <a:moveTo>
                    <a:pt x="14230" y="2457"/>
                  </a:moveTo>
                  <a:cubicBezTo>
                    <a:pt x="14162" y="2457"/>
                    <a:pt x="14128" y="2491"/>
                    <a:pt x="14128" y="2525"/>
                  </a:cubicBezTo>
                  <a:cubicBezTo>
                    <a:pt x="14128" y="2593"/>
                    <a:pt x="14128" y="2628"/>
                    <a:pt x="14196" y="2628"/>
                  </a:cubicBezTo>
                  <a:lnTo>
                    <a:pt x="14298" y="2662"/>
                  </a:lnTo>
                  <a:lnTo>
                    <a:pt x="14332" y="2662"/>
                  </a:lnTo>
                  <a:cubicBezTo>
                    <a:pt x="14367" y="2662"/>
                    <a:pt x="14401" y="2628"/>
                    <a:pt x="14401" y="2593"/>
                  </a:cubicBezTo>
                  <a:cubicBezTo>
                    <a:pt x="14401" y="2525"/>
                    <a:pt x="14367" y="2491"/>
                    <a:pt x="14332" y="2491"/>
                  </a:cubicBezTo>
                  <a:lnTo>
                    <a:pt x="14230" y="2457"/>
                  </a:lnTo>
                  <a:close/>
                  <a:moveTo>
                    <a:pt x="14776" y="2559"/>
                  </a:moveTo>
                  <a:cubicBezTo>
                    <a:pt x="14742" y="2559"/>
                    <a:pt x="14708" y="2593"/>
                    <a:pt x="14674" y="2628"/>
                  </a:cubicBezTo>
                  <a:cubicBezTo>
                    <a:pt x="14674" y="2696"/>
                    <a:pt x="14708" y="2730"/>
                    <a:pt x="14742" y="2730"/>
                  </a:cubicBezTo>
                  <a:lnTo>
                    <a:pt x="14878" y="2764"/>
                  </a:lnTo>
                  <a:cubicBezTo>
                    <a:pt x="14913" y="2764"/>
                    <a:pt x="14947" y="2730"/>
                    <a:pt x="14981" y="2696"/>
                  </a:cubicBezTo>
                  <a:cubicBezTo>
                    <a:pt x="14981" y="2628"/>
                    <a:pt x="14947" y="2593"/>
                    <a:pt x="14913" y="2593"/>
                  </a:cubicBezTo>
                  <a:lnTo>
                    <a:pt x="14776" y="2559"/>
                  </a:lnTo>
                  <a:close/>
                  <a:moveTo>
                    <a:pt x="15356" y="2662"/>
                  </a:moveTo>
                  <a:cubicBezTo>
                    <a:pt x="15288" y="2662"/>
                    <a:pt x="15254" y="2696"/>
                    <a:pt x="15254" y="2730"/>
                  </a:cubicBezTo>
                  <a:cubicBezTo>
                    <a:pt x="15254" y="2764"/>
                    <a:pt x="15288" y="2832"/>
                    <a:pt x="15322" y="2832"/>
                  </a:cubicBezTo>
                  <a:lnTo>
                    <a:pt x="15424" y="2866"/>
                  </a:lnTo>
                  <a:lnTo>
                    <a:pt x="15458" y="2866"/>
                  </a:lnTo>
                  <a:cubicBezTo>
                    <a:pt x="15493" y="2866"/>
                    <a:pt x="15527" y="2832"/>
                    <a:pt x="15527" y="2764"/>
                  </a:cubicBezTo>
                  <a:cubicBezTo>
                    <a:pt x="15527" y="2730"/>
                    <a:pt x="15493" y="2696"/>
                    <a:pt x="15458" y="2696"/>
                  </a:cubicBezTo>
                  <a:lnTo>
                    <a:pt x="15356" y="2662"/>
                  </a:lnTo>
                  <a:close/>
                  <a:moveTo>
                    <a:pt x="15902" y="2764"/>
                  </a:moveTo>
                  <a:cubicBezTo>
                    <a:pt x="15868" y="2764"/>
                    <a:pt x="15834" y="2798"/>
                    <a:pt x="15800" y="2832"/>
                  </a:cubicBezTo>
                  <a:cubicBezTo>
                    <a:pt x="15800" y="2866"/>
                    <a:pt x="15834" y="2935"/>
                    <a:pt x="15868" y="2935"/>
                  </a:cubicBezTo>
                  <a:lnTo>
                    <a:pt x="16004" y="2935"/>
                  </a:lnTo>
                  <a:cubicBezTo>
                    <a:pt x="16039" y="2935"/>
                    <a:pt x="16073" y="2935"/>
                    <a:pt x="16107" y="2866"/>
                  </a:cubicBezTo>
                  <a:cubicBezTo>
                    <a:pt x="16107" y="2832"/>
                    <a:pt x="16073" y="2798"/>
                    <a:pt x="16039" y="2764"/>
                  </a:cubicBezTo>
                  <a:close/>
                  <a:moveTo>
                    <a:pt x="16435" y="2853"/>
                  </a:moveTo>
                  <a:cubicBezTo>
                    <a:pt x="16398" y="2853"/>
                    <a:pt x="16380" y="2885"/>
                    <a:pt x="16380" y="2935"/>
                  </a:cubicBezTo>
                  <a:cubicBezTo>
                    <a:pt x="16380" y="2969"/>
                    <a:pt x="16414" y="3003"/>
                    <a:pt x="16448" y="3037"/>
                  </a:cubicBezTo>
                  <a:lnTo>
                    <a:pt x="16585" y="3037"/>
                  </a:lnTo>
                  <a:cubicBezTo>
                    <a:pt x="16619" y="3037"/>
                    <a:pt x="16653" y="3003"/>
                    <a:pt x="16653" y="2969"/>
                  </a:cubicBezTo>
                  <a:cubicBezTo>
                    <a:pt x="16653" y="2935"/>
                    <a:pt x="16653" y="2901"/>
                    <a:pt x="16585" y="2866"/>
                  </a:cubicBezTo>
                  <a:lnTo>
                    <a:pt x="16482" y="2866"/>
                  </a:lnTo>
                  <a:cubicBezTo>
                    <a:pt x="16464" y="2857"/>
                    <a:pt x="16448" y="2853"/>
                    <a:pt x="16435" y="2853"/>
                  </a:cubicBezTo>
                  <a:close/>
                  <a:moveTo>
                    <a:pt x="17001" y="2955"/>
                  </a:moveTo>
                  <a:cubicBezTo>
                    <a:pt x="16976" y="2955"/>
                    <a:pt x="16951" y="2987"/>
                    <a:pt x="16926" y="3037"/>
                  </a:cubicBezTo>
                  <a:cubicBezTo>
                    <a:pt x="16926" y="3071"/>
                    <a:pt x="16960" y="3105"/>
                    <a:pt x="16994" y="3139"/>
                  </a:cubicBezTo>
                  <a:lnTo>
                    <a:pt x="17131" y="3139"/>
                  </a:lnTo>
                  <a:cubicBezTo>
                    <a:pt x="17165" y="3139"/>
                    <a:pt x="17199" y="3105"/>
                    <a:pt x="17233" y="3071"/>
                  </a:cubicBezTo>
                  <a:cubicBezTo>
                    <a:pt x="17233" y="3037"/>
                    <a:pt x="17199" y="2969"/>
                    <a:pt x="17165" y="2969"/>
                  </a:cubicBezTo>
                  <a:lnTo>
                    <a:pt x="17028" y="2969"/>
                  </a:lnTo>
                  <a:cubicBezTo>
                    <a:pt x="17019" y="2960"/>
                    <a:pt x="17010" y="2955"/>
                    <a:pt x="17001" y="2955"/>
                  </a:cubicBezTo>
                  <a:close/>
                  <a:moveTo>
                    <a:pt x="17575" y="3058"/>
                  </a:moveTo>
                  <a:cubicBezTo>
                    <a:pt x="17542" y="3058"/>
                    <a:pt x="17506" y="3089"/>
                    <a:pt x="17506" y="3139"/>
                  </a:cubicBezTo>
                  <a:cubicBezTo>
                    <a:pt x="17506" y="3174"/>
                    <a:pt x="17540" y="3208"/>
                    <a:pt x="17574" y="3208"/>
                  </a:cubicBezTo>
                  <a:lnTo>
                    <a:pt x="17676" y="3242"/>
                  </a:lnTo>
                  <a:lnTo>
                    <a:pt x="17711" y="3242"/>
                  </a:lnTo>
                  <a:cubicBezTo>
                    <a:pt x="17745" y="3242"/>
                    <a:pt x="17779" y="3208"/>
                    <a:pt x="17779" y="3174"/>
                  </a:cubicBezTo>
                  <a:cubicBezTo>
                    <a:pt x="17779" y="3139"/>
                    <a:pt x="17779" y="3071"/>
                    <a:pt x="17711" y="3071"/>
                  </a:cubicBezTo>
                  <a:lnTo>
                    <a:pt x="17608" y="3071"/>
                  </a:lnTo>
                  <a:cubicBezTo>
                    <a:pt x="17599" y="3062"/>
                    <a:pt x="17587" y="3058"/>
                    <a:pt x="17575" y="3058"/>
                  </a:cubicBezTo>
                  <a:close/>
                  <a:moveTo>
                    <a:pt x="138916" y="3071"/>
                  </a:moveTo>
                  <a:cubicBezTo>
                    <a:pt x="138881" y="3071"/>
                    <a:pt x="138847" y="3105"/>
                    <a:pt x="138847" y="3174"/>
                  </a:cubicBezTo>
                  <a:cubicBezTo>
                    <a:pt x="138847" y="3208"/>
                    <a:pt x="138881" y="3242"/>
                    <a:pt x="138950" y="3242"/>
                  </a:cubicBezTo>
                  <a:lnTo>
                    <a:pt x="139052" y="3242"/>
                  </a:lnTo>
                  <a:cubicBezTo>
                    <a:pt x="139120" y="3242"/>
                    <a:pt x="139154" y="3174"/>
                    <a:pt x="139120" y="3139"/>
                  </a:cubicBezTo>
                  <a:cubicBezTo>
                    <a:pt x="139120" y="3105"/>
                    <a:pt x="139086" y="3071"/>
                    <a:pt x="139052" y="3071"/>
                  </a:cubicBezTo>
                  <a:close/>
                  <a:moveTo>
                    <a:pt x="138505" y="3126"/>
                  </a:moveTo>
                  <a:cubicBezTo>
                    <a:pt x="138493" y="3126"/>
                    <a:pt x="138481" y="3130"/>
                    <a:pt x="138472" y="3139"/>
                  </a:cubicBezTo>
                  <a:lnTo>
                    <a:pt x="138370" y="3139"/>
                  </a:lnTo>
                  <a:cubicBezTo>
                    <a:pt x="138301" y="3139"/>
                    <a:pt x="138267" y="3174"/>
                    <a:pt x="138267" y="3242"/>
                  </a:cubicBezTo>
                  <a:cubicBezTo>
                    <a:pt x="138267" y="3276"/>
                    <a:pt x="138335" y="3310"/>
                    <a:pt x="138370" y="3310"/>
                  </a:cubicBezTo>
                  <a:lnTo>
                    <a:pt x="138472" y="3310"/>
                  </a:lnTo>
                  <a:cubicBezTo>
                    <a:pt x="138540" y="3276"/>
                    <a:pt x="138574" y="3242"/>
                    <a:pt x="138574" y="3208"/>
                  </a:cubicBezTo>
                  <a:cubicBezTo>
                    <a:pt x="138574" y="3158"/>
                    <a:pt x="138538" y="3126"/>
                    <a:pt x="138505" y="3126"/>
                  </a:cubicBezTo>
                  <a:close/>
                  <a:moveTo>
                    <a:pt x="18154" y="3139"/>
                  </a:moveTo>
                  <a:cubicBezTo>
                    <a:pt x="18120" y="3139"/>
                    <a:pt x="18086" y="3174"/>
                    <a:pt x="18052" y="3208"/>
                  </a:cubicBezTo>
                  <a:cubicBezTo>
                    <a:pt x="18052" y="3276"/>
                    <a:pt x="18086" y="3310"/>
                    <a:pt x="18154" y="3310"/>
                  </a:cubicBezTo>
                  <a:lnTo>
                    <a:pt x="18257" y="3344"/>
                  </a:lnTo>
                  <a:cubicBezTo>
                    <a:pt x="18291" y="3344"/>
                    <a:pt x="18359" y="3310"/>
                    <a:pt x="18359" y="3276"/>
                  </a:cubicBezTo>
                  <a:cubicBezTo>
                    <a:pt x="18359" y="3242"/>
                    <a:pt x="18325" y="3174"/>
                    <a:pt x="18291" y="3174"/>
                  </a:cubicBezTo>
                  <a:lnTo>
                    <a:pt x="18154" y="3139"/>
                  </a:lnTo>
                  <a:close/>
                  <a:moveTo>
                    <a:pt x="137892" y="3174"/>
                  </a:moveTo>
                  <a:lnTo>
                    <a:pt x="137790" y="3208"/>
                  </a:lnTo>
                  <a:cubicBezTo>
                    <a:pt x="137755" y="3208"/>
                    <a:pt x="137721" y="3242"/>
                    <a:pt x="137721" y="3310"/>
                  </a:cubicBezTo>
                  <a:cubicBezTo>
                    <a:pt x="137721" y="3344"/>
                    <a:pt x="137755" y="3378"/>
                    <a:pt x="137790" y="3378"/>
                  </a:cubicBezTo>
                  <a:lnTo>
                    <a:pt x="137926" y="3344"/>
                  </a:lnTo>
                  <a:cubicBezTo>
                    <a:pt x="137960" y="3344"/>
                    <a:pt x="137994" y="3310"/>
                    <a:pt x="137994" y="3276"/>
                  </a:cubicBezTo>
                  <a:cubicBezTo>
                    <a:pt x="137994" y="3208"/>
                    <a:pt x="137960" y="3174"/>
                    <a:pt x="137892" y="3174"/>
                  </a:cubicBezTo>
                  <a:close/>
                  <a:moveTo>
                    <a:pt x="18734" y="3242"/>
                  </a:moveTo>
                  <a:cubicBezTo>
                    <a:pt x="18700" y="3242"/>
                    <a:pt x="18632" y="3276"/>
                    <a:pt x="18632" y="3310"/>
                  </a:cubicBezTo>
                  <a:cubicBezTo>
                    <a:pt x="18632" y="3378"/>
                    <a:pt x="18666" y="3412"/>
                    <a:pt x="18700" y="3412"/>
                  </a:cubicBezTo>
                  <a:lnTo>
                    <a:pt x="18803" y="3446"/>
                  </a:lnTo>
                  <a:lnTo>
                    <a:pt x="18837" y="3446"/>
                  </a:lnTo>
                  <a:cubicBezTo>
                    <a:pt x="18871" y="3446"/>
                    <a:pt x="18905" y="3412"/>
                    <a:pt x="18905" y="3378"/>
                  </a:cubicBezTo>
                  <a:cubicBezTo>
                    <a:pt x="18939" y="3310"/>
                    <a:pt x="18905" y="3276"/>
                    <a:pt x="18837" y="3276"/>
                  </a:cubicBezTo>
                  <a:lnTo>
                    <a:pt x="18734" y="3242"/>
                  </a:lnTo>
                  <a:close/>
                  <a:moveTo>
                    <a:pt x="137346" y="3242"/>
                  </a:moveTo>
                  <a:lnTo>
                    <a:pt x="137209" y="3276"/>
                  </a:lnTo>
                  <a:cubicBezTo>
                    <a:pt x="137175" y="3276"/>
                    <a:pt x="137141" y="3310"/>
                    <a:pt x="137141" y="3344"/>
                  </a:cubicBezTo>
                  <a:cubicBezTo>
                    <a:pt x="137141" y="3412"/>
                    <a:pt x="137175" y="3446"/>
                    <a:pt x="137244" y="3446"/>
                  </a:cubicBezTo>
                  <a:lnTo>
                    <a:pt x="137346" y="3412"/>
                  </a:lnTo>
                  <a:cubicBezTo>
                    <a:pt x="137414" y="3412"/>
                    <a:pt x="137414" y="3378"/>
                    <a:pt x="137414" y="3310"/>
                  </a:cubicBezTo>
                  <a:cubicBezTo>
                    <a:pt x="137414" y="3276"/>
                    <a:pt x="137380" y="3242"/>
                    <a:pt x="137346" y="3242"/>
                  </a:cubicBezTo>
                  <a:close/>
                  <a:moveTo>
                    <a:pt x="136663" y="3310"/>
                  </a:moveTo>
                  <a:cubicBezTo>
                    <a:pt x="136595" y="3344"/>
                    <a:pt x="136561" y="3378"/>
                    <a:pt x="136561" y="3412"/>
                  </a:cubicBezTo>
                  <a:cubicBezTo>
                    <a:pt x="136561" y="3481"/>
                    <a:pt x="136629" y="3515"/>
                    <a:pt x="136663" y="3515"/>
                  </a:cubicBezTo>
                  <a:lnTo>
                    <a:pt x="136766" y="3481"/>
                  </a:lnTo>
                  <a:cubicBezTo>
                    <a:pt x="136834" y="3481"/>
                    <a:pt x="136868" y="3446"/>
                    <a:pt x="136868" y="3378"/>
                  </a:cubicBezTo>
                  <a:cubicBezTo>
                    <a:pt x="136868" y="3344"/>
                    <a:pt x="136800" y="3310"/>
                    <a:pt x="136766" y="3310"/>
                  </a:cubicBezTo>
                  <a:close/>
                  <a:moveTo>
                    <a:pt x="19280" y="3344"/>
                  </a:moveTo>
                  <a:cubicBezTo>
                    <a:pt x="19246" y="3344"/>
                    <a:pt x="19212" y="3378"/>
                    <a:pt x="19212" y="3412"/>
                  </a:cubicBezTo>
                  <a:cubicBezTo>
                    <a:pt x="19178" y="3481"/>
                    <a:pt x="19212" y="3515"/>
                    <a:pt x="19280" y="3515"/>
                  </a:cubicBezTo>
                  <a:lnTo>
                    <a:pt x="19383" y="3549"/>
                  </a:lnTo>
                  <a:cubicBezTo>
                    <a:pt x="19451" y="3549"/>
                    <a:pt x="19485" y="3515"/>
                    <a:pt x="19485" y="3481"/>
                  </a:cubicBezTo>
                  <a:cubicBezTo>
                    <a:pt x="19485" y="3412"/>
                    <a:pt x="19451" y="3378"/>
                    <a:pt x="19417" y="3378"/>
                  </a:cubicBezTo>
                  <a:lnTo>
                    <a:pt x="19280" y="3344"/>
                  </a:lnTo>
                  <a:close/>
                  <a:moveTo>
                    <a:pt x="136083" y="3378"/>
                  </a:moveTo>
                  <a:cubicBezTo>
                    <a:pt x="136049" y="3412"/>
                    <a:pt x="136015" y="3446"/>
                    <a:pt x="136015" y="3481"/>
                  </a:cubicBezTo>
                  <a:cubicBezTo>
                    <a:pt x="136015" y="3515"/>
                    <a:pt x="136049" y="3549"/>
                    <a:pt x="136083" y="3549"/>
                  </a:cubicBezTo>
                  <a:lnTo>
                    <a:pt x="136220" y="3549"/>
                  </a:lnTo>
                  <a:cubicBezTo>
                    <a:pt x="136254" y="3549"/>
                    <a:pt x="136288" y="3515"/>
                    <a:pt x="136288" y="3446"/>
                  </a:cubicBezTo>
                  <a:cubicBezTo>
                    <a:pt x="136288" y="3412"/>
                    <a:pt x="136254" y="3378"/>
                    <a:pt x="136186" y="3378"/>
                  </a:cubicBezTo>
                  <a:close/>
                  <a:moveTo>
                    <a:pt x="135503" y="3446"/>
                  </a:moveTo>
                  <a:cubicBezTo>
                    <a:pt x="135469" y="3446"/>
                    <a:pt x="135435" y="3515"/>
                    <a:pt x="135435" y="3549"/>
                  </a:cubicBezTo>
                  <a:cubicBezTo>
                    <a:pt x="135435" y="3583"/>
                    <a:pt x="135469" y="3617"/>
                    <a:pt x="135503" y="3617"/>
                  </a:cubicBezTo>
                  <a:lnTo>
                    <a:pt x="135640" y="3617"/>
                  </a:lnTo>
                  <a:cubicBezTo>
                    <a:pt x="135674" y="3617"/>
                    <a:pt x="135708" y="3549"/>
                    <a:pt x="135708" y="3515"/>
                  </a:cubicBezTo>
                  <a:cubicBezTo>
                    <a:pt x="135708" y="3481"/>
                    <a:pt x="135674" y="3446"/>
                    <a:pt x="135640" y="3446"/>
                  </a:cubicBezTo>
                  <a:close/>
                  <a:moveTo>
                    <a:pt x="19860" y="3446"/>
                  </a:moveTo>
                  <a:cubicBezTo>
                    <a:pt x="19826" y="3446"/>
                    <a:pt x="19758" y="3481"/>
                    <a:pt x="19758" y="3515"/>
                  </a:cubicBezTo>
                  <a:cubicBezTo>
                    <a:pt x="19758" y="3549"/>
                    <a:pt x="19792" y="3617"/>
                    <a:pt x="19826" y="3617"/>
                  </a:cubicBezTo>
                  <a:lnTo>
                    <a:pt x="19929" y="3651"/>
                  </a:lnTo>
                  <a:lnTo>
                    <a:pt x="19963" y="3651"/>
                  </a:lnTo>
                  <a:cubicBezTo>
                    <a:pt x="19997" y="3651"/>
                    <a:pt x="20031" y="3617"/>
                    <a:pt x="20031" y="3583"/>
                  </a:cubicBezTo>
                  <a:cubicBezTo>
                    <a:pt x="20065" y="3515"/>
                    <a:pt x="20031" y="3481"/>
                    <a:pt x="19963" y="3481"/>
                  </a:cubicBezTo>
                  <a:lnTo>
                    <a:pt x="19860" y="3446"/>
                  </a:lnTo>
                  <a:close/>
                  <a:moveTo>
                    <a:pt x="134957" y="3515"/>
                  </a:moveTo>
                  <a:cubicBezTo>
                    <a:pt x="134889" y="3515"/>
                    <a:pt x="134855" y="3549"/>
                    <a:pt x="134855" y="3617"/>
                  </a:cubicBezTo>
                  <a:cubicBezTo>
                    <a:pt x="134855" y="3651"/>
                    <a:pt x="134923" y="3685"/>
                    <a:pt x="134957" y="3685"/>
                  </a:cubicBezTo>
                  <a:lnTo>
                    <a:pt x="135060" y="3685"/>
                  </a:lnTo>
                  <a:cubicBezTo>
                    <a:pt x="135128" y="3685"/>
                    <a:pt x="135162" y="3617"/>
                    <a:pt x="135162" y="3583"/>
                  </a:cubicBezTo>
                  <a:cubicBezTo>
                    <a:pt x="135128" y="3549"/>
                    <a:pt x="135094" y="3515"/>
                    <a:pt x="135060" y="3515"/>
                  </a:cubicBezTo>
                  <a:close/>
                  <a:moveTo>
                    <a:pt x="20440" y="3549"/>
                  </a:moveTo>
                  <a:cubicBezTo>
                    <a:pt x="20372" y="3549"/>
                    <a:pt x="20338" y="3583"/>
                    <a:pt x="20338" y="3617"/>
                  </a:cubicBezTo>
                  <a:cubicBezTo>
                    <a:pt x="20304" y="3651"/>
                    <a:pt x="20338" y="3719"/>
                    <a:pt x="20406" y="3719"/>
                  </a:cubicBezTo>
                  <a:lnTo>
                    <a:pt x="20509" y="3719"/>
                  </a:lnTo>
                  <a:cubicBezTo>
                    <a:pt x="20509" y="3719"/>
                    <a:pt x="20509" y="3754"/>
                    <a:pt x="20509" y="3754"/>
                  </a:cubicBezTo>
                  <a:cubicBezTo>
                    <a:pt x="20577" y="3754"/>
                    <a:pt x="20611" y="3719"/>
                    <a:pt x="20611" y="3651"/>
                  </a:cubicBezTo>
                  <a:cubicBezTo>
                    <a:pt x="20611" y="3617"/>
                    <a:pt x="20577" y="3583"/>
                    <a:pt x="20543" y="3583"/>
                  </a:cubicBezTo>
                  <a:lnTo>
                    <a:pt x="20440" y="3549"/>
                  </a:lnTo>
                  <a:close/>
                  <a:moveTo>
                    <a:pt x="134527" y="3570"/>
                  </a:moveTo>
                  <a:cubicBezTo>
                    <a:pt x="134514" y="3570"/>
                    <a:pt x="134498" y="3574"/>
                    <a:pt x="134480" y="3583"/>
                  </a:cubicBezTo>
                  <a:lnTo>
                    <a:pt x="134377" y="3583"/>
                  </a:lnTo>
                  <a:cubicBezTo>
                    <a:pt x="134309" y="3583"/>
                    <a:pt x="134275" y="3617"/>
                    <a:pt x="134309" y="3685"/>
                  </a:cubicBezTo>
                  <a:cubicBezTo>
                    <a:pt x="134309" y="3719"/>
                    <a:pt x="134343" y="3754"/>
                    <a:pt x="134377" y="3754"/>
                  </a:cubicBezTo>
                  <a:lnTo>
                    <a:pt x="134514" y="3754"/>
                  </a:lnTo>
                  <a:cubicBezTo>
                    <a:pt x="134548" y="3719"/>
                    <a:pt x="134582" y="3685"/>
                    <a:pt x="134582" y="3651"/>
                  </a:cubicBezTo>
                  <a:cubicBezTo>
                    <a:pt x="134582" y="3601"/>
                    <a:pt x="134564" y="3570"/>
                    <a:pt x="134527" y="3570"/>
                  </a:cubicBezTo>
                  <a:close/>
                  <a:moveTo>
                    <a:pt x="20986" y="3651"/>
                  </a:moveTo>
                  <a:cubicBezTo>
                    <a:pt x="20952" y="3651"/>
                    <a:pt x="20884" y="3651"/>
                    <a:pt x="20884" y="3719"/>
                  </a:cubicBezTo>
                  <a:cubicBezTo>
                    <a:pt x="20884" y="3754"/>
                    <a:pt x="20918" y="3822"/>
                    <a:pt x="20952" y="3822"/>
                  </a:cubicBezTo>
                  <a:lnTo>
                    <a:pt x="21089" y="3822"/>
                  </a:lnTo>
                  <a:cubicBezTo>
                    <a:pt x="21123" y="3822"/>
                    <a:pt x="21157" y="3822"/>
                    <a:pt x="21157" y="3754"/>
                  </a:cubicBezTo>
                  <a:cubicBezTo>
                    <a:pt x="21191" y="3719"/>
                    <a:pt x="21157" y="3685"/>
                    <a:pt x="21089" y="3651"/>
                  </a:cubicBezTo>
                  <a:close/>
                  <a:moveTo>
                    <a:pt x="133934" y="3617"/>
                  </a:moveTo>
                  <a:lnTo>
                    <a:pt x="133797" y="3651"/>
                  </a:lnTo>
                  <a:cubicBezTo>
                    <a:pt x="133763" y="3651"/>
                    <a:pt x="133729" y="3685"/>
                    <a:pt x="133729" y="3754"/>
                  </a:cubicBezTo>
                  <a:cubicBezTo>
                    <a:pt x="133729" y="3788"/>
                    <a:pt x="133763" y="3822"/>
                    <a:pt x="133797" y="3822"/>
                  </a:cubicBezTo>
                  <a:lnTo>
                    <a:pt x="133831" y="3822"/>
                  </a:lnTo>
                  <a:lnTo>
                    <a:pt x="133934" y="3788"/>
                  </a:lnTo>
                  <a:cubicBezTo>
                    <a:pt x="133968" y="3788"/>
                    <a:pt x="134002" y="3754"/>
                    <a:pt x="134002" y="3719"/>
                  </a:cubicBezTo>
                  <a:cubicBezTo>
                    <a:pt x="134002" y="3651"/>
                    <a:pt x="133968" y="3617"/>
                    <a:pt x="133934" y="3617"/>
                  </a:cubicBezTo>
                  <a:close/>
                  <a:moveTo>
                    <a:pt x="133354" y="3685"/>
                  </a:moveTo>
                  <a:lnTo>
                    <a:pt x="133251" y="3719"/>
                  </a:lnTo>
                  <a:cubicBezTo>
                    <a:pt x="133183" y="3719"/>
                    <a:pt x="133149" y="3754"/>
                    <a:pt x="133149" y="3788"/>
                  </a:cubicBezTo>
                  <a:cubicBezTo>
                    <a:pt x="133149" y="3856"/>
                    <a:pt x="133217" y="3890"/>
                    <a:pt x="133251" y="3890"/>
                  </a:cubicBezTo>
                  <a:lnTo>
                    <a:pt x="133354" y="3856"/>
                  </a:lnTo>
                  <a:cubicBezTo>
                    <a:pt x="133422" y="3856"/>
                    <a:pt x="133456" y="3822"/>
                    <a:pt x="133456" y="3754"/>
                  </a:cubicBezTo>
                  <a:cubicBezTo>
                    <a:pt x="133422" y="3719"/>
                    <a:pt x="133388" y="3685"/>
                    <a:pt x="133354" y="3685"/>
                  </a:cubicBezTo>
                  <a:close/>
                  <a:moveTo>
                    <a:pt x="21519" y="3740"/>
                  </a:moveTo>
                  <a:cubicBezTo>
                    <a:pt x="21482" y="3740"/>
                    <a:pt x="21464" y="3772"/>
                    <a:pt x="21464" y="3822"/>
                  </a:cubicBezTo>
                  <a:cubicBezTo>
                    <a:pt x="21430" y="3856"/>
                    <a:pt x="21464" y="3890"/>
                    <a:pt x="21532" y="3924"/>
                  </a:cubicBezTo>
                  <a:lnTo>
                    <a:pt x="21635" y="3924"/>
                  </a:lnTo>
                  <a:cubicBezTo>
                    <a:pt x="21703" y="3924"/>
                    <a:pt x="21737" y="3890"/>
                    <a:pt x="21737" y="3856"/>
                  </a:cubicBezTo>
                  <a:cubicBezTo>
                    <a:pt x="21737" y="3822"/>
                    <a:pt x="21703" y="3788"/>
                    <a:pt x="21669" y="3754"/>
                  </a:cubicBezTo>
                  <a:lnTo>
                    <a:pt x="21567" y="3754"/>
                  </a:lnTo>
                  <a:cubicBezTo>
                    <a:pt x="21548" y="3744"/>
                    <a:pt x="21532" y="3740"/>
                    <a:pt x="21519" y="3740"/>
                  </a:cubicBezTo>
                  <a:close/>
                  <a:moveTo>
                    <a:pt x="132671" y="3754"/>
                  </a:moveTo>
                  <a:cubicBezTo>
                    <a:pt x="132603" y="3788"/>
                    <a:pt x="132569" y="3822"/>
                    <a:pt x="132603" y="3856"/>
                  </a:cubicBezTo>
                  <a:cubicBezTo>
                    <a:pt x="132603" y="3924"/>
                    <a:pt x="132637" y="3924"/>
                    <a:pt x="132671" y="3924"/>
                  </a:cubicBezTo>
                  <a:lnTo>
                    <a:pt x="132808" y="3924"/>
                  </a:lnTo>
                  <a:cubicBezTo>
                    <a:pt x="132842" y="3924"/>
                    <a:pt x="132876" y="3890"/>
                    <a:pt x="132876" y="3822"/>
                  </a:cubicBezTo>
                  <a:cubicBezTo>
                    <a:pt x="132876" y="3788"/>
                    <a:pt x="132842" y="3754"/>
                    <a:pt x="132773" y="3754"/>
                  </a:cubicBezTo>
                  <a:close/>
                  <a:moveTo>
                    <a:pt x="132091" y="3822"/>
                  </a:moveTo>
                  <a:cubicBezTo>
                    <a:pt x="132057" y="3822"/>
                    <a:pt x="132023" y="3890"/>
                    <a:pt x="132023" y="3924"/>
                  </a:cubicBezTo>
                  <a:cubicBezTo>
                    <a:pt x="132023" y="3958"/>
                    <a:pt x="132057" y="3992"/>
                    <a:pt x="132091" y="3992"/>
                  </a:cubicBezTo>
                  <a:lnTo>
                    <a:pt x="132227" y="3992"/>
                  </a:lnTo>
                  <a:cubicBezTo>
                    <a:pt x="132262" y="3992"/>
                    <a:pt x="132296" y="3958"/>
                    <a:pt x="132296" y="3890"/>
                  </a:cubicBezTo>
                  <a:cubicBezTo>
                    <a:pt x="132296" y="3856"/>
                    <a:pt x="132262" y="3822"/>
                    <a:pt x="132193" y="3822"/>
                  </a:cubicBezTo>
                  <a:close/>
                  <a:moveTo>
                    <a:pt x="22080" y="3843"/>
                  </a:moveTo>
                  <a:cubicBezTo>
                    <a:pt x="22047" y="3843"/>
                    <a:pt x="22010" y="3874"/>
                    <a:pt x="22010" y="3924"/>
                  </a:cubicBezTo>
                  <a:cubicBezTo>
                    <a:pt x="22010" y="3958"/>
                    <a:pt x="22044" y="3992"/>
                    <a:pt x="22078" y="4027"/>
                  </a:cubicBezTo>
                  <a:lnTo>
                    <a:pt x="22215" y="4027"/>
                  </a:lnTo>
                  <a:cubicBezTo>
                    <a:pt x="22249" y="4027"/>
                    <a:pt x="22283" y="3992"/>
                    <a:pt x="22283" y="3958"/>
                  </a:cubicBezTo>
                  <a:cubicBezTo>
                    <a:pt x="22317" y="3924"/>
                    <a:pt x="22283" y="3856"/>
                    <a:pt x="22215" y="3856"/>
                  </a:cubicBezTo>
                  <a:lnTo>
                    <a:pt x="22112" y="3856"/>
                  </a:lnTo>
                  <a:cubicBezTo>
                    <a:pt x="22103" y="3847"/>
                    <a:pt x="22092" y="3843"/>
                    <a:pt x="22080" y="3843"/>
                  </a:cubicBezTo>
                  <a:close/>
                  <a:moveTo>
                    <a:pt x="131511" y="3890"/>
                  </a:moveTo>
                  <a:cubicBezTo>
                    <a:pt x="131477" y="3890"/>
                    <a:pt x="131443" y="3958"/>
                    <a:pt x="131443" y="3992"/>
                  </a:cubicBezTo>
                  <a:cubicBezTo>
                    <a:pt x="131443" y="4027"/>
                    <a:pt x="131477" y="4061"/>
                    <a:pt x="131545" y="4061"/>
                  </a:cubicBezTo>
                  <a:lnTo>
                    <a:pt x="131647" y="4061"/>
                  </a:lnTo>
                  <a:cubicBezTo>
                    <a:pt x="131716" y="4061"/>
                    <a:pt x="131750" y="3992"/>
                    <a:pt x="131750" y="3958"/>
                  </a:cubicBezTo>
                  <a:cubicBezTo>
                    <a:pt x="131716" y="3924"/>
                    <a:pt x="131681" y="3890"/>
                    <a:pt x="131647" y="3890"/>
                  </a:cubicBezTo>
                  <a:close/>
                  <a:moveTo>
                    <a:pt x="22693" y="3924"/>
                  </a:moveTo>
                  <a:cubicBezTo>
                    <a:pt x="22624" y="3924"/>
                    <a:pt x="22590" y="3958"/>
                    <a:pt x="22590" y="4027"/>
                  </a:cubicBezTo>
                  <a:cubicBezTo>
                    <a:pt x="22556" y="4061"/>
                    <a:pt x="22590" y="4095"/>
                    <a:pt x="22658" y="4095"/>
                  </a:cubicBezTo>
                  <a:lnTo>
                    <a:pt x="22761" y="4129"/>
                  </a:lnTo>
                  <a:lnTo>
                    <a:pt x="22795" y="4129"/>
                  </a:lnTo>
                  <a:cubicBezTo>
                    <a:pt x="22829" y="4129"/>
                    <a:pt x="22863" y="4095"/>
                    <a:pt x="22863" y="4061"/>
                  </a:cubicBezTo>
                  <a:cubicBezTo>
                    <a:pt x="22863" y="4027"/>
                    <a:pt x="22829" y="3958"/>
                    <a:pt x="22795" y="3958"/>
                  </a:cubicBezTo>
                  <a:lnTo>
                    <a:pt x="22693" y="3924"/>
                  </a:lnTo>
                  <a:close/>
                  <a:moveTo>
                    <a:pt x="130965" y="3958"/>
                  </a:moveTo>
                  <a:cubicBezTo>
                    <a:pt x="130897" y="3958"/>
                    <a:pt x="130863" y="3992"/>
                    <a:pt x="130897" y="4061"/>
                  </a:cubicBezTo>
                  <a:cubicBezTo>
                    <a:pt x="130897" y="4095"/>
                    <a:pt x="130931" y="4129"/>
                    <a:pt x="130965" y="4129"/>
                  </a:cubicBezTo>
                  <a:lnTo>
                    <a:pt x="131101" y="4129"/>
                  </a:lnTo>
                  <a:cubicBezTo>
                    <a:pt x="131136" y="4095"/>
                    <a:pt x="131170" y="4061"/>
                    <a:pt x="131170" y="4027"/>
                  </a:cubicBezTo>
                  <a:cubicBezTo>
                    <a:pt x="131170" y="3958"/>
                    <a:pt x="131101" y="3958"/>
                    <a:pt x="131067" y="3958"/>
                  </a:cubicBezTo>
                  <a:close/>
                  <a:moveTo>
                    <a:pt x="130487" y="3992"/>
                  </a:moveTo>
                  <a:lnTo>
                    <a:pt x="130385" y="4027"/>
                  </a:lnTo>
                  <a:cubicBezTo>
                    <a:pt x="130351" y="4027"/>
                    <a:pt x="130317" y="4061"/>
                    <a:pt x="130317" y="4129"/>
                  </a:cubicBezTo>
                  <a:cubicBezTo>
                    <a:pt x="130317" y="4163"/>
                    <a:pt x="130351" y="4197"/>
                    <a:pt x="130385" y="4197"/>
                  </a:cubicBezTo>
                  <a:lnTo>
                    <a:pt x="130419" y="4197"/>
                  </a:lnTo>
                  <a:lnTo>
                    <a:pt x="130521" y="4163"/>
                  </a:lnTo>
                  <a:cubicBezTo>
                    <a:pt x="130555" y="4163"/>
                    <a:pt x="130590" y="4129"/>
                    <a:pt x="130590" y="4095"/>
                  </a:cubicBezTo>
                  <a:cubicBezTo>
                    <a:pt x="130590" y="4027"/>
                    <a:pt x="130555" y="3992"/>
                    <a:pt x="130487" y="3992"/>
                  </a:cubicBezTo>
                  <a:close/>
                  <a:moveTo>
                    <a:pt x="23239" y="4027"/>
                  </a:moveTo>
                  <a:cubicBezTo>
                    <a:pt x="23204" y="4027"/>
                    <a:pt x="23136" y="4061"/>
                    <a:pt x="23136" y="4095"/>
                  </a:cubicBezTo>
                  <a:cubicBezTo>
                    <a:pt x="23136" y="4163"/>
                    <a:pt x="23170" y="4197"/>
                    <a:pt x="23204" y="4197"/>
                  </a:cubicBezTo>
                  <a:lnTo>
                    <a:pt x="23341" y="4231"/>
                  </a:lnTo>
                  <a:cubicBezTo>
                    <a:pt x="23375" y="4231"/>
                    <a:pt x="23409" y="4197"/>
                    <a:pt x="23443" y="4163"/>
                  </a:cubicBezTo>
                  <a:cubicBezTo>
                    <a:pt x="23443" y="4095"/>
                    <a:pt x="23409" y="4061"/>
                    <a:pt x="23341" y="4061"/>
                  </a:cubicBezTo>
                  <a:lnTo>
                    <a:pt x="23239" y="4027"/>
                  </a:lnTo>
                  <a:close/>
                  <a:moveTo>
                    <a:pt x="129941" y="4061"/>
                  </a:moveTo>
                  <a:lnTo>
                    <a:pt x="129805" y="4095"/>
                  </a:lnTo>
                  <a:cubicBezTo>
                    <a:pt x="129771" y="4095"/>
                    <a:pt x="129736" y="4129"/>
                    <a:pt x="129736" y="4197"/>
                  </a:cubicBezTo>
                  <a:cubicBezTo>
                    <a:pt x="129736" y="4231"/>
                    <a:pt x="129771" y="4265"/>
                    <a:pt x="129839" y="4265"/>
                  </a:cubicBezTo>
                  <a:lnTo>
                    <a:pt x="129941" y="4231"/>
                  </a:lnTo>
                  <a:cubicBezTo>
                    <a:pt x="130009" y="4231"/>
                    <a:pt x="130044" y="4197"/>
                    <a:pt x="130044" y="4163"/>
                  </a:cubicBezTo>
                  <a:cubicBezTo>
                    <a:pt x="130009" y="4095"/>
                    <a:pt x="129975" y="4061"/>
                    <a:pt x="129941" y="4061"/>
                  </a:cubicBezTo>
                  <a:close/>
                  <a:moveTo>
                    <a:pt x="23819" y="4129"/>
                  </a:moveTo>
                  <a:cubicBezTo>
                    <a:pt x="23750" y="4129"/>
                    <a:pt x="23716" y="4163"/>
                    <a:pt x="23716" y="4197"/>
                  </a:cubicBezTo>
                  <a:cubicBezTo>
                    <a:pt x="23716" y="4265"/>
                    <a:pt x="23716" y="4300"/>
                    <a:pt x="23785" y="4300"/>
                  </a:cubicBezTo>
                  <a:lnTo>
                    <a:pt x="23887" y="4334"/>
                  </a:lnTo>
                  <a:lnTo>
                    <a:pt x="23921" y="4334"/>
                  </a:lnTo>
                  <a:cubicBezTo>
                    <a:pt x="23955" y="4334"/>
                    <a:pt x="23989" y="4300"/>
                    <a:pt x="23989" y="4265"/>
                  </a:cubicBezTo>
                  <a:cubicBezTo>
                    <a:pt x="23989" y="4197"/>
                    <a:pt x="23955" y="4163"/>
                    <a:pt x="23921" y="4163"/>
                  </a:cubicBezTo>
                  <a:lnTo>
                    <a:pt x="23819" y="4129"/>
                  </a:lnTo>
                  <a:close/>
                  <a:moveTo>
                    <a:pt x="129361" y="4129"/>
                  </a:moveTo>
                  <a:lnTo>
                    <a:pt x="129259" y="4163"/>
                  </a:lnTo>
                  <a:cubicBezTo>
                    <a:pt x="129191" y="4163"/>
                    <a:pt x="129156" y="4197"/>
                    <a:pt x="129191" y="4231"/>
                  </a:cubicBezTo>
                  <a:cubicBezTo>
                    <a:pt x="129191" y="4300"/>
                    <a:pt x="129225" y="4334"/>
                    <a:pt x="129259" y="4334"/>
                  </a:cubicBezTo>
                  <a:lnTo>
                    <a:pt x="129395" y="4300"/>
                  </a:lnTo>
                  <a:cubicBezTo>
                    <a:pt x="129429" y="4300"/>
                    <a:pt x="129463" y="4265"/>
                    <a:pt x="129463" y="4197"/>
                  </a:cubicBezTo>
                  <a:cubicBezTo>
                    <a:pt x="129463" y="4163"/>
                    <a:pt x="129395" y="4129"/>
                    <a:pt x="129361" y="4129"/>
                  </a:cubicBezTo>
                  <a:close/>
                  <a:moveTo>
                    <a:pt x="128679" y="4197"/>
                  </a:moveTo>
                  <a:cubicBezTo>
                    <a:pt x="128645" y="4231"/>
                    <a:pt x="128610" y="4265"/>
                    <a:pt x="128610" y="4300"/>
                  </a:cubicBezTo>
                  <a:cubicBezTo>
                    <a:pt x="128610" y="4334"/>
                    <a:pt x="128645" y="4368"/>
                    <a:pt x="128679" y="4368"/>
                  </a:cubicBezTo>
                  <a:lnTo>
                    <a:pt x="128815" y="4368"/>
                  </a:lnTo>
                  <a:cubicBezTo>
                    <a:pt x="128849" y="4368"/>
                    <a:pt x="128883" y="4334"/>
                    <a:pt x="128883" y="4265"/>
                  </a:cubicBezTo>
                  <a:cubicBezTo>
                    <a:pt x="128883" y="4231"/>
                    <a:pt x="128849" y="4197"/>
                    <a:pt x="128781" y="4197"/>
                  </a:cubicBezTo>
                  <a:close/>
                  <a:moveTo>
                    <a:pt x="24365" y="4231"/>
                  </a:moveTo>
                  <a:cubicBezTo>
                    <a:pt x="24330" y="4231"/>
                    <a:pt x="24296" y="4265"/>
                    <a:pt x="24262" y="4300"/>
                  </a:cubicBezTo>
                  <a:cubicBezTo>
                    <a:pt x="24262" y="4368"/>
                    <a:pt x="24296" y="4402"/>
                    <a:pt x="24330" y="4402"/>
                  </a:cubicBezTo>
                  <a:lnTo>
                    <a:pt x="24467" y="4436"/>
                  </a:lnTo>
                  <a:cubicBezTo>
                    <a:pt x="24501" y="4436"/>
                    <a:pt x="24535" y="4402"/>
                    <a:pt x="24569" y="4368"/>
                  </a:cubicBezTo>
                  <a:cubicBezTo>
                    <a:pt x="24569" y="4300"/>
                    <a:pt x="24535" y="4265"/>
                    <a:pt x="24501" y="4265"/>
                  </a:cubicBezTo>
                  <a:lnTo>
                    <a:pt x="24365" y="4231"/>
                  </a:lnTo>
                  <a:close/>
                  <a:moveTo>
                    <a:pt x="128099" y="4265"/>
                  </a:moveTo>
                  <a:cubicBezTo>
                    <a:pt x="128064" y="4265"/>
                    <a:pt x="128030" y="4334"/>
                    <a:pt x="128030" y="4368"/>
                  </a:cubicBezTo>
                  <a:cubicBezTo>
                    <a:pt x="128030" y="4402"/>
                    <a:pt x="128064" y="4436"/>
                    <a:pt x="128133" y="4436"/>
                  </a:cubicBezTo>
                  <a:lnTo>
                    <a:pt x="128235" y="4436"/>
                  </a:lnTo>
                  <a:cubicBezTo>
                    <a:pt x="128303" y="4436"/>
                    <a:pt x="128337" y="4368"/>
                    <a:pt x="128337" y="4334"/>
                  </a:cubicBezTo>
                  <a:cubicBezTo>
                    <a:pt x="128303" y="4300"/>
                    <a:pt x="128269" y="4265"/>
                    <a:pt x="128235" y="4265"/>
                  </a:cubicBezTo>
                  <a:close/>
                  <a:moveTo>
                    <a:pt x="127553" y="4334"/>
                  </a:moveTo>
                  <a:cubicBezTo>
                    <a:pt x="127484" y="4334"/>
                    <a:pt x="127450" y="4402"/>
                    <a:pt x="127484" y="4436"/>
                  </a:cubicBezTo>
                  <a:cubicBezTo>
                    <a:pt x="127484" y="4470"/>
                    <a:pt x="127518" y="4504"/>
                    <a:pt x="127553" y="4504"/>
                  </a:cubicBezTo>
                  <a:lnTo>
                    <a:pt x="127689" y="4504"/>
                  </a:lnTo>
                  <a:cubicBezTo>
                    <a:pt x="127723" y="4504"/>
                    <a:pt x="127757" y="4436"/>
                    <a:pt x="127757" y="4402"/>
                  </a:cubicBezTo>
                  <a:cubicBezTo>
                    <a:pt x="127757" y="4368"/>
                    <a:pt x="127723" y="4334"/>
                    <a:pt x="127655" y="4334"/>
                  </a:cubicBezTo>
                  <a:close/>
                  <a:moveTo>
                    <a:pt x="24945" y="4334"/>
                  </a:moveTo>
                  <a:cubicBezTo>
                    <a:pt x="24876" y="4334"/>
                    <a:pt x="24842" y="4368"/>
                    <a:pt x="24842" y="4402"/>
                  </a:cubicBezTo>
                  <a:cubicBezTo>
                    <a:pt x="24842" y="4436"/>
                    <a:pt x="24842" y="4504"/>
                    <a:pt x="24911" y="4504"/>
                  </a:cubicBezTo>
                  <a:lnTo>
                    <a:pt x="25013" y="4538"/>
                  </a:lnTo>
                  <a:lnTo>
                    <a:pt x="25047" y="4538"/>
                  </a:lnTo>
                  <a:cubicBezTo>
                    <a:pt x="25081" y="4538"/>
                    <a:pt x="25115" y="4504"/>
                    <a:pt x="25115" y="4436"/>
                  </a:cubicBezTo>
                  <a:cubicBezTo>
                    <a:pt x="25115" y="4402"/>
                    <a:pt x="25081" y="4368"/>
                    <a:pt x="25047" y="4368"/>
                  </a:cubicBezTo>
                  <a:lnTo>
                    <a:pt x="24945" y="4334"/>
                  </a:lnTo>
                  <a:close/>
                  <a:moveTo>
                    <a:pt x="126973" y="4402"/>
                  </a:moveTo>
                  <a:cubicBezTo>
                    <a:pt x="126938" y="4402"/>
                    <a:pt x="126904" y="4436"/>
                    <a:pt x="126904" y="4504"/>
                  </a:cubicBezTo>
                  <a:cubicBezTo>
                    <a:pt x="126904" y="4538"/>
                    <a:pt x="126938" y="4573"/>
                    <a:pt x="126973" y="4573"/>
                  </a:cubicBezTo>
                  <a:lnTo>
                    <a:pt x="127109" y="4573"/>
                  </a:lnTo>
                  <a:cubicBezTo>
                    <a:pt x="127143" y="4538"/>
                    <a:pt x="127177" y="4504"/>
                    <a:pt x="127177" y="4470"/>
                  </a:cubicBezTo>
                  <a:cubicBezTo>
                    <a:pt x="127177" y="4402"/>
                    <a:pt x="127143" y="4402"/>
                    <a:pt x="127075" y="4402"/>
                  </a:cubicBezTo>
                  <a:close/>
                  <a:moveTo>
                    <a:pt x="25491" y="4436"/>
                  </a:moveTo>
                  <a:cubicBezTo>
                    <a:pt x="25457" y="4436"/>
                    <a:pt x="25422" y="4470"/>
                    <a:pt x="25388" y="4504"/>
                  </a:cubicBezTo>
                  <a:cubicBezTo>
                    <a:pt x="25388" y="4538"/>
                    <a:pt x="25422" y="4607"/>
                    <a:pt x="25457" y="4607"/>
                  </a:cubicBezTo>
                  <a:lnTo>
                    <a:pt x="25593" y="4607"/>
                  </a:lnTo>
                  <a:cubicBezTo>
                    <a:pt x="25627" y="4607"/>
                    <a:pt x="25661" y="4607"/>
                    <a:pt x="25695" y="4538"/>
                  </a:cubicBezTo>
                  <a:cubicBezTo>
                    <a:pt x="25695" y="4504"/>
                    <a:pt x="25661" y="4470"/>
                    <a:pt x="25627" y="4436"/>
                  </a:cubicBezTo>
                  <a:close/>
                  <a:moveTo>
                    <a:pt x="126529" y="4436"/>
                  </a:moveTo>
                  <a:lnTo>
                    <a:pt x="126392" y="4470"/>
                  </a:lnTo>
                  <a:cubicBezTo>
                    <a:pt x="126358" y="4470"/>
                    <a:pt x="126324" y="4504"/>
                    <a:pt x="126324" y="4573"/>
                  </a:cubicBezTo>
                  <a:cubicBezTo>
                    <a:pt x="126324" y="4607"/>
                    <a:pt x="126358" y="4641"/>
                    <a:pt x="126427" y="4641"/>
                  </a:cubicBezTo>
                  <a:lnTo>
                    <a:pt x="126529" y="4607"/>
                  </a:lnTo>
                  <a:cubicBezTo>
                    <a:pt x="126597" y="4607"/>
                    <a:pt x="126631" y="4573"/>
                    <a:pt x="126631" y="4538"/>
                  </a:cubicBezTo>
                  <a:cubicBezTo>
                    <a:pt x="126597" y="4470"/>
                    <a:pt x="126563" y="4436"/>
                    <a:pt x="126529" y="4436"/>
                  </a:cubicBezTo>
                  <a:close/>
                  <a:moveTo>
                    <a:pt x="26023" y="4525"/>
                  </a:moveTo>
                  <a:cubicBezTo>
                    <a:pt x="25987" y="4525"/>
                    <a:pt x="25968" y="4557"/>
                    <a:pt x="25968" y="4607"/>
                  </a:cubicBezTo>
                  <a:cubicBezTo>
                    <a:pt x="25968" y="4641"/>
                    <a:pt x="26002" y="4675"/>
                    <a:pt x="26037" y="4709"/>
                  </a:cubicBezTo>
                  <a:lnTo>
                    <a:pt x="26173" y="4709"/>
                  </a:lnTo>
                  <a:cubicBezTo>
                    <a:pt x="26207" y="4709"/>
                    <a:pt x="26241" y="4675"/>
                    <a:pt x="26241" y="4641"/>
                  </a:cubicBezTo>
                  <a:cubicBezTo>
                    <a:pt x="26241" y="4607"/>
                    <a:pt x="26207" y="4573"/>
                    <a:pt x="26173" y="4538"/>
                  </a:cubicBezTo>
                  <a:lnTo>
                    <a:pt x="26071" y="4538"/>
                  </a:lnTo>
                  <a:cubicBezTo>
                    <a:pt x="26052" y="4529"/>
                    <a:pt x="26037" y="4525"/>
                    <a:pt x="26023" y="4525"/>
                  </a:cubicBezTo>
                  <a:close/>
                  <a:moveTo>
                    <a:pt x="125949" y="4504"/>
                  </a:moveTo>
                  <a:lnTo>
                    <a:pt x="125846" y="4538"/>
                  </a:lnTo>
                  <a:cubicBezTo>
                    <a:pt x="125778" y="4538"/>
                    <a:pt x="125744" y="4573"/>
                    <a:pt x="125778" y="4607"/>
                  </a:cubicBezTo>
                  <a:cubicBezTo>
                    <a:pt x="125778" y="4675"/>
                    <a:pt x="125812" y="4709"/>
                    <a:pt x="125846" y="4709"/>
                  </a:cubicBezTo>
                  <a:lnTo>
                    <a:pt x="125983" y="4675"/>
                  </a:lnTo>
                  <a:cubicBezTo>
                    <a:pt x="126017" y="4675"/>
                    <a:pt x="126051" y="4641"/>
                    <a:pt x="126051" y="4607"/>
                  </a:cubicBezTo>
                  <a:cubicBezTo>
                    <a:pt x="126051" y="4538"/>
                    <a:pt x="126017" y="4504"/>
                    <a:pt x="125949" y="4504"/>
                  </a:cubicBezTo>
                  <a:close/>
                  <a:moveTo>
                    <a:pt x="125369" y="4573"/>
                  </a:moveTo>
                  <a:lnTo>
                    <a:pt x="125266" y="4607"/>
                  </a:lnTo>
                  <a:cubicBezTo>
                    <a:pt x="125232" y="4607"/>
                    <a:pt x="125198" y="4641"/>
                    <a:pt x="125198" y="4675"/>
                  </a:cubicBezTo>
                  <a:cubicBezTo>
                    <a:pt x="125198" y="4743"/>
                    <a:pt x="125232" y="4777"/>
                    <a:pt x="125266" y="4777"/>
                  </a:cubicBezTo>
                  <a:lnTo>
                    <a:pt x="125300" y="4777"/>
                  </a:lnTo>
                  <a:lnTo>
                    <a:pt x="125403" y="4743"/>
                  </a:lnTo>
                  <a:cubicBezTo>
                    <a:pt x="125437" y="4743"/>
                    <a:pt x="125471" y="4709"/>
                    <a:pt x="125471" y="4641"/>
                  </a:cubicBezTo>
                  <a:cubicBezTo>
                    <a:pt x="125471" y="4607"/>
                    <a:pt x="125437" y="4573"/>
                    <a:pt x="125369" y="4573"/>
                  </a:cubicBezTo>
                  <a:close/>
                  <a:moveTo>
                    <a:pt x="26589" y="4627"/>
                  </a:moveTo>
                  <a:cubicBezTo>
                    <a:pt x="26564" y="4627"/>
                    <a:pt x="26539" y="4659"/>
                    <a:pt x="26514" y="4709"/>
                  </a:cubicBezTo>
                  <a:cubicBezTo>
                    <a:pt x="26514" y="4743"/>
                    <a:pt x="26548" y="4777"/>
                    <a:pt x="26583" y="4811"/>
                  </a:cubicBezTo>
                  <a:lnTo>
                    <a:pt x="26719" y="4811"/>
                  </a:lnTo>
                  <a:cubicBezTo>
                    <a:pt x="26753" y="4811"/>
                    <a:pt x="26787" y="4777"/>
                    <a:pt x="26821" y="4743"/>
                  </a:cubicBezTo>
                  <a:cubicBezTo>
                    <a:pt x="26821" y="4709"/>
                    <a:pt x="26787" y="4641"/>
                    <a:pt x="26753" y="4641"/>
                  </a:cubicBezTo>
                  <a:lnTo>
                    <a:pt x="26617" y="4641"/>
                  </a:lnTo>
                  <a:cubicBezTo>
                    <a:pt x="26608" y="4632"/>
                    <a:pt x="26598" y="4627"/>
                    <a:pt x="26589" y="4627"/>
                  </a:cubicBezTo>
                  <a:close/>
                  <a:moveTo>
                    <a:pt x="124686" y="4641"/>
                  </a:moveTo>
                  <a:cubicBezTo>
                    <a:pt x="124652" y="4675"/>
                    <a:pt x="124618" y="4709"/>
                    <a:pt x="124618" y="4743"/>
                  </a:cubicBezTo>
                  <a:cubicBezTo>
                    <a:pt x="124618" y="4777"/>
                    <a:pt x="124652" y="4811"/>
                    <a:pt x="124720" y="4811"/>
                  </a:cubicBezTo>
                  <a:lnTo>
                    <a:pt x="124823" y="4811"/>
                  </a:lnTo>
                  <a:cubicBezTo>
                    <a:pt x="124891" y="4811"/>
                    <a:pt x="124925" y="4777"/>
                    <a:pt x="124925" y="4709"/>
                  </a:cubicBezTo>
                  <a:cubicBezTo>
                    <a:pt x="124891" y="4675"/>
                    <a:pt x="124857" y="4641"/>
                    <a:pt x="124823" y="4641"/>
                  </a:cubicBezTo>
                  <a:close/>
                  <a:moveTo>
                    <a:pt x="124140" y="4709"/>
                  </a:moveTo>
                  <a:cubicBezTo>
                    <a:pt x="124072" y="4709"/>
                    <a:pt x="124038" y="4777"/>
                    <a:pt x="124038" y="4811"/>
                  </a:cubicBezTo>
                  <a:cubicBezTo>
                    <a:pt x="124072" y="4846"/>
                    <a:pt x="124106" y="4880"/>
                    <a:pt x="124140" y="4880"/>
                  </a:cubicBezTo>
                  <a:lnTo>
                    <a:pt x="124277" y="4880"/>
                  </a:lnTo>
                  <a:cubicBezTo>
                    <a:pt x="124311" y="4880"/>
                    <a:pt x="124345" y="4811"/>
                    <a:pt x="124345" y="4777"/>
                  </a:cubicBezTo>
                  <a:cubicBezTo>
                    <a:pt x="124345" y="4743"/>
                    <a:pt x="124311" y="4709"/>
                    <a:pt x="124243" y="4709"/>
                  </a:cubicBezTo>
                  <a:close/>
                  <a:moveTo>
                    <a:pt x="27149" y="4730"/>
                  </a:moveTo>
                  <a:cubicBezTo>
                    <a:pt x="27113" y="4730"/>
                    <a:pt x="27094" y="4761"/>
                    <a:pt x="27094" y="4811"/>
                  </a:cubicBezTo>
                  <a:cubicBezTo>
                    <a:pt x="27094" y="4846"/>
                    <a:pt x="27129" y="4880"/>
                    <a:pt x="27163" y="4880"/>
                  </a:cubicBezTo>
                  <a:lnTo>
                    <a:pt x="27265" y="4914"/>
                  </a:lnTo>
                  <a:lnTo>
                    <a:pt x="27299" y="4914"/>
                  </a:lnTo>
                  <a:cubicBezTo>
                    <a:pt x="27333" y="4914"/>
                    <a:pt x="27367" y="4880"/>
                    <a:pt x="27367" y="4846"/>
                  </a:cubicBezTo>
                  <a:cubicBezTo>
                    <a:pt x="27367" y="4811"/>
                    <a:pt x="27367" y="4743"/>
                    <a:pt x="27299" y="4743"/>
                  </a:cubicBezTo>
                  <a:lnTo>
                    <a:pt x="27197" y="4743"/>
                  </a:lnTo>
                  <a:cubicBezTo>
                    <a:pt x="27179" y="4734"/>
                    <a:pt x="27163" y="4730"/>
                    <a:pt x="27149" y="4730"/>
                  </a:cubicBezTo>
                  <a:close/>
                  <a:moveTo>
                    <a:pt x="123560" y="4777"/>
                  </a:moveTo>
                  <a:cubicBezTo>
                    <a:pt x="123526" y="4777"/>
                    <a:pt x="123492" y="4811"/>
                    <a:pt x="123492" y="4880"/>
                  </a:cubicBezTo>
                  <a:cubicBezTo>
                    <a:pt x="123492" y="4914"/>
                    <a:pt x="123526" y="4948"/>
                    <a:pt x="123560" y="4948"/>
                  </a:cubicBezTo>
                  <a:lnTo>
                    <a:pt x="123697" y="4948"/>
                  </a:lnTo>
                  <a:cubicBezTo>
                    <a:pt x="123731" y="4948"/>
                    <a:pt x="123765" y="4880"/>
                    <a:pt x="123765" y="4846"/>
                  </a:cubicBezTo>
                  <a:cubicBezTo>
                    <a:pt x="123765" y="4811"/>
                    <a:pt x="123731" y="4777"/>
                    <a:pt x="123663" y="4777"/>
                  </a:cubicBezTo>
                  <a:close/>
                  <a:moveTo>
                    <a:pt x="27743" y="4811"/>
                  </a:moveTo>
                  <a:cubicBezTo>
                    <a:pt x="27709" y="4811"/>
                    <a:pt x="27675" y="4846"/>
                    <a:pt x="27640" y="4880"/>
                  </a:cubicBezTo>
                  <a:cubicBezTo>
                    <a:pt x="27640" y="4948"/>
                    <a:pt x="27675" y="4982"/>
                    <a:pt x="27743" y="4982"/>
                  </a:cubicBezTo>
                  <a:lnTo>
                    <a:pt x="27845" y="5016"/>
                  </a:lnTo>
                  <a:cubicBezTo>
                    <a:pt x="27879" y="5016"/>
                    <a:pt x="27948" y="4982"/>
                    <a:pt x="27948" y="4948"/>
                  </a:cubicBezTo>
                  <a:cubicBezTo>
                    <a:pt x="27948" y="4914"/>
                    <a:pt x="27913" y="4846"/>
                    <a:pt x="27879" y="4846"/>
                  </a:cubicBezTo>
                  <a:lnTo>
                    <a:pt x="27743" y="4811"/>
                  </a:lnTo>
                  <a:close/>
                  <a:moveTo>
                    <a:pt x="123143" y="4832"/>
                  </a:moveTo>
                  <a:cubicBezTo>
                    <a:pt x="123135" y="4832"/>
                    <a:pt x="123126" y="4836"/>
                    <a:pt x="123117" y="4846"/>
                  </a:cubicBezTo>
                  <a:lnTo>
                    <a:pt x="122980" y="4846"/>
                  </a:lnTo>
                  <a:cubicBezTo>
                    <a:pt x="122946" y="4846"/>
                    <a:pt x="122912" y="4880"/>
                    <a:pt x="122912" y="4948"/>
                  </a:cubicBezTo>
                  <a:cubicBezTo>
                    <a:pt x="122912" y="4982"/>
                    <a:pt x="122946" y="5016"/>
                    <a:pt x="123014" y="5016"/>
                  </a:cubicBezTo>
                  <a:lnTo>
                    <a:pt x="123117" y="5016"/>
                  </a:lnTo>
                  <a:cubicBezTo>
                    <a:pt x="123185" y="4982"/>
                    <a:pt x="123219" y="4948"/>
                    <a:pt x="123185" y="4914"/>
                  </a:cubicBezTo>
                  <a:cubicBezTo>
                    <a:pt x="123185" y="4864"/>
                    <a:pt x="123167" y="4832"/>
                    <a:pt x="123143" y="4832"/>
                  </a:cubicBezTo>
                  <a:close/>
                  <a:moveTo>
                    <a:pt x="122537" y="4880"/>
                  </a:moveTo>
                  <a:lnTo>
                    <a:pt x="122434" y="4914"/>
                  </a:lnTo>
                  <a:cubicBezTo>
                    <a:pt x="122366" y="4914"/>
                    <a:pt x="122332" y="4948"/>
                    <a:pt x="122332" y="5016"/>
                  </a:cubicBezTo>
                  <a:cubicBezTo>
                    <a:pt x="122366" y="5050"/>
                    <a:pt x="122400" y="5084"/>
                    <a:pt x="122434" y="5084"/>
                  </a:cubicBezTo>
                  <a:lnTo>
                    <a:pt x="122571" y="5050"/>
                  </a:lnTo>
                  <a:cubicBezTo>
                    <a:pt x="122605" y="5050"/>
                    <a:pt x="122639" y="5016"/>
                    <a:pt x="122639" y="4982"/>
                  </a:cubicBezTo>
                  <a:cubicBezTo>
                    <a:pt x="122639" y="4914"/>
                    <a:pt x="122571" y="4880"/>
                    <a:pt x="122537" y="4880"/>
                  </a:cubicBezTo>
                  <a:close/>
                  <a:moveTo>
                    <a:pt x="28323" y="4914"/>
                  </a:moveTo>
                  <a:cubicBezTo>
                    <a:pt x="28255" y="4914"/>
                    <a:pt x="28220" y="4948"/>
                    <a:pt x="28220" y="4982"/>
                  </a:cubicBezTo>
                  <a:cubicBezTo>
                    <a:pt x="28220" y="5050"/>
                    <a:pt x="28255" y="5084"/>
                    <a:pt x="28289" y="5084"/>
                  </a:cubicBezTo>
                  <a:lnTo>
                    <a:pt x="28391" y="5119"/>
                  </a:lnTo>
                  <a:lnTo>
                    <a:pt x="28425" y="5119"/>
                  </a:lnTo>
                  <a:cubicBezTo>
                    <a:pt x="28459" y="5119"/>
                    <a:pt x="28493" y="5084"/>
                    <a:pt x="28493" y="5050"/>
                  </a:cubicBezTo>
                  <a:cubicBezTo>
                    <a:pt x="28493" y="4982"/>
                    <a:pt x="28493" y="4948"/>
                    <a:pt x="28425" y="4948"/>
                  </a:cubicBezTo>
                  <a:lnTo>
                    <a:pt x="28323" y="4914"/>
                  </a:lnTo>
                  <a:close/>
                  <a:moveTo>
                    <a:pt x="121956" y="4948"/>
                  </a:moveTo>
                  <a:lnTo>
                    <a:pt x="121854" y="4982"/>
                  </a:lnTo>
                  <a:cubicBezTo>
                    <a:pt x="121820" y="4982"/>
                    <a:pt x="121786" y="5016"/>
                    <a:pt x="121786" y="5050"/>
                  </a:cubicBezTo>
                  <a:cubicBezTo>
                    <a:pt x="121786" y="5119"/>
                    <a:pt x="121820" y="5153"/>
                    <a:pt x="121854" y="5153"/>
                  </a:cubicBezTo>
                  <a:lnTo>
                    <a:pt x="121888" y="5153"/>
                  </a:lnTo>
                  <a:lnTo>
                    <a:pt x="121991" y="5119"/>
                  </a:lnTo>
                  <a:cubicBezTo>
                    <a:pt x="122025" y="5119"/>
                    <a:pt x="122059" y="5084"/>
                    <a:pt x="122059" y="5016"/>
                  </a:cubicBezTo>
                  <a:cubicBezTo>
                    <a:pt x="122059" y="4982"/>
                    <a:pt x="122025" y="4948"/>
                    <a:pt x="121956" y="4948"/>
                  </a:cubicBezTo>
                  <a:close/>
                  <a:moveTo>
                    <a:pt x="28869" y="5016"/>
                  </a:moveTo>
                  <a:cubicBezTo>
                    <a:pt x="28835" y="5016"/>
                    <a:pt x="28801" y="5050"/>
                    <a:pt x="28801" y="5084"/>
                  </a:cubicBezTo>
                  <a:cubicBezTo>
                    <a:pt x="28766" y="5153"/>
                    <a:pt x="28801" y="5187"/>
                    <a:pt x="28869" y="5187"/>
                  </a:cubicBezTo>
                  <a:lnTo>
                    <a:pt x="28971" y="5221"/>
                  </a:lnTo>
                  <a:cubicBezTo>
                    <a:pt x="29039" y="5221"/>
                    <a:pt x="29074" y="5187"/>
                    <a:pt x="29074" y="5153"/>
                  </a:cubicBezTo>
                  <a:cubicBezTo>
                    <a:pt x="29074" y="5084"/>
                    <a:pt x="29039" y="5050"/>
                    <a:pt x="29005" y="5050"/>
                  </a:cubicBezTo>
                  <a:lnTo>
                    <a:pt x="28869" y="5016"/>
                  </a:lnTo>
                  <a:close/>
                  <a:moveTo>
                    <a:pt x="121274" y="5016"/>
                  </a:moveTo>
                  <a:cubicBezTo>
                    <a:pt x="121240" y="5050"/>
                    <a:pt x="121206" y="5084"/>
                    <a:pt x="121206" y="5119"/>
                  </a:cubicBezTo>
                  <a:cubicBezTo>
                    <a:pt x="121206" y="5187"/>
                    <a:pt x="121240" y="5221"/>
                    <a:pt x="121308" y="5221"/>
                  </a:cubicBezTo>
                  <a:cubicBezTo>
                    <a:pt x="121308" y="5221"/>
                    <a:pt x="121308" y="5221"/>
                    <a:pt x="121308" y="5187"/>
                  </a:cubicBezTo>
                  <a:lnTo>
                    <a:pt x="121410" y="5187"/>
                  </a:lnTo>
                  <a:cubicBezTo>
                    <a:pt x="121479" y="5187"/>
                    <a:pt x="121513" y="5153"/>
                    <a:pt x="121479" y="5084"/>
                  </a:cubicBezTo>
                  <a:cubicBezTo>
                    <a:pt x="121479" y="5050"/>
                    <a:pt x="121445" y="5016"/>
                    <a:pt x="121410" y="5016"/>
                  </a:cubicBezTo>
                  <a:close/>
                  <a:moveTo>
                    <a:pt x="120728" y="5084"/>
                  </a:moveTo>
                  <a:cubicBezTo>
                    <a:pt x="120660" y="5084"/>
                    <a:pt x="120626" y="5153"/>
                    <a:pt x="120626" y="5187"/>
                  </a:cubicBezTo>
                  <a:cubicBezTo>
                    <a:pt x="120660" y="5221"/>
                    <a:pt x="120694" y="5255"/>
                    <a:pt x="120728" y="5255"/>
                  </a:cubicBezTo>
                  <a:lnTo>
                    <a:pt x="120864" y="5255"/>
                  </a:lnTo>
                  <a:cubicBezTo>
                    <a:pt x="120899" y="5255"/>
                    <a:pt x="120933" y="5221"/>
                    <a:pt x="120933" y="5153"/>
                  </a:cubicBezTo>
                  <a:cubicBezTo>
                    <a:pt x="120933" y="5119"/>
                    <a:pt x="120864" y="5084"/>
                    <a:pt x="120830" y="5084"/>
                  </a:cubicBezTo>
                  <a:close/>
                  <a:moveTo>
                    <a:pt x="29449" y="5119"/>
                  </a:moveTo>
                  <a:cubicBezTo>
                    <a:pt x="29415" y="5119"/>
                    <a:pt x="29347" y="5153"/>
                    <a:pt x="29347" y="5187"/>
                  </a:cubicBezTo>
                  <a:cubicBezTo>
                    <a:pt x="29347" y="5221"/>
                    <a:pt x="29381" y="5289"/>
                    <a:pt x="29415" y="5289"/>
                  </a:cubicBezTo>
                  <a:lnTo>
                    <a:pt x="29517" y="5323"/>
                  </a:lnTo>
                  <a:lnTo>
                    <a:pt x="29551" y="5323"/>
                  </a:lnTo>
                  <a:cubicBezTo>
                    <a:pt x="29585" y="5323"/>
                    <a:pt x="29620" y="5289"/>
                    <a:pt x="29620" y="5255"/>
                  </a:cubicBezTo>
                  <a:cubicBezTo>
                    <a:pt x="29654" y="5187"/>
                    <a:pt x="29620" y="5153"/>
                    <a:pt x="29551" y="5153"/>
                  </a:cubicBezTo>
                  <a:lnTo>
                    <a:pt x="29449" y="5119"/>
                  </a:lnTo>
                  <a:close/>
                  <a:moveTo>
                    <a:pt x="120148" y="5153"/>
                  </a:moveTo>
                  <a:cubicBezTo>
                    <a:pt x="120114" y="5153"/>
                    <a:pt x="120080" y="5221"/>
                    <a:pt x="120080" y="5255"/>
                  </a:cubicBezTo>
                  <a:cubicBezTo>
                    <a:pt x="120080" y="5289"/>
                    <a:pt x="120114" y="5323"/>
                    <a:pt x="120148" y="5323"/>
                  </a:cubicBezTo>
                  <a:lnTo>
                    <a:pt x="120284" y="5323"/>
                  </a:lnTo>
                  <a:cubicBezTo>
                    <a:pt x="120319" y="5323"/>
                    <a:pt x="120353" y="5255"/>
                    <a:pt x="120353" y="5221"/>
                  </a:cubicBezTo>
                  <a:cubicBezTo>
                    <a:pt x="120353" y="5187"/>
                    <a:pt x="120319" y="5153"/>
                    <a:pt x="120250" y="5153"/>
                  </a:cubicBezTo>
                  <a:close/>
                  <a:moveTo>
                    <a:pt x="29995" y="5221"/>
                  </a:moveTo>
                  <a:cubicBezTo>
                    <a:pt x="29961" y="5221"/>
                    <a:pt x="29927" y="5255"/>
                    <a:pt x="29927" y="5289"/>
                  </a:cubicBezTo>
                  <a:cubicBezTo>
                    <a:pt x="29893" y="5323"/>
                    <a:pt x="29927" y="5392"/>
                    <a:pt x="29995" y="5392"/>
                  </a:cubicBezTo>
                  <a:lnTo>
                    <a:pt x="30097" y="5392"/>
                  </a:lnTo>
                  <a:cubicBezTo>
                    <a:pt x="30166" y="5392"/>
                    <a:pt x="30200" y="5392"/>
                    <a:pt x="30200" y="5323"/>
                  </a:cubicBezTo>
                  <a:cubicBezTo>
                    <a:pt x="30200" y="5289"/>
                    <a:pt x="30166" y="5255"/>
                    <a:pt x="30131" y="5221"/>
                  </a:cubicBezTo>
                  <a:close/>
                  <a:moveTo>
                    <a:pt x="119568" y="5221"/>
                  </a:moveTo>
                  <a:cubicBezTo>
                    <a:pt x="119534" y="5221"/>
                    <a:pt x="119500" y="5255"/>
                    <a:pt x="119500" y="5323"/>
                  </a:cubicBezTo>
                  <a:cubicBezTo>
                    <a:pt x="119500" y="5357"/>
                    <a:pt x="119534" y="5392"/>
                    <a:pt x="119602" y="5392"/>
                  </a:cubicBezTo>
                  <a:lnTo>
                    <a:pt x="119704" y="5392"/>
                  </a:lnTo>
                  <a:cubicBezTo>
                    <a:pt x="119773" y="5392"/>
                    <a:pt x="119807" y="5323"/>
                    <a:pt x="119773" y="5289"/>
                  </a:cubicBezTo>
                  <a:cubicBezTo>
                    <a:pt x="119773" y="5255"/>
                    <a:pt x="119738" y="5221"/>
                    <a:pt x="119704" y="5221"/>
                  </a:cubicBezTo>
                  <a:close/>
                  <a:moveTo>
                    <a:pt x="119157" y="5276"/>
                  </a:moveTo>
                  <a:cubicBezTo>
                    <a:pt x="119145" y="5276"/>
                    <a:pt x="119133" y="5280"/>
                    <a:pt x="119124" y="5289"/>
                  </a:cubicBezTo>
                  <a:lnTo>
                    <a:pt x="119022" y="5289"/>
                  </a:lnTo>
                  <a:cubicBezTo>
                    <a:pt x="118954" y="5289"/>
                    <a:pt x="118919" y="5323"/>
                    <a:pt x="118919" y="5392"/>
                  </a:cubicBezTo>
                  <a:cubicBezTo>
                    <a:pt x="118954" y="5426"/>
                    <a:pt x="118988" y="5460"/>
                    <a:pt x="119022" y="5460"/>
                  </a:cubicBezTo>
                  <a:lnTo>
                    <a:pt x="119158" y="5460"/>
                  </a:lnTo>
                  <a:cubicBezTo>
                    <a:pt x="119192" y="5426"/>
                    <a:pt x="119227" y="5392"/>
                    <a:pt x="119227" y="5357"/>
                  </a:cubicBezTo>
                  <a:cubicBezTo>
                    <a:pt x="119227" y="5307"/>
                    <a:pt x="119190" y="5276"/>
                    <a:pt x="119157" y="5276"/>
                  </a:cubicBezTo>
                  <a:close/>
                  <a:moveTo>
                    <a:pt x="30542" y="5310"/>
                  </a:moveTo>
                  <a:cubicBezTo>
                    <a:pt x="30509" y="5310"/>
                    <a:pt x="30473" y="5342"/>
                    <a:pt x="30473" y="5392"/>
                  </a:cubicBezTo>
                  <a:cubicBezTo>
                    <a:pt x="30473" y="5426"/>
                    <a:pt x="30507" y="5494"/>
                    <a:pt x="30541" y="5494"/>
                  </a:cubicBezTo>
                  <a:lnTo>
                    <a:pt x="30677" y="5494"/>
                  </a:lnTo>
                  <a:cubicBezTo>
                    <a:pt x="30711" y="5494"/>
                    <a:pt x="30746" y="5494"/>
                    <a:pt x="30746" y="5426"/>
                  </a:cubicBezTo>
                  <a:cubicBezTo>
                    <a:pt x="30780" y="5392"/>
                    <a:pt x="30746" y="5357"/>
                    <a:pt x="30677" y="5323"/>
                  </a:cubicBezTo>
                  <a:lnTo>
                    <a:pt x="30575" y="5323"/>
                  </a:lnTo>
                  <a:cubicBezTo>
                    <a:pt x="30566" y="5314"/>
                    <a:pt x="30554" y="5310"/>
                    <a:pt x="30542" y="5310"/>
                  </a:cubicBezTo>
                  <a:close/>
                  <a:moveTo>
                    <a:pt x="118544" y="5323"/>
                  </a:moveTo>
                  <a:lnTo>
                    <a:pt x="118442" y="5357"/>
                  </a:lnTo>
                  <a:cubicBezTo>
                    <a:pt x="118408" y="5357"/>
                    <a:pt x="118374" y="5392"/>
                    <a:pt x="118374" y="5460"/>
                  </a:cubicBezTo>
                  <a:cubicBezTo>
                    <a:pt x="118374" y="5494"/>
                    <a:pt x="118408" y="5528"/>
                    <a:pt x="118442" y="5528"/>
                  </a:cubicBezTo>
                  <a:lnTo>
                    <a:pt x="118476" y="5528"/>
                  </a:lnTo>
                  <a:lnTo>
                    <a:pt x="118578" y="5494"/>
                  </a:lnTo>
                  <a:cubicBezTo>
                    <a:pt x="118612" y="5494"/>
                    <a:pt x="118647" y="5460"/>
                    <a:pt x="118647" y="5426"/>
                  </a:cubicBezTo>
                  <a:cubicBezTo>
                    <a:pt x="118647" y="5357"/>
                    <a:pt x="118612" y="5323"/>
                    <a:pt x="118544" y="5323"/>
                  </a:cubicBezTo>
                  <a:close/>
                  <a:moveTo>
                    <a:pt x="31108" y="5412"/>
                  </a:moveTo>
                  <a:cubicBezTo>
                    <a:pt x="31071" y="5412"/>
                    <a:pt x="31053" y="5444"/>
                    <a:pt x="31053" y="5494"/>
                  </a:cubicBezTo>
                  <a:cubicBezTo>
                    <a:pt x="31019" y="5528"/>
                    <a:pt x="31053" y="5562"/>
                    <a:pt x="31121" y="5596"/>
                  </a:cubicBezTo>
                  <a:lnTo>
                    <a:pt x="31223" y="5596"/>
                  </a:lnTo>
                  <a:cubicBezTo>
                    <a:pt x="31292" y="5596"/>
                    <a:pt x="31326" y="5562"/>
                    <a:pt x="31326" y="5528"/>
                  </a:cubicBezTo>
                  <a:cubicBezTo>
                    <a:pt x="31326" y="5494"/>
                    <a:pt x="31292" y="5426"/>
                    <a:pt x="31257" y="5426"/>
                  </a:cubicBezTo>
                  <a:lnTo>
                    <a:pt x="31155" y="5426"/>
                  </a:lnTo>
                  <a:cubicBezTo>
                    <a:pt x="31137" y="5416"/>
                    <a:pt x="31121" y="5412"/>
                    <a:pt x="31108" y="5412"/>
                  </a:cubicBezTo>
                  <a:close/>
                  <a:moveTo>
                    <a:pt x="117998" y="5392"/>
                  </a:moveTo>
                  <a:lnTo>
                    <a:pt x="117862" y="5426"/>
                  </a:lnTo>
                  <a:cubicBezTo>
                    <a:pt x="117828" y="5426"/>
                    <a:pt x="117793" y="5460"/>
                    <a:pt x="117793" y="5494"/>
                  </a:cubicBezTo>
                  <a:cubicBezTo>
                    <a:pt x="117793" y="5562"/>
                    <a:pt x="117828" y="5596"/>
                    <a:pt x="117896" y="5596"/>
                  </a:cubicBezTo>
                  <a:lnTo>
                    <a:pt x="117998" y="5562"/>
                  </a:lnTo>
                  <a:cubicBezTo>
                    <a:pt x="118066" y="5562"/>
                    <a:pt x="118101" y="5528"/>
                    <a:pt x="118066" y="5460"/>
                  </a:cubicBezTo>
                  <a:cubicBezTo>
                    <a:pt x="118066" y="5426"/>
                    <a:pt x="118032" y="5392"/>
                    <a:pt x="117998" y="5392"/>
                  </a:cubicBezTo>
                  <a:close/>
                  <a:moveTo>
                    <a:pt x="117316" y="5460"/>
                  </a:moveTo>
                  <a:cubicBezTo>
                    <a:pt x="117247" y="5494"/>
                    <a:pt x="117213" y="5528"/>
                    <a:pt x="117213" y="5562"/>
                  </a:cubicBezTo>
                  <a:cubicBezTo>
                    <a:pt x="117247" y="5630"/>
                    <a:pt x="117282" y="5630"/>
                    <a:pt x="117316" y="5630"/>
                  </a:cubicBezTo>
                  <a:lnTo>
                    <a:pt x="117418" y="5630"/>
                  </a:lnTo>
                  <a:cubicBezTo>
                    <a:pt x="117486" y="5630"/>
                    <a:pt x="117520" y="5596"/>
                    <a:pt x="117520" y="5528"/>
                  </a:cubicBezTo>
                  <a:cubicBezTo>
                    <a:pt x="117520" y="5494"/>
                    <a:pt x="117452" y="5460"/>
                    <a:pt x="117418" y="5460"/>
                  </a:cubicBezTo>
                  <a:close/>
                  <a:moveTo>
                    <a:pt x="31668" y="5515"/>
                  </a:moveTo>
                  <a:cubicBezTo>
                    <a:pt x="31635" y="5515"/>
                    <a:pt x="31599" y="5546"/>
                    <a:pt x="31599" y="5596"/>
                  </a:cubicBezTo>
                  <a:cubicBezTo>
                    <a:pt x="31599" y="5630"/>
                    <a:pt x="31633" y="5664"/>
                    <a:pt x="31667" y="5699"/>
                  </a:cubicBezTo>
                  <a:lnTo>
                    <a:pt x="31803" y="5699"/>
                  </a:lnTo>
                  <a:cubicBezTo>
                    <a:pt x="31838" y="5699"/>
                    <a:pt x="31872" y="5664"/>
                    <a:pt x="31872" y="5630"/>
                  </a:cubicBezTo>
                  <a:cubicBezTo>
                    <a:pt x="31906" y="5596"/>
                    <a:pt x="31872" y="5528"/>
                    <a:pt x="31803" y="5528"/>
                  </a:cubicBezTo>
                  <a:lnTo>
                    <a:pt x="31701" y="5528"/>
                  </a:lnTo>
                  <a:cubicBezTo>
                    <a:pt x="31692" y="5519"/>
                    <a:pt x="31680" y="5515"/>
                    <a:pt x="31668" y="5515"/>
                  </a:cubicBezTo>
                  <a:close/>
                  <a:moveTo>
                    <a:pt x="116736" y="5528"/>
                  </a:moveTo>
                  <a:cubicBezTo>
                    <a:pt x="116701" y="5528"/>
                    <a:pt x="116667" y="5596"/>
                    <a:pt x="116667" y="5630"/>
                  </a:cubicBezTo>
                  <a:cubicBezTo>
                    <a:pt x="116667" y="5664"/>
                    <a:pt x="116701" y="5699"/>
                    <a:pt x="116736" y="5699"/>
                  </a:cubicBezTo>
                  <a:lnTo>
                    <a:pt x="116872" y="5699"/>
                  </a:lnTo>
                  <a:cubicBezTo>
                    <a:pt x="116906" y="5699"/>
                    <a:pt x="116940" y="5664"/>
                    <a:pt x="116940" y="5596"/>
                  </a:cubicBezTo>
                  <a:cubicBezTo>
                    <a:pt x="116940" y="5562"/>
                    <a:pt x="116906" y="5528"/>
                    <a:pt x="116838" y="5528"/>
                  </a:cubicBezTo>
                  <a:close/>
                  <a:moveTo>
                    <a:pt x="116156" y="5596"/>
                  </a:moveTo>
                  <a:cubicBezTo>
                    <a:pt x="116121" y="5596"/>
                    <a:pt x="116087" y="5664"/>
                    <a:pt x="116087" y="5699"/>
                  </a:cubicBezTo>
                  <a:cubicBezTo>
                    <a:pt x="116087" y="5733"/>
                    <a:pt x="116121" y="5767"/>
                    <a:pt x="116190" y="5767"/>
                  </a:cubicBezTo>
                  <a:lnTo>
                    <a:pt x="116292" y="5767"/>
                  </a:lnTo>
                  <a:cubicBezTo>
                    <a:pt x="116360" y="5767"/>
                    <a:pt x="116394" y="5699"/>
                    <a:pt x="116360" y="5664"/>
                  </a:cubicBezTo>
                  <a:cubicBezTo>
                    <a:pt x="116360" y="5630"/>
                    <a:pt x="116326" y="5596"/>
                    <a:pt x="116292" y="5596"/>
                  </a:cubicBezTo>
                  <a:close/>
                  <a:moveTo>
                    <a:pt x="32281" y="5596"/>
                  </a:moveTo>
                  <a:cubicBezTo>
                    <a:pt x="32213" y="5596"/>
                    <a:pt x="32179" y="5630"/>
                    <a:pt x="32179" y="5664"/>
                  </a:cubicBezTo>
                  <a:cubicBezTo>
                    <a:pt x="32145" y="5733"/>
                    <a:pt x="32179" y="5767"/>
                    <a:pt x="32247" y="5767"/>
                  </a:cubicBezTo>
                  <a:lnTo>
                    <a:pt x="32349" y="5801"/>
                  </a:lnTo>
                  <a:cubicBezTo>
                    <a:pt x="32418" y="5801"/>
                    <a:pt x="32452" y="5767"/>
                    <a:pt x="32452" y="5733"/>
                  </a:cubicBezTo>
                  <a:cubicBezTo>
                    <a:pt x="32452" y="5699"/>
                    <a:pt x="32418" y="5630"/>
                    <a:pt x="32384" y="5630"/>
                  </a:cubicBezTo>
                  <a:lnTo>
                    <a:pt x="32281" y="5596"/>
                  </a:lnTo>
                  <a:close/>
                  <a:moveTo>
                    <a:pt x="115610" y="5664"/>
                  </a:moveTo>
                  <a:cubicBezTo>
                    <a:pt x="115541" y="5664"/>
                    <a:pt x="115507" y="5699"/>
                    <a:pt x="115507" y="5767"/>
                  </a:cubicBezTo>
                  <a:cubicBezTo>
                    <a:pt x="115541" y="5801"/>
                    <a:pt x="115575" y="5835"/>
                    <a:pt x="115610" y="5835"/>
                  </a:cubicBezTo>
                  <a:lnTo>
                    <a:pt x="115712" y="5835"/>
                  </a:lnTo>
                  <a:cubicBezTo>
                    <a:pt x="115780" y="5801"/>
                    <a:pt x="115814" y="5767"/>
                    <a:pt x="115814" y="5733"/>
                  </a:cubicBezTo>
                  <a:cubicBezTo>
                    <a:pt x="115814" y="5664"/>
                    <a:pt x="115746" y="5664"/>
                    <a:pt x="115712" y="5664"/>
                  </a:cubicBezTo>
                  <a:close/>
                  <a:moveTo>
                    <a:pt x="32827" y="5699"/>
                  </a:moveTo>
                  <a:cubicBezTo>
                    <a:pt x="32793" y="5699"/>
                    <a:pt x="32725" y="5733"/>
                    <a:pt x="32725" y="5767"/>
                  </a:cubicBezTo>
                  <a:cubicBezTo>
                    <a:pt x="32725" y="5835"/>
                    <a:pt x="32759" y="5869"/>
                    <a:pt x="32793" y="5869"/>
                  </a:cubicBezTo>
                  <a:lnTo>
                    <a:pt x="32929" y="5903"/>
                  </a:lnTo>
                  <a:cubicBezTo>
                    <a:pt x="32964" y="5903"/>
                    <a:pt x="32998" y="5869"/>
                    <a:pt x="32998" y="5835"/>
                  </a:cubicBezTo>
                  <a:cubicBezTo>
                    <a:pt x="33032" y="5767"/>
                    <a:pt x="32998" y="5733"/>
                    <a:pt x="32929" y="5733"/>
                  </a:cubicBezTo>
                  <a:lnTo>
                    <a:pt x="32827" y="5699"/>
                  </a:lnTo>
                  <a:close/>
                  <a:moveTo>
                    <a:pt x="115132" y="5699"/>
                  </a:moveTo>
                  <a:lnTo>
                    <a:pt x="115029" y="5733"/>
                  </a:lnTo>
                  <a:cubicBezTo>
                    <a:pt x="114995" y="5733"/>
                    <a:pt x="114961" y="5767"/>
                    <a:pt x="114961" y="5835"/>
                  </a:cubicBezTo>
                  <a:cubicBezTo>
                    <a:pt x="114961" y="5869"/>
                    <a:pt x="114995" y="5903"/>
                    <a:pt x="115029" y="5903"/>
                  </a:cubicBezTo>
                  <a:lnTo>
                    <a:pt x="115166" y="5869"/>
                  </a:lnTo>
                  <a:cubicBezTo>
                    <a:pt x="115200" y="5869"/>
                    <a:pt x="115234" y="5835"/>
                    <a:pt x="115234" y="5801"/>
                  </a:cubicBezTo>
                  <a:cubicBezTo>
                    <a:pt x="115234" y="5733"/>
                    <a:pt x="115200" y="5699"/>
                    <a:pt x="115132" y="5699"/>
                  </a:cubicBezTo>
                  <a:close/>
                  <a:moveTo>
                    <a:pt x="114586" y="5767"/>
                  </a:moveTo>
                  <a:lnTo>
                    <a:pt x="114449" y="5801"/>
                  </a:lnTo>
                  <a:cubicBezTo>
                    <a:pt x="114415" y="5801"/>
                    <a:pt x="114381" y="5835"/>
                    <a:pt x="114381" y="5869"/>
                  </a:cubicBezTo>
                  <a:cubicBezTo>
                    <a:pt x="114381" y="5937"/>
                    <a:pt x="114415" y="5972"/>
                    <a:pt x="114483" y="5972"/>
                  </a:cubicBezTo>
                  <a:lnTo>
                    <a:pt x="114586" y="5937"/>
                  </a:lnTo>
                  <a:cubicBezTo>
                    <a:pt x="114654" y="5937"/>
                    <a:pt x="114688" y="5903"/>
                    <a:pt x="114654" y="5869"/>
                  </a:cubicBezTo>
                  <a:cubicBezTo>
                    <a:pt x="114654" y="5801"/>
                    <a:pt x="114620" y="5767"/>
                    <a:pt x="114586" y="5767"/>
                  </a:cubicBezTo>
                  <a:close/>
                  <a:moveTo>
                    <a:pt x="33407" y="5801"/>
                  </a:moveTo>
                  <a:cubicBezTo>
                    <a:pt x="33339" y="5801"/>
                    <a:pt x="33305" y="5835"/>
                    <a:pt x="33305" y="5869"/>
                  </a:cubicBezTo>
                  <a:cubicBezTo>
                    <a:pt x="33305" y="5937"/>
                    <a:pt x="33305" y="5972"/>
                    <a:pt x="33373" y="5972"/>
                  </a:cubicBezTo>
                  <a:lnTo>
                    <a:pt x="33475" y="6006"/>
                  </a:lnTo>
                  <a:lnTo>
                    <a:pt x="33510" y="6006"/>
                  </a:lnTo>
                  <a:cubicBezTo>
                    <a:pt x="33544" y="6006"/>
                    <a:pt x="33578" y="5972"/>
                    <a:pt x="33578" y="5937"/>
                  </a:cubicBezTo>
                  <a:cubicBezTo>
                    <a:pt x="33578" y="5869"/>
                    <a:pt x="33544" y="5835"/>
                    <a:pt x="33510" y="5835"/>
                  </a:cubicBezTo>
                  <a:lnTo>
                    <a:pt x="33407" y="5801"/>
                  </a:lnTo>
                  <a:close/>
                  <a:moveTo>
                    <a:pt x="114006" y="5835"/>
                  </a:moveTo>
                  <a:lnTo>
                    <a:pt x="113903" y="5869"/>
                  </a:lnTo>
                  <a:cubicBezTo>
                    <a:pt x="113835" y="5869"/>
                    <a:pt x="113801" y="5903"/>
                    <a:pt x="113801" y="5937"/>
                  </a:cubicBezTo>
                  <a:cubicBezTo>
                    <a:pt x="113801" y="6006"/>
                    <a:pt x="113869" y="6040"/>
                    <a:pt x="113903" y="6040"/>
                  </a:cubicBezTo>
                  <a:lnTo>
                    <a:pt x="114006" y="6006"/>
                  </a:lnTo>
                  <a:cubicBezTo>
                    <a:pt x="114074" y="6006"/>
                    <a:pt x="114108" y="5972"/>
                    <a:pt x="114108" y="5903"/>
                  </a:cubicBezTo>
                  <a:cubicBezTo>
                    <a:pt x="114108" y="5869"/>
                    <a:pt x="114040" y="5835"/>
                    <a:pt x="114006" y="5835"/>
                  </a:cubicBezTo>
                  <a:close/>
                  <a:moveTo>
                    <a:pt x="113323" y="5903"/>
                  </a:moveTo>
                  <a:cubicBezTo>
                    <a:pt x="113255" y="5937"/>
                    <a:pt x="113255" y="5972"/>
                    <a:pt x="113255" y="6006"/>
                  </a:cubicBezTo>
                  <a:cubicBezTo>
                    <a:pt x="113255" y="6040"/>
                    <a:pt x="113289" y="6074"/>
                    <a:pt x="113323" y="6074"/>
                  </a:cubicBezTo>
                  <a:lnTo>
                    <a:pt x="113460" y="6074"/>
                  </a:lnTo>
                  <a:cubicBezTo>
                    <a:pt x="113494" y="6074"/>
                    <a:pt x="113528" y="6040"/>
                    <a:pt x="113528" y="5972"/>
                  </a:cubicBezTo>
                  <a:cubicBezTo>
                    <a:pt x="113528" y="5937"/>
                    <a:pt x="113494" y="5903"/>
                    <a:pt x="113426" y="5903"/>
                  </a:cubicBezTo>
                  <a:close/>
                  <a:moveTo>
                    <a:pt x="33953" y="5903"/>
                  </a:moveTo>
                  <a:cubicBezTo>
                    <a:pt x="33919" y="5903"/>
                    <a:pt x="33885" y="5937"/>
                    <a:pt x="33851" y="5972"/>
                  </a:cubicBezTo>
                  <a:cubicBezTo>
                    <a:pt x="33851" y="6040"/>
                    <a:pt x="33885" y="6074"/>
                    <a:pt x="33919" y="6074"/>
                  </a:cubicBezTo>
                  <a:lnTo>
                    <a:pt x="34056" y="6108"/>
                  </a:lnTo>
                  <a:cubicBezTo>
                    <a:pt x="34090" y="6108"/>
                    <a:pt x="34124" y="6074"/>
                    <a:pt x="34158" y="6040"/>
                  </a:cubicBezTo>
                  <a:cubicBezTo>
                    <a:pt x="34158" y="5972"/>
                    <a:pt x="34124" y="5937"/>
                    <a:pt x="34056" y="5937"/>
                  </a:cubicBezTo>
                  <a:lnTo>
                    <a:pt x="33953" y="5903"/>
                  </a:lnTo>
                  <a:close/>
                  <a:moveTo>
                    <a:pt x="112743" y="5972"/>
                  </a:moveTo>
                  <a:cubicBezTo>
                    <a:pt x="112709" y="5972"/>
                    <a:pt x="112675" y="6040"/>
                    <a:pt x="112675" y="6074"/>
                  </a:cubicBezTo>
                  <a:cubicBezTo>
                    <a:pt x="112675" y="6108"/>
                    <a:pt x="112709" y="6142"/>
                    <a:pt x="112743" y="6142"/>
                  </a:cubicBezTo>
                  <a:lnTo>
                    <a:pt x="112880" y="6142"/>
                  </a:lnTo>
                  <a:cubicBezTo>
                    <a:pt x="112914" y="6142"/>
                    <a:pt x="112948" y="6074"/>
                    <a:pt x="112948" y="6040"/>
                  </a:cubicBezTo>
                  <a:cubicBezTo>
                    <a:pt x="112948" y="6006"/>
                    <a:pt x="112914" y="5972"/>
                    <a:pt x="112880" y="5972"/>
                  </a:cubicBezTo>
                  <a:close/>
                  <a:moveTo>
                    <a:pt x="34533" y="6006"/>
                  </a:moveTo>
                  <a:cubicBezTo>
                    <a:pt x="34465" y="6006"/>
                    <a:pt x="34431" y="6040"/>
                    <a:pt x="34431" y="6074"/>
                  </a:cubicBezTo>
                  <a:cubicBezTo>
                    <a:pt x="34431" y="6108"/>
                    <a:pt x="34431" y="6176"/>
                    <a:pt x="34499" y="6176"/>
                  </a:cubicBezTo>
                  <a:lnTo>
                    <a:pt x="34601" y="6210"/>
                  </a:lnTo>
                  <a:lnTo>
                    <a:pt x="34636" y="6210"/>
                  </a:lnTo>
                  <a:cubicBezTo>
                    <a:pt x="34670" y="6210"/>
                    <a:pt x="34704" y="6176"/>
                    <a:pt x="34704" y="6108"/>
                  </a:cubicBezTo>
                  <a:cubicBezTo>
                    <a:pt x="34704" y="6074"/>
                    <a:pt x="34670" y="6040"/>
                    <a:pt x="34636" y="6040"/>
                  </a:cubicBezTo>
                  <a:lnTo>
                    <a:pt x="34533" y="6006"/>
                  </a:lnTo>
                  <a:close/>
                  <a:moveTo>
                    <a:pt x="112197" y="6040"/>
                  </a:moveTo>
                  <a:cubicBezTo>
                    <a:pt x="112129" y="6040"/>
                    <a:pt x="112095" y="6108"/>
                    <a:pt x="112095" y="6142"/>
                  </a:cubicBezTo>
                  <a:cubicBezTo>
                    <a:pt x="112095" y="6176"/>
                    <a:pt x="112163" y="6210"/>
                    <a:pt x="112197" y="6210"/>
                  </a:cubicBezTo>
                  <a:lnTo>
                    <a:pt x="112300" y="6210"/>
                  </a:lnTo>
                  <a:cubicBezTo>
                    <a:pt x="112368" y="6210"/>
                    <a:pt x="112402" y="6142"/>
                    <a:pt x="112402" y="6108"/>
                  </a:cubicBezTo>
                  <a:cubicBezTo>
                    <a:pt x="112402" y="6074"/>
                    <a:pt x="112334" y="6040"/>
                    <a:pt x="112300" y="6040"/>
                  </a:cubicBezTo>
                  <a:close/>
                  <a:moveTo>
                    <a:pt x="35079" y="6108"/>
                  </a:moveTo>
                  <a:cubicBezTo>
                    <a:pt x="35045" y="6108"/>
                    <a:pt x="35011" y="6142"/>
                    <a:pt x="34977" y="6176"/>
                  </a:cubicBezTo>
                  <a:cubicBezTo>
                    <a:pt x="34977" y="6210"/>
                    <a:pt x="35011" y="6279"/>
                    <a:pt x="35045" y="6279"/>
                  </a:cubicBezTo>
                  <a:lnTo>
                    <a:pt x="35182" y="6279"/>
                  </a:lnTo>
                  <a:cubicBezTo>
                    <a:pt x="35216" y="6279"/>
                    <a:pt x="35250" y="6279"/>
                    <a:pt x="35284" y="6210"/>
                  </a:cubicBezTo>
                  <a:cubicBezTo>
                    <a:pt x="35284" y="6176"/>
                    <a:pt x="35250" y="6142"/>
                    <a:pt x="35216" y="6108"/>
                  </a:cubicBezTo>
                  <a:close/>
                  <a:moveTo>
                    <a:pt x="111767" y="6095"/>
                  </a:moveTo>
                  <a:cubicBezTo>
                    <a:pt x="111754" y="6095"/>
                    <a:pt x="111738" y="6099"/>
                    <a:pt x="111720" y="6108"/>
                  </a:cubicBezTo>
                  <a:lnTo>
                    <a:pt x="111617" y="6108"/>
                  </a:lnTo>
                  <a:cubicBezTo>
                    <a:pt x="111549" y="6108"/>
                    <a:pt x="111515" y="6142"/>
                    <a:pt x="111549" y="6210"/>
                  </a:cubicBezTo>
                  <a:cubicBezTo>
                    <a:pt x="111549" y="6245"/>
                    <a:pt x="111583" y="6279"/>
                    <a:pt x="111617" y="6279"/>
                  </a:cubicBezTo>
                  <a:lnTo>
                    <a:pt x="111754" y="6279"/>
                  </a:lnTo>
                  <a:cubicBezTo>
                    <a:pt x="111788" y="6245"/>
                    <a:pt x="111822" y="6210"/>
                    <a:pt x="111822" y="6176"/>
                  </a:cubicBezTo>
                  <a:cubicBezTo>
                    <a:pt x="111822" y="6126"/>
                    <a:pt x="111804" y="6095"/>
                    <a:pt x="111767" y="6095"/>
                  </a:cubicBezTo>
                  <a:close/>
                  <a:moveTo>
                    <a:pt x="111174" y="6142"/>
                  </a:moveTo>
                  <a:lnTo>
                    <a:pt x="111037" y="6176"/>
                  </a:lnTo>
                  <a:cubicBezTo>
                    <a:pt x="111003" y="6176"/>
                    <a:pt x="110969" y="6210"/>
                    <a:pt x="110969" y="6279"/>
                  </a:cubicBezTo>
                  <a:cubicBezTo>
                    <a:pt x="110969" y="6313"/>
                    <a:pt x="111003" y="6347"/>
                    <a:pt x="111037" y="6347"/>
                  </a:cubicBezTo>
                  <a:lnTo>
                    <a:pt x="111071" y="6347"/>
                  </a:lnTo>
                  <a:lnTo>
                    <a:pt x="111174" y="6313"/>
                  </a:lnTo>
                  <a:cubicBezTo>
                    <a:pt x="111208" y="6313"/>
                    <a:pt x="111242" y="6279"/>
                    <a:pt x="111242" y="6245"/>
                  </a:cubicBezTo>
                  <a:cubicBezTo>
                    <a:pt x="111242" y="6176"/>
                    <a:pt x="111208" y="6142"/>
                    <a:pt x="111174" y="6142"/>
                  </a:cubicBezTo>
                  <a:close/>
                  <a:moveTo>
                    <a:pt x="35659" y="6210"/>
                  </a:moveTo>
                  <a:cubicBezTo>
                    <a:pt x="35591" y="6210"/>
                    <a:pt x="35557" y="6210"/>
                    <a:pt x="35557" y="6279"/>
                  </a:cubicBezTo>
                  <a:cubicBezTo>
                    <a:pt x="35557" y="6313"/>
                    <a:pt x="35591" y="6347"/>
                    <a:pt x="35625" y="6381"/>
                  </a:cubicBezTo>
                  <a:lnTo>
                    <a:pt x="35762" y="6381"/>
                  </a:lnTo>
                  <a:cubicBezTo>
                    <a:pt x="35796" y="6381"/>
                    <a:pt x="35830" y="6347"/>
                    <a:pt x="35830" y="6313"/>
                  </a:cubicBezTo>
                  <a:cubicBezTo>
                    <a:pt x="35830" y="6279"/>
                    <a:pt x="35796" y="6245"/>
                    <a:pt x="35762" y="6210"/>
                  </a:cubicBezTo>
                  <a:close/>
                  <a:moveTo>
                    <a:pt x="110593" y="6210"/>
                  </a:moveTo>
                  <a:lnTo>
                    <a:pt x="110491" y="6245"/>
                  </a:lnTo>
                  <a:cubicBezTo>
                    <a:pt x="110423" y="6245"/>
                    <a:pt x="110389" y="6279"/>
                    <a:pt x="110389" y="6313"/>
                  </a:cubicBezTo>
                  <a:cubicBezTo>
                    <a:pt x="110389" y="6381"/>
                    <a:pt x="110457" y="6415"/>
                    <a:pt x="110491" y="6415"/>
                  </a:cubicBezTo>
                  <a:lnTo>
                    <a:pt x="110593" y="6381"/>
                  </a:lnTo>
                  <a:cubicBezTo>
                    <a:pt x="110662" y="6381"/>
                    <a:pt x="110696" y="6347"/>
                    <a:pt x="110696" y="6313"/>
                  </a:cubicBezTo>
                  <a:cubicBezTo>
                    <a:pt x="110662" y="6245"/>
                    <a:pt x="110628" y="6210"/>
                    <a:pt x="110593" y="6210"/>
                  </a:cubicBezTo>
                  <a:close/>
                  <a:moveTo>
                    <a:pt x="36178" y="6299"/>
                  </a:moveTo>
                  <a:cubicBezTo>
                    <a:pt x="36153" y="6299"/>
                    <a:pt x="36128" y="6331"/>
                    <a:pt x="36103" y="6381"/>
                  </a:cubicBezTo>
                  <a:cubicBezTo>
                    <a:pt x="36103" y="6415"/>
                    <a:pt x="36137" y="6449"/>
                    <a:pt x="36171" y="6483"/>
                  </a:cubicBezTo>
                  <a:lnTo>
                    <a:pt x="36308" y="6483"/>
                  </a:lnTo>
                  <a:cubicBezTo>
                    <a:pt x="36342" y="6483"/>
                    <a:pt x="36376" y="6449"/>
                    <a:pt x="36410" y="6415"/>
                  </a:cubicBezTo>
                  <a:cubicBezTo>
                    <a:pt x="36410" y="6381"/>
                    <a:pt x="36376" y="6313"/>
                    <a:pt x="36342" y="6313"/>
                  </a:cubicBezTo>
                  <a:lnTo>
                    <a:pt x="36205" y="6313"/>
                  </a:lnTo>
                  <a:cubicBezTo>
                    <a:pt x="36196" y="6304"/>
                    <a:pt x="36187" y="6299"/>
                    <a:pt x="36178" y="6299"/>
                  </a:cubicBezTo>
                  <a:close/>
                  <a:moveTo>
                    <a:pt x="110013" y="6279"/>
                  </a:moveTo>
                  <a:lnTo>
                    <a:pt x="109911" y="6313"/>
                  </a:lnTo>
                  <a:cubicBezTo>
                    <a:pt x="109843" y="6313"/>
                    <a:pt x="109809" y="6347"/>
                    <a:pt x="109843" y="6381"/>
                  </a:cubicBezTo>
                  <a:cubicBezTo>
                    <a:pt x="109843" y="6449"/>
                    <a:pt x="109877" y="6483"/>
                    <a:pt x="109911" y="6483"/>
                  </a:cubicBezTo>
                  <a:lnTo>
                    <a:pt x="110048" y="6449"/>
                  </a:lnTo>
                  <a:cubicBezTo>
                    <a:pt x="110082" y="6449"/>
                    <a:pt x="110116" y="6415"/>
                    <a:pt x="110116" y="6347"/>
                  </a:cubicBezTo>
                  <a:cubicBezTo>
                    <a:pt x="110116" y="6313"/>
                    <a:pt x="110082" y="6279"/>
                    <a:pt x="110013" y="6279"/>
                  </a:cubicBezTo>
                  <a:close/>
                  <a:moveTo>
                    <a:pt x="109331" y="6347"/>
                  </a:moveTo>
                  <a:cubicBezTo>
                    <a:pt x="109297" y="6381"/>
                    <a:pt x="109263" y="6415"/>
                    <a:pt x="109263" y="6449"/>
                  </a:cubicBezTo>
                  <a:cubicBezTo>
                    <a:pt x="109263" y="6483"/>
                    <a:pt x="109297" y="6518"/>
                    <a:pt x="109331" y="6518"/>
                  </a:cubicBezTo>
                  <a:lnTo>
                    <a:pt x="109467" y="6518"/>
                  </a:lnTo>
                  <a:cubicBezTo>
                    <a:pt x="109502" y="6518"/>
                    <a:pt x="109536" y="6483"/>
                    <a:pt x="109536" y="6415"/>
                  </a:cubicBezTo>
                  <a:cubicBezTo>
                    <a:pt x="109536" y="6381"/>
                    <a:pt x="109502" y="6347"/>
                    <a:pt x="109467" y="6347"/>
                  </a:cubicBezTo>
                  <a:close/>
                  <a:moveTo>
                    <a:pt x="36785" y="6381"/>
                  </a:moveTo>
                  <a:cubicBezTo>
                    <a:pt x="36717" y="6381"/>
                    <a:pt x="36683" y="6415"/>
                    <a:pt x="36683" y="6483"/>
                  </a:cubicBezTo>
                  <a:cubicBezTo>
                    <a:pt x="36683" y="6518"/>
                    <a:pt x="36717" y="6552"/>
                    <a:pt x="36751" y="6552"/>
                  </a:cubicBezTo>
                  <a:lnTo>
                    <a:pt x="36854" y="6586"/>
                  </a:lnTo>
                  <a:lnTo>
                    <a:pt x="36888" y="6586"/>
                  </a:lnTo>
                  <a:cubicBezTo>
                    <a:pt x="36922" y="6586"/>
                    <a:pt x="36956" y="6552"/>
                    <a:pt x="36956" y="6518"/>
                  </a:cubicBezTo>
                  <a:cubicBezTo>
                    <a:pt x="36956" y="6483"/>
                    <a:pt x="36922" y="6415"/>
                    <a:pt x="36888" y="6415"/>
                  </a:cubicBezTo>
                  <a:lnTo>
                    <a:pt x="36785" y="6381"/>
                  </a:lnTo>
                  <a:close/>
                  <a:moveTo>
                    <a:pt x="108751" y="6415"/>
                  </a:moveTo>
                  <a:cubicBezTo>
                    <a:pt x="108717" y="6415"/>
                    <a:pt x="108683" y="6483"/>
                    <a:pt x="108683" y="6518"/>
                  </a:cubicBezTo>
                  <a:cubicBezTo>
                    <a:pt x="108683" y="6552"/>
                    <a:pt x="108717" y="6586"/>
                    <a:pt x="108785" y="6586"/>
                  </a:cubicBezTo>
                  <a:lnTo>
                    <a:pt x="108887" y="6586"/>
                  </a:lnTo>
                  <a:cubicBezTo>
                    <a:pt x="108956" y="6586"/>
                    <a:pt x="108990" y="6518"/>
                    <a:pt x="108990" y="6483"/>
                  </a:cubicBezTo>
                  <a:cubicBezTo>
                    <a:pt x="108956" y="6449"/>
                    <a:pt x="108921" y="6415"/>
                    <a:pt x="108887" y="6415"/>
                  </a:cubicBezTo>
                  <a:close/>
                  <a:moveTo>
                    <a:pt x="108205" y="6483"/>
                  </a:moveTo>
                  <a:cubicBezTo>
                    <a:pt x="108137" y="6483"/>
                    <a:pt x="108102" y="6518"/>
                    <a:pt x="108137" y="6586"/>
                  </a:cubicBezTo>
                  <a:cubicBezTo>
                    <a:pt x="108137" y="6620"/>
                    <a:pt x="108171" y="6654"/>
                    <a:pt x="108205" y="6654"/>
                  </a:cubicBezTo>
                  <a:lnTo>
                    <a:pt x="108341" y="6654"/>
                  </a:lnTo>
                  <a:cubicBezTo>
                    <a:pt x="108375" y="6654"/>
                    <a:pt x="108410" y="6586"/>
                    <a:pt x="108410" y="6552"/>
                  </a:cubicBezTo>
                  <a:cubicBezTo>
                    <a:pt x="108410" y="6518"/>
                    <a:pt x="108341" y="6483"/>
                    <a:pt x="108307" y="6483"/>
                  </a:cubicBezTo>
                  <a:close/>
                  <a:moveTo>
                    <a:pt x="37331" y="6483"/>
                  </a:moveTo>
                  <a:cubicBezTo>
                    <a:pt x="37297" y="6483"/>
                    <a:pt x="37263" y="6518"/>
                    <a:pt x="37229" y="6552"/>
                  </a:cubicBezTo>
                  <a:cubicBezTo>
                    <a:pt x="37229" y="6620"/>
                    <a:pt x="37263" y="6654"/>
                    <a:pt x="37297" y="6654"/>
                  </a:cubicBezTo>
                  <a:lnTo>
                    <a:pt x="37434" y="6688"/>
                  </a:lnTo>
                  <a:cubicBezTo>
                    <a:pt x="37468" y="6688"/>
                    <a:pt x="37536" y="6654"/>
                    <a:pt x="37536" y="6620"/>
                  </a:cubicBezTo>
                  <a:cubicBezTo>
                    <a:pt x="37536" y="6586"/>
                    <a:pt x="37502" y="6518"/>
                    <a:pt x="37468" y="6518"/>
                  </a:cubicBezTo>
                  <a:lnTo>
                    <a:pt x="37331" y="6483"/>
                  </a:lnTo>
                  <a:close/>
                  <a:moveTo>
                    <a:pt x="107625" y="6552"/>
                  </a:moveTo>
                  <a:cubicBezTo>
                    <a:pt x="107591" y="6552"/>
                    <a:pt x="107557" y="6586"/>
                    <a:pt x="107557" y="6654"/>
                  </a:cubicBezTo>
                  <a:cubicBezTo>
                    <a:pt x="107557" y="6688"/>
                    <a:pt x="107591" y="6722"/>
                    <a:pt x="107625" y="6722"/>
                  </a:cubicBezTo>
                  <a:lnTo>
                    <a:pt x="107761" y="6722"/>
                  </a:lnTo>
                  <a:cubicBezTo>
                    <a:pt x="107795" y="6688"/>
                    <a:pt x="107830" y="6654"/>
                    <a:pt x="107830" y="6620"/>
                  </a:cubicBezTo>
                  <a:cubicBezTo>
                    <a:pt x="107830" y="6552"/>
                    <a:pt x="107795" y="6552"/>
                    <a:pt x="107727" y="6552"/>
                  </a:cubicBezTo>
                  <a:close/>
                  <a:moveTo>
                    <a:pt x="37911" y="6586"/>
                  </a:moveTo>
                  <a:cubicBezTo>
                    <a:pt x="37843" y="6586"/>
                    <a:pt x="37809" y="6620"/>
                    <a:pt x="37809" y="6654"/>
                  </a:cubicBezTo>
                  <a:cubicBezTo>
                    <a:pt x="37809" y="6722"/>
                    <a:pt x="37843" y="6756"/>
                    <a:pt x="37877" y="6756"/>
                  </a:cubicBezTo>
                  <a:lnTo>
                    <a:pt x="37980" y="6791"/>
                  </a:lnTo>
                  <a:lnTo>
                    <a:pt x="38014" y="6791"/>
                  </a:lnTo>
                  <a:cubicBezTo>
                    <a:pt x="38048" y="6791"/>
                    <a:pt x="38082" y="6756"/>
                    <a:pt x="38082" y="6722"/>
                  </a:cubicBezTo>
                  <a:cubicBezTo>
                    <a:pt x="38082" y="6654"/>
                    <a:pt x="38082" y="6620"/>
                    <a:pt x="38014" y="6620"/>
                  </a:cubicBezTo>
                  <a:lnTo>
                    <a:pt x="37911" y="6586"/>
                  </a:lnTo>
                  <a:close/>
                  <a:moveTo>
                    <a:pt x="107181" y="6586"/>
                  </a:moveTo>
                  <a:lnTo>
                    <a:pt x="107045" y="6620"/>
                  </a:lnTo>
                  <a:cubicBezTo>
                    <a:pt x="107011" y="6620"/>
                    <a:pt x="106976" y="6654"/>
                    <a:pt x="106976" y="6722"/>
                  </a:cubicBezTo>
                  <a:cubicBezTo>
                    <a:pt x="106976" y="6756"/>
                    <a:pt x="107011" y="6791"/>
                    <a:pt x="107079" y="6791"/>
                  </a:cubicBezTo>
                  <a:lnTo>
                    <a:pt x="107181" y="6756"/>
                  </a:lnTo>
                  <a:cubicBezTo>
                    <a:pt x="107249" y="6756"/>
                    <a:pt x="107284" y="6722"/>
                    <a:pt x="107284" y="6688"/>
                  </a:cubicBezTo>
                  <a:cubicBezTo>
                    <a:pt x="107249" y="6620"/>
                    <a:pt x="107215" y="6586"/>
                    <a:pt x="107181" y="6586"/>
                  </a:cubicBezTo>
                  <a:close/>
                  <a:moveTo>
                    <a:pt x="106601" y="6654"/>
                  </a:moveTo>
                  <a:lnTo>
                    <a:pt x="106499" y="6688"/>
                  </a:lnTo>
                  <a:cubicBezTo>
                    <a:pt x="106430" y="6688"/>
                    <a:pt x="106396" y="6722"/>
                    <a:pt x="106430" y="6756"/>
                  </a:cubicBezTo>
                  <a:cubicBezTo>
                    <a:pt x="106430" y="6825"/>
                    <a:pt x="106465" y="6859"/>
                    <a:pt x="106499" y="6859"/>
                  </a:cubicBezTo>
                  <a:lnTo>
                    <a:pt x="106635" y="6825"/>
                  </a:lnTo>
                  <a:cubicBezTo>
                    <a:pt x="106669" y="6825"/>
                    <a:pt x="106703" y="6791"/>
                    <a:pt x="106703" y="6722"/>
                  </a:cubicBezTo>
                  <a:cubicBezTo>
                    <a:pt x="106703" y="6688"/>
                    <a:pt x="106635" y="6654"/>
                    <a:pt x="106601" y="6654"/>
                  </a:cubicBezTo>
                  <a:close/>
                  <a:moveTo>
                    <a:pt x="38457" y="6688"/>
                  </a:moveTo>
                  <a:cubicBezTo>
                    <a:pt x="38423" y="6688"/>
                    <a:pt x="38389" y="6722"/>
                    <a:pt x="38355" y="6756"/>
                  </a:cubicBezTo>
                  <a:cubicBezTo>
                    <a:pt x="38355" y="6825"/>
                    <a:pt x="38389" y="6859"/>
                    <a:pt x="38457" y="6859"/>
                  </a:cubicBezTo>
                  <a:lnTo>
                    <a:pt x="38560" y="6893"/>
                  </a:lnTo>
                  <a:cubicBezTo>
                    <a:pt x="38594" y="6893"/>
                    <a:pt x="38662" y="6859"/>
                    <a:pt x="38662" y="6825"/>
                  </a:cubicBezTo>
                  <a:cubicBezTo>
                    <a:pt x="38662" y="6756"/>
                    <a:pt x="38628" y="6722"/>
                    <a:pt x="38594" y="6722"/>
                  </a:cubicBezTo>
                  <a:lnTo>
                    <a:pt x="38457" y="6688"/>
                  </a:lnTo>
                  <a:close/>
                  <a:moveTo>
                    <a:pt x="105919" y="6722"/>
                  </a:moveTo>
                  <a:cubicBezTo>
                    <a:pt x="105884" y="6756"/>
                    <a:pt x="105850" y="6791"/>
                    <a:pt x="105850" y="6825"/>
                  </a:cubicBezTo>
                  <a:cubicBezTo>
                    <a:pt x="105850" y="6893"/>
                    <a:pt x="105884" y="6893"/>
                    <a:pt x="105919" y="6893"/>
                  </a:cubicBezTo>
                  <a:lnTo>
                    <a:pt x="106055" y="6893"/>
                  </a:lnTo>
                  <a:cubicBezTo>
                    <a:pt x="106089" y="6893"/>
                    <a:pt x="106123" y="6859"/>
                    <a:pt x="106123" y="6791"/>
                  </a:cubicBezTo>
                  <a:cubicBezTo>
                    <a:pt x="106123" y="6756"/>
                    <a:pt x="106089" y="6722"/>
                    <a:pt x="106021" y="6722"/>
                  </a:cubicBezTo>
                  <a:close/>
                  <a:moveTo>
                    <a:pt x="105339" y="6791"/>
                  </a:moveTo>
                  <a:cubicBezTo>
                    <a:pt x="105304" y="6791"/>
                    <a:pt x="105270" y="6859"/>
                    <a:pt x="105270" y="6893"/>
                  </a:cubicBezTo>
                  <a:cubicBezTo>
                    <a:pt x="105270" y="6927"/>
                    <a:pt x="105304" y="6961"/>
                    <a:pt x="105373" y="6961"/>
                  </a:cubicBezTo>
                  <a:lnTo>
                    <a:pt x="105475" y="6961"/>
                  </a:lnTo>
                  <a:cubicBezTo>
                    <a:pt x="105543" y="6961"/>
                    <a:pt x="105577" y="6927"/>
                    <a:pt x="105577" y="6859"/>
                  </a:cubicBezTo>
                  <a:cubicBezTo>
                    <a:pt x="105543" y="6825"/>
                    <a:pt x="105509" y="6791"/>
                    <a:pt x="105475" y="6791"/>
                  </a:cubicBezTo>
                  <a:close/>
                  <a:moveTo>
                    <a:pt x="39037" y="6791"/>
                  </a:moveTo>
                  <a:cubicBezTo>
                    <a:pt x="39003" y="6791"/>
                    <a:pt x="38935" y="6825"/>
                    <a:pt x="38935" y="6859"/>
                  </a:cubicBezTo>
                  <a:cubicBezTo>
                    <a:pt x="38935" y="6893"/>
                    <a:pt x="38969" y="6961"/>
                    <a:pt x="39003" y="6961"/>
                  </a:cubicBezTo>
                  <a:lnTo>
                    <a:pt x="39106" y="6995"/>
                  </a:lnTo>
                  <a:lnTo>
                    <a:pt x="39140" y="6995"/>
                  </a:lnTo>
                  <a:cubicBezTo>
                    <a:pt x="39174" y="6995"/>
                    <a:pt x="39208" y="6961"/>
                    <a:pt x="39208" y="6927"/>
                  </a:cubicBezTo>
                  <a:cubicBezTo>
                    <a:pt x="39242" y="6859"/>
                    <a:pt x="39208" y="6825"/>
                    <a:pt x="39140" y="6825"/>
                  </a:cubicBezTo>
                  <a:lnTo>
                    <a:pt x="39037" y="6791"/>
                  </a:lnTo>
                  <a:close/>
                  <a:moveTo>
                    <a:pt x="104793" y="6859"/>
                  </a:moveTo>
                  <a:cubicBezTo>
                    <a:pt x="104724" y="6859"/>
                    <a:pt x="104690" y="6927"/>
                    <a:pt x="104724" y="6961"/>
                  </a:cubicBezTo>
                  <a:cubicBezTo>
                    <a:pt x="104724" y="6995"/>
                    <a:pt x="104758" y="7029"/>
                    <a:pt x="104793" y="7029"/>
                  </a:cubicBezTo>
                  <a:lnTo>
                    <a:pt x="104929" y="7029"/>
                  </a:lnTo>
                  <a:cubicBezTo>
                    <a:pt x="104963" y="7029"/>
                    <a:pt x="104997" y="6961"/>
                    <a:pt x="104997" y="6927"/>
                  </a:cubicBezTo>
                  <a:cubicBezTo>
                    <a:pt x="104997" y="6893"/>
                    <a:pt x="104929" y="6859"/>
                    <a:pt x="104895" y="6859"/>
                  </a:cubicBezTo>
                  <a:close/>
                  <a:moveTo>
                    <a:pt x="39583" y="6893"/>
                  </a:moveTo>
                  <a:cubicBezTo>
                    <a:pt x="39549" y="6893"/>
                    <a:pt x="39515" y="6927"/>
                    <a:pt x="39515" y="6961"/>
                  </a:cubicBezTo>
                  <a:cubicBezTo>
                    <a:pt x="39481" y="6995"/>
                    <a:pt x="39515" y="7064"/>
                    <a:pt x="39583" y="7064"/>
                  </a:cubicBezTo>
                  <a:lnTo>
                    <a:pt x="39686" y="7064"/>
                  </a:lnTo>
                  <a:cubicBezTo>
                    <a:pt x="39754" y="7064"/>
                    <a:pt x="39788" y="7064"/>
                    <a:pt x="39788" y="6995"/>
                  </a:cubicBezTo>
                  <a:cubicBezTo>
                    <a:pt x="39788" y="6961"/>
                    <a:pt x="39754" y="6927"/>
                    <a:pt x="39720" y="6893"/>
                  </a:cubicBezTo>
                  <a:close/>
                  <a:moveTo>
                    <a:pt x="104212" y="6927"/>
                  </a:moveTo>
                  <a:cubicBezTo>
                    <a:pt x="104178" y="6927"/>
                    <a:pt x="104144" y="6961"/>
                    <a:pt x="104144" y="7029"/>
                  </a:cubicBezTo>
                  <a:cubicBezTo>
                    <a:pt x="104144" y="7064"/>
                    <a:pt x="104178" y="7098"/>
                    <a:pt x="104212" y="7098"/>
                  </a:cubicBezTo>
                  <a:lnTo>
                    <a:pt x="104349" y="7098"/>
                  </a:lnTo>
                  <a:cubicBezTo>
                    <a:pt x="104383" y="7064"/>
                    <a:pt x="104417" y="7029"/>
                    <a:pt x="104417" y="6995"/>
                  </a:cubicBezTo>
                  <a:cubicBezTo>
                    <a:pt x="104417" y="6927"/>
                    <a:pt x="104383" y="6927"/>
                    <a:pt x="104315" y="6927"/>
                  </a:cubicBezTo>
                  <a:close/>
                  <a:moveTo>
                    <a:pt x="40164" y="6995"/>
                  </a:moveTo>
                  <a:cubicBezTo>
                    <a:pt x="40129" y="6995"/>
                    <a:pt x="40061" y="6995"/>
                    <a:pt x="40061" y="7064"/>
                  </a:cubicBezTo>
                  <a:cubicBezTo>
                    <a:pt x="40061" y="7098"/>
                    <a:pt x="40095" y="7166"/>
                    <a:pt x="40129" y="7166"/>
                  </a:cubicBezTo>
                  <a:lnTo>
                    <a:pt x="40266" y="7166"/>
                  </a:lnTo>
                  <a:cubicBezTo>
                    <a:pt x="40300" y="7166"/>
                    <a:pt x="40334" y="7132"/>
                    <a:pt x="40334" y="7098"/>
                  </a:cubicBezTo>
                  <a:cubicBezTo>
                    <a:pt x="40368" y="7064"/>
                    <a:pt x="40334" y="7029"/>
                    <a:pt x="40266" y="6995"/>
                  </a:cubicBezTo>
                  <a:close/>
                  <a:moveTo>
                    <a:pt x="103796" y="6982"/>
                  </a:moveTo>
                  <a:cubicBezTo>
                    <a:pt x="103787" y="6982"/>
                    <a:pt x="103778" y="6986"/>
                    <a:pt x="103769" y="6995"/>
                  </a:cubicBezTo>
                  <a:lnTo>
                    <a:pt x="103632" y="6995"/>
                  </a:lnTo>
                  <a:cubicBezTo>
                    <a:pt x="103598" y="6995"/>
                    <a:pt x="103564" y="7029"/>
                    <a:pt x="103564" y="7098"/>
                  </a:cubicBezTo>
                  <a:cubicBezTo>
                    <a:pt x="103564" y="7132"/>
                    <a:pt x="103598" y="7166"/>
                    <a:pt x="103666" y="7166"/>
                  </a:cubicBezTo>
                  <a:lnTo>
                    <a:pt x="103769" y="7166"/>
                  </a:lnTo>
                  <a:cubicBezTo>
                    <a:pt x="103837" y="7132"/>
                    <a:pt x="103871" y="7098"/>
                    <a:pt x="103871" y="7064"/>
                  </a:cubicBezTo>
                  <a:cubicBezTo>
                    <a:pt x="103846" y="7014"/>
                    <a:pt x="103821" y="6982"/>
                    <a:pt x="103796" y="6982"/>
                  </a:cubicBezTo>
                  <a:close/>
                  <a:moveTo>
                    <a:pt x="103189" y="7029"/>
                  </a:moveTo>
                  <a:lnTo>
                    <a:pt x="103086" y="7064"/>
                  </a:lnTo>
                  <a:cubicBezTo>
                    <a:pt x="103018" y="7064"/>
                    <a:pt x="102984" y="7098"/>
                    <a:pt x="103018" y="7166"/>
                  </a:cubicBezTo>
                  <a:cubicBezTo>
                    <a:pt x="103018" y="7200"/>
                    <a:pt x="103052" y="7234"/>
                    <a:pt x="103086" y="7234"/>
                  </a:cubicBezTo>
                  <a:lnTo>
                    <a:pt x="103223" y="7200"/>
                  </a:lnTo>
                  <a:cubicBezTo>
                    <a:pt x="103257" y="7200"/>
                    <a:pt x="103291" y="7166"/>
                    <a:pt x="103291" y="7132"/>
                  </a:cubicBezTo>
                  <a:cubicBezTo>
                    <a:pt x="103291" y="7064"/>
                    <a:pt x="103257" y="7029"/>
                    <a:pt x="103189" y="7029"/>
                  </a:cubicBezTo>
                  <a:close/>
                  <a:moveTo>
                    <a:pt x="40696" y="7084"/>
                  </a:moveTo>
                  <a:cubicBezTo>
                    <a:pt x="40660" y="7084"/>
                    <a:pt x="40641" y="7116"/>
                    <a:pt x="40641" y="7166"/>
                  </a:cubicBezTo>
                  <a:cubicBezTo>
                    <a:pt x="40607" y="7200"/>
                    <a:pt x="40641" y="7234"/>
                    <a:pt x="40710" y="7268"/>
                  </a:cubicBezTo>
                  <a:lnTo>
                    <a:pt x="40812" y="7268"/>
                  </a:lnTo>
                  <a:cubicBezTo>
                    <a:pt x="40880" y="7268"/>
                    <a:pt x="40914" y="7234"/>
                    <a:pt x="40914" y="7200"/>
                  </a:cubicBezTo>
                  <a:cubicBezTo>
                    <a:pt x="40914" y="7166"/>
                    <a:pt x="40880" y="7098"/>
                    <a:pt x="40846" y="7098"/>
                  </a:cubicBezTo>
                  <a:lnTo>
                    <a:pt x="40744" y="7098"/>
                  </a:lnTo>
                  <a:cubicBezTo>
                    <a:pt x="40725" y="7089"/>
                    <a:pt x="40710" y="7084"/>
                    <a:pt x="40696" y="7084"/>
                  </a:cubicBezTo>
                  <a:close/>
                  <a:moveTo>
                    <a:pt x="102609" y="7098"/>
                  </a:moveTo>
                  <a:lnTo>
                    <a:pt x="102506" y="7132"/>
                  </a:lnTo>
                  <a:cubicBezTo>
                    <a:pt x="102472" y="7132"/>
                    <a:pt x="102438" y="7166"/>
                    <a:pt x="102438" y="7200"/>
                  </a:cubicBezTo>
                  <a:cubicBezTo>
                    <a:pt x="102438" y="7268"/>
                    <a:pt x="102472" y="7302"/>
                    <a:pt x="102506" y="7302"/>
                  </a:cubicBezTo>
                  <a:lnTo>
                    <a:pt x="102540" y="7302"/>
                  </a:lnTo>
                  <a:lnTo>
                    <a:pt x="102643" y="7268"/>
                  </a:lnTo>
                  <a:cubicBezTo>
                    <a:pt x="102677" y="7268"/>
                    <a:pt x="102711" y="7234"/>
                    <a:pt x="102711" y="7166"/>
                  </a:cubicBezTo>
                  <a:cubicBezTo>
                    <a:pt x="102711" y="7132"/>
                    <a:pt x="102677" y="7098"/>
                    <a:pt x="102609" y="7098"/>
                  </a:cubicBezTo>
                  <a:close/>
                  <a:moveTo>
                    <a:pt x="101926" y="7166"/>
                  </a:moveTo>
                  <a:cubicBezTo>
                    <a:pt x="101892" y="7200"/>
                    <a:pt x="101858" y="7234"/>
                    <a:pt x="101858" y="7268"/>
                  </a:cubicBezTo>
                  <a:cubicBezTo>
                    <a:pt x="101858" y="7302"/>
                    <a:pt x="101892" y="7337"/>
                    <a:pt x="101960" y="7337"/>
                  </a:cubicBezTo>
                  <a:lnTo>
                    <a:pt x="102063" y="7337"/>
                  </a:lnTo>
                  <a:cubicBezTo>
                    <a:pt x="102131" y="7337"/>
                    <a:pt x="102165" y="7302"/>
                    <a:pt x="102165" y="7234"/>
                  </a:cubicBezTo>
                  <a:cubicBezTo>
                    <a:pt x="102131" y="7200"/>
                    <a:pt x="102097" y="7166"/>
                    <a:pt x="102063" y="7166"/>
                  </a:cubicBezTo>
                  <a:close/>
                  <a:moveTo>
                    <a:pt x="41257" y="7187"/>
                  </a:moveTo>
                  <a:cubicBezTo>
                    <a:pt x="41224" y="7187"/>
                    <a:pt x="41187" y="7218"/>
                    <a:pt x="41187" y="7268"/>
                  </a:cubicBezTo>
                  <a:cubicBezTo>
                    <a:pt x="41187" y="7302"/>
                    <a:pt x="41221" y="7337"/>
                    <a:pt x="41255" y="7371"/>
                  </a:cubicBezTo>
                  <a:lnTo>
                    <a:pt x="41392" y="7371"/>
                  </a:lnTo>
                  <a:cubicBezTo>
                    <a:pt x="41426" y="7371"/>
                    <a:pt x="41460" y="7337"/>
                    <a:pt x="41460" y="7302"/>
                  </a:cubicBezTo>
                  <a:cubicBezTo>
                    <a:pt x="41494" y="7268"/>
                    <a:pt x="41460" y="7200"/>
                    <a:pt x="41392" y="7200"/>
                  </a:cubicBezTo>
                  <a:lnTo>
                    <a:pt x="41290" y="7200"/>
                  </a:lnTo>
                  <a:cubicBezTo>
                    <a:pt x="41280" y="7191"/>
                    <a:pt x="41269" y="7187"/>
                    <a:pt x="41257" y="7187"/>
                  </a:cubicBezTo>
                  <a:close/>
                  <a:moveTo>
                    <a:pt x="101380" y="7234"/>
                  </a:moveTo>
                  <a:cubicBezTo>
                    <a:pt x="101312" y="7234"/>
                    <a:pt x="101278" y="7302"/>
                    <a:pt x="101278" y="7337"/>
                  </a:cubicBezTo>
                  <a:cubicBezTo>
                    <a:pt x="101312" y="7371"/>
                    <a:pt x="101346" y="7405"/>
                    <a:pt x="101380" y="7405"/>
                  </a:cubicBezTo>
                  <a:lnTo>
                    <a:pt x="101517" y="7405"/>
                  </a:lnTo>
                  <a:cubicBezTo>
                    <a:pt x="101551" y="7405"/>
                    <a:pt x="101585" y="7371"/>
                    <a:pt x="101585" y="7302"/>
                  </a:cubicBezTo>
                  <a:cubicBezTo>
                    <a:pt x="101585" y="7268"/>
                    <a:pt x="101517" y="7234"/>
                    <a:pt x="101483" y="7234"/>
                  </a:cubicBezTo>
                  <a:close/>
                  <a:moveTo>
                    <a:pt x="41870" y="7268"/>
                  </a:moveTo>
                  <a:cubicBezTo>
                    <a:pt x="41801" y="7268"/>
                    <a:pt x="41767" y="7302"/>
                    <a:pt x="41767" y="7337"/>
                  </a:cubicBezTo>
                  <a:cubicBezTo>
                    <a:pt x="41733" y="7405"/>
                    <a:pt x="41767" y="7439"/>
                    <a:pt x="41836" y="7439"/>
                  </a:cubicBezTo>
                  <a:lnTo>
                    <a:pt x="41938" y="7473"/>
                  </a:lnTo>
                  <a:cubicBezTo>
                    <a:pt x="42006" y="7473"/>
                    <a:pt x="42040" y="7439"/>
                    <a:pt x="42040" y="7405"/>
                  </a:cubicBezTo>
                  <a:cubicBezTo>
                    <a:pt x="42040" y="7371"/>
                    <a:pt x="42006" y="7302"/>
                    <a:pt x="41972" y="7302"/>
                  </a:cubicBezTo>
                  <a:lnTo>
                    <a:pt x="41870" y="7268"/>
                  </a:lnTo>
                  <a:close/>
                  <a:moveTo>
                    <a:pt x="100800" y="7302"/>
                  </a:moveTo>
                  <a:cubicBezTo>
                    <a:pt x="100766" y="7302"/>
                    <a:pt x="100732" y="7371"/>
                    <a:pt x="100732" y="7405"/>
                  </a:cubicBezTo>
                  <a:cubicBezTo>
                    <a:pt x="100732" y="7439"/>
                    <a:pt x="100766" y="7473"/>
                    <a:pt x="100800" y="7473"/>
                  </a:cubicBezTo>
                  <a:lnTo>
                    <a:pt x="100937" y="7473"/>
                  </a:lnTo>
                  <a:cubicBezTo>
                    <a:pt x="100971" y="7473"/>
                    <a:pt x="101005" y="7405"/>
                    <a:pt x="101005" y="7371"/>
                  </a:cubicBezTo>
                  <a:cubicBezTo>
                    <a:pt x="101005" y="7337"/>
                    <a:pt x="100971" y="7302"/>
                    <a:pt x="100903" y="7302"/>
                  </a:cubicBezTo>
                  <a:close/>
                  <a:moveTo>
                    <a:pt x="100220" y="7371"/>
                  </a:moveTo>
                  <a:cubicBezTo>
                    <a:pt x="100186" y="7371"/>
                    <a:pt x="100152" y="7405"/>
                    <a:pt x="100152" y="7473"/>
                  </a:cubicBezTo>
                  <a:cubicBezTo>
                    <a:pt x="100152" y="7507"/>
                    <a:pt x="100186" y="7541"/>
                    <a:pt x="100254" y="7541"/>
                  </a:cubicBezTo>
                  <a:lnTo>
                    <a:pt x="100357" y="7541"/>
                  </a:lnTo>
                  <a:cubicBezTo>
                    <a:pt x="100425" y="7507"/>
                    <a:pt x="100459" y="7473"/>
                    <a:pt x="100425" y="7439"/>
                  </a:cubicBezTo>
                  <a:cubicBezTo>
                    <a:pt x="100425" y="7371"/>
                    <a:pt x="100391" y="7371"/>
                    <a:pt x="100357" y="7371"/>
                  </a:cubicBezTo>
                  <a:close/>
                  <a:moveTo>
                    <a:pt x="42416" y="7371"/>
                  </a:moveTo>
                  <a:cubicBezTo>
                    <a:pt x="42382" y="7371"/>
                    <a:pt x="42313" y="7405"/>
                    <a:pt x="42313" y="7439"/>
                  </a:cubicBezTo>
                  <a:cubicBezTo>
                    <a:pt x="42313" y="7507"/>
                    <a:pt x="42347" y="7541"/>
                    <a:pt x="42382" y="7541"/>
                  </a:cubicBezTo>
                  <a:lnTo>
                    <a:pt x="42518" y="7575"/>
                  </a:lnTo>
                  <a:cubicBezTo>
                    <a:pt x="42552" y="7575"/>
                    <a:pt x="42586" y="7541"/>
                    <a:pt x="42586" y="7507"/>
                  </a:cubicBezTo>
                  <a:cubicBezTo>
                    <a:pt x="42620" y="7439"/>
                    <a:pt x="42586" y="7405"/>
                    <a:pt x="42518" y="7405"/>
                  </a:cubicBezTo>
                  <a:lnTo>
                    <a:pt x="42416" y="7371"/>
                  </a:lnTo>
                  <a:close/>
                  <a:moveTo>
                    <a:pt x="99776" y="7405"/>
                  </a:moveTo>
                  <a:lnTo>
                    <a:pt x="99674" y="7439"/>
                  </a:lnTo>
                  <a:cubicBezTo>
                    <a:pt x="99606" y="7439"/>
                    <a:pt x="99572" y="7473"/>
                    <a:pt x="99572" y="7541"/>
                  </a:cubicBezTo>
                  <a:cubicBezTo>
                    <a:pt x="99606" y="7575"/>
                    <a:pt x="99640" y="7610"/>
                    <a:pt x="99674" y="7610"/>
                  </a:cubicBezTo>
                  <a:lnTo>
                    <a:pt x="99811" y="7575"/>
                  </a:lnTo>
                  <a:cubicBezTo>
                    <a:pt x="99845" y="7575"/>
                    <a:pt x="99879" y="7541"/>
                    <a:pt x="99879" y="7507"/>
                  </a:cubicBezTo>
                  <a:cubicBezTo>
                    <a:pt x="99879" y="7439"/>
                    <a:pt x="99811" y="7405"/>
                    <a:pt x="99776" y="7405"/>
                  </a:cubicBezTo>
                  <a:close/>
                  <a:moveTo>
                    <a:pt x="42996" y="7473"/>
                  </a:moveTo>
                  <a:cubicBezTo>
                    <a:pt x="42928" y="7473"/>
                    <a:pt x="42893" y="7507"/>
                    <a:pt x="42893" y="7541"/>
                  </a:cubicBezTo>
                  <a:cubicBezTo>
                    <a:pt x="42859" y="7610"/>
                    <a:pt x="42893" y="7644"/>
                    <a:pt x="42962" y="7644"/>
                  </a:cubicBezTo>
                  <a:lnTo>
                    <a:pt x="43064" y="7678"/>
                  </a:lnTo>
                  <a:lnTo>
                    <a:pt x="43098" y="7678"/>
                  </a:lnTo>
                  <a:cubicBezTo>
                    <a:pt x="43132" y="7678"/>
                    <a:pt x="43166" y="7644"/>
                    <a:pt x="43166" y="7610"/>
                  </a:cubicBezTo>
                  <a:cubicBezTo>
                    <a:pt x="43166" y="7541"/>
                    <a:pt x="43132" y="7507"/>
                    <a:pt x="43098" y="7507"/>
                  </a:cubicBezTo>
                  <a:lnTo>
                    <a:pt x="42996" y="7473"/>
                  </a:lnTo>
                  <a:close/>
                  <a:moveTo>
                    <a:pt x="99196" y="7473"/>
                  </a:moveTo>
                  <a:lnTo>
                    <a:pt x="99094" y="7507"/>
                  </a:lnTo>
                  <a:cubicBezTo>
                    <a:pt x="99060" y="7507"/>
                    <a:pt x="99026" y="7541"/>
                    <a:pt x="99026" y="7575"/>
                  </a:cubicBezTo>
                  <a:cubicBezTo>
                    <a:pt x="99026" y="7644"/>
                    <a:pt x="99060" y="7678"/>
                    <a:pt x="99094" y="7678"/>
                  </a:cubicBezTo>
                  <a:lnTo>
                    <a:pt x="99128" y="7678"/>
                  </a:lnTo>
                  <a:lnTo>
                    <a:pt x="99231" y="7644"/>
                  </a:lnTo>
                  <a:cubicBezTo>
                    <a:pt x="99265" y="7644"/>
                    <a:pt x="99299" y="7610"/>
                    <a:pt x="99299" y="7575"/>
                  </a:cubicBezTo>
                  <a:cubicBezTo>
                    <a:pt x="99299" y="7507"/>
                    <a:pt x="99265" y="7473"/>
                    <a:pt x="99196" y="7473"/>
                  </a:cubicBezTo>
                  <a:close/>
                  <a:moveTo>
                    <a:pt x="98650" y="7541"/>
                  </a:moveTo>
                  <a:lnTo>
                    <a:pt x="98514" y="7575"/>
                  </a:lnTo>
                  <a:cubicBezTo>
                    <a:pt x="98480" y="7575"/>
                    <a:pt x="98446" y="7610"/>
                    <a:pt x="98446" y="7644"/>
                  </a:cubicBezTo>
                  <a:cubicBezTo>
                    <a:pt x="98446" y="7712"/>
                    <a:pt x="98480" y="7746"/>
                    <a:pt x="98548" y="7746"/>
                  </a:cubicBezTo>
                  <a:lnTo>
                    <a:pt x="98650" y="7712"/>
                  </a:lnTo>
                  <a:cubicBezTo>
                    <a:pt x="98719" y="7712"/>
                    <a:pt x="98753" y="7678"/>
                    <a:pt x="98719" y="7610"/>
                  </a:cubicBezTo>
                  <a:cubicBezTo>
                    <a:pt x="98719" y="7575"/>
                    <a:pt x="98685" y="7541"/>
                    <a:pt x="98650" y="7541"/>
                  </a:cubicBezTo>
                  <a:close/>
                  <a:moveTo>
                    <a:pt x="43542" y="7575"/>
                  </a:moveTo>
                  <a:cubicBezTo>
                    <a:pt x="43508" y="7575"/>
                    <a:pt x="43439" y="7610"/>
                    <a:pt x="43439" y="7644"/>
                  </a:cubicBezTo>
                  <a:cubicBezTo>
                    <a:pt x="43439" y="7712"/>
                    <a:pt x="43473" y="7746"/>
                    <a:pt x="43508" y="7746"/>
                  </a:cubicBezTo>
                  <a:lnTo>
                    <a:pt x="43644" y="7780"/>
                  </a:lnTo>
                  <a:cubicBezTo>
                    <a:pt x="43678" y="7780"/>
                    <a:pt x="43712" y="7746"/>
                    <a:pt x="43746" y="7712"/>
                  </a:cubicBezTo>
                  <a:cubicBezTo>
                    <a:pt x="43746" y="7644"/>
                    <a:pt x="43712" y="7610"/>
                    <a:pt x="43644" y="7610"/>
                  </a:cubicBezTo>
                  <a:lnTo>
                    <a:pt x="43542" y="7575"/>
                  </a:lnTo>
                  <a:close/>
                  <a:moveTo>
                    <a:pt x="97968" y="7610"/>
                  </a:moveTo>
                  <a:cubicBezTo>
                    <a:pt x="97900" y="7644"/>
                    <a:pt x="97866" y="7678"/>
                    <a:pt x="97866" y="7712"/>
                  </a:cubicBezTo>
                  <a:cubicBezTo>
                    <a:pt x="97900" y="7746"/>
                    <a:pt x="97934" y="7780"/>
                    <a:pt x="97968" y="7780"/>
                  </a:cubicBezTo>
                  <a:lnTo>
                    <a:pt x="98104" y="7780"/>
                  </a:lnTo>
                  <a:cubicBezTo>
                    <a:pt x="98139" y="7780"/>
                    <a:pt x="98173" y="7746"/>
                    <a:pt x="98173" y="7678"/>
                  </a:cubicBezTo>
                  <a:cubicBezTo>
                    <a:pt x="98173" y="7644"/>
                    <a:pt x="98104" y="7610"/>
                    <a:pt x="98070" y="7610"/>
                  </a:cubicBezTo>
                  <a:close/>
                  <a:moveTo>
                    <a:pt x="97388" y="7678"/>
                  </a:moveTo>
                  <a:cubicBezTo>
                    <a:pt x="97354" y="7678"/>
                    <a:pt x="97320" y="7746"/>
                    <a:pt x="97320" y="7780"/>
                  </a:cubicBezTo>
                  <a:cubicBezTo>
                    <a:pt x="97320" y="7814"/>
                    <a:pt x="97354" y="7848"/>
                    <a:pt x="97388" y="7848"/>
                  </a:cubicBezTo>
                  <a:lnTo>
                    <a:pt x="97524" y="7848"/>
                  </a:lnTo>
                  <a:cubicBezTo>
                    <a:pt x="97558" y="7848"/>
                    <a:pt x="97593" y="7780"/>
                    <a:pt x="97593" y="7746"/>
                  </a:cubicBezTo>
                  <a:cubicBezTo>
                    <a:pt x="97593" y="7712"/>
                    <a:pt x="97558" y="7678"/>
                    <a:pt x="97490" y="7678"/>
                  </a:cubicBezTo>
                  <a:close/>
                  <a:moveTo>
                    <a:pt x="44122" y="7678"/>
                  </a:moveTo>
                  <a:cubicBezTo>
                    <a:pt x="44054" y="7678"/>
                    <a:pt x="44019" y="7712"/>
                    <a:pt x="44019" y="7746"/>
                  </a:cubicBezTo>
                  <a:cubicBezTo>
                    <a:pt x="44019" y="7780"/>
                    <a:pt x="44019" y="7848"/>
                    <a:pt x="44088" y="7848"/>
                  </a:cubicBezTo>
                  <a:lnTo>
                    <a:pt x="44190" y="7848"/>
                  </a:lnTo>
                  <a:cubicBezTo>
                    <a:pt x="44190" y="7882"/>
                    <a:pt x="44190" y="7882"/>
                    <a:pt x="44224" y="7882"/>
                  </a:cubicBezTo>
                  <a:cubicBezTo>
                    <a:pt x="44258" y="7882"/>
                    <a:pt x="44292" y="7848"/>
                    <a:pt x="44292" y="7780"/>
                  </a:cubicBezTo>
                  <a:cubicBezTo>
                    <a:pt x="44292" y="7746"/>
                    <a:pt x="44258" y="7712"/>
                    <a:pt x="44224" y="7712"/>
                  </a:cubicBezTo>
                  <a:lnTo>
                    <a:pt x="44122" y="7678"/>
                  </a:lnTo>
                  <a:close/>
                  <a:moveTo>
                    <a:pt x="96808" y="7746"/>
                  </a:moveTo>
                  <a:cubicBezTo>
                    <a:pt x="96774" y="7746"/>
                    <a:pt x="96740" y="7780"/>
                    <a:pt x="96740" y="7848"/>
                  </a:cubicBezTo>
                  <a:cubicBezTo>
                    <a:pt x="96740" y="7882"/>
                    <a:pt x="96774" y="7917"/>
                    <a:pt x="96842" y="7917"/>
                  </a:cubicBezTo>
                  <a:lnTo>
                    <a:pt x="96944" y="7917"/>
                  </a:lnTo>
                  <a:cubicBezTo>
                    <a:pt x="97013" y="7917"/>
                    <a:pt x="97047" y="7848"/>
                    <a:pt x="97013" y="7814"/>
                  </a:cubicBezTo>
                  <a:cubicBezTo>
                    <a:pt x="97013" y="7780"/>
                    <a:pt x="96978" y="7746"/>
                    <a:pt x="96944" y="7746"/>
                  </a:cubicBezTo>
                  <a:close/>
                  <a:moveTo>
                    <a:pt x="44668" y="7780"/>
                  </a:moveTo>
                  <a:cubicBezTo>
                    <a:pt x="44634" y="7780"/>
                    <a:pt x="44600" y="7814"/>
                    <a:pt x="44565" y="7848"/>
                  </a:cubicBezTo>
                  <a:cubicBezTo>
                    <a:pt x="44565" y="7882"/>
                    <a:pt x="44600" y="7951"/>
                    <a:pt x="44634" y="7951"/>
                  </a:cubicBezTo>
                  <a:lnTo>
                    <a:pt x="44770" y="7951"/>
                  </a:lnTo>
                  <a:cubicBezTo>
                    <a:pt x="44804" y="7951"/>
                    <a:pt x="44838" y="7951"/>
                    <a:pt x="44873" y="7882"/>
                  </a:cubicBezTo>
                  <a:cubicBezTo>
                    <a:pt x="44873" y="7848"/>
                    <a:pt x="44838" y="7814"/>
                    <a:pt x="44804" y="7780"/>
                  </a:cubicBezTo>
                  <a:close/>
                  <a:moveTo>
                    <a:pt x="96262" y="7814"/>
                  </a:moveTo>
                  <a:cubicBezTo>
                    <a:pt x="96194" y="7814"/>
                    <a:pt x="96159" y="7848"/>
                    <a:pt x="96159" y="7917"/>
                  </a:cubicBezTo>
                  <a:cubicBezTo>
                    <a:pt x="96194" y="7951"/>
                    <a:pt x="96228" y="7985"/>
                    <a:pt x="96262" y="7985"/>
                  </a:cubicBezTo>
                  <a:lnTo>
                    <a:pt x="96398" y="7985"/>
                  </a:lnTo>
                  <a:cubicBezTo>
                    <a:pt x="96432" y="7951"/>
                    <a:pt x="96467" y="7917"/>
                    <a:pt x="96467" y="7882"/>
                  </a:cubicBezTo>
                  <a:cubicBezTo>
                    <a:pt x="96467" y="7814"/>
                    <a:pt x="96398" y="7814"/>
                    <a:pt x="96364" y="7814"/>
                  </a:cubicBezTo>
                  <a:close/>
                  <a:moveTo>
                    <a:pt x="45248" y="7882"/>
                  </a:moveTo>
                  <a:cubicBezTo>
                    <a:pt x="45180" y="7882"/>
                    <a:pt x="45146" y="7882"/>
                    <a:pt x="45146" y="7951"/>
                  </a:cubicBezTo>
                  <a:cubicBezTo>
                    <a:pt x="45146" y="7985"/>
                    <a:pt x="45180" y="8019"/>
                    <a:pt x="45214" y="8053"/>
                  </a:cubicBezTo>
                  <a:lnTo>
                    <a:pt x="45350" y="8053"/>
                  </a:lnTo>
                  <a:cubicBezTo>
                    <a:pt x="45384" y="8053"/>
                    <a:pt x="45419" y="8019"/>
                    <a:pt x="45419" y="7985"/>
                  </a:cubicBezTo>
                  <a:cubicBezTo>
                    <a:pt x="45419" y="7951"/>
                    <a:pt x="45384" y="7917"/>
                    <a:pt x="45350" y="7882"/>
                  </a:cubicBezTo>
                  <a:close/>
                  <a:moveTo>
                    <a:pt x="95784" y="7848"/>
                  </a:moveTo>
                  <a:lnTo>
                    <a:pt x="95682" y="7882"/>
                  </a:lnTo>
                  <a:cubicBezTo>
                    <a:pt x="95648" y="7882"/>
                    <a:pt x="95613" y="7917"/>
                    <a:pt x="95613" y="7985"/>
                  </a:cubicBezTo>
                  <a:cubicBezTo>
                    <a:pt x="95613" y="8019"/>
                    <a:pt x="95648" y="8053"/>
                    <a:pt x="95682" y="8053"/>
                  </a:cubicBezTo>
                  <a:lnTo>
                    <a:pt x="95716" y="8053"/>
                  </a:lnTo>
                  <a:lnTo>
                    <a:pt x="95818" y="8019"/>
                  </a:lnTo>
                  <a:cubicBezTo>
                    <a:pt x="95852" y="8019"/>
                    <a:pt x="95886" y="7985"/>
                    <a:pt x="95886" y="7951"/>
                  </a:cubicBezTo>
                  <a:cubicBezTo>
                    <a:pt x="95886" y="7882"/>
                    <a:pt x="95852" y="7848"/>
                    <a:pt x="95784" y="7848"/>
                  </a:cubicBezTo>
                  <a:close/>
                  <a:moveTo>
                    <a:pt x="95238" y="7917"/>
                  </a:moveTo>
                  <a:lnTo>
                    <a:pt x="95102" y="7951"/>
                  </a:lnTo>
                  <a:cubicBezTo>
                    <a:pt x="95067" y="7951"/>
                    <a:pt x="95033" y="7985"/>
                    <a:pt x="95033" y="8019"/>
                  </a:cubicBezTo>
                  <a:cubicBezTo>
                    <a:pt x="95033" y="8087"/>
                    <a:pt x="95067" y="8121"/>
                    <a:pt x="95136" y="8121"/>
                  </a:cubicBezTo>
                  <a:lnTo>
                    <a:pt x="95238" y="8087"/>
                  </a:lnTo>
                  <a:cubicBezTo>
                    <a:pt x="95306" y="8087"/>
                    <a:pt x="95340" y="8053"/>
                    <a:pt x="95306" y="8019"/>
                  </a:cubicBezTo>
                  <a:cubicBezTo>
                    <a:pt x="95306" y="7951"/>
                    <a:pt x="95272" y="7917"/>
                    <a:pt x="95238" y="7917"/>
                  </a:cubicBezTo>
                  <a:close/>
                  <a:moveTo>
                    <a:pt x="45766" y="7971"/>
                  </a:moveTo>
                  <a:cubicBezTo>
                    <a:pt x="45741" y="7971"/>
                    <a:pt x="45716" y="8003"/>
                    <a:pt x="45691" y="8053"/>
                  </a:cubicBezTo>
                  <a:cubicBezTo>
                    <a:pt x="45691" y="8087"/>
                    <a:pt x="45726" y="8121"/>
                    <a:pt x="45760" y="8155"/>
                  </a:cubicBezTo>
                  <a:lnTo>
                    <a:pt x="45896" y="8155"/>
                  </a:lnTo>
                  <a:cubicBezTo>
                    <a:pt x="45930" y="8155"/>
                    <a:pt x="45964" y="8121"/>
                    <a:pt x="45999" y="8087"/>
                  </a:cubicBezTo>
                  <a:cubicBezTo>
                    <a:pt x="45999" y="8053"/>
                    <a:pt x="45964" y="7985"/>
                    <a:pt x="45930" y="7985"/>
                  </a:cubicBezTo>
                  <a:lnTo>
                    <a:pt x="45794" y="7985"/>
                  </a:lnTo>
                  <a:cubicBezTo>
                    <a:pt x="45785" y="7976"/>
                    <a:pt x="45776" y="7971"/>
                    <a:pt x="45766" y="7971"/>
                  </a:cubicBezTo>
                  <a:close/>
                  <a:moveTo>
                    <a:pt x="94556" y="7985"/>
                  </a:moveTo>
                  <a:cubicBezTo>
                    <a:pt x="94487" y="8019"/>
                    <a:pt x="94453" y="8053"/>
                    <a:pt x="94453" y="8087"/>
                  </a:cubicBezTo>
                  <a:cubicBezTo>
                    <a:pt x="94487" y="8155"/>
                    <a:pt x="94522" y="8190"/>
                    <a:pt x="94556" y="8190"/>
                  </a:cubicBezTo>
                  <a:cubicBezTo>
                    <a:pt x="94556" y="8190"/>
                    <a:pt x="94556" y="8190"/>
                    <a:pt x="94556" y="8155"/>
                  </a:cubicBezTo>
                  <a:lnTo>
                    <a:pt x="94692" y="8155"/>
                  </a:lnTo>
                  <a:cubicBezTo>
                    <a:pt x="94726" y="8155"/>
                    <a:pt x="94760" y="8121"/>
                    <a:pt x="94760" y="8053"/>
                  </a:cubicBezTo>
                  <a:cubicBezTo>
                    <a:pt x="94760" y="8019"/>
                    <a:pt x="94692" y="7985"/>
                    <a:pt x="94658" y="7985"/>
                  </a:cubicBezTo>
                  <a:close/>
                  <a:moveTo>
                    <a:pt x="93976" y="8053"/>
                  </a:moveTo>
                  <a:cubicBezTo>
                    <a:pt x="93941" y="8053"/>
                    <a:pt x="93907" y="8121"/>
                    <a:pt x="93907" y="8155"/>
                  </a:cubicBezTo>
                  <a:cubicBezTo>
                    <a:pt x="93907" y="8190"/>
                    <a:pt x="93941" y="8224"/>
                    <a:pt x="93976" y="8224"/>
                  </a:cubicBezTo>
                  <a:lnTo>
                    <a:pt x="94112" y="8224"/>
                  </a:lnTo>
                  <a:cubicBezTo>
                    <a:pt x="94146" y="8224"/>
                    <a:pt x="94180" y="8190"/>
                    <a:pt x="94180" y="8121"/>
                  </a:cubicBezTo>
                  <a:cubicBezTo>
                    <a:pt x="94180" y="8087"/>
                    <a:pt x="94146" y="8053"/>
                    <a:pt x="94078" y="8053"/>
                  </a:cubicBezTo>
                  <a:close/>
                  <a:moveTo>
                    <a:pt x="46374" y="8053"/>
                  </a:moveTo>
                  <a:cubicBezTo>
                    <a:pt x="46306" y="8053"/>
                    <a:pt x="46272" y="8087"/>
                    <a:pt x="46272" y="8155"/>
                  </a:cubicBezTo>
                  <a:cubicBezTo>
                    <a:pt x="46272" y="8190"/>
                    <a:pt x="46306" y="8224"/>
                    <a:pt x="46340" y="8224"/>
                  </a:cubicBezTo>
                  <a:lnTo>
                    <a:pt x="46442" y="8258"/>
                  </a:lnTo>
                  <a:lnTo>
                    <a:pt x="46476" y="8258"/>
                  </a:lnTo>
                  <a:cubicBezTo>
                    <a:pt x="46510" y="8258"/>
                    <a:pt x="46545" y="8224"/>
                    <a:pt x="46545" y="8190"/>
                  </a:cubicBezTo>
                  <a:cubicBezTo>
                    <a:pt x="46545" y="8155"/>
                    <a:pt x="46510" y="8087"/>
                    <a:pt x="46476" y="8087"/>
                  </a:cubicBezTo>
                  <a:lnTo>
                    <a:pt x="46374" y="8053"/>
                  </a:lnTo>
                  <a:close/>
                  <a:moveTo>
                    <a:pt x="93395" y="8121"/>
                  </a:moveTo>
                  <a:cubicBezTo>
                    <a:pt x="93361" y="8121"/>
                    <a:pt x="93327" y="8190"/>
                    <a:pt x="93327" y="8224"/>
                  </a:cubicBezTo>
                  <a:cubicBezTo>
                    <a:pt x="93327" y="8258"/>
                    <a:pt x="93361" y="8292"/>
                    <a:pt x="93430" y="8292"/>
                  </a:cubicBezTo>
                  <a:lnTo>
                    <a:pt x="93532" y="8292"/>
                  </a:lnTo>
                  <a:cubicBezTo>
                    <a:pt x="93600" y="8292"/>
                    <a:pt x="93634" y="8224"/>
                    <a:pt x="93600" y="8190"/>
                  </a:cubicBezTo>
                  <a:cubicBezTo>
                    <a:pt x="93600" y="8155"/>
                    <a:pt x="93566" y="8121"/>
                    <a:pt x="93532" y="8121"/>
                  </a:cubicBezTo>
                  <a:close/>
                  <a:moveTo>
                    <a:pt x="46920" y="8155"/>
                  </a:moveTo>
                  <a:cubicBezTo>
                    <a:pt x="46886" y="8155"/>
                    <a:pt x="46852" y="8190"/>
                    <a:pt x="46818" y="8224"/>
                  </a:cubicBezTo>
                  <a:cubicBezTo>
                    <a:pt x="46818" y="8292"/>
                    <a:pt x="46852" y="8326"/>
                    <a:pt x="46886" y="8326"/>
                  </a:cubicBezTo>
                  <a:lnTo>
                    <a:pt x="47022" y="8360"/>
                  </a:lnTo>
                  <a:cubicBezTo>
                    <a:pt x="47056" y="8360"/>
                    <a:pt x="47091" y="8326"/>
                    <a:pt x="47125" y="8292"/>
                  </a:cubicBezTo>
                  <a:cubicBezTo>
                    <a:pt x="47125" y="8224"/>
                    <a:pt x="47091" y="8190"/>
                    <a:pt x="47056" y="8190"/>
                  </a:cubicBezTo>
                  <a:lnTo>
                    <a:pt x="46920" y="8155"/>
                  </a:lnTo>
                  <a:close/>
                  <a:moveTo>
                    <a:pt x="92849" y="8190"/>
                  </a:moveTo>
                  <a:cubicBezTo>
                    <a:pt x="92781" y="8190"/>
                    <a:pt x="92747" y="8224"/>
                    <a:pt x="92747" y="8292"/>
                  </a:cubicBezTo>
                  <a:cubicBezTo>
                    <a:pt x="92781" y="8326"/>
                    <a:pt x="92815" y="8360"/>
                    <a:pt x="92849" y="8360"/>
                  </a:cubicBezTo>
                  <a:lnTo>
                    <a:pt x="92952" y="8360"/>
                  </a:lnTo>
                  <a:cubicBezTo>
                    <a:pt x="93020" y="8360"/>
                    <a:pt x="93054" y="8292"/>
                    <a:pt x="93054" y="8258"/>
                  </a:cubicBezTo>
                  <a:cubicBezTo>
                    <a:pt x="93054" y="8190"/>
                    <a:pt x="92986" y="8190"/>
                    <a:pt x="92952" y="8190"/>
                  </a:cubicBezTo>
                  <a:close/>
                  <a:moveTo>
                    <a:pt x="92419" y="8244"/>
                  </a:moveTo>
                  <a:cubicBezTo>
                    <a:pt x="92406" y="8244"/>
                    <a:pt x="92390" y="8249"/>
                    <a:pt x="92372" y="8258"/>
                  </a:cubicBezTo>
                  <a:lnTo>
                    <a:pt x="92269" y="8258"/>
                  </a:lnTo>
                  <a:cubicBezTo>
                    <a:pt x="92235" y="8258"/>
                    <a:pt x="92201" y="8292"/>
                    <a:pt x="92201" y="8360"/>
                  </a:cubicBezTo>
                  <a:cubicBezTo>
                    <a:pt x="92201" y="8394"/>
                    <a:pt x="92235" y="8428"/>
                    <a:pt x="92269" y="8428"/>
                  </a:cubicBezTo>
                  <a:lnTo>
                    <a:pt x="92406" y="8428"/>
                  </a:lnTo>
                  <a:cubicBezTo>
                    <a:pt x="92440" y="8394"/>
                    <a:pt x="92474" y="8360"/>
                    <a:pt x="92474" y="8326"/>
                  </a:cubicBezTo>
                  <a:cubicBezTo>
                    <a:pt x="92474" y="8276"/>
                    <a:pt x="92456" y="8244"/>
                    <a:pt x="92419" y="8244"/>
                  </a:cubicBezTo>
                  <a:close/>
                  <a:moveTo>
                    <a:pt x="47500" y="8258"/>
                  </a:moveTo>
                  <a:cubicBezTo>
                    <a:pt x="47432" y="8258"/>
                    <a:pt x="47398" y="8292"/>
                    <a:pt x="47398" y="8326"/>
                  </a:cubicBezTo>
                  <a:cubicBezTo>
                    <a:pt x="47398" y="8394"/>
                    <a:pt x="47432" y="8428"/>
                    <a:pt x="47466" y="8428"/>
                  </a:cubicBezTo>
                  <a:lnTo>
                    <a:pt x="47568" y="8463"/>
                  </a:lnTo>
                  <a:lnTo>
                    <a:pt x="47602" y="8463"/>
                  </a:lnTo>
                  <a:cubicBezTo>
                    <a:pt x="47636" y="8463"/>
                    <a:pt x="47671" y="8428"/>
                    <a:pt x="47671" y="8394"/>
                  </a:cubicBezTo>
                  <a:cubicBezTo>
                    <a:pt x="47671" y="8326"/>
                    <a:pt x="47671" y="8292"/>
                    <a:pt x="47602" y="8292"/>
                  </a:cubicBezTo>
                  <a:lnTo>
                    <a:pt x="47500" y="8258"/>
                  </a:lnTo>
                  <a:close/>
                  <a:moveTo>
                    <a:pt x="91826" y="8292"/>
                  </a:moveTo>
                  <a:lnTo>
                    <a:pt x="91689" y="8326"/>
                  </a:lnTo>
                  <a:cubicBezTo>
                    <a:pt x="91655" y="8326"/>
                    <a:pt x="91621" y="8360"/>
                    <a:pt x="91621" y="8428"/>
                  </a:cubicBezTo>
                  <a:cubicBezTo>
                    <a:pt x="91621" y="8463"/>
                    <a:pt x="91655" y="8497"/>
                    <a:pt x="91723" y="8497"/>
                  </a:cubicBezTo>
                  <a:lnTo>
                    <a:pt x="91826" y="8463"/>
                  </a:lnTo>
                  <a:cubicBezTo>
                    <a:pt x="91894" y="8463"/>
                    <a:pt x="91928" y="8428"/>
                    <a:pt x="91894" y="8394"/>
                  </a:cubicBezTo>
                  <a:cubicBezTo>
                    <a:pt x="91894" y="8326"/>
                    <a:pt x="91860" y="8292"/>
                    <a:pt x="91826" y="8292"/>
                  </a:cubicBezTo>
                  <a:close/>
                  <a:moveTo>
                    <a:pt x="48046" y="8360"/>
                  </a:moveTo>
                  <a:cubicBezTo>
                    <a:pt x="48012" y="8360"/>
                    <a:pt x="47978" y="8394"/>
                    <a:pt x="47944" y="8428"/>
                  </a:cubicBezTo>
                  <a:cubicBezTo>
                    <a:pt x="47944" y="8497"/>
                    <a:pt x="47978" y="8531"/>
                    <a:pt x="48046" y="8531"/>
                  </a:cubicBezTo>
                  <a:lnTo>
                    <a:pt x="48148" y="8565"/>
                  </a:lnTo>
                  <a:cubicBezTo>
                    <a:pt x="48182" y="8565"/>
                    <a:pt x="48251" y="8531"/>
                    <a:pt x="48251" y="8497"/>
                  </a:cubicBezTo>
                  <a:cubicBezTo>
                    <a:pt x="48251" y="8428"/>
                    <a:pt x="48217" y="8394"/>
                    <a:pt x="48182" y="8394"/>
                  </a:cubicBezTo>
                  <a:lnTo>
                    <a:pt x="48046" y="8360"/>
                  </a:lnTo>
                  <a:close/>
                  <a:moveTo>
                    <a:pt x="91246" y="8360"/>
                  </a:moveTo>
                  <a:lnTo>
                    <a:pt x="91143" y="8394"/>
                  </a:lnTo>
                  <a:cubicBezTo>
                    <a:pt x="91075" y="8394"/>
                    <a:pt x="91041" y="8428"/>
                    <a:pt x="91041" y="8463"/>
                  </a:cubicBezTo>
                  <a:cubicBezTo>
                    <a:pt x="91041" y="8531"/>
                    <a:pt x="91109" y="8565"/>
                    <a:pt x="91143" y="8565"/>
                  </a:cubicBezTo>
                  <a:lnTo>
                    <a:pt x="91246" y="8531"/>
                  </a:lnTo>
                  <a:cubicBezTo>
                    <a:pt x="91314" y="8531"/>
                    <a:pt x="91348" y="8497"/>
                    <a:pt x="91348" y="8428"/>
                  </a:cubicBezTo>
                  <a:cubicBezTo>
                    <a:pt x="91348" y="8394"/>
                    <a:pt x="91280" y="8360"/>
                    <a:pt x="91246" y="8360"/>
                  </a:cubicBezTo>
                  <a:close/>
                  <a:moveTo>
                    <a:pt x="90563" y="8428"/>
                  </a:moveTo>
                  <a:cubicBezTo>
                    <a:pt x="90529" y="8463"/>
                    <a:pt x="90495" y="8497"/>
                    <a:pt x="90495" y="8531"/>
                  </a:cubicBezTo>
                  <a:cubicBezTo>
                    <a:pt x="90495" y="8599"/>
                    <a:pt x="90529" y="8599"/>
                    <a:pt x="90563" y="8599"/>
                  </a:cubicBezTo>
                  <a:lnTo>
                    <a:pt x="90700" y="8599"/>
                  </a:lnTo>
                  <a:cubicBezTo>
                    <a:pt x="90734" y="8599"/>
                    <a:pt x="90768" y="8565"/>
                    <a:pt x="90768" y="8497"/>
                  </a:cubicBezTo>
                  <a:cubicBezTo>
                    <a:pt x="90768" y="8463"/>
                    <a:pt x="90734" y="8428"/>
                    <a:pt x="90666" y="8428"/>
                  </a:cubicBezTo>
                  <a:close/>
                  <a:moveTo>
                    <a:pt x="48626" y="8463"/>
                  </a:moveTo>
                  <a:cubicBezTo>
                    <a:pt x="48558" y="8463"/>
                    <a:pt x="48524" y="8497"/>
                    <a:pt x="48524" y="8531"/>
                  </a:cubicBezTo>
                  <a:cubicBezTo>
                    <a:pt x="48524" y="8565"/>
                    <a:pt x="48558" y="8633"/>
                    <a:pt x="48592" y="8633"/>
                  </a:cubicBezTo>
                  <a:lnTo>
                    <a:pt x="48694" y="8667"/>
                  </a:lnTo>
                  <a:lnTo>
                    <a:pt x="48728" y="8667"/>
                  </a:lnTo>
                  <a:cubicBezTo>
                    <a:pt x="48763" y="8667"/>
                    <a:pt x="48797" y="8633"/>
                    <a:pt x="48797" y="8565"/>
                  </a:cubicBezTo>
                  <a:cubicBezTo>
                    <a:pt x="48831" y="8531"/>
                    <a:pt x="48797" y="8497"/>
                    <a:pt x="48728" y="8497"/>
                  </a:cubicBezTo>
                  <a:lnTo>
                    <a:pt x="48626" y="8463"/>
                  </a:lnTo>
                  <a:close/>
                  <a:moveTo>
                    <a:pt x="89983" y="8497"/>
                  </a:moveTo>
                  <a:cubicBezTo>
                    <a:pt x="89949" y="8497"/>
                    <a:pt x="89915" y="8565"/>
                    <a:pt x="89915" y="8599"/>
                  </a:cubicBezTo>
                  <a:cubicBezTo>
                    <a:pt x="89915" y="8633"/>
                    <a:pt x="89949" y="8667"/>
                    <a:pt x="90017" y="8667"/>
                  </a:cubicBezTo>
                  <a:lnTo>
                    <a:pt x="90120" y="8667"/>
                  </a:lnTo>
                  <a:cubicBezTo>
                    <a:pt x="90154" y="8667"/>
                    <a:pt x="90188" y="8633"/>
                    <a:pt x="90188" y="8565"/>
                  </a:cubicBezTo>
                  <a:cubicBezTo>
                    <a:pt x="90188" y="8531"/>
                    <a:pt x="90154" y="8497"/>
                    <a:pt x="90120" y="8497"/>
                  </a:cubicBezTo>
                  <a:close/>
                  <a:moveTo>
                    <a:pt x="49172" y="8565"/>
                  </a:moveTo>
                  <a:cubicBezTo>
                    <a:pt x="49138" y="8565"/>
                    <a:pt x="49104" y="8599"/>
                    <a:pt x="49104" y="8633"/>
                  </a:cubicBezTo>
                  <a:cubicBezTo>
                    <a:pt x="49070" y="8667"/>
                    <a:pt x="49104" y="8736"/>
                    <a:pt x="49172" y="8736"/>
                  </a:cubicBezTo>
                  <a:lnTo>
                    <a:pt x="49274" y="8736"/>
                  </a:lnTo>
                  <a:cubicBezTo>
                    <a:pt x="49343" y="8736"/>
                    <a:pt x="49377" y="8736"/>
                    <a:pt x="49377" y="8667"/>
                  </a:cubicBezTo>
                  <a:cubicBezTo>
                    <a:pt x="49377" y="8633"/>
                    <a:pt x="49343" y="8599"/>
                    <a:pt x="49309" y="8565"/>
                  </a:cubicBezTo>
                  <a:close/>
                  <a:moveTo>
                    <a:pt x="89437" y="8565"/>
                  </a:moveTo>
                  <a:cubicBezTo>
                    <a:pt x="89369" y="8565"/>
                    <a:pt x="89335" y="8633"/>
                    <a:pt x="89335" y="8667"/>
                  </a:cubicBezTo>
                  <a:cubicBezTo>
                    <a:pt x="89335" y="8701"/>
                    <a:pt x="89403" y="8736"/>
                    <a:pt x="89437" y="8736"/>
                  </a:cubicBezTo>
                  <a:lnTo>
                    <a:pt x="89540" y="8736"/>
                  </a:lnTo>
                  <a:cubicBezTo>
                    <a:pt x="89608" y="8736"/>
                    <a:pt x="89642" y="8667"/>
                    <a:pt x="89642" y="8633"/>
                  </a:cubicBezTo>
                  <a:cubicBezTo>
                    <a:pt x="89642" y="8599"/>
                    <a:pt x="89574" y="8565"/>
                    <a:pt x="89540" y="8565"/>
                  </a:cubicBezTo>
                  <a:close/>
                  <a:moveTo>
                    <a:pt x="88857" y="8633"/>
                  </a:moveTo>
                  <a:cubicBezTo>
                    <a:pt x="88823" y="8633"/>
                    <a:pt x="88789" y="8667"/>
                    <a:pt x="88789" y="8736"/>
                  </a:cubicBezTo>
                  <a:cubicBezTo>
                    <a:pt x="88789" y="8770"/>
                    <a:pt x="88823" y="8804"/>
                    <a:pt x="88857" y="8804"/>
                  </a:cubicBezTo>
                  <a:lnTo>
                    <a:pt x="88994" y="8804"/>
                  </a:lnTo>
                  <a:cubicBezTo>
                    <a:pt x="89028" y="8770"/>
                    <a:pt x="89062" y="8736"/>
                    <a:pt x="89062" y="8701"/>
                  </a:cubicBezTo>
                  <a:cubicBezTo>
                    <a:pt x="89062" y="8633"/>
                    <a:pt x="89028" y="8633"/>
                    <a:pt x="88959" y="8633"/>
                  </a:cubicBezTo>
                  <a:close/>
                  <a:moveTo>
                    <a:pt x="49752" y="8667"/>
                  </a:moveTo>
                  <a:cubicBezTo>
                    <a:pt x="49718" y="8667"/>
                    <a:pt x="49650" y="8667"/>
                    <a:pt x="49650" y="8736"/>
                  </a:cubicBezTo>
                  <a:cubicBezTo>
                    <a:pt x="49650" y="8770"/>
                    <a:pt x="49684" y="8804"/>
                    <a:pt x="49718" y="8838"/>
                  </a:cubicBezTo>
                  <a:lnTo>
                    <a:pt x="49854" y="8838"/>
                  </a:lnTo>
                  <a:cubicBezTo>
                    <a:pt x="49889" y="8838"/>
                    <a:pt x="49923" y="8804"/>
                    <a:pt x="49923" y="8770"/>
                  </a:cubicBezTo>
                  <a:cubicBezTo>
                    <a:pt x="49957" y="8736"/>
                    <a:pt x="49923" y="8701"/>
                    <a:pt x="49854" y="8667"/>
                  </a:cubicBezTo>
                  <a:close/>
                  <a:moveTo>
                    <a:pt x="88414" y="8667"/>
                  </a:moveTo>
                  <a:lnTo>
                    <a:pt x="88277" y="8701"/>
                  </a:lnTo>
                  <a:cubicBezTo>
                    <a:pt x="88243" y="8701"/>
                    <a:pt x="88209" y="8736"/>
                    <a:pt x="88209" y="8804"/>
                  </a:cubicBezTo>
                  <a:cubicBezTo>
                    <a:pt x="88209" y="8838"/>
                    <a:pt x="88243" y="8872"/>
                    <a:pt x="88277" y="8872"/>
                  </a:cubicBezTo>
                  <a:lnTo>
                    <a:pt x="88311" y="8872"/>
                  </a:lnTo>
                  <a:lnTo>
                    <a:pt x="88414" y="8838"/>
                  </a:lnTo>
                  <a:cubicBezTo>
                    <a:pt x="88448" y="8838"/>
                    <a:pt x="88482" y="8804"/>
                    <a:pt x="88482" y="8770"/>
                  </a:cubicBezTo>
                  <a:cubicBezTo>
                    <a:pt x="88482" y="8701"/>
                    <a:pt x="88448" y="8667"/>
                    <a:pt x="88414" y="8667"/>
                  </a:cubicBezTo>
                  <a:close/>
                  <a:moveTo>
                    <a:pt x="50285" y="8756"/>
                  </a:moveTo>
                  <a:cubicBezTo>
                    <a:pt x="50248" y="8756"/>
                    <a:pt x="50230" y="8788"/>
                    <a:pt x="50230" y="8838"/>
                  </a:cubicBezTo>
                  <a:cubicBezTo>
                    <a:pt x="50196" y="8872"/>
                    <a:pt x="50230" y="8906"/>
                    <a:pt x="50298" y="8940"/>
                  </a:cubicBezTo>
                  <a:lnTo>
                    <a:pt x="50400" y="8940"/>
                  </a:lnTo>
                  <a:cubicBezTo>
                    <a:pt x="50469" y="8940"/>
                    <a:pt x="50503" y="8906"/>
                    <a:pt x="50503" y="8872"/>
                  </a:cubicBezTo>
                  <a:cubicBezTo>
                    <a:pt x="50503" y="8838"/>
                    <a:pt x="50469" y="8770"/>
                    <a:pt x="50435" y="8770"/>
                  </a:cubicBezTo>
                  <a:lnTo>
                    <a:pt x="50332" y="8770"/>
                  </a:lnTo>
                  <a:cubicBezTo>
                    <a:pt x="50314" y="8761"/>
                    <a:pt x="50298" y="8756"/>
                    <a:pt x="50285" y="8756"/>
                  </a:cubicBezTo>
                  <a:close/>
                  <a:moveTo>
                    <a:pt x="87833" y="8736"/>
                  </a:moveTo>
                  <a:lnTo>
                    <a:pt x="87731" y="8770"/>
                  </a:lnTo>
                  <a:cubicBezTo>
                    <a:pt x="87663" y="8770"/>
                    <a:pt x="87629" y="8804"/>
                    <a:pt x="87629" y="8838"/>
                  </a:cubicBezTo>
                  <a:cubicBezTo>
                    <a:pt x="87629" y="8906"/>
                    <a:pt x="87697" y="8940"/>
                    <a:pt x="87731" y="8940"/>
                  </a:cubicBezTo>
                  <a:lnTo>
                    <a:pt x="87833" y="8906"/>
                  </a:lnTo>
                  <a:cubicBezTo>
                    <a:pt x="87902" y="8906"/>
                    <a:pt x="87936" y="8872"/>
                    <a:pt x="87936" y="8838"/>
                  </a:cubicBezTo>
                  <a:cubicBezTo>
                    <a:pt x="87902" y="8770"/>
                    <a:pt x="87868" y="8736"/>
                    <a:pt x="87833" y="8736"/>
                  </a:cubicBezTo>
                  <a:close/>
                  <a:moveTo>
                    <a:pt x="87253" y="8804"/>
                  </a:moveTo>
                  <a:lnTo>
                    <a:pt x="87151" y="8838"/>
                  </a:lnTo>
                  <a:cubicBezTo>
                    <a:pt x="87083" y="8838"/>
                    <a:pt x="87049" y="8872"/>
                    <a:pt x="87083" y="8906"/>
                  </a:cubicBezTo>
                  <a:cubicBezTo>
                    <a:pt x="87083" y="8974"/>
                    <a:pt x="87117" y="9009"/>
                    <a:pt x="87151" y="9009"/>
                  </a:cubicBezTo>
                  <a:lnTo>
                    <a:pt x="87287" y="8974"/>
                  </a:lnTo>
                  <a:cubicBezTo>
                    <a:pt x="87322" y="8974"/>
                    <a:pt x="87356" y="8940"/>
                    <a:pt x="87356" y="8872"/>
                  </a:cubicBezTo>
                  <a:cubicBezTo>
                    <a:pt x="87356" y="8838"/>
                    <a:pt x="87322" y="8804"/>
                    <a:pt x="87253" y="8804"/>
                  </a:cubicBezTo>
                  <a:close/>
                  <a:moveTo>
                    <a:pt x="50845" y="8859"/>
                  </a:moveTo>
                  <a:cubicBezTo>
                    <a:pt x="50812" y="8859"/>
                    <a:pt x="50776" y="8890"/>
                    <a:pt x="50776" y="8940"/>
                  </a:cubicBezTo>
                  <a:cubicBezTo>
                    <a:pt x="50776" y="8974"/>
                    <a:pt x="50810" y="9009"/>
                    <a:pt x="50844" y="9009"/>
                  </a:cubicBezTo>
                  <a:lnTo>
                    <a:pt x="50946" y="9043"/>
                  </a:lnTo>
                  <a:lnTo>
                    <a:pt x="50981" y="9043"/>
                  </a:lnTo>
                  <a:cubicBezTo>
                    <a:pt x="51015" y="9043"/>
                    <a:pt x="51049" y="9009"/>
                    <a:pt x="51049" y="8974"/>
                  </a:cubicBezTo>
                  <a:cubicBezTo>
                    <a:pt x="51083" y="8940"/>
                    <a:pt x="51049" y="8872"/>
                    <a:pt x="50981" y="8872"/>
                  </a:cubicBezTo>
                  <a:lnTo>
                    <a:pt x="50878" y="8872"/>
                  </a:lnTo>
                  <a:cubicBezTo>
                    <a:pt x="50869" y="8863"/>
                    <a:pt x="50857" y="8859"/>
                    <a:pt x="50845" y="8859"/>
                  </a:cubicBezTo>
                  <a:close/>
                  <a:moveTo>
                    <a:pt x="86571" y="8872"/>
                  </a:moveTo>
                  <a:cubicBezTo>
                    <a:pt x="86537" y="8906"/>
                    <a:pt x="86503" y="8940"/>
                    <a:pt x="86503" y="8974"/>
                  </a:cubicBezTo>
                  <a:cubicBezTo>
                    <a:pt x="86503" y="9009"/>
                    <a:pt x="86537" y="9043"/>
                    <a:pt x="86571" y="9043"/>
                  </a:cubicBezTo>
                  <a:lnTo>
                    <a:pt x="86707" y="9043"/>
                  </a:lnTo>
                  <a:cubicBezTo>
                    <a:pt x="86741" y="9043"/>
                    <a:pt x="86776" y="9009"/>
                    <a:pt x="86776" y="8940"/>
                  </a:cubicBezTo>
                  <a:cubicBezTo>
                    <a:pt x="86776" y="8906"/>
                    <a:pt x="86741" y="8872"/>
                    <a:pt x="86707" y="8872"/>
                  </a:cubicBezTo>
                  <a:close/>
                  <a:moveTo>
                    <a:pt x="86025" y="8940"/>
                  </a:moveTo>
                  <a:cubicBezTo>
                    <a:pt x="85957" y="8940"/>
                    <a:pt x="85923" y="9009"/>
                    <a:pt x="85923" y="9043"/>
                  </a:cubicBezTo>
                  <a:cubicBezTo>
                    <a:pt x="85923" y="9077"/>
                    <a:pt x="85991" y="9111"/>
                    <a:pt x="86025" y="9111"/>
                  </a:cubicBezTo>
                  <a:lnTo>
                    <a:pt x="86127" y="9111"/>
                  </a:lnTo>
                  <a:cubicBezTo>
                    <a:pt x="86196" y="9111"/>
                    <a:pt x="86230" y="9043"/>
                    <a:pt x="86230" y="9009"/>
                  </a:cubicBezTo>
                  <a:cubicBezTo>
                    <a:pt x="86196" y="8974"/>
                    <a:pt x="86161" y="8940"/>
                    <a:pt x="86127" y="8940"/>
                  </a:cubicBezTo>
                  <a:close/>
                  <a:moveTo>
                    <a:pt x="51458" y="8940"/>
                  </a:moveTo>
                  <a:cubicBezTo>
                    <a:pt x="51390" y="8940"/>
                    <a:pt x="51356" y="8974"/>
                    <a:pt x="51356" y="9009"/>
                  </a:cubicBezTo>
                  <a:cubicBezTo>
                    <a:pt x="51322" y="9077"/>
                    <a:pt x="51356" y="9111"/>
                    <a:pt x="51424" y="9111"/>
                  </a:cubicBezTo>
                  <a:lnTo>
                    <a:pt x="51527" y="9145"/>
                  </a:lnTo>
                  <a:cubicBezTo>
                    <a:pt x="51595" y="9145"/>
                    <a:pt x="51629" y="9111"/>
                    <a:pt x="51629" y="9077"/>
                  </a:cubicBezTo>
                  <a:cubicBezTo>
                    <a:pt x="51629" y="9043"/>
                    <a:pt x="51595" y="8974"/>
                    <a:pt x="51561" y="8974"/>
                  </a:cubicBezTo>
                  <a:lnTo>
                    <a:pt x="51458" y="8940"/>
                  </a:lnTo>
                  <a:close/>
                  <a:moveTo>
                    <a:pt x="85445" y="9009"/>
                  </a:moveTo>
                  <a:cubicBezTo>
                    <a:pt x="85377" y="9009"/>
                    <a:pt x="85342" y="9077"/>
                    <a:pt x="85377" y="9111"/>
                  </a:cubicBezTo>
                  <a:cubicBezTo>
                    <a:pt x="85377" y="9145"/>
                    <a:pt x="85411" y="9179"/>
                    <a:pt x="85445" y="9179"/>
                  </a:cubicBezTo>
                  <a:lnTo>
                    <a:pt x="85581" y="9179"/>
                  </a:lnTo>
                  <a:cubicBezTo>
                    <a:pt x="85615" y="9179"/>
                    <a:pt x="85650" y="9111"/>
                    <a:pt x="85650" y="9077"/>
                  </a:cubicBezTo>
                  <a:cubicBezTo>
                    <a:pt x="85650" y="9043"/>
                    <a:pt x="85615" y="9009"/>
                    <a:pt x="85547" y="9009"/>
                  </a:cubicBezTo>
                  <a:close/>
                  <a:moveTo>
                    <a:pt x="52004" y="9043"/>
                  </a:moveTo>
                  <a:cubicBezTo>
                    <a:pt x="51970" y="9043"/>
                    <a:pt x="51902" y="9077"/>
                    <a:pt x="51902" y="9111"/>
                  </a:cubicBezTo>
                  <a:cubicBezTo>
                    <a:pt x="51902" y="9179"/>
                    <a:pt x="51936" y="9213"/>
                    <a:pt x="51970" y="9213"/>
                  </a:cubicBezTo>
                  <a:lnTo>
                    <a:pt x="52107" y="9247"/>
                  </a:lnTo>
                  <a:cubicBezTo>
                    <a:pt x="52141" y="9247"/>
                    <a:pt x="52175" y="9213"/>
                    <a:pt x="52175" y="9179"/>
                  </a:cubicBezTo>
                  <a:cubicBezTo>
                    <a:pt x="52209" y="9111"/>
                    <a:pt x="52175" y="9077"/>
                    <a:pt x="52107" y="9077"/>
                  </a:cubicBezTo>
                  <a:lnTo>
                    <a:pt x="52004" y="9043"/>
                  </a:lnTo>
                  <a:close/>
                  <a:moveTo>
                    <a:pt x="85015" y="9063"/>
                  </a:moveTo>
                  <a:cubicBezTo>
                    <a:pt x="85001" y="9063"/>
                    <a:pt x="84985" y="9068"/>
                    <a:pt x="84967" y="9077"/>
                  </a:cubicBezTo>
                  <a:lnTo>
                    <a:pt x="84865" y="9077"/>
                  </a:lnTo>
                  <a:cubicBezTo>
                    <a:pt x="84831" y="9077"/>
                    <a:pt x="84796" y="9111"/>
                    <a:pt x="84796" y="9179"/>
                  </a:cubicBezTo>
                  <a:cubicBezTo>
                    <a:pt x="84796" y="9213"/>
                    <a:pt x="84831" y="9247"/>
                    <a:pt x="84865" y="9247"/>
                  </a:cubicBezTo>
                  <a:lnTo>
                    <a:pt x="85001" y="9247"/>
                  </a:lnTo>
                  <a:cubicBezTo>
                    <a:pt x="85035" y="9213"/>
                    <a:pt x="85069" y="9179"/>
                    <a:pt x="85069" y="9145"/>
                  </a:cubicBezTo>
                  <a:cubicBezTo>
                    <a:pt x="85069" y="9095"/>
                    <a:pt x="85051" y="9063"/>
                    <a:pt x="85015" y="9063"/>
                  </a:cubicBezTo>
                  <a:close/>
                  <a:moveTo>
                    <a:pt x="84421" y="9111"/>
                  </a:moveTo>
                  <a:lnTo>
                    <a:pt x="84285" y="9145"/>
                  </a:lnTo>
                  <a:cubicBezTo>
                    <a:pt x="84250" y="9145"/>
                    <a:pt x="84216" y="9179"/>
                    <a:pt x="84216" y="9247"/>
                  </a:cubicBezTo>
                  <a:cubicBezTo>
                    <a:pt x="84216" y="9282"/>
                    <a:pt x="84250" y="9316"/>
                    <a:pt x="84319" y="9316"/>
                  </a:cubicBezTo>
                  <a:lnTo>
                    <a:pt x="84421" y="9282"/>
                  </a:lnTo>
                  <a:cubicBezTo>
                    <a:pt x="84489" y="9282"/>
                    <a:pt x="84523" y="9247"/>
                    <a:pt x="84523" y="9213"/>
                  </a:cubicBezTo>
                  <a:cubicBezTo>
                    <a:pt x="84489" y="9145"/>
                    <a:pt x="84455" y="9111"/>
                    <a:pt x="84421" y="9111"/>
                  </a:cubicBezTo>
                  <a:close/>
                  <a:moveTo>
                    <a:pt x="52584" y="9145"/>
                  </a:moveTo>
                  <a:cubicBezTo>
                    <a:pt x="52516" y="9145"/>
                    <a:pt x="52482" y="9179"/>
                    <a:pt x="52482" y="9213"/>
                  </a:cubicBezTo>
                  <a:cubicBezTo>
                    <a:pt x="52448" y="9282"/>
                    <a:pt x="52482" y="9316"/>
                    <a:pt x="52550" y="9316"/>
                  </a:cubicBezTo>
                  <a:lnTo>
                    <a:pt x="52653" y="9350"/>
                  </a:lnTo>
                  <a:cubicBezTo>
                    <a:pt x="52721" y="9350"/>
                    <a:pt x="52755" y="9316"/>
                    <a:pt x="52755" y="9282"/>
                  </a:cubicBezTo>
                  <a:cubicBezTo>
                    <a:pt x="52755" y="9213"/>
                    <a:pt x="52721" y="9179"/>
                    <a:pt x="52687" y="9179"/>
                  </a:cubicBezTo>
                  <a:lnTo>
                    <a:pt x="52584" y="9145"/>
                  </a:lnTo>
                  <a:close/>
                  <a:moveTo>
                    <a:pt x="83841" y="9179"/>
                  </a:moveTo>
                  <a:lnTo>
                    <a:pt x="83739" y="9213"/>
                  </a:lnTo>
                  <a:cubicBezTo>
                    <a:pt x="83670" y="9213"/>
                    <a:pt x="83636" y="9247"/>
                    <a:pt x="83670" y="9282"/>
                  </a:cubicBezTo>
                  <a:cubicBezTo>
                    <a:pt x="83670" y="9350"/>
                    <a:pt x="83705" y="9384"/>
                    <a:pt x="83739" y="9384"/>
                  </a:cubicBezTo>
                  <a:lnTo>
                    <a:pt x="83875" y="9350"/>
                  </a:lnTo>
                  <a:cubicBezTo>
                    <a:pt x="83909" y="9350"/>
                    <a:pt x="83943" y="9316"/>
                    <a:pt x="83943" y="9282"/>
                  </a:cubicBezTo>
                  <a:cubicBezTo>
                    <a:pt x="83943" y="9213"/>
                    <a:pt x="83875" y="9179"/>
                    <a:pt x="83841" y="9179"/>
                  </a:cubicBezTo>
                  <a:close/>
                  <a:moveTo>
                    <a:pt x="53130" y="9247"/>
                  </a:moveTo>
                  <a:cubicBezTo>
                    <a:pt x="53096" y="9247"/>
                    <a:pt x="53028" y="9282"/>
                    <a:pt x="53028" y="9316"/>
                  </a:cubicBezTo>
                  <a:cubicBezTo>
                    <a:pt x="53028" y="9350"/>
                    <a:pt x="53062" y="9418"/>
                    <a:pt x="53096" y="9418"/>
                  </a:cubicBezTo>
                  <a:lnTo>
                    <a:pt x="53233" y="9452"/>
                  </a:lnTo>
                  <a:cubicBezTo>
                    <a:pt x="53267" y="9452"/>
                    <a:pt x="53301" y="9418"/>
                    <a:pt x="53335" y="9384"/>
                  </a:cubicBezTo>
                  <a:cubicBezTo>
                    <a:pt x="53335" y="9316"/>
                    <a:pt x="53301" y="9282"/>
                    <a:pt x="53233" y="9282"/>
                  </a:cubicBezTo>
                  <a:lnTo>
                    <a:pt x="53130" y="9247"/>
                  </a:lnTo>
                  <a:close/>
                  <a:moveTo>
                    <a:pt x="83261" y="9247"/>
                  </a:moveTo>
                  <a:lnTo>
                    <a:pt x="83159" y="9282"/>
                  </a:lnTo>
                  <a:cubicBezTo>
                    <a:pt x="83124" y="9282"/>
                    <a:pt x="83090" y="9316"/>
                    <a:pt x="83090" y="9350"/>
                  </a:cubicBezTo>
                  <a:cubicBezTo>
                    <a:pt x="83090" y="9418"/>
                    <a:pt x="83124" y="9452"/>
                    <a:pt x="83159" y="9452"/>
                  </a:cubicBezTo>
                  <a:lnTo>
                    <a:pt x="83193" y="9452"/>
                  </a:lnTo>
                  <a:lnTo>
                    <a:pt x="83295" y="9418"/>
                  </a:lnTo>
                  <a:cubicBezTo>
                    <a:pt x="83329" y="9418"/>
                    <a:pt x="83363" y="9384"/>
                    <a:pt x="83363" y="9316"/>
                  </a:cubicBezTo>
                  <a:cubicBezTo>
                    <a:pt x="83363" y="9282"/>
                    <a:pt x="83329" y="9247"/>
                    <a:pt x="83261" y="9247"/>
                  </a:cubicBezTo>
                  <a:close/>
                  <a:moveTo>
                    <a:pt x="82578" y="9316"/>
                  </a:moveTo>
                  <a:cubicBezTo>
                    <a:pt x="82544" y="9350"/>
                    <a:pt x="82510" y="9384"/>
                    <a:pt x="82510" y="9418"/>
                  </a:cubicBezTo>
                  <a:cubicBezTo>
                    <a:pt x="82510" y="9452"/>
                    <a:pt x="82544" y="9486"/>
                    <a:pt x="82613" y="9486"/>
                  </a:cubicBezTo>
                  <a:lnTo>
                    <a:pt x="82715" y="9486"/>
                  </a:lnTo>
                  <a:cubicBezTo>
                    <a:pt x="82783" y="9486"/>
                    <a:pt x="82817" y="9452"/>
                    <a:pt x="82817" y="9384"/>
                  </a:cubicBezTo>
                  <a:cubicBezTo>
                    <a:pt x="82783" y="9350"/>
                    <a:pt x="82749" y="9316"/>
                    <a:pt x="82715" y="9316"/>
                  </a:cubicBezTo>
                  <a:close/>
                  <a:moveTo>
                    <a:pt x="53710" y="9350"/>
                  </a:moveTo>
                  <a:cubicBezTo>
                    <a:pt x="53642" y="9350"/>
                    <a:pt x="53608" y="9384"/>
                    <a:pt x="53608" y="9418"/>
                  </a:cubicBezTo>
                  <a:cubicBezTo>
                    <a:pt x="53574" y="9452"/>
                    <a:pt x="53608" y="9520"/>
                    <a:pt x="53676" y="9520"/>
                  </a:cubicBezTo>
                  <a:lnTo>
                    <a:pt x="53779" y="9520"/>
                  </a:lnTo>
                  <a:cubicBezTo>
                    <a:pt x="53779" y="9555"/>
                    <a:pt x="53779" y="9555"/>
                    <a:pt x="53813" y="9555"/>
                  </a:cubicBezTo>
                  <a:cubicBezTo>
                    <a:pt x="53847" y="9555"/>
                    <a:pt x="53881" y="9520"/>
                    <a:pt x="53881" y="9452"/>
                  </a:cubicBezTo>
                  <a:cubicBezTo>
                    <a:pt x="53881" y="9418"/>
                    <a:pt x="53847" y="9384"/>
                    <a:pt x="53813" y="9384"/>
                  </a:cubicBezTo>
                  <a:lnTo>
                    <a:pt x="53710" y="9350"/>
                  </a:lnTo>
                  <a:close/>
                  <a:moveTo>
                    <a:pt x="82033" y="9384"/>
                  </a:moveTo>
                  <a:cubicBezTo>
                    <a:pt x="81964" y="9384"/>
                    <a:pt x="81930" y="9452"/>
                    <a:pt x="81964" y="9486"/>
                  </a:cubicBezTo>
                  <a:cubicBezTo>
                    <a:pt x="81964" y="9520"/>
                    <a:pt x="81998" y="9555"/>
                    <a:pt x="82033" y="9555"/>
                  </a:cubicBezTo>
                  <a:lnTo>
                    <a:pt x="82169" y="9555"/>
                  </a:lnTo>
                  <a:cubicBezTo>
                    <a:pt x="82203" y="9555"/>
                    <a:pt x="82237" y="9486"/>
                    <a:pt x="82237" y="9452"/>
                  </a:cubicBezTo>
                  <a:cubicBezTo>
                    <a:pt x="82237" y="9418"/>
                    <a:pt x="82169" y="9384"/>
                    <a:pt x="82135" y="9384"/>
                  </a:cubicBezTo>
                  <a:close/>
                  <a:moveTo>
                    <a:pt x="54256" y="9452"/>
                  </a:moveTo>
                  <a:cubicBezTo>
                    <a:pt x="54222" y="9452"/>
                    <a:pt x="54188" y="9486"/>
                    <a:pt x="54154" y="9520"/>
                  </a:cubicBezTo>
                  <a:cubicBezTo>
                    <a:pt x="54154" y="9555"/>
                    <a:pt x="54188" y="9623"/>
                    <a:pt x="54222" y="9623"/>
                  </a:cubicBezTo>
                  <a:lnTo>
                    <a:pt x="54359" y="9623"/>
                  </a:lnTo>
                  <a:cubicBezTo>
                    <a:pt x="54393" y="9623"/>
                    <a:pt x="54427" y="9623"/>
                    <a:pt x="54461" y="9555"/>
                  </a:cubicBezTo>
                  <a:cubicBezTo>
                    <a:pt x="54461" y="9520"/>
                    <a:pt x="54427" y="9486"/>
                    <a:pt x="54359" y="9452"/>
                  </a:cubicBezTo>
                  <a:close/>
                  <a:moveTo>
                    <a:pt x="81452" y="9452"/>
                  </a:moveTo>
                  <a:cubicBezTo>
                    <a:pt x="81418" y="9452"/>
                    <a:pt x="81384" y="9486"/>
                    <a:pt x="81384" y="9555"/>
                  </a:cubicBezTo>
                  <a:cubicBezTo>
                    <a:pt x="81384" y="9589"/>
                    <a:pt x="81418" y="9623"/>
                    <a:pt x="81452" y="9623"/>
                  </a:cubicBezTo>
                  <a:lnTo>
                    <a:pt x="81589" y="9623"/>
                  </a:lnTo>
                  <a:cubicBezTo>
                    <a:pt x="81623" y="9623"/>
                    <a:pt x="81657" y="9555"/>
                    <a:pt x="81657" y="9520"/>
                  </a:cubicBezTo>
                  <a:cubicBezTo>
                    <a:pt x="81657" y="9486"/>
                    <a:pt x="81623" y="9452"/>
                    <a:pt x="81555" y="9452"/>
                  </a:cubicBezTo>
                  <a:close/>
                  <a:moveTo>
                    <a:pt x="81036" y="9507"/>
                  </a:moveTo>
                  <a:cubicBezTo>
                    <a:pt x="81027" y="9507"/>
                    <a:pt x="81018" y="9511"/>
                    <a:pt x="81009" y="9520"/>
                  </a:cubicBezTo>
                  <a:lnTo>
                    <a:pt x="80872" y="9520"/>
                  </a:lnTo>
                  <a:cubicBezTo>
                    <a:pt x="80838" y="9520"/>
                    <a:pt x="80804" y="9555"/>
                    <a:pt x="80804" y="9623"/>
                  </a:cubicBezTo>
                  <a:cubicBezTo>
                    <a:pt x="80804" y="9657"/>
                    <a:pt x="80838" y="9691"/>
                    <a:pt x="80906" y="9691"/>
                  </a:cubicBezTo>
                  <a:lnTo>
                    <a:pt x="81009" y="9691"/>
                  </a:lnTo>
                  <a:cubicBezTo>
                    <a:pt x="81077" y="9657"/>
                    <a:pt x="81111" y="9623"/>
                    <a:pt x="81111" y="9589"/>
                  </a:cubicBezTo>
                  <a:cubicBezTo>
                    <a:pt x="81086" y="9539"/>
                    <a:pt x="81061" y="9507"/>
                    <a:pt x="81036" y="9507"/>
                  </a:cubicBezTo>
                  <a:close/>
                  <a:moveTo>
                    <a:pt x="54789" y="9541"/>
                  </a:moveTo>
                  <a:cubicBezTo>
                    <a:pt x="54752" y="9541"/>
                    <a:pt x="54734" y="9573"/>
                    <a:pt x="54734" y="9623"/>
                  </a:cubicBezTo>
                  <a:cubicBezTo>
                    <a:pt x="54734" y="9657"/>
                    <a:pt x="54734" y="9691"/>
                    <a:pt x="54802" y="9725"/>
                  </a:cubicBezTo>
                  <a:lnTo>
                    <a:pt x="54939" y="9725"/>
                  </a:lnTo>
                  <a:cubicBezTo>
                    <a:pt x="54973" y="9725"/>
                    <a:pt x="55007" y="9691"/>
                    <a:pt x="55007" y="9657"/>
                  </a:cubicBezTo>
                  <a:cubicBezTo>
                    <a:pt x="55007" y="9623"/>
                    <a:pt x="54973" y="9589"/>
                    <a:pt x="54939" y="9555"/>
                  </a:cubicBezTo>
                  <a:lnTo>
                    <a:pt x="54836" y="9555"/>
                  </a:lnTo>
                  <a:cubicBezTo>
                    <a:pt x="54818" y="9545"/>
                    <a:pt x="54802" y="9541"/>
                    <a:pt x="54789" y="9541"/>
                  </a:cubicBezTo>
                  <a:close/>
                  <a:moveTo>
                    <a:pt x="80429" y="9555"/>
                  </a:moveTo>
                  <a:lnTo>
                    <a:pt x="80326" y="9589"/>
                  </a:lnTo>
                  <a:cubicBezTo>
                    <a:pt x="80258" y="9589"/>
                    <a:pt x="80224" y="9623"/>
                    <a:pt x="80258" y="9691"/>
                  </a:cubicBezTo>
                  <a:cubicBezTo>
                    <a:pt x="80258" y="9725"/>
                    <a:pt x="80292" y="9759"/>
                    <a:pt x="80326" y="9759"/>
                  </a:cubicBezTo>
                  <a:lnTo>
                    <a:pt x="80463" y="9725"/>
                  </a:lnTo>
                  <a:cubicBezTo>
                    <a:pt x="80497" y="9725"/>
                    <a:pt x="80531" y="9691"/>
                    <a:pt x="80531" y="9657"/>
                  </a:cubicBezTo>
                  <a:cubicBezTo>
                    <a:pt x="80531" y="9589"/>
                    <a:pt x="80463" y="9555"/>
                    <a:pt x="80429" y="9555"/>
                  </a:cubicBezTo>
                  <a:close/>
                  <a:moveTo>
                    <a:pt x="55355" y="9644"/>
                  </a:moveTo>
                  <a:cubicBezTo>
                    <a:pt x="55330" y="9644"/>
                    <a:pt x="55305" y="9675"/>
                    <a:pt x="55280" y="9725"/>
                  </a:cubicBezTo>
                  <a:cubicBezTo>
                    <a:pt x="55280" y="9759"/>
                    <a:pt x="55314" y="9793"/>
                    <a:pt x="55348" y="9828"/>
                  </a:cubicBezTo>
                  <a:lnTo>
                    <a:pt x="55485" y="9828"/>
                  </a:lnTo>
                  <a:cubicBezTo>
                    <a:pt x="55519" y="9828"/>
                    <a:pt x="55553" y="9793"/>
                    <a:pt x="55587" y="9759"/>
                  </a:cubicBezTo>
                  <a:cubicBezTo>
                    <a:pt x="55587" y="9725"/>
                    <a:pt x="55553" y="9657"/>
                    <a:pt x="55519" y="9657"/>
                  </a:cubicBezTo>
                  <a:lnTo>
                    <a:pt x="55382" y="9657"/>
                  </a:lnTo>
                  <a:cubicBezTo>
                    <a:pt x="55373" y="9648"/>
                    <a:pt x="55364" y="9644"/>
                    <a:pt x="55355" y="9644"/>
                  </a:cubicBezTo>
                  <a:close/>
                  <a:moveTo>
                    <a:pt x="79849" y="9623"/>
                  </a:moveTo>
                  <a:lnTo>
                    <a:pt x="79746" y="9657"/>
                  </a:lnTo>
                  <a:cubicBezTo>
                    <a:pt x="79712" y="9657"/>
                    <a:pt x="79678" y="9691"/>
                    <a:pt x="79678" y="9725"/>
                  </a:cubicBezTo>
                  <a:cubicBezTo>
                    <a:pt x="79678" y="9793"/>
                    <a:pt x="79712" y="9828"/>
                    <a:pt x="79746" y="9828"/>
                  </a:cubicBezTo>
                  <a:lnTo>
                    <a:pt x="79780" y="9828"/>
                  </a:lnTo>
                  <a:lnTo>
                    <a:pt x="79883" y="9793"/>
                  </a:lnTo>
                  <a:cubicBezTo>
                    <a:pt x="79917" y="9793"/>
                    <a:pt x="79951" y="9759"/>
                    <a:pt x="79951" y="9691"/>
                  </a:cubicBezTo>
                  <a:cubicBezTo>
                    <a:pt x="79951" y="9657"/>
                    <a:pt x="79917" y="9623"/>
                    <a:pt x="79849" y="9623"/>
                  </a:cubicBezTo>
                  <a:close/>
                  <a:moveTo>
                    <a:pt x="79166" y="9691"/>
                  </a:moveTo>
                  <a:cubicBezTo>
                    <a:pt x="79132" y="9725"/>
                    <a:pt x="79098" y="9759"/>
                    <a:pt x="79098" y="9793"/>
                  </a:cubicBezTo>
                  <a:cubicBezTo>
                    <a:pt x="79098" y="9862"/>
                    <a:pt x="79132" y="9862"/>
                    <a:pt x="79200" y="9862"/>
                  </a:cubicBezTo>
                  <a:lnTo>
                    <a:pt x="79303" y="9862"/>
                  </a:lnTo>
                  <a:cubicBezTo>
                    <a:pt x="79371" y="9862"/>
                    <a:pt x="79405" y="9828"/>
                    <a:pt x="79405" y="9759"/>
                  </a:cubicBezTo>
                  <a:cubicBezTo>
                    <a:pt x="79371" y="9725"/>
                    <a:pt x="79337" y="9691"/>
                    <a:pt x="79303" y="9691"/>
                  </a:cubicBezTo>
                  <a:close/>
                  <a:moveTo>
                    <a:pt x="55963" y="9725"/>
                  </a:moveTo>
                  <a:cubicBezTo>
                    <a:pt x="55894" y="9725"/>
                    <a:pt x="55860" y="9759"/>
                    <a:pt x="55860" y="9828"/>
                  </a:cubicBezTo>
                  <a:cubicBezTo>
                    <a:pt x="55860" y="9862"/>
                    <a:pt x="55894" y="9896"/>
                    <a:pt x="55928" y="9896"/>
                  </a:cubicBezTo>
                  <a:lnTo>
                    <a:pt x="56031" y="9930"/>
                  </a:lnTo>
                  <a:lnTo>
                    <a:pt x="56065" y="9930"/>
                  </a:lnTo>
                  <a:cubicBezTo>
                    <a:pt x="56099" y="9930"/>
                    <a:pt x="56133" y="9896"/>
                    <a:pt x="56133" y="9862"/>
                  </a:cubicBezTo>
                  <a:cubicBezTo>
                    <a:pt x="56133" y="9828"/>
                    <a:pt x="56099" y="9759"/>
                    <a:pt x="56065" y="9759"/>
                  </a:cubicBezTo>
                  <a:lnTo>
                    <a:pt x="55963" y="9725"/>
                  </a:lnTo>
                  <a:close/>
                  <a:moveTo>
                    <a:pt x="78620" y="9759"/>
                  </a:moveTo>
                  <a:cubicBezTo>
                    <a:pt x="78552" y="9759"/>
                    <a:pt x="78518" y="9828"/>
                    <a:pt x="78552" y="9862"/>
                  </a:cubicBezTo>
                  <a:cubicBezTo>
                    <a:pt x="78552" y="9896"/>
                    <a:pt x="78586" y="9930"/>
                    <a:pt x="78620" y="9930"/>
                  </a:cubicBezTo>
                  <a:lnTo>
                    <a:pt x="78757" y="9930"/>
                  </a:lnTo>
                  <a:cubicBezTo>
                    <a:pt x="78791" y="9930"/>
                    <a:pt x="78825" y="9896"/>
                    <a:pt x="78825" y="9828"/>
                  </a:cubicBezTo>
                  <a:cubicBezTo>
                    <a:pt x="78825" y="9793"/>
                    <a:pt x="78757" y="9759"/>
                    <a:pt x="78723" y="9759"/>
                  </a:cubicBezTo>
                  <a:close/>
                  <a:moveTo>
                    <a:pt x="78040" y="9828"/>
                  </a:moveTo>
                  <a:cubicBezTo>
                    <a:pt x="78006" y="9828"/>
                    <a:pt x="77972" y="9896"/>
                    <a:pt x="77972" y="9930"/>
                  </a:cubicBezTo>
                  <a:cubicBezTo>
                    <a:pt x="77972" y="9964"/>
                    <a:pt x="78006" y="9998"/>
                    <a:pt x="78040" y="9998"/>
                  </a:cubicBezTo>
                  <a:lnTo>
                    <a:pt x="78177" y="9998"/>
                  </a:lnTo>
                  <a:cubicBezTo>
                    <a:pt x="78211" y="9998"/>
                    <a:pt x="78245" y="9930"/>
                    <a:pt x="78245" y="9896"/>
                  </a:cubicBezTo>
                  <a:cubicBezTo>
                    <a:pt x="78245" y="9862"/>
                    <a:pt x="78211" y="9828"/>
                    <a:pt x="78142" y="9828"/>
                  </a:cubicBezTo>
                  <a:close/>
                  <a:moveTo>
                    <a:pt x="56508" y="9828"/>
                  </a:moveTo>
                  <a:cubicBezTo>
                    <a:pt x="56474" y="9828"/>
                    <a:pt x="56440" y="9862"/>
                    <a:pt x="56406" y="9896"/>
                  </a:cubicBezTo>
                  <a:cubicBezTo>
                    <a:pt x="56406" y="9964"/>
                    <a:pt x="56440" y="9998"/>
                    <a:pt x="56474" y="9998"/>
                  </a:cubicBezTo>
                  <a:lnTo>
                    <a:pt x="56611" y="10032"/>
                  </a:lnTo>
                  <a:cubicBezTo>
                    <a:pt x="56645" y="10032"/>
                    <a:pt x="56679" y="9998"/>
                    <a:pt x="56713" y="9964"/>
                  </a:cubicBezTo>
                  <a:cubicBezTo>
                    <a:pt x="56713" y="9896"/>
                    <a:pt x="56679" y="9862"/>
                    <a:pt x="56645" y="9862"/>
                  </a:cubicBezTo>
                  <a:lnTo>
                    <a:pt x="56508" y="9828"/>
                  </a:lnTo>
                  <a:close/>
                  <a:moveTo>
                    <a:pt x="77460" y="9896"/>
                  </a:moveTo>
                  <a:cubicBezTo>
                    <a:pt x="77426" y="9896"/>
                    <a:pt x="77392" y="9930"/>
                    <a:pt x="77392" y="9998"/>
                  </a:cubicBezTo>
                  <a:cubicBezTo>
                    <a:pt x="77392" y="10032"/>
                    <a:pt x="77426" y="10066"/>
                    <a:pt x="77494" y="10066"/>
                  </a:cubicBezTo>
                  <a:lnTo>
                    <a:pt x="77597" y="10066"/>
                  </a:lnTo>
                  <a:cubicBezTo>
                    <a:pt x="77665" y="10066"/>
                    <a:pt x="77699" y="9998"/>
                    <a:pt x="77665" y="9964"/>
                  </a:cubicBezTo>
                  <a:cubicBezTo>
                    <a:pt x="77665" y="9930"/>
                    <a:pt x="77631" y="9896"/>
                    <a:pt x="77597" y="9896"/>
                  </a:cubicBezTo>
                  <a:close/>
                  <a:moveTo>
                    <a:pt x="57089" y="9930"/>
                  </a:moveTo>
                  <a:cubicBezTo>
                    <a:pt x="57020" y="9930"/>
                    <a:pt x="56986" y="9964"/>
                    <a:pt x="56986" y="9998"/>
                  </a:cubicBezTo>
                  <a:cubicBezTo>
                    <a:pt x="56986" y="10066"/>
                    <a:pt x="57020" y="10100"/>
                    <a:pt x="57054" y="10100"/>
                  </a:cubicBezTo>
                  <a:lnTo>
                    <a:pt x="57157" y="10135"/>
                  </a:lnTo>
                  <a:lnTo>
                    <a:pt x="57191" y="10135"/>
                  </a:lnTo>
                  <a:cubicBezTo>
                    <a:pt x="57225" y="10135"/>
                    <a:pt x="57259" y="10100"/>
                    <a:pt x="57259" y="10066"/>
                  </a:cubicBezTo>
                  <a:cubicBezTo>
                    <a:pt x="57259" y="9998"/>
                    <a:pt x="57225" y="9964"/>
                    <a:pt x="57191" y="9964"/>
                  </a:cubicBezTo>
                  <a:lnTo>
                    <a:pt x="57089" y="9930"/>
                  </a:lnTo>
                  <a:close/>
                  <a:moveTo>
                    <a:pt x="77016" y="9930"/>
                  </a:moveTo>
                  <a:lnTo>
                    <a:pt x="76914" y="9964"/>
                  </a:lnTo>
                  <a:cubicBezTo>
                    <a:pt x="76846" y="9964"/>
                    <a:pt x="76812" y="9998"/>
                    <a:pt x="76812" y="10066"/>
                  </a:cubicBezTo>
                  <a:cubicBezTo>
                    <a:pt x="76846" y="10100"/>
                    <a:pt x="76880" y="10135"/>
                    <a:pt x="76914" y="10135"/>
                  </a:cubicBezTo>
                  <a:lnTo>
                    <a:pt x="77051" y="10135"/>
                  </a:lnTo>
                  <a:cubicBezTo>
                    <a:pt x="77085" y="10100"/>
                    <a:pt x="77119" y="10066"/>
                    <a:pt x="77119" y="10032"/>
                  </a:cubicBezTo>
                  <a:cubicBezTo>
                    <a:pt x="77119" y="9964"/>
                    <a:pt x="77051" y="9930"/>
                    <a:pt x="77016" y="9930"/>
                  </a:cubicBezTo>
                  <a:close/>
                  <a:moveTo>
                    <a:pt x="76436" y="9998"/>
                  </a:moveTo>
                  <a:lnTo>
                    <a:pt x="76334" y="10032"/>
                  </a:lnTo>
                  <a:cubicBezTo>
                    <a:pt x="76300" y="10032"/>
                    <a:pt x="76266" y="10066"/>
                    <a:pt x="76266" y="10135"/>
                  </a:cubicBezTo>
                  <a:cubicBezTo>
                    <a:pt x="76266" y="10169"/>
                    <a:pt x="76300" y="10203"/>
                    <a:pt x="76334" y="10203"/>
                  </a:cubicBezTo>
                  <a:lnTo>
                    <a:pt x="76368" y="10203"/>
                  </a:lnTo>
                  <a:lnTo>
                    <a:pt x="76470" y="10169"/>
                  </a:lnTo>
                  <a:cubicBezTo>
                    <a:pt x="76505" y="10169"/>
                    <a:pt x="76539" y="10135"/>
                    <a:pt x="76539" y="10100"/>
                  </a:cubicBezTo>
                  <a:cubicBezTo>
                    <a:pt x="76539" y="10032"/>
                    <a:pt x="76505" y="9998"/>
                    <a:pt x="76436" y="9998"/>
                  </a:cubicBezTo>
                  <a:close/>
                  <a:moveTo>
                    <a:pt x="57635" y="10032"/>
                  </a:moveTo>
                  <a:cubicBezTo>
                    <a:pt x="57600" y="10032"/>
                    <a:pt x="57566" y="10066"/>
                    <a:pt x="57532" y="10100"/>
                  </a:cubicBezTo>
                  <a:cubicBezTo>
                    <a:pt x="57532" y="10169"/>
                    <a:pt x="57566" y="10203"/>
                    <a:pt x="57600" y="10203"/>
                  </a:cubicBezTo>
                  <a:lnTo>
                    <a:pt x="57737" y="10237"/>
                  </a:lnTo>
                  <a:cubicBezTo>
                    <a:pt x="57771" y="10237"/>
                    <a:pt x="57839" y="10203"/>
                    <a:pt x="57839" y="10169"/>
                  </a:cubicBezTo>
                  <a:cubicBezTo>
                    <a:pt x="57839" y="10100"/>
                    <a:pt x="57805" y="10066"/>
                    <a:pt x="57771" y="10066"/>
                  </a:cubicBezTo>
                  <a:lnTo>
                    <a:pt x="57635" y="10032"/>
                  </a:lnTo>
                  <a:close/>
                  <a:moveTo>
                    <a:pt x="75890" y="10066"/>
                  </a:moveTo>
                  <a:lnTo>
                    <a:pt x="75754" y="10100"/>
                  </a:lnTo>
                  <a:cubicBezTo>
                    <a:pt x="75720" y="10100"/>
                    <a:pt x="75686" y="10135"/>
                    <a:pt x="75686" y="10169"/>
                  </a:cubicBezTo>
                  <a:cubicBezTo>
                    <a:pt x="75686" y="10237"/>
                    <a:pt x="75720" y="10271"/>
                    <a:pt x="75788" y="10271"/>
                  </a:cubicBezTo>
                  <a:lnTo>
                    <a:pt x="75890" y="10237"/>
                  </a:lnTo>
                  <a:cubicBezTo>
                    <a:pt x="75959" y="10237"/>
                    <a:pt x="75993" y="10203"/>
                    <a:pt x="75959" y="10135"/>
                  </a:cubicBezTo>
                  <a:cubicBezTo>
                    <a:pt x="75959" y="10100"/>
                    <a:pt x="75924" y="10066"/>
                    <a:pt x="75890" y="10066"/>
                  </a:cubicBezTo>
                  <a:close/>
                  <a:moveTo>
                    <a:pt x="75208" y="10135"/>
                  </a:moveTo>
                  <a:cubicBezTo>
                    <a:pt x="75140" y="10169"/>
                    <a:pt x="75106" y="10203"/>
                    <a:pt x="75106" y="10237"/>
                  </a:cubicBezTo>
                  <a:cubicBezTo>
                    <a:pt x="75140" y="10271"/>
                    <a:pt x="75174" y="10305"/>
                    <a:pt x="75208" y="10305"/>
                  </a:cubicBezTo>
                  <a:lnTo>
                    <a:pt x="75344" y="10305"/>
                  </a:lnTo>
                  <a:cubicBezTo>
                    <a:pt x="75379" y="10305"/>
                    <a:pt x="75413" y="10271"/>
                    <a:pt x="75413" y="10203"/>
                  </a:cubicBezTo>
                  <a:cubicBezTo>
                    <a:pt x="75413" y="10169"/>
                    <a:pt x="75344" y="10135"/>
                    <a:pt x="75310" y="10135"/>
                  </a:cubicBezTo>
                  <a:close/>
                  <a:moveTo>
                    <a:pt x="58215" y="10135"/>
                  </a:moveTo>
                  <a:cubicBezTo>
                    <a:pt x="58146" y="10135"/>
                    <a:pt x="58112" y="10169"/>
                    <a:pt x="58112" y="10203"/>
                  </a:cubicBezTo>
                  <a:cubicBezTo>
                    <a:pt x="58112" y="10237"/>
                    <a:pt x="58146" y="10305"/>
                    <a:pt x="58181" y="10305"/>
                  </a:cubicBezTo>
                  <a:lnTo>
                    <a:pt x="58283" y="10339"/>
                  </a:lnTo>
                  <a:lnTo>
                    <a:pt x="58317" y="10339"/>
                  </a:lnTo>
                  <a:cubicBezTo>
                    <a:pt x="58351" y="10339"/>
                    <a:pt x="58385" y="10305"/>
                    <a:pt x="58385" y="10237"/>
                  </a:cubicBezTo>
                  <a:cubicBezTo>
                    <a:pt x="58385" y="10203"/>
                    <a:pt x="58385" y="10169"/>
                    <a:pt x="58317" y="10169"/>
                  </a:cubicBezTo>
                  <a:lnTo>
                    <a:pt x="58215" y="10135"/>
                  </a:lnTo>
                  <a:close/>
                  <a:moveTo>
                    <a:pt x="74628" y="10203"/>
                  </a:moveTo>
                  <a:cubicBezTo>
                    <a:pt x="74594" y="10203"/>
                    <a:pt x="74560" y="10271"/>
                    <a:pt x="74560" y="10305"/>
                  </a:cubicBezTo>
                  <a:cubicBezTo>
                    <a:pt x="74560" y="10339"/>
                    <a:pt x="74594" y="10373"/>
                    <a:pt x="74628" y="10373"/>
                  </a:cubicBezTo>
                  <a:lnTo>
                    <a:pt x="74764" y="10373"/>
                  </a:lnTo>
                  <a:cubicBezTo>
                    <a:pt x="74798" y="10373"/>
                    <a:pt x="74833" y="10339"/>
                    <a:pt x="74833" y="10271"/>
                  </a:cubicBezTo>
                  <a:cubicBezTo>
                    <a:pt x="74833" y="10237"/>
                    <a:pt x="74798" y="10203"/>
                    <a:pt x="74730" y="10203"/>
                  </a:cubicBezTo>
                  <a:close/>
                  <a:moveTo>
                    <a:pt x="58761" y="10237"/>
                  </a:moveTo>
                  <a:cubicBezTo>
                    <a:pt x="58726" y="10237"/>
                    <a:pt x="58692" y="10271"/>
                    <a:pt x="58692" y="10305"/>
                  </a:cubicBezTo>
                  <a:cubicBezTo>
                    <a:pt x="58658" y="10339"/>
                    <a:pt x="58692" y="10408"/>
                    <a:pt x="58761" y="10408"/>
                  </a:cubicBezTo>
                  <a:lnTo>
                    <a:pt x="58863" y="10408"/>
                  </a:lnTo>
                  <a:cubicBezTo>
                    <a:pt x="58897" y="10408"/>
                    <a:pt x="58965" y="10408"/>
                    <a:pt x="58965" y="10339"/>
                  </a:cubicBezTo>
                  <a:cubicBezTo>
                    <a:pt x="58965" y="10305"/>
                    <a:pt x="58931" y="10271"/>
                    <a:pt x="58897" y="10237"/>
                  </a:cubicBezTo>
                  <a:close/>
                  <a:moveTo>
                    <a:pt x="74048" y="10271"/>
                  </a:moveTo>
                  <a:cubicBezTo>
                    <a:pt x="74014" y="10271"/>
                    <a:pt x="73979" y="10339"/>
                    <a:pt x="73979" y="10373"/>
                  </a:cubicBezTo>
                  <a:cubicBezTo>
                    <a:pt x="73979" y="10408"/>
                    <a:pt x="74014" y="10442"/>
                    <a:pt x="74082" y="10442"/>
                  </a:cubicBezTo>
                  <a:lnTo>
                    <a:pt x="74184" y="10442"/>
                  </a:lnTo>
                  <a:cubicBezTo>
                    <a:pt x="74252" y="10442"/>
                    <a:pt x="74287" y="10373"/>
                    <a:pt x="74252" y="10339"/>
                  </a:cubicBezTo>
                  <a:cubicBezTo>
                    <a:pt x="74252" y="10305"/>
                    <a:pt x="74218" y="10271"/>
                    <a:pt x="74184" y="10271"/>
                  </a:cubicBezTo>
                  <a:close/>
                  <a:moveTo>
                    <a:pt x="59341" y="10339"/>
                  </a:moveTo>
                  <a:cubicBezTo>
                    <a:pt x="59307" y="10339"/>
                    <a:pt x="59238" y="10339"/>
                    <a:pt x="59238" y="10408"/>
                  </a:cubicBezTo>
                  <a:cubicBezTo>
                    <a:pt x="59238" y="10442"/>
                    <a:pt x="59272" y="10476"/>
                    <a:pt x="59307" y="10510"/>
                  </a:cubicBezTo>
                  <a:lnTo>
                    <a:pt x="59443" y="10510"/>
                  </a:lnTo>
                  <a:cubicBezTo>
                    <a:pt x="59477" y="10510"/>
                    <a:pt x="59511" y="10476"/>
                    <a:pt x="59511" y="10442"/>
                  </a:cubicBezTo>
                  <a:cubicBezTo>
                    <a:pt x="59545" y="10408"/>
                    <a:pt x="59511" y="10373"/>
                    <a:pt x="59443" y="10339"/>
                  </a:cubicBezTo>
                  <a:close/>
                  <a:moveTo>
                    <a:pt x="73502" y="10339"/>
                  </a:moveTo>
                  <a:cubicBezTo>
                    <a:pt x="73433" y="10339"/>
                    <a:pt x="73399" y="10373"/>
                    <a:pt x="73399" y="10442"/>
                  </a:cubicBezTo>
                  <a:cubicBezTo>
                    <a:pt x="73433" y="10476"/>
                    <a:pt x="73468" y="10510"/>
                    <a:pt x="73502" y="10510"/>
                  </a:cubicBezTo>
                  <a:lnTo>
                    <a:pt x="73638" y="10510"/>
                  </a:lnTo>
                  <a:cubicBezTo>
                    <a:pt x="73672" y="10476"/>
                    <a:pt x="73706" y="10442"/>
                    <a:pt x="73706" y="10408"/>
                  </a:cubicBezTo>
                  <a:cubicBezTo>
                    <a:pt x="73706" y="10339"/>
                    <a:pt x="73638" y="10339"/>
                    <a:pt x="73604" y="10339"/>
                  </a:cubicBezTo>
                  <a:close/>
                  <a:moveTo>
                    <a:pt x="73024" y="10373"/>
                  </a:moveTo>
                  <a:lnTo>
                    <a:pt x="72922" y="10408"/>
                  </a:lnTo>
                  <a:cubicBezTo>
                    <a:pt x="72888" y="10408"/>
                    <a:pt x="72853" y="10442"/>
                    <a:pt x="72853" y="10510"/>
                  </a:cubicBezTo>
                  <a:cubicBezTo>
                    <a:pt x="72853" y="10544"/>
                    <a:pt x="72888" y="10578"/>
                    <a:pt x="72922" y="10578"/>
                  </a:cubicBezTo>
                  <a:lnTo>
                    <a:pt x="72956" y="10578"/>
                  </a:lnTo>
                  <a:lnTo>
                    <a:pt x="73058" y="10544"/>
                  </a:lnTo>
                  <a:cubicBezTo>
                    <a:pt x="73092" y="10544"/>
                    <a:pt x="73126" y="10510"/>
                    <a:pt x="73126" y="10476"/>
                  </a:cubicBezTo>
                  <a:cubicBezTo>
                    <a:pt x="73126" y="10408"/>
                    <a:pt x="73092" y="10373"/>
                    <a:pt x="73024" y="10373"/>
                  </a:cubicBezTo>
                  <a:close/>
                  <a:moveTo>
                    <a:pt x="59860" y="10428"/>
                  </a:moveTo>
                  <a:cubicBezTo>
                    <a:pt x="59837" y="10428"/>
                    <a:pt x="59818" y="10460"/>
                    <a:pt x="59818" y="10510"/>
                  </a:cubicBezTo>
                  <a:cubicBezTo>
                    <a:pt x="59784" y="10544"/>
                    <a:pt x="59818" y="10578"/>
                    <a:pt x="59887" y="10612"/>
                  </a:cubicBezTo>
                  <a:lnTo>
                    <a:pt x="59989" y="10612"/>
                  </a:lnTo>
                  <a:cubicBezTo>
                    <a:pt x="60057" y="10612"/>
                    <a:pt x="60091" y="10578"/>
                    <a:pt x="60091" y="10544"/>
                  </a:cubicBezTo>
                  <a:cubicBezTo>
                    <a:pt x="60091" y="10510"/>
                    <a:pt x="60057" y="10442"/>
                    <a:pt x="60023" y="10442"/>
                  </a:cubicBezTo>
                  <a:lnTo>
                    <a:pt x="59887" y="10442"/>
                  </a:lnTo>
                  <a:cubicBezTo>
                    <a:pt x="59878" y="10433"/>
                    <a:pt x="59868" y="10428"/>
                    <a:pt x="59860" y="10428"/>
                  </a:cubicBezTo>
                  <a:close/>
                  <a:moveTo>
                    <a:pt x="72478" y="10442"/>
                  </a:moveTo>
                  <a:lnTo>
                    <a:pt x="72342" y="10476"/>
                  </a:lnTo>
                  <a:cubicBezTo>
                    <a:pt x="72307" y="10476"/>
                    <a:pt x="72273" y="10510"/>
                    <a:pt x="72273" y="10544"/>
                  </a:cubicBezTo>
                  <a:cubicBezTo>
                    <a:pt x="72273" y="10612"/>
                    <a:pt x="72307" y="10646"/>
                    <a:pt x="72376" y="10646"/>
                  </a:cubicBezTo>
                  <a:lnTo>
                    <a:pt x="72478" y="10612"/>
                  </a:lnTo>
                  <a:cubicBezTo>
                    <a:pt x="72546" y="10612"/>
                    <a:pt x="72580" y="10578"/>
                    <a:pt x="72546" y="10544"/>
                  </a:cubicBezTo>
                  <a:cubicBezTo>
                    <a:pt x="72546" y="10476"/>
                    <a:pt x="72512" y="10442"/>
                    <a:pt x="72478" y="10442"/>
                  </a:cubicBezTo>
                  <a:close/>
                  <a:moveTo>
                    <a:pt x="60434" y="10531"/>
                  </a:moveTo>
                  <a:cubicBezTo>
                    <a:pt x="60401" y="10531"/>
                    <a:pt x="60364" y="10562"/>
                    <a:pt x="60364" y="10612"/>
                  </a:cubicBezTo>
                  <a:cubicBezTo>
                    <a:pt x="60364" y="10646"/>
                    <a:pt x="60399" y="10681"/>
                    <a:pt x="60433" y="10681"/>
                  </a:cubicBezTo>
                  <a:lnTo>
                    <a:pt x="60535" y="10715"/>
                  </a:lnTo>
                  <a:lnTo>
                    <a:pt x="60569" y="10715"/>
                  </a:lnTo>
                  <a:cubicBezTo>
                    <a:pt x="60603" y="10715"/>
                    <a:pt x="60637" y="10681"/>
                    <a:pt x="60637" y="10646"/>
                  </a:cubicBezTo>
                  <a:cubicBezTo>
                    <a:pt x="60671" y="10612"/>
                    <a:pt x="60637" y="10544"/>
                    <a:pt x="60569" y="10544"/>
                  </a:cubicBezTo>
                  <a:lnTo>
                    <a:pt x="60467" y="10544"/>
                  </a:lnTo>
                  <a:cubicBezTo>
                    <a:pt x="60458" y="10535"/>
                    <a:pt x="60446" y="10531"/>
                    <a:pt x="60434" y="10531"/>
                  </a:cubicBezTo>
                  <a:close/>
                  <a:moveTo>
                    <a:pt x="71898" y="10510"/>
                  </a:moveTo>
                  <a:lnTo>
                    <a:pt x="71796" y="10544"/>
                  </a:lnTo>
                  <a:cubicBezTo>
                    <a:pt x="71727" y="10544"/>
                    <a:pt x="71693" y="10578"/>
                    <a:pt x="71693" y="10612"/>
                  </a:cubicBezTo>
                  <a:cubicBezTo>
                    <a:pt x="71727" y="10681"/>
                    <a:pt x="71761" y="10715"/>
                    <a:pt x="71796" y="10715"/>
                  </a:cubicBezTo>
                  <a:lnTo>
                    <a:pt x="71932" y="10681"/>
                  </a:lnTo>
                  <a:cubicBezTo>
                    <a:pt x="71966" y="10681"/>
                    <a:pt x="72000" y="10646"/>
                    <a:pt x="72000" y="10578"/>
                  </a:cubicBezTo>
                  <a:cubicBezTo>
                    <a:pt x="72000" y="10544"/>
                    <a:pt x="71932" y="10510"/>
                    <a:pt x="71898" y="10510"/>
                  </a:cubicBezTo>
                  <a:close/>
                  <a:moveTo>
                    <a:pt x="71216" y="10578"/>
                  </a:moveTo>
                  <a:cubicBezTo>
                    <a:pt x="71181" y="10612"/>
                    <a:pt x="71147" y="10646"/>
                    <a:pt x="71147" y="10681"/>
                  </a:cubicBezTo>
                  <a:cubicBezTo>
                    <a:pt x="71147" y="10715"/>
                    <a:pt x="71181" y="10749"/>
                    <a:pt x="71216" y="10749"/>
                  </a:cubicBezTo>
                  <a:lnTo>
                    <a:pt x="71352" y="10749"/>
                  </a:lnTo>
                  <a:cubicBezTo>
                    <a:pt x="71386" y="10749"/>
                    <a:pt x="71420" y="10715"/>
                    <a:pt x="71420" y="10646"/>
                  </a:cubicBezTo>
                  <a:cubicBezTo>
                    <a:pt x="71420" y="10612"/>
                    <a:pt x="71386" y="10578"/>
                    <a:pt x="71318" y="10578"/>
                  </a:cubicBezTo>
                  <a:close/>
                  <a:moveTo>
                    <a:pt x="61047" y="10612"/>
                  </a:moveTo>
                  <a:cubicBezTo>
                    <a:pt x="60979" y="10612"/>
                    <a:pt x="60944" y="10646"/>
                    <a:pt x="60944" y="10681"/>
                  </a:cubicBezTo>
                  <a:cubicBezTo>
                    <a:pt x="60910" y="10749"/>
                    <a:pt x="60944" y="10783"/>
                    <a:pt x="61013" y="10783"/>
                  </a:cubicBezTo>
                  <a:lnTo>
                    <a:pt x="61115" y="10817"/>
                  </a:lnTo>
                  <a:cubicBezTo>
                    <a:pt x="61183" y="10817"/>
                    <a:pt x="61217" y="10783"/>
                    <a:pt x="61217" y="10749"/>
                  </a:cubicBezTo>
                  <a:cubicBezTo>
                    <a:pt x="61217" y="10715"/>
                    <a:pt x="61183" y="10646"/>
                    <a:pt x="61149" y="10646"/>
                  </a:cubicBezTo>
                  <a:lnTo>
                    <a:pt x="61047" y="10612"/>
                  </a:lnTo>
                  <a:close/>
                  <a:moveTo>
                    <a:pt x="70635" y="10646"/>
                  </a:moveTo>
                  <a:cubicBezTo>
                    <a:pt x="70601" y="10646"/>
                    <a:pt x="70567" y="10715"/>
                    <a:pt x="70567" y="10749"/>
                  </a:cubicBezTo>
                  <a:cubicBezTo>
                    <a:pt x="70567" y="10783"/>
                    <a:pt x="70601" y="10817"/>
                    <a:pt x="70670" y="10817"/>
                  </a:cubicBezTo>
                  <a:lnTo>
                    <a:pt x="70772" y="10817"/>
                  </a:lnTo>
                  <a:cubicBezTo>
                    <a:pt x="70840" y="10817"/>
                    <a:pt x="70874" y="10749"/>
                    <a:pt x="70840" y="10715"/>
                  </a:cubicBezTo>
                  <a:cubicBezTo>
                    <a:pt x="70840" y="10681"/>
                    <a:pt x="70806" y="10646"/>
                    <a:pt x="70772" y="10646"/>
                  </a:cubicBezTo>
                  <a:close/>
                  <a:moveTo>
                    <a:pt x="70089" y="10715"/>
                  </a:moveTo>
                  <a:cubicBezTo>
                    <a:pt x="70021" y="10715"/>
                    <a:pt x="69987" y="10749"/>
                    <a:pt x="69987" y="10817"/>
                  </a:cubicBezTo>
                  <a:cubicBezTo>
                    <a:pt x="70021" y="10851"/>
                    <a:pt x="70055" y="10885"/>
                    <a:pt x="70089" y="10885"/>
                  </a:cubicBezTo>
                  <a:lnTo>
                    <a:pt x="70192" y="10885"/>
                  </a:lnTo>
                  <a:cubicBezTo>
                    <a:pt x="70260" y="10885"/>
                    <a:pt x="70294" y="10817"/>
                    <a:pt x="70294" y="10783"/>
                  </a:cubicBezTo>
                  <a:cubicBezTo>
                    <a:pt x="70294" y="10749"/>
                    <a:pt x="70226" y="10715"/>
                    <a:pt x="70192" y="10715"/>
                  </a:cubicBezTo>
                  <a:close/>
                  <a:moveTo>
                    <a:pt x="61593" y="10715"/>
                  </a:moveTo>
                  <a:cubicBezTo>
                    <a:pt x="61559" y="10715"/>
                    <a:pt x="61490" y="10749"/>
                    <a:pt x="61490" y="10783"/>
                  </a:cubicBezTo>
                  <a:cubicBezTo>
                    <a:pt x="61490" y="10851"/>
                    <a:pt x="61525" y="10885"/>
                    <a:pt x="61559" y="10885"/>
                  </a:cubicBezTo>
                  <a:lnTo>
                    <a:pt x="61661" y="10919"/>
                  </a:lnTo>
                  <a:lnTo>
                    <a:pt x="61695" y="10919"/>
                  </a:lnTo>
                  <a:cubicBezTo>
                    <a:pt x="61729" y="10919"/>
                    <a:pt x="61763" y="10885"/>
                    <a:pt x="61763" y="10851"/>
                  </a:cubicBezTo>
                  <a:cubicBezTo>
                    <a:pt x="61798" y="10783"/>
                    <a:pt x="61763" y="10749"/>
                    <a:pt x="61695" y="10749"/>
                  </a:cubicBezTo>
                  <a:lnTo>
                    <a:pt x="61593" y="10715"/>
                  </a:lnTo>
                  <a:close/>
                  <a:moveTo>
                    <a:pt x="69509" y="10783"/>
                  </a:moveTo>
                  <a:cubicBezTo>
                    <a:pt x="69475" y="10783"/>
                    <a:pt x="69441" y="10817"/>
                    <a:pt x="69441" y="10885"/>
                  </a:cubicBezTo>
                  <a:cubicBezTo>
                    <a:pt x="69441" y="10919"/>
                    <a:pt x="69475" y="10954"/>
                    <a:pt x="69509" y="10954"/>
                  </a:cubicBezTo>
                  <a:lnTo>
                    <a:pt x="69646" y="10954"/>
                  </a:lnTo>
                  <a:cubicBezTo>
                    <a:pt x="69680" y="10919"/>
                    <a:pt x="69714" y="10885"/>
                    <a:pt x="69714" y="10851"/>
                  </a:cubicBezTo>
                  <a:cubicBezTo>
                    <a:pt x="69714" y="10783"/>
                    <a:pt x="69680" y="10783"/>
                    <a:pt x="69612" y="10783"/>
                  </a:cubicBezTo>
                  <a:close/>
                  <a:moveTo>
                    <a:pt x="62173" y="10817"/>
                  </a:moveTo>
                  <a:cubicBezTo>
                    <a:pt x="62105" y="10817"/>
                    <a:pt x="62071" y="10851"/>
                    <a:pt x="62071" y="10885"/>
                  </a:cubicBezTo>
                  <a:cubicBezTo>
                    <a:pt x="62036" y="10954"/>
                    <a:pt x="62071" y="10988"/>
                    <a:pt x="62139" y="10988"/>
                  </a:cubicBezTo>
                  <a:lnTo>
                    <a:pt x="62241" y="11022"/>
                  </a:lnTo>
                  <a:cubicBezTo>
                    <a:pt x="62309" y="11022"/>
                    <a:pt x="62344" y="10988"/>
                    <a:pt x="62344" y="10954"/>
                  </a:cubicBezTo>
                  <a:cubicBezTo>
                    <a:pt x="62344" y="10885"/>
                    <a:pt x="62309" y="10851"/>
                    <a:pt x="62275" y="10851"/>
                  </a:cubicBezTo>
                  <a:lnTo>
                    <a:pt x="62173" y="10817"/>
                  </a:lnTo>
                  <a:close/>
                  <a:moveTo>
                    <a:pt x="69066" y="10817"/>
                  </a:moveTo>
                  <a:lnTo>
                    <a:pt x="68929" y="10851"/>
                  </a:lnTo>
                  <a:cubicBezTo>
                    <a:pt x="68895" y="10851"/>
                    <a:pt x="68861" y="10885"/>
                    <a:pt x="68861" y="10954"/>
                  </a:cubicBezTo>
                  <a:cubicBezTo>
                    <a:pt x="68861" y="10988"/>
                    <a:pt x="68895" y="11022"/>
                    <a:pt x="68963" y="11022"/>
                  </a:cubicBezTo>
                  <a:lnTo>
                    <a:pt x="69066" y="10988"/>
                  </a:lnTo>
                  <a:cubicBezTo>
                    <a:pt x="69134" y="10988"/>
                    <a:pt x="69168" y="10954"/>
                    <a:pt x="69134" y="10919"/>
                  </a:cubicBezTo>
                  <a:cubicBezTo>
                    <a:pt x="69134" y="10851"/>
                    <a:pt x="69100" y="10817"/>
                    <a:pt x="69066" y="10817"/>
                  </a:cubicBezTo>
                  <a:close/>
                  <a:moveTo>
                    <a:pt x="68486" y="10885"/>
                  </a:moveTo>
                  <a:lnTo>
                    <a:pt x="68383" y="10919"/>
                  </a:lnTo>
                  <a:cubicBezTo>
                    <a:pt x="68315" y="10919"/>
                    <a:pt x="68281" y="10954"/>
                    <a:pt x="68281" y="10988"/>
                  </a:cubicBezTo>
                  <a:cubicBezTo>
                    <a:pt x="68281" y="11056"/>
                    <a:pt x="68349" y="11090"/>
                    <a:pt x="68383" y="11090"/>
                  </a:cubicBezTo>
                  <a:lnTo>
                    <a:pt x="68486" y="11056"/>
                  </a:lnTo>
                  <a:cubicBezTo>
                    <a:pt x="68554" y="11056"/>
                    <a:pt x="68588" y="11022"/>
                    <a:pt x="68588" y="10988"/>
                  </a:cubicBezTo>
                  <a:cubicBezTo>
                    <a:pt x="68588" y="10919"/>
                    <a:pt x="68520" y="10885"/>
                    <a:pt x="68486" y="10885"/>
                  </a:cubicBezTo>
                  <a:close/>
                  <a:moveTo>
                    <a:pt x="62719" y="10919"/>
                  </a:moveTo>
                  <a:cubicBezTo>
                    <a:pt x="62685" y="10919"/>
                    <a:pt x="62617" y="10954"/>
                    <a:pt x="62617" y="10988"/>
                  </a:cubicBezTo>
                  <a:cubicBezTo>
                    <a:pt x="62617" y="11022"/>
                    <a:pt x="62651" y="11090"/>
                    <a:pt x="62685" y="11090"/>
                  </a:cubicBezTo>
                  <a:lnTo>
                    <a:pt x="62821" y="11124"/>
                  </a:lnTo>
                  <a:cubicBezTo>
                    <a:pt x="62855" y="11124"/>
                    <a:pt x="62889" y="11090"/>
                    <a:pt x="62889" y="11056"/>
                  </a:cubicBezTo>
                  <a:cubicBezTo>
                    <a:pt x="62924" y="10988"/>
                    <a:pt x="62889" y="10954"/>
                    <a:pt x="62821" y="10954"/>
                  </a:cubicBezTo>
                  <a:lnTo>
                    <a:pt x="62719" y="10919"/>
                  </a:lnTo>
                  <a:close/>
                  <a:moveTo>
                    <a:pt x="67803" y="10954"/>
                  </a:moveTo>
                  <a:cubicBezTo>
                    <a:pt x="67769" y="10988"/>
                    <a:pt x="67735" y="11022"/>
                    <a:pt x="67735" y="11056"/>
                  </a:cubicBezTo>
                  <a:cubicBezTo>
                    <a:pt x="67735" y="11124"/>
                    <a:pt x="67769" y="11158"/>
                    <a:pt x="67803" y="11158"/>
                  </a:cubicBezTo>
                  <a:cubicBezTo>
                    <a:pt x="67803" y="11158"/>
                    <a:pt x="67803" y="11158"/>
                    <a:pt x="67803" y="11124"/>
                  </a:cubicBezTo>
                  <a:lnTo>
                    <a:pt x="67940" y="11124"/>
                  </a:lnTo>
                  <a:cubicBezTo>
                    <a:pt x="67974" y="11124"/>
                    <a:pt x="68008" y="11090"/>
                    <a:pt x="68008" y="11022"/>
                  </a:cubicBezTo>
                  <a:cubicBezTo>
                    <a:pt x="68008" y="10988"/>
                    <a:pt x="67974" y="10954"/>
                    <a:pt x="67906" y="10954"/>
                  </a:cubicBezTo>
                  <a:close/>
                  <a:moveTo>
                    <a:pt x="63299" y="11022"/>
                  </a:moveTo>
                  <a:cubicBezTo>
                    <a:pt x="63231" y="11022"/>
                    <a:pt x="63197" y="11056"/>
                    <a:pt x="63197" y="11090"/>
                  </a:cubicBezTo>
                  <a:cubicBezTo>
                    <a:pt x="63162" y="11124"/>
                    <a:pt x="63197" y="11192"/>
                    <a:pt x="63265" y="11192"/>
                  </a:cubicBezTo>
                  <a:lnTo>
                    <a:pt x="63401" y="11192"/>
                  </a:lnTo>
                  <a:cubicBezTo>
                    <a:pt x="63435" y="11192"/>
                    <a:pt x="63470" y="11192"/>
                    <a:pt x="63470" y="11124"/>
                  </a:cubicBezTo>
                  <a:cubicBezTo>
                    <a:pt x="63470" y="11090"/>
                    <a:pt x="63435" y="11056"/>
                    <a:pt x="63401" y="11022"/>
                  </a:cubicBezTo>
                  <a:close/>
                  <a:moveTo>
                    <a:pt x="67223" y="11022"/>
                  </a:moveTo>
                  <a:cubicBezTo>
                    <a:pt x="67189" y="11022"/>
                    <a:pt x="67155" y="11090"/>
                    <a:pt x="67155" y="11124"/>
                  </a:cubicBezTo>
                  <a:cubicBezTo>
                    <a:pt x="67155" y="11158"/>
                    <a:pt x="67189" y="11192"/>
                    <a:pt x="67257" y="11192"/>
                  </a:cubicBezTo>
                  <a:lnTo>
                    <a:pt x="67360" y="11192"/>
                  </a:lnTo>
                  <a:cubicBezTo>
                    <a:pt x="67428" y="11192"/>
                    <a:pt x="67462" y="11158"/>
                    <a:pt x="67428" y="11090"/>
                  </a:cubicBezTo>
                  <a:cubicBezTo>
                    <a:pt x="67428" y="11056"/>
                    <a:pt x="67394" y="11022"/>
                    <a:pt x="67360" y="11022"/>
                  </a:cubicBezTo>
                  <a:close/>
                  <a:moveTo>
                    <a:pt x="66677" y="11090"/>
                  </a:moveTo>
                  <a:cubicBezTo>
                    <a:pt x="66609" y="11090"/>
                    <a:pt x="66575" y="11158"/>
                    <a:pt x="66575" y="11192"/>
                  </a:cubicBezTo>
                  <a:cubicBezTo>
                    <a:pt x="66575" y="11227"/>
                    <a:pt x="66643" y="11261"/>
                    <a:pt x="66677" y="11261"/>
                  </a:cubicBezTo>
                  <a:lnTo>
                    <a:pt x="66780" y="11261"/>
                  </a:lnTo>
                  <a:cubicBezTo>
                    <a:pt x="66848" y="11261"/>
                    <a:pt x="66882" y="11192"/>
                    <a:pt x="66882" y="11158"/>
                  </a:cubicBezTo>
                  <a:cubicBezTo>
                    <a:pt x="66882" y="11124"/>
                    <a:pt x="66814" y="11090"/>
                    <a:pt x="66780" y="11090"/>
                  </a:cubicBezTo>
                  <a:close/>
                  <a:moveTo>
                    <a:pt x="63845" y="11124"/>
                  </a:moveTo>
                  <a:cubicBezTo>
                    <a:pt x="63811" y="11124"/>
                    <a:pt x="63743" y="11124"/>
                    <a:pt x="63743" y="11192"/>
                  </a:cubicBezTo>
                  <a:cubicBezTo>
                    <a:pt x="63743" y="11227"/>
                    <a:pt x="63777" y="11295"/>
                    <a:pt x="63811" y="11295"/>
                  </a:cubicBezTo>
                  <a:lnTo>
                    <a:pt x="63947" y="11295"/>
                  </a:lnTo>
                  <a:cubicBezTo>
                    <a:pt x="63981" y="11295"/>
                    <a:pt x="64016" y="11295"/>
                    <a:pt x="64050" y="11227"/>
                  </a:cubicBezTo>
                  <a:cubicBezTo>
                    <a:pt x="64050" y="11192"/>
                    <a:pt x="64016" y="11158"/>
                    <a:pt x="63947" y="11124"/>
                  </a:cubicBezTo>
                  <a:close/>
                  <a:moveTo>
                    <a:pt x="66097" y="11158"/>
                  </a:moveTo>
                  <a:cubicBezTo>
                    <a:pt x="66063" y="11158"/>
                    <a:pt x="66029" y="11192"/>
                    <a:pt x="66029" y="11261"/>
                  </a:cubicBezTo>
                  <a:cubicBezTo>
                    <a:pt x="66029" y="11295"/>
                    <a:pt x="66063" y="11329"/>
                    <a:pt x="66097" y="11329"/>
                  </a:cubicBezTo>
                  <a:lnTo>
                    <a:pt x="66234" y="11329"/>
                  </a:lnTo>
                  <a:cubicBezTo>
                    <a:pt x="66268" y="11329"/>
                    <a:pt x="66302" y="11261"/>
                    <a:pt x="66302" y="11227"/>
                  </a:cubicBezTo>
                  <a:cubicBezTo>
                    <a:pt x="66302" y="11192"/>
                    <a:pt x="66234" y="11158"/>
                    <a:pt x="66199" y="11158"/>
                  </a:cubicBezTo>
                  <a:close/>
                  <a:moveTo>
                    <a:pt x="64378" y="11213"/>
                  </a:moveTo>
                  <a:cubicBezTo>
                    <a:pt x="64341" y="11213"/>
                    <a:pt x="64323" y="11245"/>
                    <a:pt x="64323" y="11295"/>
                  </a:cubicBezTo>
                  <a:cubicBezTo>
                    <a:pt x="64323" y="11329"/>
                    <a:pt x="64323" y="11363"/>
                    <a:pt x="64391" y="11397"/>
                  </a:cubicBezTo>
                  <a:lnTo>
                    <a:pt x="64527" y="11397"/>
                  </a:lnTo>
                  <a:cubicBezTo>
                    <a:pt x="64562" y="11397"/>
                    <a:pt x="64596" y="11363"/>
                    <a:pt x="64596" y="11329"/>
                  </a:cubicBezTo>
                  <a:cubicBezTo>
                    <a:pt x="64596" y="11295"/>
                    <a:pt x="64562" y="11261"/>
                    <a:pt x="64527" y="11227"/>
                  </a:cubicBezTo>
                  <a:lnTo>
                    <a:pt x="64425" y="11227"/>
                  </a:lnTo>
                  <a:cubicBezTo>
                    <a:pt x="64407" y="11217"/>
                    <a:pt x="64391" y="11213"/>
                    <a:pt x="64378" y="11213"/>
                  </a:cubicBezTo>
                  <a:close/>
                  <a:moveTo>
                    <a:pt x="65680" y="11213"/>
                  </a:moveTo>
                  <a:cubicBezTo>
                    <a:pt x="65672" y="11213"/>
                    <a:pt x="65663" y="11217"/>
                    <a:pt x="65653" y="11227"/>
                  </a:cubicBezTo>
                  <a:lnTo>
                    <a:pt x="65517" y="11227"/>
                  </a:lnTo>
                  <a:cubicBezTo>
                    <a:pt x="65483" y="11227"/>
                    <a:pt x="65449" y="11261"/>
                    <a:pt x="65449" y="11329"/>
                  </a:cubicBezTo>
                  <a:cubicBezTo>
                    <a:pt x="65449" y="11363"/>
                    <a:pt x="65483" y="11397"/>
                    <a:pt x="65517" y="11397"/>
                  </a:cubicBezTo>
                  <a:lnTo>
                    <a:pt x="65653" y="11397"/>
                  </a:lnTo>
                  <a:cubicBezTo>
                    <a:pt x="65688" y="11363"/>
                    <a:pt x="65722" y="11329"/>
                    <a:pt x="65722" y="11295"/>
                  </a:cubicBezTo>
                  <a:cubicBezTo>
                    <a:pt x="65722" y="11245"/>
                    <a:pt x="65703" y="11213"/>
                    <a:pt x="65680" y="11213"/>
                  </a:cubicBezTo>
                  <a:close/>
                  <a:moveTo>
                    <a:pt x="65073" y="11261"/>
                  </a:moveTo>
                  <a:lnTo>
                    <a:pt x="64971" y="11295"/>
                  </a:lnTo>
                  <a:cubicBezTo>
                    <a:pt x="64903" y="11295"/>
                    <a:pt x="64869" y="11329"/>
                    <a:pt x="64869" y="11397"/>
                  </a:cubicBezTo>
                  <a:cubicBezTo>
                    <a:pt x="64869" y="11431"/>
                    <a:pt x="64937" y="11465"/>
                    <a:pt x="64971" y="11465"/>
                  </a:cubicBezTo>
                  <a:lnTo>
                    <a:pt x="65073" y="11431"/>
                  </a:lnTo>
                  <a:cubicBezTo>
                    <a:pt x="65142" y="11431"/>
                    <a:pt x="65176" y="11397"/>
                    <a:pt x="65176" y="11363"/>
                  </a:cubicBezTo>
                  <a:cubicBezTo>
                    <a:pt x="65142" y="11295"/>
                    <a:pt x="65107" y="11261"/>
                    <a:pt x="65073" y="1126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" name="Google Shape;1787;p45">
              <a:extLst>
                <a:ext uri="{FF2B5EF4-FFF2-40B4-BE49-F238E27FC236}">
                  <a16:creationId xmlns:a16="http://schemas.microsoft.com/office/drawing/2014/main" id="{56972880-8AFE-DDB9-B36B-1F49010DBB52}"/>
                </a:ext>
              </a:extLst>
            </p:cNvPr>
            <p:cNvSpPr/>
            <p:nvPr/>
          </p:nvSpPr>
          <p:spPr>
            <a:xfrm>
              <a:off x="2322234" y="1947202"/>
              <a:ext cx="92795" cy="1402261"/>
            </a:xfrm>
            <a:custGeom>
              <a:avLst/>
              <a:gdLst/>
              <a:ahLst/>
              <a:cxnLst/>
              <a:rect l="l" t="t" r="r" b="b"/>
              <a:pathLst>
                <a:path w="4164" h="62924" extrusionOk="0">
                  <a:moveTo>
                    <a:pt x="3618" y="0"/>
                  </a:moveTo>
                  <a:lnTo>
                    <a:pt x="3515" y="34"/>
                  </a:lnTo>
                  <a:cubicBezTo>
                    <a:pt x="3447" y="34"/>
                    <a:pt x="3413" y="69"/>
                    <a:pt x="3447" y="103"/>
                  </a:cubicBezTo>
                  <a:cubicBezTo>
                    <a:pt x="3447" y="171"/>
                    <a:pt x="3481" y="205"/>
                    <a:pt x="3515" y="205"/>
                  </a:cubicBezTo>
                  <a:lnTo>
                    <a:pt x="3652" y="171"/>
                  </a:lnTo>
                  <a:cubicBezTo>
                    <a:pt x="3686" y="171"/>
                    <a:pt x="3720" y="137"/>
                    <a:pt x="3720" y="103"/>
                  </a:cubicBezTo>
                  <a:cubicBezTo>
                    <a:pt x="3720" y="34"/>
                    <a:pt x="3686" y="0"/>
                    <a:pt x="3618" y="0"/>
                  </a:cubicBezTo>
                  <a:close/>
                  <a:moveTo>
                    <a:pt x="2935" y="69"/>
                  </a:moveTo>
                  <a:cubicBezTo>
                    <a:pt x="2901" y="69"/>
                    <a:pt x="2867" y="103"/>
                    <a:pt x="2867" y="171"/>
                  </a:cubicBezTo>
                  <a:cubicBezTo>
                    <a:pt x="2867" y="205"/>
                    <a:pt x="2901" y="239"/>
                    <a:pt x="2935" y="239"/>
                  </a:cubicBezTo>
                  <a:lnTo>
                    <a:pt x="3072" y="239"/>
                  </a:lnTo>
                  <a:cubicBezTo>
                    <a:pt x="3106" y="239"/>
                    <a:pt x="3140" y="171"/>
                    <a:pt x="3140" y="137"/>
                  </a:cubicBezTo>
                  <a:cubicBezTo>
                    <a:pt x="3140" y="103"/>
                    <a:pt x="3106" y="69"/>
                    <a:pt x="3037" y="69"/>
                  </a:cubicBezTo>
                  <a:close/>
                  <a:moveTo>
                    <a:pt x="2355" y="103"/>
                  </a:moveTo>
                  <a:cubicBezTo>
                    <a:pt x="2321" y="103"/>
                    <a:pt x="2287" y="171"/>
                    <a:pt x="2287" y="205"/>
                  </a:cubicBezTo>
                  <a:cubicBezTo>
                    <a:pt x="2287" y="239"/>
                    <a:pt x="2321" y="273"/>
                    <a:pt x="2389" y="273"/>
                  </a:cubicBezTo>
                  <a:lnTo>
                    <a:pt x="2491" y="273"/>
                  </a:lnTo>
                  <a:cubicBezTo>
                    <a:pt x="2560" y="273"/>
                    <a:pt x="2594" y="239"/>
                    <a:pt x="2560" y="171"/>
                  </a:cubicBezTo>
                  <a:cubicBezTo>
                    <a:pt x="2560" y="137"/>
                    <a:pt x="2526" y="103"/>
                    <a:pt x="2491" y="103"/>
                  </a:cubicBezTo>
                  <a:close/>
                  <a:moveTo>
                    <a:pt x="4095" y="0"/>
                  </a:moveTo>
                  <a:cubicBezTo>
                    <a:pt x="4027" y="0"/>
                    <a:pt x="3993" y="34"/>
                    <a:pt x="3993" y="69"/>
                  </a:cubicBezTo>
                  <a:lnTo>
                    <a:pt x="3993" y="171"/>
                  </a:lnTo>
                  <a:cubicBezTo>
                    <a:pt x="3993" y="239"/>
                    <a:pt x="4027" y="273"/>
                    <a:pt x="4095" y="273"/>
                  </a:cubicBezTo>
                  <a:cubicBezTo>
                    <a:pt x="4129" y="273"/>
                    <a:pt x="4163" y="239"/>
                    <a:pt x="4163" y="171"/>
                  </a:cubicBezTo>
                  <a:lnTo>
                    <a:pt x="4163" y="69"/>
                  </a:lnTo>
                  <a:cubicBezTo>
                    <a:pt x="4163" y="34"/>
                    <a:pt x="4129" y="0"/>
                    <a:pt x="4095" y="0"/>
                  </a:cubicBezTo>
                  <a:close/>
                  <a:moveTo>
                    <a:pt x="1911" y="137"/>
                  </a:moveTo>
                  <a:lnTo>
                    <a:pt x="1809" y="171"/>
                  </a:lnTo>
                  <a:cubicBezTo>
                    <a:pt x="1741" y="171"/>
                    <a:pt x="1707" y="205"/>
                    <a:pt x="1707" y="239"/>
                  </a:cubicBezTo>
                  <a:cubicBezTo>
                    <a:pt x="1707" y="307"/>
                    <a:pt x="1775" y="342"/>
                    <a:pt x="1809" y="342"/>
                  </a:cubicBezTo>
                  <a:lnTo>
                    <a:pt x="1911" y="307"/>
                  </a:lnTo>
                  <a:cubicBezTo>
                    <a:pt x="1980" y="307"/>
                    <a:pt x="2014" y="273"/>
                    <a:pt x="2014" y="239"/>
                  </a:cubicBezTo>
                  <a:cubicBezTo>
                    <a:pt x="2014" y="171"/>
                    <a:pt x="1980" y="137"/>
                    <a:pt x="1911" y="137"/>
                  </a:cubicBezTo>
                  <a:close/>
                  <a:moveTo>
                    <a:pt x="1379" y="192"/>
                  </a:moveTo>
                  <a:cubicBezTo>
                    <a:pt x="1365" y="192"/>
                    <a:pt x="1350" y="196"/>
                    <a:pt x="1331" y="205"/>
                  </a:cubicBezTo>
                  <a:lnTo>
                    <a:pt x="1229" y="205"/>
                  </a:lnTo>
                  <a:cubicBezTo>
                    <a:pt x="1195" y="205"/>
                    <a:pt x="1161" y="239"/>
                    <a:pt x="1161" y="307"/>
                  </a:cubicBezTo>
                  <a:cubicBezTo>
                    <a:pt x="1161" y="342"/>
                    <a:pt x="1195" y="376"/>
                    <a:pt x="1229" y="376"/>
                  </a:cubicBezTo>
                  <a:lnTo>
                    <a:pt x="1365" y="376"/>
                  </a:lnTo>
                  <a:cubicBezTo>
                    <a:pt x="1400" y="342"/>
                    <a:pt x="1434" y="307"/>
                    <a:pt x="1434" y="273"/>
                  </a:cubicBezTo>
                  <a:cubicBezTo>
                    <a:pt x="1434" y="223"/>
                    <a:pt x="1415" y="192"/>
                    <a:pt x="1379" y="192"/>
                  </a:cubicBezTo>
                  <a:close/>
                  <a:moveTo>
                    <a:pt x="649" y="239"/>
                  </a:moveTo>
                  <a:cubicBezTo>
                    <a:pt x="615" y="239"/>
                    <a:pt x="581" y="273"/>
                    <a:pt x="581" y="342"/>
                  </a:cubicBezTo>
                  <a:cubicBezTo>
                    <a:pt x="581" y="376"/>
                    <a:pt x="615" y="410"/>
                    <a:pt x="649" y="410"/>
                  </a:cubicBezTo>
                  <a:lnTo>
                    <a:pt x="785" y="410"/>
                  </a:lnTo>
                  <a:cubicBezTo>
                    <a:pt x="819" y="410"/>
                    <a:pt x="854" y="376"/>
                    <a:pt x="854" y="307"/>
                  </a:cubicBezTo>
                  <a:cubicBezTo>
                    <a:pt x="854" y="273"/>
                    <a:pt x="819" y="239"/>
                    <a:pt x="785" y="239"/>
                  </a:cubicBezTo>
                  <a:close/>
                  <a:moveTo>
                    <a:pt x="103" y="273"/>
                  </a:moveTo>
                  <a:cubicBezTo>
                    <a:pt x="35" y="307"/>
                    <a:pt x="0" y="342"/>
                    <a:pt x="0" y="376"/>
                  </a:cubicBezTo>
                  <a:cubicBezTo>
                    <a:pt x="0" y="410"/>
                    <a:pt x="35" y="444"/>
                    <a:pt x="69" y="444"/>
                  </a:cubicBezTo>
                  <a:cubicBezTo>
                    <a:pt x="35" y="478"/>
                    <a:pt x="0" y="512"/>
                    <a:pt x="0" y="546"/>
                  </a:cubicBezTo>
                  <a:lnTo>
                    <a:pt x="0" y="649"/>
                  </a:lnTo>
                  <a:cubicBezTo>
                    <a:pt x="0" y="683"/>
                    <a:pt x="35" y="717"/>
                    <a:pt x="103" y="717"/>
                  </a:cubicBezTo>
                  <a:cubicBezTo>
                    <a:pt x="137" y="717"/>
                    <a:pt x="171" y="683"/>
                    <a:pt x="171" y="649"/>
                  </a:cubicBezTo>
                  <a:lnTo>
                    <a:pt x="171" y="546"/>
                  </a:lnTo>
                  <a:cubicBezTo>
                    <a:pt x="171" y="512"/>
                    <a:pt x="171" y="478"/>
                    <a:pt x="137" y="444"/>
                  </a:cubicBezTo>
                  <a:lnTo>
                    <a:pt x="205" y="444"/>
                  </a:lnTo>
                  <a:cubicBezTo>
                    <a:pt x="273" y="444"/>
                    <a:pt x="308" y="410"/>
                    <a:pt x="308" y="376"/>
                  </a:cubicBezTo>
                  <a:cubicBezTo>
                    <a:pt x="273" y="307"/>
                    <a:pt x="239" y="273"/>
                    <a:pt x="205" y="273"/>
                  </a:cubicBezTo>
                  <a:close/>
                  <a:moveTo>
                    <a:pt x="4095" y="546"/>
                  </a:moveTo>
                  <a:cubicBezTo>
                    <a:pt x="4027" y="546"/>
                    <a:pt x="3993" y="580"/>
                    <a:pt x="3993" y="649"/>
                  </a:cubicBezTo>
                  <a:lnTo>
                    <a:pt x="3993" y="751"/>
                  </a:lnTo>
                  <a:cubicBezTo>
                    <a:pt x="3993" y="819"/>
                    <a:pt x="4027" y="853"/>
                    <a:pt x="4095" y="853"/>
                  </a:cubicBezTo>
                  <a:cubicBezTo>
                    <a:pt x="4129" y="853"/>
                    <a:pt x="4163" y="819"/>
                    <a:pt x="4163" y="751"/>
                  </a:cubicBezTo>
                  <a:lnTo>
                    <a:pt x="4163" y="649"/>
                  </a:lnTo>
                  <a:cubicBezTo>
                    <a:pt x="4163" y="580"/>
                    <a:pt x="4129" y="546"/>
                    <a:pt x="4095" y="546"/>
                  </a:cubicBezTo>
                  <a:close/>
                  <a:moveTo>
                    <a:pt x="103" y="1024"/>
                  </a:moveTo>
                  <a:cubicBezTo>
                    <a:pt x="35" y="1024"/>
                    <a:pt x="0" y="1058"/>
                    <a:pt x="0" y="1092"/>
                  </a:cubicBezTo>
                  <a:lnTo>
                    <a:pt x="0" y="1229"/>
                  </a:lnTo>
                  <a:cubicBezTo>
                    <a:pt x="0" y="1263"/>
                    <a:pt x="35" y="1297"/>
                    <a:pt x="103" y="1297"/>
                  </a:cubicBezTo>
                  <a:cubicBezTo>
                    <a:pt x="137" y="1297"/>
                    <a:pt x="171" y="1263"/>
                    <a:pt x="171" y="1229"/>
                  </a:cubicBezTo>
                  <a:lnTo>
                    <a:pt x="171" y="1092"/>
                  </a:lnTo>
                  <a:cubicBezTo>
                    <a:pt x="171" y="1058"/>
                    <a:pt x="137" y="1024"/>
                    <a:pt x="103" y="1024"/>
                  </a:cubicBezTo>
                  <a:close/>
                  <a:moveTo>
                    <a:pt x="4061" y="1126"/>
                  </a:moveTo>
                  <a:cubicBezTo>
                    <a:pt x="4027" y="1126"/>
                    <a:pt x="3993" y="1161"/>
                    <a:pt x="3993" y="1229"/>
                  </a:cubicBezTo>
                  <a:lnTo>
                    <a:pt x="3993" y="1331"/>
                  </a:lnTo>
                  <a:cubicBezTo>
                    <a:pt x="3993" y="1365"/>
                    <a:pt x="4027" y="1399"/>
                    <a:pt x="4061" y="1399"/>
                  </a:cubicBezTo>
                  <a:cubicBezTo>
                    <a:pt x="4129" y="1399"/>
                    <a:pt x="4163" y="1365"/>
                    <a:pt x="4163" y="1331"/>
                  </a:cubicBezTo>
                  <a:lnTo>
                    <a:pt x="4163" y="1229"/>
                  </a:lnTo>
                  <a:cubicBezTo>
                    <a:pt x="4163" y="1161"/>
                    <a:pt x="4129" y="1126"/>
                    <a:pt x="4061" y="1126"/>
                  </a:cubicBezTo>
                  <a:close/>
                  <a:moveTo>
                    <a:pt x="103" y="1604"/>
                  </a:moveTo>
                  <a:cubicBezTo>
                    <a:pt x="35" y="1604"/>
                    <a:pt x="0" y="1638"/>
                    <a:pt x="0" y="1672"/>
                  </a:cubicBezTo>
                  <a:lnTo>
                    <a:pt x="0" y="1775"/>
                  </a:lnTo>
                  <a:cubicBezTo>
                    <a:pt x="0" y="1843"/>
                    <a:pt x="35" y="1877"/>
                    <a:pt x="103" y="1877"/>
                  </a:cubicBezTo>
                  <a:cubicBezTo>
                    <a:pt x="137" y="1877"/>
                    <a:pt x="171" y="1843"/>
                    <a:pt x="171" y="1775"/>
                  </a:cubicBezTo>
                  <a:lnTo>
                    <a:pt x="171" y="1672"/>
                  </a:lnTo>
                  <a:cubicBezTo>
                    <a:pt x="171" y="1638"/>
                    <a:pt x="137" y="1604"/>
                    <a:pt x="103" y="1604"/>
                  </a:cubicBezTo>
                  <a:close/>
                  <a:moveTo>
                    <a:pt x="4061" y="1707"/>
                  </a:moveTo>
                  <a:cubicBezTo>
                    <a:pt x="4027" y="1707"/>
                    <a:pt x="3993" y="1741"/>
                    <a:pt x="3993" y="1775"/>
                  </a:cubicBezTo>
                  <a:lnTo>
                    <a:pt x="3993" y="1911"/>
                  </a:lnTo>
                  <a:cubicBezTo>
                    <a:pt x="3993" y="1945"/>
                    <a:pt x="4027" y="1980"/>
                    <a:pt x="4061" y="1980"/>
                  </a:cubicBezTo>
                  <a:cubicBezTo>
                    <a:pt x="4129" y="1980"/>
                    <a:pt x="4163" y="1945"/>
                    <a:pt x="4163" y="1911"/>
                  </a:cubicBezTo>
                  <a:lnTo>
                    <a:pt x="4163" y="1775"/>
                  </a:lnTo>
                  <a:cubicBezTo>
                    <a:pt x="4163" y="1741"/>
                    <a:pt x="4129" y="1707"/>
                    <a:pt x="4061" y="1707"/>
                  </a:cubicBezTo>
                  <a:close/>
                  <a:moveTo>
                    <a:pt x="103" y="2150"/>
                  </a:moveTo>
                  <a:cubicBezTo>
                    <a:pt x="35" y="2150"/>
                    <a:pt x="0" y="2184"/>
                    <a:pt x="0" y="2252"/>
                  </a:cubicBezTo>
                  <a:lnTo>
                    <a:pt x="0" y="2355"/>
                  </a:lnTo>
                  <a:cubicBezTo>
                    <a:pt x="0" y="2423"/>
                    <a:pt x="35" y="2457"/>
                    <a:pt x="103" y="2457"/>
                  </a:cubicBezTo>
                  <a:cubicBezTo>
                    <a:pt x="137" y="2457"/>
                    <a:pt x="171" y="2423"/>
                    <a:pt x="171" y="2355"/>
                  </a:cubicBezTo>
                  <a:lnTo>
                    <a:pt x="171" y="2252"/>
                  </a:lnTo>
                  <a:cubicBezTo>
                    <a:pt x="171" y="2184"/>
                    <a:pt x="137" y="2150"/>
                    <a:pt x="103" y="2150"/>
                  </a:cubicBezTo>
                  <a:close/>
                  <a:moveTo>
                    <a:pt x="4061" y="2287"/>
                  </a:moveTo>
                  <a:cubicBezTo>
                    <a:pt x="4027" y="2287"/>
                    <a:pt x="3993" y="2321"/>
                    <a:pt x="3993" y="2355"/>
                  </a:cubicBezTo>
                  <a:lnTo>
                    <a:pt x="3993" y="2457"/>
                  </a:lnTo>
                  <a:cubicBezTo>
                    <a:pt x="3993" y="2525"/>
                    <a:pt x="4027" y="2560"/>
                    <a:pt x="4061" y="2560"/>
                  </a:cubicBezTo>
                  <a:cubicBezTo>
                    <a:pt x="4129" y="2560"/>
                    <a:pt x="4163" y="2525"/>
                    <a:pt x="4163" y="2457"/>
                  </a:cubicBezTo>
                  <a:lnTo>
                    <a:pt x="4163" y="2355"/>
                  </a:lnTo>
                  <a:cubicBezTo>
                    <a:pt x="4163" y="2321"/>
                    <a:pt x="4129" y="2287"/>
                    <a:pt x="4061" y="2287"/>
                  </a:cubicBezTo>
                  <a:close/>
                  <a:moveTo>
                    <a:pt x="103" y="2730"/>
                  </a:moveTo>
                  <a:cubicBezTo>
                    <a:pt x="35" y="2730"/>
                    <a:pt x="0" y="2764"/>
                    <a:pt x="0" y="2833"/>
                  </a:cubicBezTo>
                  <a:lnTo>
                    <a:pt x="0" y="2935"/>
                  </a:lnTo>
                  <a:cubicBezTo>
                    <a:pt x="0" y="2969"/>
                    <a:pt x="35" y="3037"/>
                    <a:pt x="103" y="3037"/>
                  </a:cubicBezTo>
                  <a:cubicBezTo>
                    <a:pt x="137" y="3037"/>
                    <a:pt x="171" y="2969"/>
                    <a:pt x="171" y="2935"/>
                  </a:cubicBezTo>
                  <a:lnTo>
                    <a:pt x="171" y="2833"/>
                  </a:lnTo>
                  <a:cubicBezTo>
                    <a:pt x="171" y="2764"/>
                    <a:pt x="137" y="2730"/>
                    <a:pt x="103" y="2730"/>
                  </a:cubicBezTo>
                  <a:close/>
                  <a:moveTo>
                    <a:pt x="4061" y="2833"/>
                  </a:moveTo>
                  <a:cubicBezTo>
                    <a:pt x="4027" y="2833"/>
                    <a:pt x="3993" y="2901"/>
                    <a:pt x="3993" y="2935"/>
                  </a:cubicBezTo>
                  <a:lnTo>
                    <a:pt x="3993" y="3037"/>
                  </a:lnTo>
                  <a:cubicBezTo>
                    <a:pt x="3993" y="3106"/>
                    <a:pt x="4027" y="3140"/>
                    <a:pt x="4061" y="3140"/>
                  </a:cubicBezTo>
                  <a:cubicBezTo>
                    <a:pt x="4129" y="3140"/>
                    <a:pt x="4163" y="3106"/>
                    <a:pt x="4163" y="3037"/>
                  </a:cubicBezTo>
                  <a:lnTo>
                    <a:pt x="4163" y="2935"/>
                  </a:lnTo>
                  <a:cubicBezTo>
                    <a:pt x="4163" y="2901"/>
                    <a:pt x="4129" y="2833"/>
                    <a:pt x="4061" y="2833"/>
                  </a:cubicBezTo>
                  <a:close/>
                  <a:moveTo>
                    <a:pt x="103" y="3310"/>
                  </a:moveTo>
                  <a:cubicBezTo>
                    <a:pt x="35" y="3310"/>
                    <a:pt x="0" y="3344"/>
                    <a:pt x="0" y="3379"/>
                  </a:cubicBezTo>
                  <a:lnTo>
                    <a:pt x="0" y="3515"/>
                  </a:lnTo>
                  <a:cubicBezTo>
                    <a:pt x="0" y="3549"/>
                    <a:pt x="35" y="3583"/>
                    <a:pt x="103" y="3583"/>
                  </a:cubicBezTo>
                  <a:cubicBezTo>
                    <a:pt x="137" y="3583"/>
                    <a:pt x="171" y="3549"/>
                    <a:pt x="171" y="3515"/>
                  </a:cubicBezTo>
                  <a:lnTo>
                    <a:pt x="171" y="3379"/>
                  </a:lnTo>
                  <a:cubicBezTo>
                    <a:pt x="171" y="3344"/>
                    <a:pt x="137" y="3310"/>
                    <a:pt x="103" y="3310"/>
                  </a:cubicBezTo>
                  <a:close/>
                  <a:moveTo>
                    <a:pt x="4061" y="3413"/>
                  </a:moveTo>
                  <a:cubicBezTo>
                    <a:pt x="4027" y="3413"/>
                    <a:pt x="3993" y="3447"/>
                    <a:pt x="3993" y="3515"/>
                  </a:cubicBezTo>
                  <a:lnTo>
                    <a:pt x="3993" y="3617"/>
                  </a:lnTo>
                  <a:cubicBezTo>
                    <a:pt x="3993" y="3652"/>
                    <a:pt x="4027" y="3720"/>
                    <a:pt x="4061" y="3720"/>
                  </a:cubicBezTo>
                  <a:cubicBezTo>
                    <a:pt x="4129" y="3720"/>
                    <a:pt x="4163" y="3652"/>
                    <a:pt x="4163" y="3617"/>
                  </a:cubicBezTo>
                  <a:lnTo>
                    <a:pt x="4163" y="3515"/>
                  </a:lnTo>
                  <a:cubicBezTo>
                    <a:pt x="4163" y="3447"/>
                    <a:pt x="4129" y="3413"/>
                    <a:pt x="4061" y="3413"/>
                  </a:cubicBezTo>
                  <a:close/>
                  <a:moveTo>
                    <a:pt x="103" y="3890"/>
                  </a:moveTo>
                  <a:cubicBezTo>
                    <a:pt x="35" y="3890"/>
                    <a:pt x="0" y="3925"/>
                    <a:pt x="0" y="3959"/>
                  </a:cubicBezTo>
                  <a:lnTo>
                    <a:pt x="0" y="4095"/>
                  </a:lnTo>
                  <a:cubicBezTo>
                    <a:pt x="0" y="4129"/>
                    <a:pt x="35" y="4163"/>
                    <a:pt x="103" y="4163"/>
                  </a:cubicBezTo>
                  <a:cubicBezTo>
                    <a:pt x="137" y="4163"/>
                    <a:pt x="171" y="4129"/>
                    <a:pt x="171" y="4095"/>
                  </a:cubicBezTo>
                  <a:lnTo>
                    <a:pt x="171" y="3959"/>
                  </a:lnTo>
                  <a:cubicBezTo>
                    <a:pt x="171" y="3925"/>
                    <a:pt x="137" y="3890"/>
                    <a:pt x="103" y="3890"/>
                  </a:cubicBezTo>
                  <a:close/>
                  <a:moveTo>
                    <a:pt x="4061" y="3993"/>
                  </a:moveTo>
                  <a:cubicBezTo>
                    <a:pt x="4027" y="3993"/>
                    <a:pt x="3993" y="4027"/>
                    <a:pt x="3993" y="4061"/>
                  </a:cubicBezTo>
                  <a:lnTo>
                    <a:pt x="3993" y="4198"/>
                  </a:lnTo>
                  <a:cubicBezTo>
                    <a:pt x="3993" y="4232"/>
                    <a:pt x="4027" y="4266"/>
                    <a:pt x="4061" y="4266"/>
                  </a:cubicBezTo>
                  <a:cubicBezTo>
                    <a:pt x="4129" y="4266"/>
                    <a:pt x="4163" y="4232"/>
                    <a:pt x="4163" y="4198"/>
                  </a:cubicBezTo>
                  <a:lnTo>
                    <a:pt x="4163" y="4061"/>
                  </a:lnTo>
                  <a:cubicBezTo>
                    <a:pt x="4163" y="4027"/>
                    <a:pt x="4129" y="3993"/>
                    <a:pt x="4061" y="3993"/>
                  </a:cubicBezTo>
                  <a:close/>
                  <a:moveTo>
                    <a:pt x="103" y="4436"/>
                  </a:moveTo>
                  <a:cubicBezTo>
                    <a:pt x="35" y="4436"/>
                    <a:pt x="0" y="4505"/>
                    <a:pt x="0" y="4539"/>
                  </a:cubicBezTo>
                  <a:lnTo>
                    <a:pt x="0" y="4641"/>
                  </a:lnTo>
                  <a:cubicBezTo>
                    <a:pt x="0" y="4709"/>
                    <a:pt x="35" y="4743"/>
                    <a:pt x="103" y="4743"/>
                  </a:cubicBezTo>
                  <a:cubicBezTo>
                    <a:pt x="137" y="4743"/>
                    <a:pt x="171" y="4709"/>
                    <a:pt x="171" y="4641"/>
                  </a:cubicBezTo>
                  <a:lnTo>
                    <a:pt x="171" y="4539"/>
                  </a:lnTo>
                  <a:cubicBezTo>
                    <a:pt x="171" y="4505"/>
                    <a:pt x="137" y="4436"/>
                    <a:pt x="103" y="4436"/>
                  </a:cubicBezTo>
                  <a:close/>
                  <a:moveTo>
                    <a:pt x="4061" y="4573"/>
                  </a:moveTo>
                  <a:cubicBezTo>
                    <a:pt x="4027" y="4573"/>
                    <a:pt x="3993" y="4607"/>
                    <a:pt x="3993" y="4641"/>
                  </a:cubicBezTo>
                  <a:lnTo>
                    <a:pt x="3993" y="4778"/>
                  </a:lnTo>
                  <a:cubicBezTo>
                    <a:pt x="3993" y="4812"/>
                    <a:pt x="4027" y="4846"/>
                    <a:pt x="4061" y="4846"/>
                  </a:cubicBezTo>
                  <a:cubicBezTo>
                    <a:pt x="4129" y="4846"/>
                    <a:pt x="4163" y="4812"/>
                    <a:pt x="4163" y="4778"/>
                  </a:cubicBezTo>
                  <a:lnTo>
                    <a:pt x="4163" y="4641"/>
                  </a:lnTo>
                  <a:cubicBezTo>
                    <a:pt x="4163" y="4607"/>
                    <a:pt x="4129" y="4573"/>
                    <a:pt x="4061" y="4573"/>
                  </a:cubicBezTo>
                  <a:close/>
                  <a:moveTo>
                    <a:pt x="103" y="5016"/>
                  </a:moveTo>
                  <a:cubicBezTo>
                    <a:pt x="35" y="5016"/>
                    <a:pt x="0" y="5051"/>
                    <a:pt x="0" y="5119"/>
                  </a:cubicBezTo>
                  <a:lnTo>
                    <a:pt x="0" y="5221"/>
                  </a:lnTo>
                  <a:cubicBezTo>
                    <a:pt x="0" y="5255"/>
                    <a:pt x="35" y="5324"/>
                    <a:pt x="103" y="5324"/>
                  </a:cubicBezTo>
                  <a:cubicBezTo>
                    <a:pt x="137" y="5324"/>
                    <a:pt x="171" y="5255"/>
                    <a:pt x="171" y="5221"/>
                  </a:cubicBezTo>
                  <a:lnTo>
                    <a:pt x="171" y="5119"/>
                  </a:lnTo>
                  <a:cubicBezTo>
                    <a:pt x="171" y="5051"/>
                    <a:pt x="137" y="5016"/>
                    <a:pt x="103" y="5016"/>
                  </a:cubicBezTo>
                  <a:close/>
                  <a:moveTo>
                    <a:pt x="4061" y="5119"/>
                  </a:moveTo>
                  <a:cubicBezTo>
                    <a:pt x="4027" y="5119"/>
                    <a:pt x="3993" y="5187"/>
                    <a:pt x="3993" y="5221"/>
                  </a:cubicBezTo>
                  <a:lnTo>
                    <a:pt x="3993" y="5324"/>
                  </a:lnTo>
                  <a:cubicBezTo>
                    <a:pt x="3993" y="5392"/>
                    <a:pt x="4027" y="5426"/>
                    <a:pt x="4061" y="5426"/>
                  </a:cubicBezTo>
                  <a:cubicBezTo>
                    <a:pt x="4129" y="5426"/>
                    <a:pt x="4163" y="5392"/>
                    <a:pt x="4163" y="5324"/>
                  </a:cubicBezTo>
                  <a:lnTo>
                    <a:pt x="4163" y="5221"/>
                  </a:lnTo>
                  <a:cubicBezTo>
                    <a:pt x="4163" y="5187"/>
                    <a:pt x="4129" y="5119"/>
                    <a:pt x="4061" y="5119"/>
                  </a:cubicBezTo>
                  <a:close/>
                  <a:moveTo>
                    <a:pt x="103" y="5597"/>
                  </a:moveTo>
                  <a:cubicBezTo>
                    <a:pt x="35" y="5597"/>
                    <a:pt x="0" y="5631"/>
                    <a:pt x="0" y="5699"/>
                  </a:cubicBezTo>
                  <a:lnTo>
                    <a:pt x="0" y="5801"/>
                  </a:lnTo>
                  <a:cubicBezTo>
                    <a:pt x="0" y="5835"/>
                    <a:pt x="35" y="5870"/>
                    <a:pt x="103" y="5870"/>
                  </a:cubicBezTo>
                  <a:cubicBezTo>
                    <a:pt x="137" y="5870"/>
                    <a:pt x="171" y="5835"/>
                    <a:pt x="171" y="5801"/>
                  </a:cubicBezTo>
                  <a:lnTo>
                    <a:pt x="171" y="5699"/>
                  </a:lnTo>
                  <a:cubicBezTo>
                    <a:pt x="171" y="5631"/>
                    <a:pt x="137" y="5597"/>
                    <a:pt x="103" y="5597"/>
                  </a:cubicBezTo>
                  <a:close/>
                  <a:moveTo>
                    <a:pt x="4061" y="5699"/>
                  </a:moveTo>
                  <a:cubicBezTo>
                    <a:pt x="4027" y="5699"/>
                    <a:pt x="3993" y="5733"/>
                    <a:pt x="3993" y="5801"/>
                  </a:cubicBezTo>
                  <a:lnTo>
                    <a:pt x="3993" y="5904"/>
                  </a:lnTo>
                  <a:cubicBezTo>
                    <a:pt x="3993" y="5972"/>
                    <a:pt x="4027" y="6006"/>
                    <a:pt x="4061" y="6006"/>
                  </a:cubicBezTo>
                  <a:cubicBezTo>
                    <a:pt x="4129" y="6006"/>
                    <a:pt x="4163" y="5972"/>
                    <a:pt x="4163" y="5904"/>
                  </a:cubicBezTo>
                  <a:lnTo>
                    <a:pt x="4163" y="5801"/>
                  </a:lnTo>
                  <a:cubicBezTo>
                    <a:pt x="4163" y="5733"/>
                    <a:pt x="4129" y="5699"/>
                    <a:pt x="4061" y="5699"/>
                  </a:cubicBezTo>
                  <a:close/>
                  <a:moveTo>
                    <a:pt x="103" y="6177"/>
                  </a:moveTo>
                  <a:cubicBezTo>
                    <a:pt x="35" y="6177"/>
                    <a:pt x="0" y="6211"/>
                    <a:pt x="0" y="6245"/>
                  </a:cubicBezTo>
                  <a:lnTo>
                    <a:pt x="0" y="6381"/>
                  </a:lnTo>
                  <a:cubicBezTo>
                    <a:pt x="0" y="6416"/>
                    <a:pt x="35" y="6450"/>
                    <a:pt x="103" y="6450"/>
                  </a:cubicBezTo>
                  <a:cubicBezTo>
                    <a:pt x="137" y="6450"/>
                    <a:pt x="171" y="6416"/>
                    <a:pt x="171" y="6381"/>
                  </a:cubicBezTo>
                  <a:lnTo>
                    <a:pt x="171" y="6245"/>
                  </a:lnTo>
                  <a:cubicBezTo>
                    <a:pt x="171" y="6211"/>
                    <a:pt x="137" y="6177"/>
                    <a:pt x="103" y="6177"/>
                  </a:cubicBezTo>
                  <a:close/>
                  <a:moveTo>
                    <a:pt x="4061" y="6279"/>
                  </a:moveTo>
                  <a:cubicBezTo>
                    <a:pt x="4027" y="6279"/>
                    <a:pt x="3993" y="6313"/>
                    <a:pt x="3993" y="6381"/>
                  </a:cubicBezTo>
                  <a:lnTo>
                    <a:pt x="3993" y="6484"/>
                  </a:lnTo>
                  <a:cubicBezTo>
                    <a:pt x="3993" y="6518"/>
                    <a:pt x="4027" y="6552"/>
                    <a:pt x="4061" y="6552"/>
                  </a:cubicBezTo>
                  <a:cubicBezTo>
                    <a:pt x="4095" y="6552"/>
                    <a:pt x="4163" y="6518"/>
                    <a:pt x="4163" y="6484"/>
                  </a:cubicBezTo>
                  <a:lnTo>
                    <a:pt x="4163" y="6381"/>
                  </a:lnTo>
                  <a:cubicBezTo>
                    <a:pt x="4163" y="6313"/>
                    <a:pt x="4129" y="6279"/>
                    <a:pt x="4061" y="6279"/>
                  </a:cubicBezTo>
                  <a:close/>
                  <a:moveTo>
                    <a:pt x="103" y="6757"/>
                  </a:moveTo>
                  <a:cubicBezTo>
                    <a:pt x="35" y="6757"/>
                    <a:pt x="0" y="6791"/>
                    <a:pt x="0" y="6825"/>
                  </a:cubicBezTo>
                  <a:lnTo>
                    <a:pt x="0" y="6927"/>
                  </a:lnTo>
                  <a:cubicBezTo>
                    <a:pt x="0" y="6996"/>
                    <a:pt x="35" y="7030"/>
                    <a:pt x="103" y="7030"/>
                  </a:cubicBezTo>
                  <a:cubicBezTo>
                    <a:pt x="137" y="7030"/>
                    <a:pt x="171" y="6996"/>
                    <a:pt x="171" y="6927"/>
                  </a:cubicBezTo>
                  <a:lnTo>
                    <a:pt x="171" y="6825"/>
                  </a:lnTo>
                  <a:cubicBezTo>
                    <a:pt x="171" y="6791"/>
                    <a:pt x="137" y="6757"/>
                    <a:pt x="103" y="6757"/>
                  </a:cubicBezTo>
                  <a:close/>
                  <a:moveTo>
                    <a:pt x="4061" y="6859"/>
                  </a:moveTo>
                  <a:cubicBezTo>
                    <a:pt x="4027" y="6859"/>
                    <a:pt x="3993" y="6893"/>
                    <a:pt x="3993" y="6927"/>
                  </a:cubicBezTo>
                  <a:lnTo>
                    <a:pt x="3993" y="7064"/>
                  </a:lnTo>
                  <a:cubicBezTo>
                    <a:pt x="3993" y="7098"/>
                    <a:pt x="4027" y="7132"/>
                    <a:pt x="4061" y="7132"/>
                  </a:cubicBezTo>
                  <a:cubicBezTo>
                    <a:pt x="4095" y="7132"/>
                    <a:pt x="4163" y="7098"/>
                    <a:pt x="4163" y="7064"/>
                  </a:cubicBezTo>
                  <a:lnTo>
                    <a:pt x="4163" y="6927"/>
                  </a:lnTo>
                  <a:cubicBezTo>
                    <a:pt x="4163" y="6893"/>
                    <a:pt x="4095" y="6859"/>
                    <a:pt x="4061" y="6859"/>
                  </a:cubicBezTo>
                  <a:close/>
                  <a:moveTo>
                    <a:pt x="103" y="7303"/>
                  </a:moveTo>
                  <a:cubicBezTo>
                    <a:pt x="35" y="7303"/>
                    <a:pt x="0" y="7337"/>
                    <a:pt x="0" y="7405"/>
                  </a:cubicBezTo>
                  <a:lnTo>
                    <a:pt x="0" y="7507"/>
                  </a:lnTo>
                  <a:cubicBezTo>
                    <a:pt x="0" y="7576"/>
                    <a:pt x="35" y="7610"/>
                    <a:pt x="103" y="7610"/>
                  </a:cubicBezTo>
                  <a:cubicBezTo>
                    <a:pt x="137" y="7610"/>
                    <a:pt x="171" y="7576"/>
                    <a:pt x="171" y="7507"/>
                  </a:cubicBezTo>
                  <a:lnTo>
                    <a:pt x="171" y="7405"/>
                  </a:lnTo>
                  <a:cubicBezTo>
                    <a:pt x="171" y="7337"/>
                    <a:pt x="137" y="7303"/>
                    <a:pt x="103" y="7303"/>
                  </a:cubicBezTo>
                  <a:close/>
                  <a:moveTo>
                    <a:pt x="4061" y="7439"/>
                  </a:moveTo>
                  <a:cubicBezTo>
                    <a:pt x="4027" y="7439"/>
                    <a:pt x="3993" y="7473"/>
                    <a:pt x="3993" y="7507"/>
                  </a:cubicBezTo>
                  <a:lnTo>
                    <a:pt x="3993" y="7610"/>
                  </a:lnTo>
                  <a:cubicBezTo>
                    <a:pt x="3993" y="7678"/>
                    <a:pt x="4027" y="7712"/>
                    <a:pt x="4061" y="7712"/>
                  </a:cubicBezTo>
                  <a:cubicBezTo>
                    <a:pt x="4095" y="7712"/>
                    <a:pt x="4163" y="7678"/>
                    <a:pt x="4163" y="7610"/>
                  </a:cubicBezTo>
                  <a:lnTo>
                    <a:pt x="4163" y="7507"/>
                  </a:lnTo>
                  <a:cubicBezTo>
                    <a:pt x="4163" y="7473"/>
                    <a:pt x="4095" y="7439"/>
                    <a:pt x="4061" y="7439"/>
                  </a:cubicBezTo>
                  <a:close/>
                  <a:moveTo>
                    <a:pt x="103" y="7883"/>
                  </a:moveTo>
                  <a:cubicBezTo>
                    <a:pt x="35" y="7883"/>
                    <a:pt x="0" y="7917"/>
                    <a:pt x="0" y="7985"/>
                  </a:cubicBezTo>
                  <a:lnTo>
                    <a:pt x="0" y="8088"/>
                  </a:lnTo>
                  <a:cubicBezTo>
                    <a:pt x="0" y="8122"/>
                    <a:pt x="35" y="8156"/>
                    <a:pt x="103" y="8156"/>
                  </a:cubicBezTo>
                  <a:cubicBezTo>
                    <a:pt x="137" y="8156"/>
                    <a:pt x="171" y="8122"/>
                    <a:pt x="171" y="8088"/>
                  </a:cubicBezTo>
                  <a:lnTo>
                    <a:pt x="171" y="7985"/>
                  </a:lnTo>
                  <a:cubicBezTo>
                    <a:pt x="171" y="7917"/>
                    <a:pt x="137" y="7883"/>
                    <a:pt x="103" y="7883"/>
                  </a:cubicBezTo>
                  <a:close/>
                  <a:moveTo>
                    <a:pt x="4061" y="7985"/>
                  </a:moveTo>
                  <a:cubicBezTo>
                    <a:pt x="4027" y="7985"/>
                    <a:pt x="3959" y="8053"/>
                    <a:pt x="3959" y="8088"/>
                  </a:cubicBezTo>
                  <a:lnTo>
                    <a:pt x="3959" y="8190"/>
                  </a:lnTo>
                  <a:cubicBezTo>
                    <a:pt x="3959" y="8258"/>
                    <a:pt x="4027" y="8292"/>
                    <a:pt x="4061" y="8292"/>
                  </a:cubicBezTo>
                  <a:cubicBezTo>
                    <a:pt x="4095" y="8292"/>
                    <a:pt x="4129" y="8258"/>
                    <a:pt x="4129" y="8190"/>
                  </a:cubicBezTo>
                  <a:lnTo>
                    <a:pt x="4163" y="8088"/>
                  </a:lnTo>
                  <a:cubicBezTo>
                    <a:pt x="4163" y="8053"/>
                    <a:pt x="4095" y="7985"/>
                    <a:pt x="4061" y="7985"/>
                  </a:cubicBezTo>
                  <a:close/>
                  <a:moveTo>
                    <a:pt x="103" y="8463"/>
                  </a:moveTo>
                  <a:cubicBezTo>
                    <a:pt x="35" y="8463"/>
                    <a:pt x="0" y="8497"/>
                    <a:pt x="0" y="8531"/>
                  </a:cubicBezTo>
                  <a:lnTo>
                    <a:pt x="0" y="8668"/>
                  </a:lnTo>
                  <a:cubicBezTo>
                    <a:pt x="0" y="8702"/>
                    <a:pt x="35" y="8736"/>
                    <a:pt x="103" y="8736"/>
                  </a:cubicBezTo>
                  <a:cubicBezTo>
                    <a:pt x="137" y="8736"/>
                    <a:pt x="171" y="8702"/>
                    <a:pt x="171" y="8668"/>
                  </a:cubicBezTo>
                  <a:lnTo>
                    <a:pt x="171" y="8531"/>
                  </a:lnTo>
                  <a:cubicBezTo>
                    <a:pt x="171" y="8497"/>
                    <a:pt x="137" y="8463"/>
                    <a:pt x="103" y="8463"/>
                  </a:cubicBezTo>
                  <a:close/>
                  <a:moveTo>
                    <a:pt x="4061" y="8565"/>
                  </a:moveTo>
                  <a:cubicBezTo>
                    <a:pt x="4027" y="8565"/>
                    <a:pt x="3959" y="8599"/>
                    <a:pt x="3959" y="8668"/>
                  </a:cubicBezTo>
                  <a:lnTo>
                    <a:pt x="3959" y="8770"/>
                  </a:lnTo>
                  <a:cubicBezTo>
                    <a:pt x="3959" y="8804"/>
                    <a:pt x="4027" y="8872"/>
                    <a:pt x="4061" y="8872"/>
                  </a:cubicBezTo>
                  <a:cubicBezTo>
                    <a:pt x="4095" y="8872"/>
                    <a:pt x="4129" y="8804"/>
                    <a:pt x="4129" y="8770"/>
                  </a:cubicBezTo>
                  <a:lnTo>
                    <a:pt x="4129" y="8668"/>
                  </a:lnTo>
                  <a:cubicBezTo>
                    <a:pt x="4129" y="8599"/>
                    <a:pt x="4095" y="8565"/>
                    <a:pt x="4061" y="8565"/>
                  </a:cubicBezTo>
                  <a:close/>
                  <a:moveTo>
                    <a:pt x="103" y="9043"/>
                  </a:moveTo>
                  <a:cubicBezTo>
                    <a:pt x="35" y="9043"/>
                    <a:pt x="0" y="9077"/>
                    <a:pt x="0" y="9111"/>
                  </a:cubicBezTo>
                  <a:lnTo>
                    <a:pt x="0" y="9248"/>
                  </a:lnTo>
                  <a:cubicBezTo>
                    <a:pt x="0" y="9282"/>
                    <a:pt x="35" y="9316"/>
                    <a:pt x="103" y="9316"/>
                  </a:cubicBezTo>
                  <a:cubicBezTo>
                    <a:pt x="137" y="9316"/>
                    <a:pt x="171" y="9282"/>
                    <a:pt x="171" y="9248"/>
                  </a:cubicBezTo>
                  <a:lnTo>
                    <a:pt x="171" y="9111"/>
                  </a:lnTo>
                  <a:cubicBezTo>
                    <a:pt x="171" y="9077"/>
                    <a:pt x="137" y="9043"/>
                    <a:pt x="103" y="9043"/>
                  </a:cubicBezTo>
                  <a:close/>
                  <a:moveTo>
                    <a:pt x="4061" y="9145"/>
                  </a:moveTo>
                  <a:cubicBezTo>
                    <a:pt x="4027" y="9145"/>
                    <a:pt x="3959" y="9179"/>
                    <a:pt x="3959" y="9214"/>
                  </a:cubicBezTo>
                  <a:lnTo>
                    <a:pt x="3959" y="9350"/>
                  </a:lnTo>
                  <a:cubicBezTo>
                    <a:pt x="3959" y="9384"/>
                    <a:pt x="3993" y="9418"/>
                    <a:pt x="4061" y="9418"/>
                  </a:cubicBezTo>
                  <a:cubicBezTo>
                    <a:pt x="4095" y="9418"/>
                    <a:pt x="4129" y="9384"/>
                    <a:pt x="4129" y="9350"/>
                  </a:cubicBezTo>
                  <a:lnTo>
                    <a:pt x="4129" y="9214"/>
                  </a:lnTo>
                  <a:cubicBezTo>
                    <a:pt x="4129" y="9179"/>
                    <a:pt x="4095" y="9145"/>
                    <a:pt x="4061" y="9145"/>
                  </a:cubicBezTo>
                  <a:close/>
                  <a:moveTo>
                    <a:pt x="103" y="9589"/>
                  </a:moveTo>
                  <a:cubicBezTo>
                    <a:pt x="35" y="9589"/>
                    <a:pt x="0" y="9657"/>
                    <a:pt x="0" y="9691"/>
                  </a:cubicBezTo>
                  <a:lnTo>
                    <a:pt x="0" y="9794"/>
                  </a:lnTo>
                  <a:cubicBezTo>
                    <a:pt x="0" y="9862"/>
                    <a:pt x="35" y="9896"/>
                    <a:pt x="103" y="9896"/>
                  </a:cubicBezTo>
                  <a:cubicBezTo>
                    <a:pt x="137" y="9896"/>
                    <a:pt x="171" y="9862"/>
                    <a:pt x="171" y="9794"/>
                  </a:cubicBezTo>
                  <a:lnTo>
                    <a:pt x="171" y="9691"/>
                  </a:lnTo>
                  <a:cubicBezTo>
                    <a:pt x="171" y="9657"/>
                    <a:pt x="137" y="9589"/>
                    <a:pt x="103" y="9589"/>
                  </a:cubicBezTo>
                  <a:close/>
                  <a:moveTo>
                    <a:pt x="4061" y="9725"/>
                  </a:moveTo>
                  <a:cubicBezTo>
                    <a:pt x="3993" y="9725"/>
                    <a:pt x="3959" y="9760"/>
                    <a:pt x="3959" y="9794"/>
                  </a:cubicBezTo>
                  <a:lnTo>
                    <a:pt x="3959" y="9930"/>
                  </a:lnTo>
                  <a:cubicBezTo>
                    <a:pt x="3959" y="9964"/>
                    <a:pt x="3993" y="9998"/>
                    <a:pt x="4061" y="9998"/>
                  </a:cubicBezTo>
                  <a:cubicBezTo>
                    <a:pt x="4095" y="9998"/>
                    <a:pt x="4129" y="9964"/>
                    <a:pt x="4129" y="9930"/>
                  </a:cubicBezTo>
                  <a:lnTo>
                    <a:pt x="4129" y="9794"/>
                  </a:lnTo>
                  <a:cubicBezTo>
                    <a:pt x="4129" y="9760"/>
                    <a:pt x="4095" y="9725"/>
                    <a:pt x="4061" y="9725"/>
                  </a:cubicBezTo>
                  <a:close/>
                  <a:moveTo>
                    <a:pt x="103" y="10169"/>
                  </a:moveTo>
                  <a:cubicBezTo>
                    <a:pt x="35" y="10169"/>
                    <a:pt x="0" y="10203"/>
                    <a:pt x="0" y="10271"/>
                  </a:cubicBezTo>
                  <a:lnTo>
                    <a:pt x="0" y="10374"/>
                  </a:lnTo>
                  <a:cubicBezTo>
                    <a:pt x="0" y="10408"/>
                    <a:pt x="35" y="10476"/>
                    <a:pt x="103" y="10476"/>
                  </a:cubicBezTo>
                  <a:cubicBezTo>
                    <a:pt x="137" y="10476"/>
                    <a:pt x="171" y="10408"/>
                    <a:pt x="171" y="10374"/>
                  </a:cubicBezTo>
                  <a:lnTo>
                    <a:pt x="171" y="10271"/>
                  </a:lnTo>
                  <a:cubicBezTo>
                    <a:pt x="171" y="10203"/>
                    <a:pt x="137" y="10169"/>
                    <a:pt x="103" y="10169"/>
                  </a:cubicBezTo>
                  <a:close/>
                  <a:moveTo>
                    <a:pt x="4061" y="10271"/>
                  </a:moveTo>
                  <a:cubicBezTo>
                    <a:pt x="3993" y="10271"/>
                    <a:pt x="3959" y="10340"/>
                    <a:pt x="3959" y="10374"/>
                  </a:cubicBezTo>
                  <a:lnTo>
                    <a:pt x="3959" y="10476"/>
                  </a:lnTo>
                  <a:cubicBezTo>
                    <a:pt x="3959" y="10544"/>
                    <a:pt x="3993" y="10579"/>
                    <a:pt x="4061" y="10579"/>
                  </a:cubicBezTo>
                  <a:cubicBezTo>
                    <a:pt x="4095" y="10579"/>
                    <a:pt x="4129" y="10544"/>
                    <a:pt x="4129" y="10476"/>
                  </a:cubicBezTo>
                  <a:lnTo>
                    <a:pt x="4129" y="10374"/>
                  </a:lnTo>
                  <a:cubicBezTo>
                    <a:pt x="4129" y="10340"/>
                    <a:pt x="4095" y="10271"/>
                    <a:pt x="4061" y="10271"/>
                  </a:cubicBezTo>
                  <a:close/>
                  <a:moveTo>
                    <a:pt x="103" y="10749"/>
                  </a:moveTo>
                  <a:cubicBezTo>
                    <a:pt x="35" y="10749"/>
                    <a:pt x="0" y="10783"/>
                    <a:pt x="0" y="10852"/>
                  </a:cubicBezTo>
                  <a:lnTo>
                    <a:pt x="0" y="10954"/>
                  </a:lnTo>
                  <a:cubicBezTo>
                    <a:pt x="0" y="10988"/>
                    <a:pt x="35" y="11022"/>
                    <a:pt x="103" y="11022"/>
                  </a:cubicBezTo>
                  <a:cubicBezTo>
                    <a:pt x="137" y="11022"/>
                    <a:pt x="171" y="10988"/>
                    <a:pt x="171" y="10954"/>
                  </a:cubicBezTo>
                  <a:lnTo>
                    <a:pt x="171" y="10852"/>
                  </a:lnTo>
                  <a:cubicBezTo>
                    <a:pt x="171" y="10783"/>
                    <a:pt x="137" y="10749"/>
                    <a:pt x="103" y="10749"/>
                  </a:cubicBezTo>
                  <a:close/>
                  <a:moveTo>
                    <a:pt x="4061" y="10852"/>
                  </a:moveTo>
                  <a:cubicBezTo>
                    <a:pt x="3993" y="10852"/>
                    <a:pt x="3959" y="10886"/>
                    <a:pt x="3959" y="10954"/>
                  </a:cubicBezTo>
                  <a:lnTo>
                    <a:pt x="3959" y="11056"/>
                  </a:lnTo>
                  <a:cubicBezTo>
                    <a:pt x="3959" y="11125"/>
                    <a:pt x="3993" y="11159"/>
                    <a:pt x="4061" y="11159"/>
                  </a:cubicBezTo>
                  <a:cubicBezTo>
                    <a:pt x="4095" y="11159"/>
                    <a:pt x="4129" y="11125"/>
                    <a:pt x="4129" y="11056"/>
                  </a:cubicBezTo>
                  <a:lnTo>
                    <a:pt x="4129" y="10954"/>
                  </a:lnTo>
                  <a:cubicBezTo>
                    <a:pt x="4129" y="10886"/>
                    <a:pt x="4095" y="10852"/>
                    <a:pt x="4061" y="10852"/>
                  </a:cubicBezTo>
                  <a:close/>
                  <a:moveTo>
                    <a:pt x="103" y="11329"/>
                  </a:moveTo>
                  <a:cubicBezTo>
                    <a:pt x="35" y="11329"/>
                    <a:pt x="0" y="11363"/>
                    <a:pt x="0" y="11397"/>
                  </a:cubicBezTo>
                  <a:lnTo>
                    <a:pt x="0" y="11534"/>
                  </a:lnTo>
                  <a:cubicBezTo>
                    <a:pt x="0" y="11568"/>
                    <a:pt x="35" y="11602"/>
                    <a:pt x="103" y="11602"/>
                  </a:cubicBezTo>
                  <a:cubicBezTo>
                    <a:pt x="137" y="11602"/>
                    <a:pt x="171" y="11568"/>
                    <a:pt x="171" y="11534"/>
                  </a:cubicBezTo>
                  <a:lnTo>
                    <a:pt x="171" y="11397"/>
                  </a:lnTo>
                  <a:cubicBezTo>
                    <a:pt x="171" y="11363"/>
                    <a:pt x="137" y="11329"/>
                    <a:pt x="103" y="11329"/>
                  </a:cubicBezTo>
                  <a:close/>
                  <a:moveTo>
                    <a:pt x="4061" y="11432"/>
                  </a:moveTo>
                  <a:cubicBezTo>
                    <a:pt x="3993" y="11432"/>
                    <a:pt x="3959" y="11466"/>
                    <a:pt x="3959" y="11534"/>
                  </a:cubicBezTo>
                  <a:lnTo>
                    <a:pt x="3959" y="11636"/>
                  </a:lnTo>
                  <a:cubicBezTo>
                    <a:pt x="3959" y="11670"/>
                    <a:pt x="3993" y="11705"/>
                    <a:pt x="4061" y="11705"/>
                  </a:cubicBezTo>
                  <a:cubicBezTo>
                    <a:pt x="4095" y="11705"/>
                    <a:pt x="4129" y="11670"/>
                    <a:pt x="4129" y="11636"/>
                  </a:cubicBezTo>
                  <a:lnTo>
                    <a:pt x="4129" y="11534"/>
                  </a:lnTo>
                  <a:cubicBezTo>
                    <a:pt x="4129" y="11466"/>
                    <a:pt x="4095" y="11432"/>
                    <a:pt x="4061" y="11432"/>
                  </a:cubicBezTo>
                  <a:close/>
                  <a:moveTo>
                    <a:pt x="103" y="11909"/>
                  </a:moveTo>
                  <a:cubicBezTo>
                    <a:pt x="35" y="11909"/>
                    <a:pt x="0" y="11943"/>
                    <a:pt x="0" y="11978"/>
                  </a:cubicBezTo>
                  <a:lnTo>
                    <a:pt x="0" y="12080"/>
                  </a:lnTo>
                  <a:cubicBezTo>
                    <a:pt x="0" y="12148"/>
                    <a:pt x="35" y="12182"/>
                    <a:pt x="103" y="12182"/>
                  </a:cubicBezTo>
                  <a:cubicBezTo>
                    <a:pt x="137" y="12182"/>
                    <a:pt x="171" y="12148"/>
                    <a:pt x="171" y="12080"/>
                  </a:cubicBezTo>
                  <a:lnTo>
                    <a:pt x="171" y="11978"/>
                  </a:lnTo>
                  <a:cubicBezTo>
                    <a:pt x="171" y="11943"/>
                    <a:pt x="137" y="11909"/>
                    <a:pt x="103" y="11909"/>
                  </a:cubicBezTo>
                  <a:close/>
                  <a:moveTo>
                    <a:pt x="4061" y="12012"/>
                  </a:moveTo>
                  <a:cubicBezTo>
                    <a:pt x="3993" y="12012"/>
                    <a:pt x="3959" y="12046"/>
                    <a:pt x="3959" y="12080"/>
                  </a:cubicBezTo>
                  <a:lnTo>
                    <a:pt x="3959" y="12216"/>
                  </a:lnTo>
                  <a:cubicBezTo>
                    <a:pt x="3959" y="12251"/>
                    <a:pt x="3993" y="12285"/>
                    <a:pt x="4061" y="12285"/>
                  </a:cubicBezTo>
                  <a:cubicBezTo>
                    <a:pt x="4095" y="12285"/>
                    <a:pt x="4129" y="12251"/>
                    <a:pt x="4129" y="12216"/>
                  </a:cubicBezTo>
                  <a:lnTo>
                    <a:pt x="4129" y="12080"/>
                  </a:lnTo>
                  <a:cubicBezTo>
                    <a:pt x="4129" y="12046"/>
                    <a:pt x="4095" y="12012"/>
                    <a:pt x="4061" y="12012"/>
                  </a:cubicBezTo>
                  <a:close/>
                  <a:moveTo>
                    <a:pt x="103" y="12455"/>
                  </a:moveTo>
                  <a:cubicBezTo>
                    <a:pt x="35" y="12455"/>
                    <a:pt x="0" y="12489"/>
                    <a:pt x="0" y="12558"/>
                  </a:cubicBezTo>
                  <a:lnTo>
                    <a:pt x="0" y="12660"/>
                  </a:lnTo>
                  <a:cubicBezTo>
                    <a:pt x="0" y="12728"/>
                    <a:pt x="35" y="12762"/>
                    <a:pt x="103" y="12762"/>
                  </a:cubicBezTo>
                  <a:cubicBezTo>
                    <a:pt x="137" y="12762"/>
                    <a:pt x="171" y="12728"/>
                    <a:pt x="171" y="12660"/>
                  </a:cubicBezTo>
                  <a:lnTo>
                    <a:pt x="171" y="12558"/>
                  </a:lnTo>
                  <a:cubicBezTo>
                    <a:pt x="171" y="12489"/>
                    <a:pt x="137" y="12455"/>
                    <a:pt x="103" y="12455"/>
                  </a:cubicBezTo>
                  <a:close/>
                  <a:moveTo>
                    <a:pt x="4061" y="12592"/>
                  </a:moveTo>
                  <a:cubicBezTo>
                    <a:pt x="3993" y="12592"/>
                    <a:pt x="3959" y="12626"/>
                    <a:pt x="3959" y="12660"/>
                  </a:cubicBezTo>
                  <a:lnTo>
                    <a:pt x="3959" y="12762"/>
                  </a:lnTo>
                  <a:cubicBezTo>
                    <a:pt x="3959" y="12831"/>
                    <a:pt x="3993" y="12865"/>
                    <a:pt x="4061" y="12865"/>
                  </a:cubicBezTo>
                  <a:cubicBezTo>
                    <a:pt x="4095" y="12865"/>
                    <a:pt x="4129" y="12831"/>
                    <a:pt x="4129" y="12762"/>
                  </a:cubicBezTo>
                  <a:lnTo>
                    <a:pt x="4129" y="12660"/>
                  </a:lnTo>
                  <a:cubicBezTo>
                    <a:pt x="4129" y="12626"/>
                    <a:pt x="4095" y="12592"/>
                    <a:pt x="4061" y="12592"/>
                  </a:cubicBezTo>
                  <a:close/>
                  <a:moveTo>
                    <a:pt x="103" y="13035"/>
                  </a:moveTo>
                  <a:cubicBezTo>
                    <a:pt x="35" y="13035"/>
                    <a:pt x="0" y="13070"/>
                    <a:pt x="0" y="13138"/>
                  </a:cubicBezTo>
                  <a:lnTo>
                    <a:pt x="0" y="13240"/>
                  </a:lnTo>
                  <a:cubicBezTo>
                    <a:pt x="0" y="13274"/>
                    <a:pt x="35" y="13308"/>
                    <a:pt x="103" y="13308"/>
                  </a:cubicBezTo>
                  <a:cubicBezTo>
                    <a:pt x="137" y="13308"/>
                    <a:pt x="171" y="13274"/>
                    <a:pt x="171" y="13240"/>
                  </a:cubicBezTo>
                  <a:lnTo>
                    <a:pt x="171" y="13138"/>
                  </a:lnTo>
                  <a:cubicBezTo>
                    <a:pt x="171" y="13070"/>
                    <a:pt x="137" y="13035"/>
                    <a:pt x="103" y="13035"/>
                  </a:cubicBezTo>
                  <a:close/>
                  <a:moveTo>
                    <a:pt x="4061" y="13138"/>
                  </a:moveTo>
                  <a:cubicBezTo>
                    <a:pt x="3993" y="13138"/>
                    <a:pt x="3959" y="13206"/>
                    <a:pt x="3959" y="13240"/>
                  </a:cubicBezTo>
                  <a:lnTo>
                    <a:pt x="3959" y="13343"/>
                  </a:lnTo>
                  <a:cubicBezTo>
                    <a:pt x="3959" y="13411"/>
                    <a:pt x="3993" y="13445"/>
                    <a:pt x="4061" y="13445"/>
                  </a:cubicBezTo>
                  <a:cubicBezTo>
                    <a:pt x="4095" y="13445"/>
                    <a:pt x="4129" y="13411"/>
                    <a:pt x="4129" y="13343"/>
                  </a:cubicBezTo>
                  <a:lnTo>
                    <a:pt x="4129" y="13240"/>
                  </a:lnTo>
                  <a:cubicBezTo>
                    <a:pt x="4129" y="13206"/>
                    <a:pt x="4095" y="13138"/>
                    <a:pt x="4061" y="13138"/>
                  </a:cubicBezTo>
                  <a:close/>
                  <a:moveTo>
                    <a:pt x="103" y="13615"/>
                  </a:moveTo>
                  <a:cubicBezTo>
                    <a:pt x="35" y="13615"/>
                    <a:pt x="0" y="13650"/>
                    <a:pt x="0" y="13684"/>
                  </a:cubicBezTo>
                  <a:lnTo>
                    <a:pt x="0" y="13820"/>
                  </a:lnTo>
                  <a:cubicBezTo>
                    <a:pt x="0" y="13854"/>
                    <a:pt x="35" y="13888"/>
                    <a:pt x="103" y="13888"/>
                  </a:cubicBezTo>
                  <a:cubicBezTo>
                    <a:pt x="137" y="13888"/>
                    <a:pt x="171" y="13854"/>
                    <a:pt x="171" y="13820"/>
                  </a:cubicBezTo>
                  <a:lnTo>
                    <a:pt x="171" y="13684"/>
                  </a:lnTo>
                  <a:cubicBezTo>
                    <a:pt x="171" y="13650"/>
                    <a:pt x="137" y="13615"/>
                    <a:pt x="103" y="13615"/>
                  </a:cubicBezTo>
                  <a:close/>
                  <a:moveTo>
                    <a:pt x="4061" y="13718"/>
                  </a:moveTo>
                  <a:cubicBezTo>
                    <a:pt x="3993" y="13718"/>
                    <a:pt x="3959" y="13752"/>
                    <a:pt x="3959" y="13820"/>
                  </a:cubicBezTo>
                  <a:lnTo>
                    <a:pt x="3959" y="13923"/>
                  </a:lnTo>
                  <a:cubicBezTo>
                    <a:pt x="3959" y="13957"/>
                    <a:pt x="3993" y="14025"/>
                    <a:pt x="4061" y="14025"/>
                  </a:cubicBezTo>
                  <a:cubicBezTo>
                    <a:pt x="4095" y="14025"/>
                    <a:pt x="4129" y="13957"/>
                    <a:pt x="4129" y="13923"/>
                  </a:cubicBezTo>
                  <a:lnTo>
                    <a:pt x="4129" y="13820"/>
                  </a:lnTo>
                  <a:cubicBezTo>
                    <a:pt x="4129" y="13752"/>
                    <a:pt x="4095" y="13718"/>
                    <a:pt x="4061" y="13718"/>
                  </a:cubicBezTo>
                  <a:close/>
                  <a:moveTo>
                    <a:pt x="103" y="14196"/>
                  </a:moveTo>
                  <a:cubicBezTo>
                    <a:pt x="35" y="14196"/>
                    <a:pt x="0" y="14230"/>
                    <a:pt x="0" y="14264"/>
                  </a:cubicBezTo>
                  <a:lnTo>
                    <a:pt x="0" y="14400"/>
                  </a:lnTo>
                  <a:cubicBezTo>
                    <a:pt x="0" y="14434"/>
                    <a:pt x="35" y="14469"/>
                    <a:pt x="103" y="14469"/>
                  </a:cubicBezTo>
                  <a:cubicBezTo>
                    <a:pt x="137" y="14469"/>
                    <a:pt x="171" y="14434"/>
                    <a:pt x="171" y="14400"/>
                  </a:cubicBezTo>
                  <a:lnTo>
                    <a:pt x="171" y="14264"/>
                  </a:lnTo>
                  <a:cubicBezTo>
                    <a:pt x="171" y="14230"/>
                    <a:pt x="137" y="14196"/>
                    <a:pt x="103" y="14196"/>
                  </a:cubicBezTo>
                  <a:close/>
                  <a:moveTo>
                    <a:pt x="4061" y="14298"/>
                  </a:moveTo>
                  <a:cubicBezTo>
                    <a:pt x="3993" y="14298"/>
                    <a:pt x="3959" y="14332"/>
                    <a:pt x="3959" y="14366"/>
                  </a:cubicBezTo>
                  <a:lnTo>
                    <a:pt x="3959" y="14503"/>
                  </a:lnTo>
                  <a:cubicBezTo>
                    <a:pt x="3959" y="14537"/>
                    <a:pt x="3993" y="14571"/>
                    <a:pt x="4061" y="14571"/>
                  </a:cubicBezTo>
                  <a:cubicBezTo>
                    <a:pt x="4095" y="14571"/>
                    <a:pt x="4129" y="14537"/>
                    <a:pt x="4129" y="14503"/>
                  </a:cubicBezTo>
                  <a:lnTo>
                    <a:pt x="4129" y="14366"/>
                  </a:lnTo>
                  <a:cubicBezTo>
                    <a:pt x="4129" y="14332"/>
                    <a:pt x="4095" y="14298"/>
                    <a:pt x="4061" y="14298"/>
                  </a:cubicBezTo>
                  <a:close/>
                  <a:moveTo>
                    <a:pt x="103" y="14742"/>
                  </a:moveTo>
                  <a:cubicBezTo>
                    <a:pt x="35" y="14742"/>
                    <a:pt x="0" y="14810"/>
                    <a:pt x="0" y="14844"/>
                  </a:cubicBezTo>
                  <a:lnTo>
                    <a:pt x="0" y="14946"/>
                  </a:lnTo>
                  <a:cubicBezTo>
                    <a:pt x="0" y="15015"/>
                    <a:pt x="35" y="15049"/>
                    <a:pt x="103" y="15049"/>
                  </a:cubicBezTo>
                  <a:cubicBezTo>
                    <a:pt x="137" y="15049"/>
                    <a:pt x="171" y="15015"/>
                    <a:pt x="171" y="14946"/>
                  </a:cubicBezTo>
                  <a:lnTo>
                    <a:pt x="171" y="14844"/>
                  </a:lnTo>
                  <a:cubicBezTo>
                    <a:pt x="171" y="14810"/>
                    <a:pt x="137" y="14742"/>
                    <a:pt x="103" y="14742"/>
                  </a:cubicBezTo>
                  <a:close/>
                  <a:moveTo>
                    <a:pt x="4027" y="14878"/>
                  </a:moveTo>
                  <a:cubicBezTo>
                    <a:pt x="3993" y="14878"/>
                    <a:pt x="3959" y="14912"/>
                    <a:pt x="3959" y="14946"/>
                  </a:cubicBezTo>
                  <a:lnTo>
                    <a:pt x="3959" y="15083"/>
                  </a:lnTo>
                  <a:cubicBezTo>
                    <a:pt x="3959" y="15117"/>
                    <a:pt x="3993" y="15151"/>
                    <a:pt x="4027" y="15151"/>
                  </a:cubicBezTo>
                  <a:cubicBezTo>
                    <a:pt x="4095" y="15151"/>
                    <a:pt x="4129" y="15117"/>
                    <a:pt x="4129" y="15083"/>
                  </a:cubicBezTo>
                  <a:lnTo>
                    <a:pt x="4129" y="14946"/>
                  </a:lnTo>
                  <a:cubicBezTo>
                    <a:pt x="4129" y="14912"/>
                    <a:pt x="4095" y="14878"/>
                    <a:pt x="4027" y="14878"/>
                  </a:cubicBezTo>
                  <a:close/>
                  <a:moveTo>
                    <a:pt x="103" y="15322"/>
                  </a:moveTo>
                  <a:cubicBezTo>
                    <a:pt x="35" y="15322"/>
                    <a:pt x="0" y="15356"/>
                    <a:pt x="0" y="15424"/>
                  </a:cubicBezTo>
                  <a:lnTo>
                    <a:pt x="0" y="15526"/>
                  </a:lnTo>
                  <a:cubicBezTo>
                    <a:pt x="0" y="15561"/>
                    <a:pt x="35" y="15629"/>
                    <a:pt x="103" y="15629"/>
                  </a:cubicBezTo>
                  <a:cubicBezTo>
                    <a:pt x="137" y="15629"/>
                    <a:pt x="171" y="15561"/>
                    <a:pt x="171" y="15526"/>
                  </a:cubicBezTo>
                  <a:lnTo>
                    <a:pt x="171" y="15424"/>
                  </a:lnTo>
                  <a:cubicBezTo>
                    <a:pt x="171" y="15356"/>
                    <a:pt x="137" y="15322"/>
                    <a:pt x="103" y="15322"/>
                  </a:cubicBezTo>
                  <a:close/>
                  <a:moveTo>
                    <a:pt x="4027" y="15424"/>
                  </a:moveTo>
                  <a:cubicBezTo>
                    <a:pt x="3993" y="15424"/>
                    <a:pt x="3959" y="15492"/>
                    <a:pt x="3959" y="15526"/>
                  </a:cubicBezTo>
                  <a:lnTo>
                    <a:pt x="3959" y="15629"/>
                  </a:lnTo>
                  <a:cubicBezTo>
                    <a:pt x="3959" y="15697"/>
                    <a:pt x="3993" y="15731"/>
                    <a:pt x="4027" y="15731"/>
                  </a:cubicBezTo>
                  <a:cubicBezTo>
                    <a:pt x="4095" y="15731"/>
                    <a:pt x="4129" y="15697"/>
                    <a:pt x="4129" y="15629"/>
                  </a:cubicBezTo>
                  <a:lnTo>
                    <a:pt x="4129" y="15526"/>
                  </a:lnTo>
                  <a:cubicBezTo>
                    <a:pt x="4129" y="15492"/>
                    <a:pt x="4095" y="15458"/>
                    <a:pt x="4027" y="15424"/>
                  </a:cubicBezTo>
                  <a:close/>
                  <a:moveTo>
                    <a:pt x="103" y="15902"/>
                  </a:moveTo>
                  <a:cubicBezTo>
                    <a:pt x="35" y="15902"/>
                    <a:pt x="0" y="15936"/>
                    <a:pt x="0" y="16004"/>
                  </a:cubicBezTo>
                  <a:lnTo>
                    <a:pt x="0" y="16106"/>
                  </a:lnTo>
                  <a:cubicBezTo>
                    <a:pt x="0" y="16141"/>
                    <a:pt x="35" y="16175"/>
                    <a:pt x="103" y="16175"/>
                  </a:cubicBezTo>
                  <a:cubicBezTo>
                    <a:pt x="137" y="16175"/>
                    <a:pt x="171" y="16141"/>
                    <a:pt x="171" y="16106"/>
                  </a:cubicBezTo>
                  <a:lnTo>
                    <a:pt x="171" y="16004"/>
                  </a:lnTo>
                  <a:cubicBezTo>
                    <a:pt x="171" y="15936"/>
                    <a:pt x="137" y="15902"/>
                    <a:pt x="103" y="15902"/>
                  </a:cubicBezTo>
                  <a:close/>
                  <a:moveTo>
                    <a:pt x="4027" y="16004"/>
                  </a:moveTo>
                  <a:cubicBezTo>
                    <a:pt x="3993" y="16004"/>
                    <a:pt x="3959" y="16038"/>
                    <a:pt x="3959" y="16106"/>
                  </a:cubicBezTo>
                  <a:lnTo>
                    <a:pt x="3959" y="16209"/>
                  </a:lnTo>
                  <a:cubicBezTo>
                    <a:pt x="3959" y="16277"/>
                    <a:pt x="3993" y="16311"/>
                    <a:pt x="4027" y="16311"/>
                  </a:cubicBezTo>
                  <a:cubicBezTo>
                    <a:pt x="4095" y="16311"/>
                    <a:pt x="4129" y="16277"/>
                    <a:pt x="4129" y="16209"/>
                  </a:cubicBezTo>
                  <a:lnTo>
                    <a:pt x="4129" y="16106"/>
                  </a:lnTo>
                  <a:cubicBezTo>
                    <a:pt x="4129" y="16038"/>
                    <a:pt x="4095" y="16004"/>
                    <a:pt x="4027" y="16004"/>
                  </a:cubicBezTo>
                  <a:close/>
                  <a:moveTo>
                    <a:pt x="103" y="16482"/>
                  </a:moveTo>
                  <a:cubicBezTo>
                    <a:pt x="35" y="16482"/>
                    <a:pt x="0" y="16516"/>
                    <a:pt x="0" y="16550"/>
                  </a:cubicBezTo>
                  <a:lnTo>
                    <a:pt x="0" y="16687"/>
                  </a:lnTo>
                  <a:cubicBezTo>
                    <a:pt x="0" y="16721"/>
                    <a:pt x="35" y="16755"/>
                    <a:pt x="103" y="16755"/>
                  </a:cubicBezTo>
                  <a:cubicBezTo>
                    <a:pt x="137" y="16755"/>
                    <a:pt x="171" y="16721"/>
                    <a:pt x="171" y="16687"/>
                  </a:cubicBezTo>
                  <a:lnTo>
                    <a:pt x="171" y="16550"/>
                  </a:lnTo>
                  <a:cubicBezTo>
                    <a:pt x="171" y="16516"/>
                    <a:pt x="137" y="16482"/>
                    <a:pt x="103" y="16482"/>
                  </a:cubicBezTo>
                  <a:close/>
                  <a:moveTo>
                    <a:pt x="4027" y="16584"/>
                  </a:moveTo>
                  <a:cubicBezTo>
                    <a:pt x="3993" y="16584"/>
                    <a:pt x="3959" y="16618"/>
                    <a:pt x="3959" y="16687"/>
                  </a:cubicBezTo>
                  <a:lnTo>
                    <a:pt x="3959" y="16789"/>
                  </a:lnTo>
                  <a:cubicBezTo>
                    <a:pt x="3959" y="16823"/>
                    <a:pt x="3993" y="16857"/>
                    <a:pt x="4027" y="16857"/>
                  </a:cubicBezTo>
                  <a:cubicBezTo>
                    <a:pt x="4095" y="16857"/>
                    <a:pt x="4129" y="16823"/>
                    <a:pt x="4129" y="16789"/>
                  </a:cubicBezTo>
                  <a:lnTo>
                    <a:pt x="4129" y="16687"/>
                  </a:lnTo>
                  <a:cubicBezTo>
                    <a:pt x="4129" y="16618"/>
                    <a:pt x="4095" y="16584"/>
                    <a:pt x="4027" y="16584"/>
                  </a:cubicBezTo>
                  <a:close/>
                  <a:moveTo>
                    <a:pt x="103" y="17062"/>
                  </a:moveTo>
                  <a:cubicBezTo>
                    <a:pt x="35" y="17062"/>
                    <a:pt x="0" y="17096"/>
                    <a:pt x="0" y="17130"/>
                  </a:cubicBezTo>
                  <a:lnTo>
                    <a:pt x="0" y="17233"/>
                  </a:lnTo>
                  <a:cubicBezTo>
                    <a:pt x="0" y="17301"/>
                    <a:pt x="35" y="17335"/>
                    <a:pt x="103" y="17335"/>
                  </a:cubicBezTo>
                  <a:cubicBezTo>
                    <a:pt x="137" y="17335"/>
                    <a:pt x="171" y="17301"/>
                    <a:pt x="171" y="17233"/>
                  </a:cubicBezTo>
                  <a:lnTo>
                    <a:pt x="171" y="17130"/>
                  </a:lnTo>
                  <a:cubicBezTo>
                    <a:pt x="171" y="17096"/>
                    <a:pt x="137" y="17062"/>
                    <a:pt x="103" y="17062"/>
                  </a:cubicBezTo>
                  <a:close/>
                  <a:moveTo>
                    <a:pt x="4027" y="17164"/>
                  </a:moveTo>
                  <a:cubicBezTo>
                    <a:pt x="3993" y="17164"/>
                    <a:pt x="3959" y="17198"/>
                    <a:pt x="3959" y="17233"/>
                  </a:cubicBezTo>
                  <a:lnTo>
                    <a:pt x="3959" y="17369"/>
                  </a:lnTo>
                  <a:cubicBezTo>
                    <a:pt x="3959" y="17403"/>
                    <a:pt x="3993" y="17437"/>
                    <a:pt x="4027" y="17437"/>
                  </a:cubicBezTo>
                  <a:cubicBezTo>
                    <a:pt x="4095" y="17437"/>
                    <a:pt x="4129" y="17403"/>
                    <a:pt x="4129" y="17369"/>
                  </a:cubicBezTo>
                  <a:lnTo>
                    <a:pt x="4129" y="17233"/>
                  </a:lnTo>
                  <a:cubicBezTo>
                    <a:pt x="4129" y="17198"/>
                    <a:pt x="4095" y="17164"/>
                    <a:pt x="4027" y="17164"/>
                  </a:cubicBezTo>
                  <a:close/>
                  <a:moveTo>
                    <a:pt x="103" y="17608"/>
                  </a:moveTo>
                  <a:cubicBezTo>
                    <a:pt x="35" y="17608"/>
                    <a:pt x="0" y="17642"/>
                    <a:pt x="0" y="17710"/>
                  </a:cubicBezTo>
                  <a:lnTo>
                    <a:pt x="0" y="17813"/>
                  </a:lnTo>
                  <a:cubicBezTo>
                    <a:pt x="0" y="17881"/>
                    <a:pt x="35" y="17915"/>
                    <a:pt x="103" y="17915"/>
                  </a:cubicBezTo>
                  <a:cubicBezTo>
                    <a:pt x="137" y="17915"/>
                    <a:pt x="171" y="17881"/>
                    <a:pt x="171" y="17813"/>
                  </a:cubicBezTo>
                  <a:lnTo>
                    <a:pt x="171" y="17710"/>
                  </a:lnTo>
                  <a:cubicBezTo>
                    <a:pt x="171" y="17642"/>
                    <a:pt x="137" y="17608"/>
                    <a:pt x="103" y="17608"/>
                  </a:cubicBezTo>
                  <a:close/>
                  <a:moveTo>
                    <a:pt x="4027" y="17744"/>
                  </a:moveTo>
                  <a:cubicBezTo>
                    <a:pt x="3993" y="17744"/>
                    <a:pt x="3959" y="17779"/>
                    <a:pt x="3959" y="17813"/>
                  </a:cubicBezTo>
                  <a:lnTo>
                    <a:pt x="3959" y="17915"/>
                  </a:lnTo>
                  <a:cubicBezTo>
                    <a:pt x="3959" y="17983"/>
                    <a:pt x="3993" y="18017"/>
                    <a:pt x="4027" y="18017"/>
                  </a:cubicBezTo>
                  <a:cubicBezTo>
                    <a:pt x="4095" y="18017"/>
                    <a:pt x="4129" y="17983"/>
                    <a:pt x="4129" y="17915"/>
                  </a:cubicBezTo>
                  <a:lnTo>
                    <a:pt x="4129" y="17813"/>
                  </a:lnTo>
                  <a:cubicBezTo>
                    <a:pt x="4129" y="17779"/>
                    <a:pt x="4095" y="17744"/>
                    <a:pt x="4027" y="17744"/>
                  </a:cubicBezTo>
                  <a:close/>
                  <a:moveTo>
                    <a:pt x="103" y="18188"/>
                  </a:moveTo>
                  <a:cubicBezTo>
                    <a:pt x="35" y="18188"/>
                    <a:pt x="0" y="18222"/>
                    <a:pt x="0" y="18290"/>
                  </a:cubicBezTo>
                  <a:lnTo>
                    <a:pt x="0" y="18393"/>
                  </a:lnTo>
                  <a:cubicBezTo>
                    <a:pt x="0" y="18427"/>
                    <a:pt x="35" y="18461"/>
                    <a:pt x="103" y="18461"/>
                  </a:cubicBezTo>
                  <a:cubicBezTo>
                    <a:pt x="137" y="18461"/>
                    <a:pt x="171" y="18427"/>
                    <a:pt x="171" y="18393"/>
                  </a:cubicBezTo>
                  <a:lnTo>
                    <a:pt x="171" y="18290"/>
                  </a:lnTo>
                  <a:cubicBezTo>
                    <a:pt x="171" y="18222"/>
                    <a:pt x="137" y="18188"/>
                    <a:pt x="103" y="18188"/>
                  </a:cubicBezTo>
                  <a:close/>
                  <a:moveTo>
                    <a:pt x="4027" y="18290"/>
                  </a:moveTo>
                  <a:cubicBezTo>
                    <a:pt x="3993" y="18290"/>
                    <a:pt x="3959" y="18324"/>
                    <a:pt x="3959" y="18393"/>
                  </a:cubicBezTo>
                  <a:lnTo>
                    <a:pt x="3959" y="18495"/>
                  </a:lnTo>
                  <a:cubicBezTo>
                    <a:pt x="3959" y="18563"/>
                    <a:pt x="3993" y="18597"/>
                    <a:pt x="4027" y="18597"/>
                  </a:cubicBezTo>
                  <a:cubicBezTo>
                    <a:pt x="4095" y="18597"/>
                    <a:pt x="4129" y="18563"/>
                    <a:pt x="4129" y="18495"/>
                  </a:cubicBezTo>
                  <a:lnTo>
                    <a:pt x="4129" y="18393"/>
                  </a:lnTo>
                  <a:cubicBezTo>
                    <a:pt x="4129" y="18359"/>
                    <a:pt x="4095" y="18290"/>
                    <a:pt x="4027" y="18290"/>
                  </a:cubicBezTo>
                  <a:close/>
                  <a:moveTo>
                    <a:pt x="103" y="18768"/>
                  </a:moveTo>
                  <a:cubicBezTo>
                    <a:pt x="35" y="18768"/>
                    <a:pt x="0" y="18802"/>
                    <a:pt x="0" y="18836"/>
                  </a:cubicBezTo>
                  <a:lnTo>
                    <a:pt x="0" y="18973"/>
                  </a:lnTo>
                  <a:cubicBezTo>
                    <a:pt x="0" y="19007"/>
                    <a:pt x="35" y="19041"/>
                    <a:pt x="103" y="19041"/>
                  </a:cubicBezTo>
                  <a:cubicBezTo>
                    <a:pt x="137" y="19041"/>
                    <a:pt x="171" y="19007"/>
                    <a:pt x="171" y="18973"/>
                  </a:cubicBezTo>
                  <a:lnTo>
                    <a:pt x="171" y="18836"/>
                  </a:lnTo>
                  <a:cubicBezTo>
                    <a:pt x="171" y="18802"/>
                    <a:pt x="137" y="18768"/>
                    <a:pt x="103" y="18768"/>
                  </a:cubicBezTo>
                  <a:close/>
                  <a:moveTo>
                    <a:pt x="4027" y="18870"/>
                  </a:moveTo>
                  <a:cubicBezTo>
                    <a:pt x="3993" y="18870"/>
                    <a:pt x="3959" y="18905"/>
                    <a:pt x="3959" y="18973"/>
                  </a:cubicBezTo>
                  <a:lnTo>
                    <a:pt x="3959" y="19075"/>
                  </a:lnTo>
                  <a:cubicBezTo>
                    <a:pt x="3959" y="19109"/>
                    <a:pt x="3993" y="19178"/>
                    <a:pt x="4027" y="19178"/>
                  </a:cubicBezTo>
                  <a:cubicBezTo>
                    <a:pt x="4095" y="19178"/>
                    <a:pt x="4129" y="19109"/>
                    <a:pt x="4129" y="19075"/>
                  </a:cubicBezTo>
                  <a:lnTo>
                    <a:pt x="4129" y="18973"/>
                  </a:lnTo>
                  <a:cubicBezTo>
                    <a:pt x="4129" y="18905"/>
                    <a:pt x="4095" y="18870"/>
                    <a:pt x="4027" y="18870"/>
                  </a:cubicBezTo>
                  <a:close/>
                  <a:moveTo>
                    <a:pt x="103" y="19348"/>
                  </a:moveTo>
                  <a:cubicBezTo>
                    <a:pt x="35" y="19348"/>
                    <a:pt x="0" y="19382"/>
                    <a:pt x="0" y="19416"/>
                  </a:cubicBezTo>
                  <a:lnTo>
                    <a:pt x="0" y="19553"/>
                  </a:lnTo>
                  <a:cubicBezTo>
                    <a:pt x="0" y="19587"/>
                    <a:pt x="35" y="19621"/>
                    <a:pt x="103" y="19621"/>
                  </a:cubicBezTo>
                  <a:cubicBezTo>
                    <a:pt x="137" y="19621"/>
                    <a:pt x="171" y="19587"/>
                    <a:pt x="171" y="19553"/>
                  </a:cubicBezTo>
                  <a:lnTo>
                    <a:pt x="171" y="19416"/>
                  </a:lnTo>
                  <a:cubicBezTo>
                    <a:pt x="171" y="19382"/>
                    <a:pt x="137" y="19348"/>
                    <a:pt x="103" y="19348"/>
                  </a:cubicBezTo>
                  <a:close/>
                  <a:moveTo>
                    <a:pt x="4027" y="19451"/>
                  </a:moveTo>
                  <a:cubicBezTo>
                    <a:pt x="3993" y="19451"/>
                    <a:pt x="3959" y="19485"/>
                    <a:pt x="3959" y="19519"/>
                  </a:cubicBezTo>
                  <a:lnTo>
                    <a:pt x="3959" y="19655"/>
                  </a:lnTo>
                  <a:cubicBezTo>
                    <a:pt x="3959" y="19689"/>
                    <a:pt x="3993" y="19724"/>
                    <a:pt x="4027" y="19724"/>
                  </a:cubicBezTo>
                  <a:cubicBezTo>
                    <a:pt x="4095" y="19724"/>
                    <a:pt x="4129" y="19689"/>
                    <a:pt x="4129" y="19655"/>
                  </a:cubicBezTo>
                  <a:lnTo>
                    <a:pt x="4129" y="19519"/>
                  </a:lnTo>
                  <a:cubicBezTo>
                    <a:pt x="4129" y="19485"/>
                    <a:pt x="4095" y="19451"/>
                    <a:pt x="4027" y="19451"/>
                  </a:cubicBezTo>
                  <a:close/>
                  <a:moveTo>
                    <a:pt x="103" y="19894"/>
                  </a:moveTo>
                  <a:cubicBezTo>
                    <a:pt x="35" y="19894"/>
                    <a:pt x="0" y="19962"/>
                    <a:pt x="0" y="19997"/>
                  </a:cubicBezTo>
                  <a:lnTo>
                    <a:pt x="0" y="20099"/>
                  </a:lnTo>
                  <a:cubicBezTo>
                    <a:pt x="0" y="20167"/>
                    <a:pt x="35" y="20201"/>
                    <a:pt x="103" y="20201"/>
                  </a:cubicBezTo>
                  <a:cubicBezTo>
                    <a:pt x="137" y="20201"/>
                    <a:pt x="171" y="20167"/>
                    <a:pt x="171" y="20099"/>
                  </a:cubicBezTo>
                  <a:lnTo>
                    <a:pt x="171" y="19997"/>
                  </a:lnTo>
                  <a:cubicBezTo>
                    <a:pt x="171" y="19962"/>
                    <a:pt x="137" y="19894"/>
                    <a:pt x="103" y="19894"/>
                  </a:cubicBezTo>
                  <a:close/>
                  <a:moveTo>
                    <a:pt x="4027" y="20031"/>
                  </a:moveTo>
                  <a:cubicBezTo>
                    <a:pt x="3993" y="20031"/>
                    <a:pt x="3959" y="20065"/>
                    <a:pt x="3959" y="20099"/>
                  </a:cubicBezTo>
                  <a:lnTo>
                    <a:pt x="3959" y="20235"/>
                  </a:lnTo>
                  <a:cubicBezTo>
                    <a:pt x="3959" y="20269"/>
                    <a:pt x="3993" y="20304"/>
                    <a:pt x="4027" y="20304"/>
                  </a:cubicBezTo>
                  <a:cubicBezTo>
                    <a:pt x="4061" y="20304"/>
                    <a:pt x="4129" y="20269"/>
                    <a:pt x="4129" y="20235"/>
                  </a:cubicBezTo>
                  <a:lnTo>
                    <a:pt x="4129" y="20099"/>
                  </a:lnTo>
                  <a:cubicBezTo>
                    <a:pt x="4129" y="20065"/>
                    <a:pt x="4095" y="20031"/>
                    <a:pt x="4027" y="20031"/>
                  </a:cubicBezTo>
                  <a:close/>
                  <a:moveTo>
                    <a:pt x="103" y="20474"/>
                  </a:moveTo>
                  <a:cubicBezTo>
                    <a:pt x="35" y="20474"/>
                    <a:pt x="0" y="20508"/>
                    <a:pt x="0" y="20577"/>
                  </a:cubicBezTo>
                  <a:lnTo>
                    <a:pt x="0" y="20679"/>
                  </a:lnTo>
                  <a:cubicBezTo>
                    <a:pt x="0" y="20713"/>
                    <a:pt x="35" y="20781"/>
                    <a:pt x="103" y="20781"/>
                  </a:cubicBezTo>
                  <a:cubicBezTo>
                    <a:pt x="137" y="20781"/>
                    <a:pt x="171" y="20713"/>
                    <a:pt x="171" y="20679"/>
                  </a:cubicBezTo>
                  <a:lnTo>
                    <a:pt x="171" y="20577"/>
                  </a:lnTo>
                  <a:cubicBezTo>
                    <a:pt x="171" y="20508"/>
                    <a:pt x="137" y="20474"/>
                    <a:pt x="103" y="20474"/>
                  </a:cubicBezTo>
                  <a:close/>
                  <a:moveTo>
                    <a:pt x="4027" y="20577"/>
                  </a:moveTo>
                  <a:cubicBezTo>
                    <a:pt x="3993" y="20577"/>
                    <a:pt x="3959" y="20645"/>
                    <a:pt x="3959" y="20679"/>
                  </a:cubicBezTo>
                  <a:lnTo>
                    <a:pt x="3959" y="20781"/>
                  </a:lnTo>
                  <a:cubicBezTo>
                    <a:pt x="3959" y="20850"/>
                    <a:pt x="3993" y="20884"/>
                    <a:pt x="4027" y="20884"/>
                  </a:cubicBezTo>
                  <a:cubicBezTo>
                    <a:pt x="4061" y="20884"/>
                    <a:pt x="4129" y="20850"/>
                    <a:pt x="4129" y="20781"/>
                  </a:cubicBezTo>
                  <a:lnTo>
                    <a:pt x="4129" y="20679"/>
                  </a:lnTo>
                  <a:cubicBezTo>
                    <a:pt x="4129" y="20645"/>
                    <a:pt x="4061" y="20577"/>
                    <a:pt x="4027" y="20577"/>
                  </a:cubicBezTo>
                  <a:close/>
                  <a:moveTo>
                    <a:pt x="103" y="21054"/>
                  </a:moveTo>
                  <a:cubicBezTo>
                    <a:pt x="35" y="21054"/>
                    <a:pt x="0" y="21088"/>
                    <a:pt x="0" y="21157"/>
                  </a:cubicBezTo>
                  <a:lnTo>
                    <a:pt x="0" y="21259"/>
                  </a:lnTo>
                  <a:cubicBezTo>
                    <a:pt x="0" y="21293"/>
                    <a:pt x="35" y="21327"/>
                    <a:pt x="103" y="21327"/>
                  </a:cubicBezTo>
                  <a:cubicBezTo>
                    <a:pt x="137" y="21327"/>
                    <a:pt x="171" y="21293"/>
                    <a:pt x="171" y="21259"/>
                  </a:cubicBezTo>
                  <a:lnTo>
                    <a:pt x="171" y="21157"/>
                  </a:lnTo>
                  <a:cubicBezTo>
                    <a:pt x="171" y="21088"/>
                    <a:pt x="137" y="21054"/>
                    <a:pt x="103" y="21054"/>
                  </a:cubicBezTo>
                  <a:close/>
                  <a:moveTo>
                    <a:pt x="4027" y="21157"/>
                  </a:moveTo>
                  <a:cubicBezTo>
                    <a:pt x="3993" y="21157"/>
                    <a:pt x="3959" y="21191"/>
                    <a:pt x="3959" y="21259"/>
                  </a:cubicBezTo>
                  <a:lnTo>
                    <a:pt x="3959" y="21361"/>
                  </a:lnTo>
                  <a:cubicBezTo>
                    <a:pt x="3925" y="21396"/>
                    <a:pt x="3993" y="21464"/>
                    <a:pt x="4027" y="21464"/>
                  </a:cubicBezTo>
                  <a:cubicBezTo>
                    <a:pt x="4061" y="21464"/>
                    <a:pt x="4129" y="21430"/>
                    <a:pt x="4129" y="21361"/>
                  </a:cubicBezTo>
                  <a:lnTo>
                    <a:pt x="4129" y="21259"/>
                  </a:lnTo>
                  <a:cubicBezTo>
                    <a:pt x="4129" y="21191"/>
                    <a:pt x="4061" y="21157"/>
                    <a:pt x="4027" y="21157"/>
                  </a:cubicBezTo>
                  <a:close/>
                  <a:moveTo>
                    <a:pt x="103" y="21634"/>
                  </a:moveTo>
                  <a:cubicBezTo>
                    <a:pt x="35" y="21634"/>
                    <a:pt x="0" y="21669"/>
                    <a:pt x="0" y="21703"/>
                  </a:cubicBezTo>
                  <a:lnTo>
                    <a:pt x="0" y="21839"/>
                  </a:lnTo>
                  <a:cubicBezTo>
                    <a:pt x="0" y="21873"/>
                    <a:pt x="35" y="21907"/>
                    <a:pt x="103" y="21907"/>
                  </a:cubicBezTo>
                  <a:cubicBezTo>
                    <a:pt x="137" y="21907"/>
                    <a:pt x="171" y="21873"/>
                    <a:pt x="171" y="21839"/>
                  </a:cubicBezTo>
                  <a:lnTo>
                    <a:pt x="171" y="21703"/>
                  </a:lnTo>
                  <a:cubicBezTo>
                    <a:pt x="171" y="21669"/>
                    <a:pt x="137" y="21634"/>
                    <a:pt x="103" y="21634"/>
                  </a:cubicBezTo>
                  <a:close/>
                  <a:moveTo>
                    <a:pt x="4027" y="21737"/>
                  </a:moveTo>
                  <a:cubicBezTo>
                    <a:pt x="3993" y="21737"/>
                    <a:pt x="3925" y="21771"/>
                    <a:pt x="3925" y="21839"/>
                  </a:cubicBezTo>
                  <a:lnTo>
                    <a:pt x="3925" y="21942"/>
                  </a:lnTo>
                  <a:cubicBezTo>
                    <a:pt x="3925" y="21976"/>
                    <a:pt x="3993" y="22010"/>
                    <a:pt x="4027" y="22010"/>
                  </a:cubicBezTo>
                  <a:cubicBezTo>
                    <a:pt x="4061" y="22010"/>
                    <a:pt x="4095" y="21976"/>
                    <a:pt x="4095" y="21942"/>
                  </a:cubicBezTo>
                  <a:lnTo>
                    <a:pt x="4095" y="21839"/>
                  </a:lnTo>
                  <a:cubicBezTo>
                    <a:pt x="4095" y="21771"/>
                    <a:pt x="4061" y="21737"/>
                    <a:pt x="4027" y="21737"/>
                  </a:cubicBezTo>
                  <a:close/>
                  <a:moveTo>
                    <a:pt x="103" y="22215"/>
                  </a:moveTo>
                  <a:cubicBezTo>
                    <a:pt x="35" y="22215"/>
                    <a:pt x="0" y="22249"/>
                    <a:pt x="0" y="22283"/>
                  </a:cubicBezTo>
                  <a:lnTo>
                    <a:pt x="0" y="22385"/>
                  </a:lnTo>
                  <a:cubicBezTo>
                    <a:pt x="0" y="22453"/>
                    <a:pt x="35" y="22487"/>
                    <a:pt x="103" y="22487"/>
                  </a:cubicBezTo>
                  <a:cubicBezTo>
                    <a:pt x="137" y="22487"/>
                    <a:pt x="171" y="22453"/>
                    <a:pt x="171" y="22385"/>
                  </a:cubicBezTo>
                  <a:lnTo>
                    <a:pt x="171" y="22283"/>
                  </a:lnTo>
                  <a:cubicBezTo>
                    <a:pt x="171" y="22249"/>
                    <a:pt x="137" y="22215"/>
                    <a:pt x="103" y="22215"/>
                  </a:cubicBezTo>
                  <a:close/>
                  <a:moveTo>
                    <a:pt x="4027" y="22317"/>
                  </a:moveTo>
                  <a:cubicBezTo>
                    <a:pt x="3993" y="22317"/>
                    <a:pt x="3925" y="22351"/>
                    <a:pt x="3925" y="22385"/>
                  </a:cubicBezTo>
                  <a:lnTo>
                    <a:pt x="3925" y="22522"/>
                  </a:lnTo>
                  <a:cubicBezTo>
                    <a:pt x="3925" y="22556"/>
                    <a:pt x="3993" y="22590"/>
                    <a:pt x="4027" y="22590"/>
                  </a:cubicBezTo>
                  <a:cubicBezTo>
                    <a:pt x="4061" y="22590"/>
                    <a:pt x="4095" y="22556"/>
                    <a:pt x="4095" y="22522"/>
                  </a:cubicBezTo>
                  <a:lnTo>
                    <a:pt x="4095" y="22385"/>
                  </a:lnTo>
                  <a:cubicBezTo>
                    <a:pt x="4095" y="22351"/>
                    <a:pt x="4061" y="22317"/>
                    <a:pt x="4027" y="22317"/>
                  </a:cubicBezTo>
                  <a:close/>
                  <a:moveTo>
                    <a:pt x="103" y="22760"/>
                  </a:moveTo>
                  <a:cubicBezTo>
                    <a:pt x="35" y="22760"/>
                    <a:pt x="0" y="22795"/>
                    <a:pt x="0" y="22863"/>
                  </a:cubicBezTo>
                  <a:lnTo>
                    <a:pt x="0" y="22965"/>
                  </a:lnTo>
                  <a:cubicBezTo>
                    <a:pt x="0" y="23033"/>
                    <a:pt x="35" y="23068"/>
                    <a:pt x="103" y="23068"/>
                  </a:cubicBezTo>
                  <a:cubicBezTo>
                    <a:pt x="137" y="23068"/>
                    <a:pt x="171" y="23033"/>
                    <a:pt x="171" y="22965"/>
                  </a:cubicBezTo>
                  <a:lnTo>
                    <a:pt x="171" y="22863"/>
                  </a:lnTo>
                  <a:cubicBezTo>
                    <a:pt x="171" y="22795"/>
                    <a:pt x="137" y="22760"/>
                    <a:pt x="103" y="22760"/>
                  </a:cubicBezTo>
                  <a:close/>
                  <a:moveTo>
                    <a:pt x="4027" y="22897"/>
                  </a:moveTo>
                  <a:cubicBezTo>
                    <a:pt x="3993" y="22897"/>
                    <a:pt x="3925" y="22931"/>
                    <a:pt x="3925" y="22965"/>
                  </a:cubicBezTo>
                  <a:lnTo>
                    <a:pt x="3925" y="23068"/>
                  </a:lnTo>
                  <a:cubicBezTo>
                    <a:pt x="3925" y="23136"/>
                    <a:pt x="3959" y="23170"/>
                    <a:pt x="4027" y="23170"/>
                  </a:cubicBezTo>
                  <a:cubicBezTo>
                    <a:pt x="4061" y="23170"/>
                    <a:pt x="4095" y="23136"/>
                    <a:pt x="4095" y="23068"/>
                  </a:cubicBezTo>
                  <a:lnTo>
                    <a:pt x="4095" y="22965"/>
                  </a:lnTo>
                  <a:cubicBezTo>
                    <a:pt x="4095" y="22931"/>
                    <a:pt x="4061" y="22897"/>
                    <a:pt x="4027" y="22897"/>
                  </a:cubicBezTo>
                  <a:close/>
                  <a:moveTo>
                    <a:pt x="103" y="23341"/>
                  </a:moveTo>
                  <a:cubicBezTo>
                    <a:pt x="35" y="23341"/>
                    <a:pt x="0" y="23375"/>
                    <a:pt x="0" y="23443"/>
                  </a:cubicBezTo>
                  <a:lnTo>
                    <a:pt x="0" y="23545"/>
                  </a:lnTo>
                  <a:cubicBezTo>
                    <a:pt x="0" y="23579"/>
                    <a:pt x="35" y="23614"/>
                    <a:pt x="103" y="23614"/>
                  </a:cubicBezTo>
                  <a:cubicBezTo>
                    <a:pt x="137" y="23614"/>
                    <a:pt x="171" y="23579"/>
                    <a:pt x="171" y="23545"/>
                  </a:cubicBezTo>
                  <a:lnTo>
                    <a:pt x="171" y="23443"/>
                  </a:lnTo>
                  <a:cubicBezTo>
                    <a:pt x="171" y="23375"/>
                    <a:pt x="137" y="23341"/>
                    <a:pt x="103" y="23341"/>
                  </a:cubicBezTo>
                  <a:close/>
                  <a:moveTo>
                    <a:pt x="4027" y="23443"/>
                  </a:moveTo>
                  <a:cubicBezTo>
                    <a:pt x="3959" y="23443"/>
                    <a:pt x="3925" y="23477"/>
                    <a:pt x="3925" y="23545"/>
                  </a:cubicBezTo>
                  <a:lnTo>
                    <a:pt x="3925" y="23648"/>
                  </a:lnTo>
                  <a:cubicBezTo>
                    <a:pt x="3925" y="23716"/>
                    <a:pt x="3959" y="23750"/>
                    <a:pt x="4027" y="23750"/>
                  </a:cubicBezTo>
                  <a:cubicBezTo>
                    <a:pt x="4061" y="23750"/>
                    <a:pt x="4095" y="23716"/>
                    <a:pt x="4095" y="23648"/>
                  </a:cubicBezTo>
                  <a:lnTo>
                    <a:pt x="4095" y="23545"/>
                  </a:lnTo>
                  <a:cubicBezTo>
                    <a:pt x="4095" y="23511"/>
                    <a:pt x="4061" y="23443"/>
                    <a:pt x="4027" y="23443"/>
                  </a:cubicBezTo>
                  <a:close/>
                  <a:moveTo>
                    <a:pt x="103" y="23921"/>
                  </a:moveTo>
                  <a:cubicBezTo>
                    <a:pt x="35" y="23921"/>
                    <a:pt x="0" y="23955"/>
                    <a:pt x="0" y="23989"/>
                  </a:cubicBezTo>
                  <a:lnTo>
                    <a:pt x="0" y="24125"/>
                  </a:lnTo>
                  <a:cubicBezTo>
                    <a:pt x="0" y="24160"/>
                    <a:pt x="35" y="24194"/>
                    <a:pt x="103" y="24194"/>
                  </a:cubicBezTo>
                  <a:cubicBezTo>
                    <a:pt x="137" y="24194"/>
                    <a:pt x="171" y="24160"/>
                    <a:pt x="171" y="24125"/>
                  </a:cubicBezTo>
                  <a:lnTo>
                    <a:pt x="171" y="23989"/>
                  </a:lnTo>
                  <a:cubicBezTo>
                    <a:pt x="171" y="23955"/>
                    <a:pt x="137" y="23921"/>
                    <a:pt x="103" y="23921"/>
                  </a:cubicBezTo>
                  <a:close/>
                  <a:moveTo>
                    <a:pt x="4027" y="24023"/>
                  </a:moveTo>
                  <a:cubicBezTo>
                    <a:pt x="3959" y="24023"/>
                    <a:pt x="3925" y="24057"/>
                    <a:pt x="3925" y="24125"/>
                  </a:cubicBezTo>
                  <a:lnTo>
                    <a:pt x="3925" y="24228"/>
                  </a:lnTo>
                  <a:cubicBezTo>
                    <a:pt x="3925" y="24262"/>
                    <a:pt x="3959" y="24330"/>
                    <a:pt x="4027" y="24330"/>
                  </a:cubicBezTo>
                  <a:cubicBezTo>
                    <a:pt x="4061" y="24330"/>
                    <a:pt x="4095" y="24262"/>
                    <a:pt x="4095" y="24228"/>
                  </a:cubicBezTo>
                  <a:lnTo>
                    <a:pt x="4095" y="24125"/>
                  </a:lnTo>
                  <a:cubicBezTo>
                    <a:pt x="4095" y="24057"/>
                    <a:pt x="4061" y="24023"/>
                    <a:pt x="4027" y="24023"/>
                  </a:cubicBezTo>
                  <a:close/>
                  <a:moveTo>
                    <a:pt x="103" y="24501"/>
                  </a:moveTo>
                  <a:cubicBezTo>
                    <a:pt x="35" y="24501"/>
                    <a:pt x="0" y="24535"/>
                    <a:pt x="0" y="24569"/>
                  </a:cubicBezTo>
                  <a:lnTo>
                    <a:pt x="0" y="24706"/>
                  </a:lnTo>
                  <a:cubicBezTo>
                    <a:pt x="0" y="24740"/>
                    <a:pt x="35" y="24774"/>
                    <a:pt x="103" y="24774"/>
                  </a:cubicBezTo>
                  <a:cubicBezTo>
                    <a:pt x="137" y="24774"/>
                    <a:pt x="171" y="24740"/>
                    <a:pt x="171" y="24706"/>
                  </a:cubicBezTo>
                  <a:lnTo>
                    <a:pt x="171" y="24569"/>
                  </a:lnTo>
                  <a:cubicBezTo>
                    <a:pt x="171" y="24535"/>
                    <a:pt x="137" y="24501"/>
                    <a:pt x="103" y="24501"/>
                  </a:cubicBezTo>
                  <a:close/>
                  <a:moveTo>
                    <a:pt x="4027" y="24603"/>
                  </a:moveTo>
                  <a:cubicBezTo>
                    <a:pt x="3959" y="24603"/>
                    <a:pt x="3925" y="24637"/>
                    <a:pt x="3925" y="24671"/>
                  </a:cubicBezTo>
                  <a:lnTo>
                    <a:pt x="3925" y="24808"/>
                  </a:lnTo>
                  <a:cubicBezTo>
                    <a:pt x="3925" y="24842"/>
                    <a:pt x="3959" y="24876"/>
                    <a:pt x="4027" y="24876"/>
                  </a:cubicBezTo>
                  <a:cubicBezTo>
                    <a:pt x="4061" y="24876"/>
                    <a:pt x="4095" y="24842"/>
                    <a:pt x="4095" y="24808"/>
                  </a:cubicBezTo>
                  <a:lnTo>
                    <a:pt x="4095" y="24671"/>
                  </a:lnTo>
                  <a:cubicBezTo>
                    <a:pt x="4095" y="24637"/>
                    <a:pt x="4061" y="24603"/>
                    <a:pt x="4027" y="24603"/>
                  </a:cubicBezTo>
                  <a:close/>
                  <a:moveTo>
                    <a:pt x="103" y="25047"/>
                  </a:moveTo>
                  <a:cubicBezTo>
                    <a:pt x="35" y="25047"/>
                    <a:pt x="0" y="25115"/>
                    <a:pt x="0" y="25149"/>
                  </a:cubicBezTo>
                  <a:lnTo>
                    <a:pt x="0" y="25251"/>
                  </a:lnTo>
                  <a:cubicBezTo>
                    <a:pt x="0" y="25320"/>
                    <a:pt x="35" y="25354"/>
                    <a:pt x="103" y="25354"/>
                  </a:cubicBezTo>
                  <a:cubicBezTo>
                    <a:pt x="137" y="25354"/>
                    <a:pt x="171" y="25320"/>
                    <a:pt x="171" y="25251"/>
                  </a:cubicBezTo>
                  <a:lnTo>
                    <a:pt x="171" y="25149"/>
                  </a:lnTo>
                  <a:cubicBezTo>
                    <a:pt x="171" y="25115"/>
                    <a:pt x="137" y="25047"/>
                    <a:pt x="103" y="25047"/>
                  </a:cubicBezTo>
                  <a:close/>
                  <a:moveTo>
                    <a:pt x="4027" y="25183"/>
                  </a:moveTo>
                  <a:cubicBezTo>
                    <a:pt x="3959" y="25183"/>
                    <a:pt x="3925" y="25217"/>
                    <a:pt x="3925" y="25251"/>
                  </a:cubicBezTo>
                  <a:lnTo>
                    <a:pt x="3925" y="25388"/>
                  </a:lnTo>
                  <a:cubicBezTo>
                    <a:pt x="3925" y="25422"/>
                    <a:pt x="3959" y="25456"/>
                    <a:pt x="4027" y="25456"/>
                  </a:cubicBezTo>
                  <a:cubicBezTo>
                    <a:pt x="4061" y="25456"/>
                    <a:pt x="4095" y="25422"/>
                    <a:pt x="4095" y="25388"/>
                  </a:cubicBezTo>
                  <a:lnTo>
                    <a:pt x="4095" y="25251"/>
                  </a:lnTo>
                  <a:cubicBezTo>
                    <a:pt x="4095" y="25217"/>
                    <a:pt x="4061" y="25183"/>
                    <a:pt x="4027" y="25183"/>
                  </a:cubicBezTo>
                  <a:close/>
                  <a:moveTo>
                    <a:pt x="103" y="25627"/>
                  </a:moveTo>
                  <a:cubicBezTo>
                    <a:pt x="35" y="25627"/>
                    <a:pt x="0" y="25661"/>
                    <a:pt x="0" y="25729"/>
                  </a:cubicBezTo>
                  <a:lnTo>
                    <a:pt x="0" y="25832"/>
                  </a:lnTo>
                  <a:cubicBezTo>
                    <a:pt x="0" y="25866"/>
                    <a:pt x="35" y="25934"/>
                    <a:pt x="103" y="25934"/>
                  </a:cubicBezTo>
                  <a:cubicBezTo>
                    <a:pt x="137" y="25934"/>
                    <a:pt x="171" y="25866"/>
                    <a:pt x="171" y="25832"/>
                  </a:cubicBezTo>
                  <a:lnTo>
                    <a:pt x="171" y="25729"/>
                  </a:lnTo>
                  <a:cubicBezTo>
                    <a:pt x="171" y="25661"/>
                    <a:pt x="137" y="25627"/>
                    <a:pt x="103" y="25627"/>
                  </a:cubicBezTo>
                  <a:close/>
                  <a:moveTo>
                    <a:pt x="4027" y="25729"/>
                  </a:moveTo>
                  <a:cubicBezTo>
                    <a:pt x="3959" y="25729"/>
                    <a:pt x="3925" y="25797"/>
                    <a:pt x="3925" y="25832"/>
                  </a:cubicBezTo>
                  <a:lnTo>
                    <a:pt x="3925" y="25934"/>
                  </a:lnTo>
                  <a:cubicBezTo>
                    <a:pt x="3925" y="26002"/>
                    <a:pt x="3959" y="26036"/>
                    <a:pt x="4027" y="26036"/>
                  </a:cubicBezTo>
                  <a:cubicBezTo>
                    <a:pt x="4061" y="26036"/>
                    <a:pt x="4095" y="26002"/>
                    <a:pt x="4095" y="25934"/>
                  </a:cubicBezTo>
                  <a:lnTo>
                    <a:pt x="4095" y="25832"/>
                  </a:lnTo>
                  <a:cubicBezTo>
                    <a:pt x="4095" y="25797"/>
                    <a:pt x="4061" y="25729"/>
                    <a:pt x="4027" y="25729"/>
                  </a:cubicBezTo>
                  <a:close/>
                  <a:moveTo>
                    <a:pt x="103" y="26207"/>
                  </a:moveTo>
                  <a:cubicBezTo>
                    <a:pt x="35" y="26207"/>
                    <a:pt x="0" y="26241"/>
                    <a:pt x="0" y="26309"/>
                  </a:cubicBezTo>
                  <a:lnTo>
                    <a:pt x="0" y="26412"/>
                  </a:lnTo>
                  <a:cubicBezTo>
                    <a:pt x="0" y="26446"/>
                    <a:pt x="35" y="26480"/>
                    <a:pt x="103" y="26480"/>
                  </a:cubicBezTo>
                  <a:cubicBezTo>
                    <a:pt x="137" y="26480"/>
                    <a:pt x="171" y="26446"/>
                    <a:pt x="171" y="26412"/>
                  </a:cubicBezTo>
                  <a:lnTo>
                    <a:pt x="171" y="26309"/>
                  </a:lnTo>
                  <a:cubicBezTo>
                    <a:pt x="171" y="26241"/>
                    <a:pt x="137" y="26207"/>
                    <a:pt x="103" y="26207"/>
                  </a:cubicBezTo>
                  <a:close/>
                  <a:moveTo>
                    <a:pt x="4027" y="26309"/>
                  </a:moveTo>
                  <a:cubicBezTo>
                    <a:pt x="3959" y="26309"/>
                    <a:pt x="3925" y="26343"/>
                    <a:pt x="3925" y="26412"/>
                  </a:cubicBezTo>
                  <a:lnTo>
                    <a:pt x="3925" y="26514"/>
                  </a:lnTo>
                  <a:cubicBezTo>
                    <a:pt x="3925" y="26582"/>
                    <a:pt x="3959" y="26616"/>
                    <a:pt x="4027" y="26616"/>
                  </a:cubicBezTo>
                  <a:cubicBezTo>
                    <a:pt x="4061" y="26616"/>
                    <a:pt x="4095" y="26582"/>
                    <a:pt x="4095" y="26514"/>
                  </a:cubicBezTo>
                  <a:lnTo>
                    <a:pt x="4095" y="26412"/>
                  </a:lnTo>
                  <a:cubicBezTo>
                    <a:pt x="4095" y="26343"/>
                    <a:pt x="4061" y="26309"/>
                    <a:pt x="4027" y="26309"/>
                  </a:cubicBezTo>
                  <a:close/>
                  <a:moveTo>
                    <a:pt x="103" y="26787"/>
                  </a:moveTo>
                  <a:cubicBezTo>
                    <a:pt x="35" y="26787"/>
                    <a:pt x="0" y="26821"/>
                    <a:pt x="0" y="26855"/>
                  </a:cubicBezTo>
                  <a:lnTo>
                    <a:pt x="0" y="26992"/>
                  </a:lnTo>
                  <a:cubicBezTo>
                    <a:pt x="0" y="27026"/>
                    <a:pt x="35" y="27060"/>
                    <a:pt x="103" y="27060"/>
                  </a:cubicBezTo>
                  <a:cubicBezTo>
                    <a:pt x="137" y="27060"/>
                    <a:pt x="171" y="27026"/>
                    <a:pt x="171" y="26992"/>
                  </a:cubicBezTo>
                  <a:lnTo>
                    <a:pt x="171" y="26855"/>
                  </a:lnTo>
                  <a:cubicBezTo>
                    <a:pt x="171" y="26821"/>
                    <a:pt x="137" y="26787"/>
                    <a:pt x="103" y="26787"/>
                  </a:cubicBezTo>
                  <a:close/>
                  <a:moveTo>
                    <a:pt x="4027" y="26889"/>
                  </a:moveTo>
                  <a:cubicBezTo>
                    <a:pt x="3959" y="26889"/>
                    <a:pt x="3925" y="26924"/>
                    <a:pt x="3925" y="26992"/>
                  </a:cubicBezTo>
                  <a:lnTo>
                    <a:pt x="3925" y="27094"/>
                  </a:lnTo>
                  <a:cubicBezTo>
                    <a:pt x="3925" y="27128"/>
                    <a:pt x="3959" y="27162"/>
                    <a:pt x="4027" y="27162"/>
                  </a:cubicBezTo>
                  <a:cubicBezTo>
                    <a:pt x="4061" y="27162"/>
                    <a:pt x="4095" y="27128"/>
                    <a:pt x="4095" y="27094"/>
                  </a:cubicBezTo>
                  <a:lnTo>
                    <a:pt x="4095" y="26992"/>
                  </a:lnTo>
                  <a:cubicBezTo>
                    <a:pt x="4095" y="26924"/>
                    <a:pt x="4061" y="26889"/>
                    <a:pt x="4027" y="26889"/>
                  </a:cubicBezTo>
                  <a:close/>
                  <a:moveTo>
                    <a:pt x="103" y="27367"/>
                  </a:moveTo>
                  <a:cubicBezTo>
                    <a:pt x="35" y="27367"/>
                    <a:pt x="0" y="27401"/>
                    <a:pt x="0" y="27435"/>
                  </a:cubicBezTo>
                  <a:lnTo>
                    <a:pt x="0" y="27538"/>
                  </a:lnTo>
                  <a:cubicBezTo>
                    <a:pt x="0" y="27606"/>
                    <a:pt x="35" y="27640"/>
                    <a:pt x="103" y="27640"/>
                  </a:cubicBezTo>
                  <a:cubicBezTo>
                    <a:pt x="137" y="27640"/>
                    <a:pt x="171" y="27606"/>
                    <a:pt x="171" y="27538"/>
                  </a:cubicBezTo>
                  <a:lnTo>
                    <a:pt x="171" y="27435"/>
                  </a:lnTo>
                  <a:cubicBezTo>
                    <a:pt x="171" y="27401"/>
                    <a:pt x="137" y="27367"/>
                    <a:pt x="103" y="27367"/>
                  </a:cubicBezTo>
                  <a:close/>
                  <a:moveTo>
                    <a:pt x="4027" y="27469"/>
                  </a:moveTo>
                  <a:cubicBezTo>
                    <a:pt x="3959" y="27469"/>
                    <a:pt x="3925" y="27504"/>
                    <a:pt x="3925" y="27538"/>
                  </a:cubicBezTo>
                  <a:lnTo>
                    <a:pt x="3925" y="27674"/>
                  </a:lnTo>
                  <a:cubicBezTo>
                    <a:pt x="3925" y="27708"/>
                    <a:pt x="3959" y="27742"/>
                    <a:pt x="4027" y="27742"/>
                  </a:cubicBezTo>
                  <a:cubicBezTo>
                    <a:pt x="4061" y="27742"/>
                    <a:pt x="4095" y="27708"/>
                    <a:pt x="4095" y="27674"/>
                  </a:cubicBezTo>
                  <a:lnTo>
                    <a:pt x="4095" y="27538"/>
                  </a:lnTo>
                  <a:cubicBezTo>
                    <a:pt x="4095" y="27504"/>
                    <a:pt x="4061" y="27469"/>
                    <a:pt x="4027" y="27469"/>
                  </a:cubicBezTo>
                  <a:close/>
                  <a:moveTo>
                    <a:pt x="103" y="27913"/>
                  </a:moveTo>
                  <a:cubicBezTo>
                    <a:pt x="35" y="27913"/>
                    <a:pt x="0" y="27947"/>
                    <a:pt x="0" y="28015"/>
                  </a:cubicBezTo>
                  <a:lnTo>
                    <a:pt x="0" y="28118"/>
                  </a:lnTo>
                  <a:cubicBezTo>
                    <a:pt x="0" y="28186"/>
                    <a:pt x="35" y="28220"/>
                    <a:pt x="103" y="28220"/>
                  </a:cubicBezTo>
                  <a:cubicBezTo>
                    <a:pt x="137" y="28220"/>
                    <a:pt x="171" y="28186"/>
                    <a:pt x="171" y="28118"/>
                  </a:cubicBezTo>
                  <a:lnTo>
                    <a:pt x="171" y="28015"/>
                  </a:lnTo>
                  <a:cubicBezTo>
                    <a:pt x="171" y="27947"/>
                    <a:pt x="137" y="27913"/>
                    <a:pt x="103" y="27913"/>
                  </a:cubicBezTo>
                  <a:close/>
                  <a:moveTo>
                    <a:pt x="4027" y="28050"/>
                  </a:moveTo>
                  <a:cubicBezTo>
                    <a:pt x="3959" y="28050"/>
                    <a:pt x="3925" y="28084"/>
                    <a:pt x="3925" y="28118"/>
                  </a:cubicBezTo>
                  <a:lnTo>
                    <a:pt x="3925" y="28220"/>
                  </a:lnTo>
                  <a:cubicBezTo>
                    <a:pt x="3925" y="28288"/>
                    <a:pt x="3959" y="28323"/>
                    <a:pt x="4027" y="28323"/>
                  </a:cubicBezTo>
                  <a:cubicBezTo>
                    <a:pt x="4061" y="28323"/>
                    <a:pt x="4095" y="28288"/>
                    <a:pt x="4095" y="28220"/>
                  </a:cubicBezTo>
                  <a:lnTo>
                    <a:pt x="4095" y="28118"/>
                  </a:lnTo>
                  <a:cubicBezTo>
                    <a:pt x="4095" y="28084"/>
                    <a:pt x="4061" y="28050"/>
                    <a:pt x="4027" y="28050"/>
                  </a:cubicBezTo>
                  <a:close/>
                  <a:moveTo>
                    <a:pt x="103" y="28493"/>
                  </a:moveTo>
                  <a:cubicBezTo>
                    <a:pt x="35" y="28493"/>
                    <a:pt x="0" y="28527"/>
                    <a:pt x="0" y="28596"/>
                  </a:cubicBezTo>
                  <a:lnTo>
                    <a:pt x="0" y="28698"/>
                  </a:lnTo>
                  <a:cubicBezTo>
                    <a:pt x="0" y="28732"/>
                    <a:pt x="35" y="28766"/>
                    <a:pt x="103" y="28766"/>
                  </a:cubicBezTo>
                  <a:cubicBezTo>
                    <a:pt x="137" y="28766"/>
                    <a:pt x="171" y="28732"/>
                    <a:pt x="171" y="28698"/>
                  </a:cubicBezTo>
                  <a:lnTo>
                    <a:pt x="171" y="28596"/>
                  </a:lnTo>
                  <a:cubicBezTo>
                    <a:pt x="171" y="28527"/>
                    <a:pt x="137" y="28493"/>
                    <a:pt x="103" y="28493"/>
                  </a:cubicBezTo>
                  <a:close/>
                  <a:moveTo>
                    <a:pt x="3993" y="28596"/>
                  </a:moveTo>
                  <a:cubicBezTo>
                    <a:pt x="3959" y="28596"/>
                    <a:pt x="3925" y="28630"/>
                    <a:pt x="3925" y="28698"/>
                  </a:cubicBezTo>
                  <a:lnTo>
                    <a:pt x="3925" y="28800"/>
                  </a:lnTo>
                  <a:cubicBezTo>
                    <a:pt x="3925" y="28869"/>
                    <a:pt x="3959" y="28903"/>
                    <a:pt x="3993" y="28903"/>
                  </a:cubicBezTo>
                  <a:cubicBezTo>
                    <a:pt x="4061" y="28903"/>
                    <a:pt x="4095" y="28869"/>
                    <a:pt x="4095" y="28800"/>
                  </a:cubicBezTo>
                  <a:lnTo>
                    <a:pt x="4095" y="28698"/>
                  </a:lnTo>
                  <a:cubicBezTo>
                    <a:pt x="4095" y="28664"/>
                    <a:pt x="4061" y="28596"/>
                    <a:pt x="3993" y="28596"/>
                  </a:cubicBezTo>
                  <a:close/>
                  <a:moveTo>
                    <a:pt x="103" y="29073"/>
                  </a:moveTo>
                  <a:cubicBezTo>
                    <a:pt x="35" y="29073"/>
                    <a:pt x="0" y="29107"/>
                    <a:pt x="0" y="29142"/>
                  </a:cubicBezTo>
                  <a:lnTo>
                    <a:pt x="0" y="29278"/>
                  </a:lnTo>
                  <a:cubicBezTo>
                    <a:pt x="0" y="29312"/>
                    <a:pt x="35" y="29346"/>
                    <a:pt x="103" y="29346"/>
                  </a:cubicBezTo>
                  <a:cubicBezTo>
                    <a:pt x="137" y="29346"/>
                    <a:pt x="171" y="29312"/>
                    <a:pt x="171" y="29278"/>
                  </a:cubicBezTo>
                  <a:lnTo>
                    <a:pt x="171" y="29142"/>
                  </a:lnTo>
                  <a:cubicBezTo>
                    <a:pt x="171" y="29107"/>
                    <a:pt x="137" y="29073"/>
                    <a:pt x="103" y="29073"/>
                  </a:cubicBezTo>
                  <a:close/>
                  <a:moveTo>
                    <a:pt x="3993" y="29176"/>
                  </a:moveTo>
                  <a:cubicBezTo>
                    <a:pt x="3959" y="29176"/>
                    <a:pt x="3925" y="29210"/>
                    <a:pt x="3925" y="29278"/>
                  </a:cubicBezTo>
                  <a:lnTo>
                    <a:pt x="3925" y="29380"/>
                  </a:lnTo>
                  <a:cubicBezTo>
                    <a:pt x="3925" y="29414"/>
                    <a:pt x="3959" y="29483"/>
                    <a:pt x="3993" y="29483"/>
                  </a:cubicBezTo>
                  <a:cubicBezTo>
                    <a:pt x="4061" y="29483"/>
                    <a:pt x="4095" y="29414"/>
                    <a:pt x="4095" y="29380"/>
                  </a:cubicBezTo>
                  <a:lnTo>
                    <a:pt x="4095" y="29278"/>
                  </a:lnTo>
                  <a:cubicBezTo>
                    <a:pt x="4095" y="29210"/>
                    <a:pt x="4061" y="29176"/>
                    <a:pt x="3993" y="29176"/>
                  </a:cubicBezTo>
                  <a:close/>
                  <a:moveTo>
                    <a:pt x="103" y="29653"/>
                  </a:moveTo>
                  <a:cubicBezTo>
                    <a:pt x="35" y="29653"/>
                    <a:pt x="0" y="29687"/>
                    <a:pt x="0" y="29722"/>
                  </a:cubicBezTo>
                  <a:lnTo>
                    <a:pt x="0" y="29858"/>
                  </a:lnTo>
                  <a:cubicBezTo>
                    <a:pt x="0" y="29892"/>
                    <a:pt x="35" y="29926"/>
                    <a:pt x="103" y="29926"/>
                  </a:cubicBezTo>
                  <a:cubicBezTo>
                    <a:pt x="137" y="29926"/>
                    <a:pt x="171" y="29892"/>
                    <a:pt x="171" y="29858"/>
                  </a:cubicBezTo>
                  <a:lnTo>
                    <a:pt x="171" y="29722"/>
                  </a:lnTo>
                  <a:cubicBezTo>
                    <a:pt x="171" y="29687"/>
                    <a:pt x="137" y="29653"/>
                    <a:pt x="103" y="29653"/>
                  </a:cubicBezTo>
                  <a:close/>
                  <a:moveTo>
                    <a:pt x="3993" y="29756"/>
                  </a:moveTo>
                  <a:cubicBezTo>
                    <a:pt x="3959" y="29756"/>
                    <a:pt x="3925" y="29790"/>
                    <a:pt x="3925" y="29824"/>
                  </a:cubicBezTo>
                  <a:lnTo>
                    <a:pt x="3925" y="29960"/>
                  </a:lnTo>
                  <a:cubicBezTo>
                    <a:pt x="3925" y="29995"/>
                    <a:pt x="3959" y="30029"/>
                    <a:pt x="3993" y="30029"/>
                  </a:cubicBezTo>
                  <a:cubicBezTo>
                    <a:pt x="4061" y="30029"/>
                    <a:pt x="4095" y="29995"/>
                    <a:pt x="4095" y="29960"/>
                  </a:cubicBezTo>
                  <a:lnTo>
                    <a:pt x="4095" y="29824"/>
                  </a:lnTo>
                  <a:cubicBezTo>
                    <a:pt x="4095" y="29790"/>
                    <a:pt x="4061" y="29756"/>
                    <a:pt x="3993" y="29756"/>
                  </a:cubicBezTo>
                  <a:close/>
                  <a:moveTo>
                    <a:pt x="103" y="30199"/>
                  </a:moveTo>
                  <a:cubicBezTo>
                    <a:pt x="35" y="30199"/>
                    <a:pt x="0" y="30268"/>
                    <a:pt x="0" y="30302"/>
                  </a:cubicBezTo>
                  <a:lnTo>
                    <a:pt x="0" y="30404"/>
                  </a:lnTo>
                  <a:cubicBezTo>
                    <a:pt x="0" y="30472"/>
                    <a:pt x="35" y="30506"/>
                    <a:pt x="103" y="30506"/>
                  </a:cubicBezTo>
                  <a:cubicBezTo>
                    <a:pt x="137" y="30506"/>
                    <a:pt x="171" y="30472"/>
                    <a:pt x="171" y="30404"/>
                  </a:cubicBezTo>
                  <a:lnTo>
                    <a:pt x="171" y="30302"/>
                  </a:lnTo>
                  <a:cubicBezTo>
                    <a:pt x="171" y="30268"/>
                    <a:pt x="137" y="30199"/>
                    <a:pt x="103" y="30199"/>
                  </a:cubicBezTo>
                  <a:close/>
                  <a:moveTo>
                    <a:pt x="3993" y="30336"/>
                  </a:moveTo>
                  <a:cubicBezTo>
                    <a:pt x="3959" y="30336"/>
                    <a:pt x="3925" y="30370"/>
                    <a:pt x="3925" y="30404"/>
                  </a:cubicBezTo>
                  <a:lnTo>
                    <a:pt x="3925" y="30541"/>
                  </a:lnTo>
                  <a:cubicBezTo>
                    <a:pt x="3925" y="30575"/>
                    <a:pt x="3959" y="30609"/>
                    <a:pt x="3993" y="30609"/>
                  </a:cubicBezTo>
                  <a:cubicBezTo>
                    <a:pt x="4061" y="30609"/>
                    <a:pt x="4095" y="30575"/>
                    <a:pt x="4095" y="30541"/>
                  </a:cubicBezTo>
                  <a:lnTo>
                    <a:pt x="4095" y="30404"/>
                  </a:lnTo>
                  <a:cubicBezTo>
                    <a:pt x="4095" y="30370"/>
                    <a:pt x="4061" y="30336"/>
                    <a:pt x="3993" y="30336"/>
                  </a:cubicBezTo>
                  <a:close/>
                  <a:moveTo>
                    <a:pt x="103" y="30779"/>
                  </a:moveTo>
                  <a:cubicBezTo>
                    <a:pt x="35" y="30779"/>
                    <a:pt x="0" y="30814"/>
                    <a:pt x="0" y="30882"/>
                  </a:cubicBezTo>
                  <a:lnTo>
                    <a:pt x="0" y="30984"/>
                  </a:lnTo>
                  <a:cubicBezTo>
                    <a:pt x="0" y="31018"/>
                    <a:pt x="35" y="31087"/>
                    <a:pt x="103" y="31087"/>
                  </a:cubicBezTo>
                  <a:cubicBezTo>
                    <a:pt x="137" y="31087"/>
                    <a:pt x="171" y="31018"/>
                    <a:pt x="171" y="30984"/>
                  </a:cubicBezTo>
                  <a:lnTo>
                    <a:pt x="171" y="30882"/>
                  </a:lnTo>
                  <a:cubicBezTo>
                    <a:pt x="171" y="30814"/>
                    <a:pt x="137" y="30779"/>
                    <a:pt x="103" y="30779"/>
                  </a:cubicBezTo>
                  <a:close/>
                  <a:moveTo>
                    <a:pt x="3993" y="30882"/>
                  </a:moveTo>
                  <a:cubicBezTo>
                    <a:pt x="3959" y="30882"/>
                    <a:pt x="3925" y="30950"/>
                    <a:pt x="3925" y="30984"/>
                  </a:cubicBezTo>
                  <a:lnTo>
                    <a:pt x="3925" y="31087"/>
                  </a:lnTo>
                  <a:cubicBezTo>
                    <a:pt x="3925" y="31155"/>
                    <a:pt x="3959" y="31189"/>
                    <a:pt x="3993" y="31189"/>
                  </a:cubicBezTo>
                  <a:cubicBezTo>
                    <a:pt x="4061" y="31189"/>
                    <a:pt x="4095" y="31155"/>
                    <a:pt x="4095" y="31087"/>
                  </a:cubicBezTo>
                  <a:lnTo>
                    <a:pt x="4095" y="30984"/>
                  </a:lnTo>
                  <a:cubicBezTo>
                    <a:pt x="4095" y="30950"/>
                    <a:pt x="4061" y="30882"/>
                    <a:pt x="3993" y="30882"/>
                  </a:cubicBezTo>
                  <a:close/>
                  <a:moveTo>
                    <a:pt x="103" y="31360"/>
                  </a:moveTo>
                  <a:cubicBezTo>
                    <a:pt x="35" y="31360"/>
                    <a:pt x="0" y="31394"/>
                    <a:pt x="0" y="31428"/>
                  </a:cubicBezTo>
                  <a:lnTo>
                    <a:pt x="0" y="31564"/>
                  </a:lnTo>
                  <a:cubicBezTo>
                    <a:pt x="0" y="31598"/>
                    <a:pt x="35" y="31632"/>
                    <a:pt x="103" y="31632"/>
                  </a:cubicBezTo>
                  <a:cubicBezTo>
                    <a:pt x="137" y="31632"/>
                    <a:pt x="171" y="31598"/>
                    <a:pt x="171" y="31564"/>
                  </a:cubicBezTo>
                  <a:lnTo>
                    <a:pt x="171" y="31428"/>
                  </a:lnTo>
                  <a:cubicBezTo>
                    <a:pt x="171" y="31394"/>
                    <a:pt x="137" y="31360"/>
                    <a:pt x="103" y="31360"/>
                  </a:cubicBezTo>
                  <a:close/>
                  <a:moveTo>
                    <a:pt x="3993" y="31462"/>
                  </a:moveTo>
                  <a:cubicBezTo>
                    <a:pt x="3959" y="31462"/>
                    <a:pt x="3925" y="31496"/>
                    <a:pt x="3925" y="31564"/>
                  </a:cubicBezTo>
                  <a:lnTo>
                    <a:pt x="3925" y="31667"/>
                  </a:lnTo>
                  <a:cubicBezTo>
                    <a:pt x="3925" y="31701"/>
                    <a:pt x="3959" y="31769"/>
                    <a:pt x="3993" y="31769"/>
                  </a:cubicBezTo>
                  <a:cubicBezTo>
                    <a:pt x="4061" y="31769"/>
                    <a:pt x="4095" y="31735"/>
                    <a:pt x="4095" y="31667"/>
                  </a:cubicBezTo>
                  <a:lnTo>
                    <a:pt x="4095" y="31564"/>
                  </a:lnTo>
                  <a:cubicBezTo>
                    <a:pt x="4095" y="31496"/>
                    <a:pt x="4061" y="31462"/>
                    <a:pt x="3993" y="31462"/>
                  </a:cubicBezTo>
                  <a:close/>
                  <a:moveTo>
                    <a:pt x="103" y="31940"/>
                  </a:moveTo>
                  <a:cubicBezTo>
                    <a:pt x="35" y="31940"/>
                    <a:pt x="0" y="31974"/>
                    <a:pt x="0" y="32008"/>
                  </a:cubicBezTo>
                  <a:lnTo>
                    <a:pt x="0" y="32144"/>
                  </a:lnTo>
                  <a:cubicBezTo>
                    <a:pt x="0" y="32178"/>
                    <a:pt x="35" y="32213"/>
                    <a:pt x="103" y="32213"/>
                  </a:cubicBezTo>
                  <a:cubicBezTo>
                    <a:pt x="137" y="32213"/>
                    <a:pt x="171" y="32178"/>
                    <a:pt x="171" y="32144"/>
                  </a:cubicBezTo>
                  <a:lnTo>
                    <a:pt x="171" y="32008"/>
                  </a:lnTo>
                  <a:cubicBezTo>
                    <a:pt x="171" y="31974"/>
                    <a:pt x="137" y="31940"/>
                    <a:pt x="103" y="31940"/>
                  </a:cubicBezTo>
                  <a:close/>
                  <a:moveTo>
                    <a:pt x="3993" y="32042"/>
                  </a:moveTo>
                  <a:cubicBezTo>
                    <a:pt x="3959" y="32042"/>
                    <a:pt x="3925" y="32076"/>
                    <a:pt x="3925" y="32144"/>
                  </a:cubicBezTo>
                  <a:lnTo>
                    <a:pt x="3925" y="32247"/>
                  </a:lnTo>
                  <a:cubicBezTo>
                    <a:pt x="3925" y="32281"/>
                    <a:pt x="3959" y="32315"/>
                    <a:pt x="3993" y="32315"/>
                  </a:cubicBezTo>
                  <a:cubicBezTo>
                    <a:pt x="4061" y="32315"/>
                    <a:pt x="4095" y="32281"/>
                    <a:pt x="4095" y="32247"/>
                  </a:cubicBezTo>
                  <a:lnTo>
                    <a:pt x="4095" y="32144"/>
                  </a:lnTo>
                  <a:cubicBezTo>
                    <a:pt x="4095" y="32076"/>
                    <a:pt x="4061" y="32042"/>
                    <a:pt x="3993" y="32042"/>
                  </a:cubicBezTo>
                  <a:close/>
                  <a:moveTo>
                    <a:pt x="103" y="32520"/>
                  </a:moveTo>
                  <a:cubicBezTo>
                    <a:pt x="35" y="32520"/>
                    <a:pt x="0" y="32554"/>
                    <a:pt x="0" y="32588"/>
                  </a:cubicBezTo>
                  <a:lnTo>
                    <a:pt x="0" y="32690"/>
                  </a:lnTo>
                  <a:cubicBezTo>
                    <a:pt x="0" y="32759"/>
                    <a:pt x="35" y="32793"/>
                    <a:pt x="103" y="32793"/>
                  </a:cubicBezTo>
                  <a:cubicBezTo>
                    <a:pt x="137" y="32793"/>
                    <a:pt x="171" y="32759"/>
                    <a:pt x="171" y="32690"/>
                  </a:cubicBezTo>
                  <a:lnTo>
                    <a:pt x="171" y="32588"/>
                  </a:lnTo>
                  <a:cubicBezTo>
                    <a:pt x="171" y="32554"/>
                    <a:pt x="137" y="32520"/>
                    <a:pt x="103" y="32520"/>
                  </a:cubicBezTo>
                  <a:close/>
                  <a:moveTo>
                    <a:pt x="3993" y="32622"/>
                  </a:moveTo>
                  <a:cubicBezTo>
                    <a:pt x="3959" y="32622"/>
                    <a:pt x="3925" y="32656"/>
                    <a:pt x="3925" y="32690"/>
                  </a:cubicBezTo>
                  <a:lnTo>
                    <a:pt x="3925" y="32827"/>
                  </a:lnTo>
                  <a:cubicBezTo>
                    <a:pt x="3925" y="32861"/>
                    <a:pt x="3959" y="32895"/>
                    <a:pt x="3993" y="32895"/>
                  </a:cubicBezTo>
                  <a:cubicBezTo>
                    <a:pt x="4061" y="32895"/>
                    <a:pt x="4095" y="32861"/>
                    <a:pt x="4095" y="32827"/>
                  </a:cubicBezTo>
                  <a:lnTo>
                    <a:pt x="4095" y="32690"/>
                  </a:lnTo>
                  <a:cubicBezTo>
                    <a:pt x="4095" y="32656"/>
                    <a:pt x="4061" y="32622"/>
                    <a:pt x="3993" y="32622"/>
                  </a:cubicBezTo>
                  <a:close/>
                  <a:moveTo>
                    <a:pt x="103" y="33066"/>
                  </a:moveTo>
                  <a:cubicBezTo>
                    <a:pt x="35" y="33066"/>
                    <a:pt x="0" y="33100"/>
                    <a:pt x="0" y="33168"/>
                  </a:cubicBezTo>
                  <a:lnTo>
                    <a:pt x="0" y="33270"/>
                  </a:lnTo>
                  <a:cubicBezTo>
                    <a:pt x="0" y="33339"/>
                    <a:pt x="35" y="33373"/>
                    <a:pt x="103" y="33373"/>
                  </a:cubicBezTo>
                  <a:cubicBezTo>
                    <a:pt x="137" y="33373"/>
                    <a:pt x="171" y="33339"/>
                    <a:pt x="171" y="33270"/>
                  </a:cubicBezTo>
                  <a:lnTo>
                    <a:pt x="171" y="33168"/>
                  </a:lnTo>
                  <a:cubicBezTo>
                    <a:pt x="171" y="33100"/>
                    <a:pt x="137" y="33066"/>
                    <a:pt x="103" y="33066"/>
                  </a:cubicBezTo>
                  <a:close/>
                  <a:moveTo>
                    <a:pt x="3993" y="33202"/>
                  </a:moveTo>
                  <a:cubicBezTo>
                    <a:pt x="3959" y="33202"/>
                    <a:pt x="3925" y="33236"/>
                    <a:pt x="3925" y="33270"/>
                  </a:cubicBezTo>
                  <a:lnTo>
                    <a:pt x="3925" y="33373"/>
                  </a:lnTo>
                  <a:cubicBezTo>
                    <a:pt x="3925" y="33441"/>
                    <a:pt x="3959" y="33475"/>
                    <a:pt x="3993" y="33475"/>
                  </a:cubicBezTo>
                  <a:cubicBezTo>
                    <a:pt x="4061" y="33475"/>
                    <a:pt x="4095" y="33441"/>
                    <a:pt x="4095" y="33373"/>
                  </a:cubicBezTo>
                  <a:lnTo>
                    <a:pt x="4095" y="33270"/>
                  </a:lnTo>
                  <a:cubicBezTo>
                    <a:pt x="4095" y="33236"/>
                    <a:pt x="4061" y="33202"/>
                    <a:pt x="3993" y="33202"/>
                  </a:cubicBezTo>
                  <a:close/>
                  <a:moveTo>
                    <a:pt x="103" y="33646"/>
                  </a:moveTo>
                  <a:cubicBezTo>
                    <a:pt x="35" y="33646"/>
                    <a:pt x="0" y="33680"/>
                    <a:pt x="0" y="33748"/>
                  </a:cubicBezTo>
                  <a:lnTo>
                    <a:pt x="0" y="33850"/>
                  </a:lnTo>
                  <a:cubicBezTo>
                    <a:pt x="0" y="33885"/>
                    <a:pt x="35" y="33919"/>
                    <a:pt x="103" y="33919"/>
                  </a:cubicBezTo>
                  <a:cubicBezTo>
                    <a:pt x="137" y="33919"/>
                    <a:pt x="171" y="33885"/>
                    <a:pt x="171" y="33850"/>
                  </a:cubicBezTo>
                  <a:lnTo>
                    <a:pt x="171" y="33748"/>
                  </a:lnTo>
                  <a:cubicBezTo>
                    <a:pt x="171" y="33680"/>
                    <a:pt x="137" y="33646"/>
                    <a:pt x="103" y="33646"/>
                  </a:cubicBezTo>
                  <a:close/>
                  <a:moveTo>
                    <a:pt x="3993" y="33748"/>
                  </a:moveTo>
                  <a:cubicBezTo>
                    <a:pt x="3959" y="33748"/>
                    <a:pt x="3925" y="33782"/>
                    <a:pt x="3925" y="33850"/>
                  </a:cubicBezTo>
                  <a:lnTo>
                    <a:pt x="3925" y="33953"/>
                  </a:lnTo>
                  <a:cubicBezTo>
                    <a:pt x="3925" y="34021"/>
                    <a:pt x="3959" y="34055"/>
                    <a:pt x="3993" y="34055"/>
                  </a:cubicBezTo>
                  <a:cubicBezTo>
                    <a:pt x="4027" y="34055"/>
                    <a:pt x="4095" y="34021"/>
                    <a:pt x="4095" y="33953"/>
                  </a:cubicBezTo>
                  <a:lnTo>
                    <a:pt x="4095" y="33850"/>
                  </a:lnTo>
                  <a:cubicBezTo>
                    <a:pt x="4095" y="33782"/>
                    <a:pt x="4027" y="33748"/>
                    <a:pt x="3993" y="33748"/>
                  </a:cubicBezTo>
                  <a:close/>
                  <a:moveTo>
                    <a:pt x="103" y="34226"/>
                  </a:moveTo>
                  <a:cubicBezTo>
                    <a:pt x="35" y="34226"/>
                    <a:pt x="0" y="34260"/>
                    <a:pt x="0" y="34294"/>
                  </a:cubicBezTo>
                  <a:lnTo>
                    <a:pt x="0" y="34431"/>
                  </a:lnTo>
                  <a:cubicBezTo>
                    <a:pt x="0" y="34465"/>
                    <a:pt x="35" y="34499"/>
                    <a:pt x="103" y="34499"/>
                  </a:cubicBezTo>
                  <a:cubicBezTo>
                    <a:pt x="137" y="34499"/>
                    <a:pt x="171" y="34465"/>
                    <a:pt x="171" y="34431"/>
                  </a:cubicBezTo>
                  <a:lnTo>
                    <a:pt x="171" y="34294"/>
                  </a:lnTo>
                  <a:cubicBezTo>
                    <a:pt x="171" y="34260"/>
                    <a:pt x="137" y="34226"/>
                    <a:pt x="103" y="34226"/>
                  </a:cubicBezTo>
                  <a:close/>
                  <a:moveTo>
                    <a:pt x="3993" y="34328"/>
                  </a:moveTo>
                  <a:cubicBezTo>
                    <a:pt x="3959" y="34328"/>
                    <a:pt x="3925" y="34362"/>
                    <a:pt x="3925" y="34431"/>
                  </a:cubicBezTo>
                  <a:lnTo>
                    <a:pt x="3925" y="34533"/>
                  </a:lnTo>
                  <a:cubicBezTo>
                    <a:pt x="3925" y="34567"/>
                    <a:pt x="3959" y="34635"/>
                    <a:pt x="3993" y="34635"/>
                  </a:cubicBezTo>
                  <a:cubicBezTo>
                    <a:pt x="4027" y="34635"/>
                    <a:pt x="4095" y="34567"/>
                    <a:pt x="4095" y="34533"/>
                  </a:cubicBezTo>
                  <a:lnTo>
                    <a:pt x="4095" y="34431"/>
                  </a:lnTo>
                  <a:cubicBezTo>
                    <a:pt x="4095" y="34362"/>
                    <a:pt x="4027" y="34328"/>
                    <a:pt x="3993" y="34328"/>
                  </a:cubicBezTo>
                  <a:close/>
                  <a:moveTo>
                    <a:pt x="103" y="34806"/>
                  </a:moveTo>
                  <a:cubicBezTo>
                    <a:pt x="35" y="34806"/>
                    <a:pt x="0" y="34840"/>
                    <a:pt x="0" y="34874"/>
                  </a:cubicBezTo>
                  <a:lnTo>
                    <a:pt x="0" y="35011"/>
                  </a:lnTo>
                  <a:cubicBezTo>
                    <a:pt x="0" y="35045"/>
                    <a:pt x="35" y="35079"/>
                    <a:pt x="103" y="35079"/>
                  </a:cubicBezTo>
                  <a:cubicBezTo>
                    <a:pt x="137" y="35079"/>
                    <a:pt x="171" y="35045"/>
                    <a:pt x="171" y="35011"/>
                  </a:cubicBezTo>
                  <a:lnTo>
                    <a:pt x="171" y="34874"/>
                  </a:lnTo>
                  <a:cubicBezTo>
                    <a:pt x="171" y="34840"/>
                    <a:pt x="137" y="34806"/>
                    <a:pt x="103" y="34806"/>
                  </a:cubicBezTo>
                  <a:close/>
                  <a:moveTo>
                    <a:pt x="3993" y="34908"/>
                  </a:moveTo>
                  <a:cubicBezTo>
                    <a:pt x="3959" y="34908"/>
                    <a:pt x="3925" y="34942"/>
                    <a:pt x="3925" y="34977"/>
                  </a:cubicBezTo>
                  <a:lnTo>
                    <a:pt x="3925" y="35113"/>
                  </a:lnTo>
                  <a:cubicBezTo>
                    <a:pt x="3890" y="35147"/>
                    <a:pt x="3959" y="35181"/>
                    <a:pt x="3993" y="35181"/>
                  </a:cubicBezTo>
                  <a:cubicBezTo>
                    <a:pt x="4027" y="35181"/>
                    <a:pt x="4095" y="35147"/>
                    <a:pt x="4095" y="35113"/>
                  </a:cubicBezTo>
                  <a:lnTo>
                    <a:pt x="4095" y="34977"/>
                  </a:lnTo>
                  <a:cubicBezTo>
                    <a:pt x="4095" y="34942"/>
                    <a:pt x="4027" y="34908"/>
                    <a:pt x="3993" y="34908"/>
                  </a:cubicBezTo>
                  <a:close/>
                  <a:moveTo>
                    <a:pt x="103" y="35352"/>
                  </a:moveTo>
                  <a:cubicBezTo>
                    <a:pt x="35" y="35352"/>
                    <a:pt x="0" y="35420"/>
                    <a:pt x="0" y="35454"/>
                  </a:cubicBezTo>
                  <a:lnTo>
                    <a:pt x="0" y="35557"/>
                  </a:lnTo>
                  <a:cubicBezTo>
                    <a:pt x="0" y="35625"/>
                    <a:pt x="35" y="35659"/>
                    <a:pt x="103" y="35659"/>
                  </a:cubicBezTo>
                  <a:cubicBezTo>
                    <a:pt x="137" y="35659"/>
                    <a:pt x="171" y="35625"/>
                    <a:pt x="171" y="35557"/>
                  </a:cubicBezTo>
                  <a:lnTo>
                    <a:pt x="171" y="35454"/>
                  </a:lnTo>
                  <a:cubicBezTo>
                    <a:pt x="171" y="35420"/>
                    <a:pt x="137" y="35352"/>
                    <a:pt x="103" y="35352"/>
                  </a:cubicBezTo>
                  <a:close/>
                  <a:moveTo>
                    <a:pt x="3993" y="35488"/>
                  </a:moveTo>
                  <a:cubicBezTo>
                    <a:pt x="3959" y="35488"/>
                    <a:pt x="3890" y="35523"/>
                    <a:pt x="3890" y="35557"/>
                  </a:cubicBezTo>
                  <a:lnTo>
                    <a:pt x="3890" y="35693"/>
                  </a:lnTo>
                  <a:cubicBezTo>
                    <a:pt x="3890" y="35727"/>
                    <a:pt x="3959" y="35761"/>
                    <a:pt x="3993" y="35761"/>
                  </a:cubicBezTo>
                  <a:cubicBezTo>
                    <a:pt x="4027" y="35761"/>
                    <a:pt x="4061" y="35727"/>
                    <a:pt x="4061" y="35693"/>
                  </a:cubicBezTo>
                  <a:lnTo>
                    <a:pt x="4095" y="35557"/>
                  </a:lnTo>
                  <a:cubicBezTo>
                    <a:pt x="4095" y="35523"/>
                    <a:pt x="4027" y="35488"/>
                    <a:pt x="3993" y="35488"/>
                  </a:cubicBezTo>
                  <a:close/>
                  <a:moveTo>
                    <a:pt x="103" y="35932"/>
                  </a:moveTo>
                  <a:cubicBezTo>
                    <a:pt x="35" y="35932"/>
                    <a:pt x="0" y="35966"/>
                    <a:pt x="0" y="36034"/>
                  </a:cubicBezTo>
                  <a:lnTo>
                    <a:pt x="0" y="36137"/>
                  </a:lnTo>
                  <a:cubicBezTo>
                    <a:pt x="0" y="36171"/>
                    <a:pt x="35" y="36239"/>
                    <a:pt x="103" y="36239"/>
                  </a:cubicBezTo>
                  <a:cubicBezTo>
                    <a:pt x="137" y="36239"/>
                    <a:pt x="171" y="36171"/>
                    <a:pt x="171" y="36137"/>
                  </a:cubicBezTo>
                  <a:lnTo>
                    <a:pt x="171" y="36034"/>
                  </a:lnTo>
                  <a:cubicBezTo>
                    <a:pt x="171" y="35966"/>
                    <a:pt x="137" y="35932"/>
                    <a:pt x="103" y="35932"/>
                  </a:cubicBezTo>
                  <a:close/>
                  <a:moveTo>
                    <a:pt x="3993" y="36034"/>
                  </a:moveTo>
                  <a:cubicBezTo>
                    <a:pt x="3959" y="36034"/>
                    <a:pt x="3890" y="36103"/>
                    <a:pt x="3890" y="36137"/>
                  </a:cubicBezTo>
                  <a:lnTo>
                    <a:pt x="3890" y="36239"/>
                  </a:lnTo>
                  <a:cubicBezTo>
                    <a:pt x="3890" y="36307"/>
                    <a:pt x="3959" y="36341"/>
                    <a:pt x="3993" y="36341"/>
                  </a:cubicBezTo>
                  <a:cubicBezTo>
                    <a:pt x="4027" y="36341"/>
                    <a:pt x="4061" y="36307"/>
                    <a:pt x="4061" y="36239"/>
                  </a:cubicBezTo>
                  <a:lnTo>
                    <a:pt x="4061" y="36137"/>
                  </a:lnTo>
                  <a:cubicBezTo>
                    <a:pt x="4061" y="36103"/>
                    <a:pt x="4027" y="36034"/>
                    <a:pt x="3993" y="36034"/>
                  </a:cubicBezTo>
                  <a:close/>
                  <a:moveTo>
                    <a:pt x="103" y="36512"/>
                  </a:moveTo>
                  <a:cubicBezTo>
                    <a:pt x="35" y="36512"/>
                    <a:pt x="0" y="36546"/>
                    <a:pt x="0" y="36580"/>
                  </a:cubicBezTo>
                  <a:lnTo>
                    <a:pt x="0" y="36717"/>
                  </a:lnTo>
                  <a:cubicBezTo>
                    <a:pt x="0" y="36751"/>
                    <a:pt x="35" y="36785"/>
                    <a:pt x="103" y="36785"/>
                  </a:cubicBezTo>
                  <a:cubicBezTo>
                    <a:pt x="137" y="36785"/>
                    <a:pt x="171" y="36751"/>
                    <a:pt x="171" y="36717"/>
                  </a:cubicBezTo>
                  <a:lnTo>
                    <a:pt x="171" y="36580"/>
                  </a:lnTo>
                  <a:cubicBezTo>
                    <a:pt x="171" y="36546"/>
                    <a:pt x="137" y="36512"/>
                    <a:pt x="103" y="36512"/>
                  </a:cubicBezTo>
                  <a:close/>
                  <a:moveTo>
                    <a:pt x="3993" y="36614"/>
                  </a:moveTo>
                  <a:cubicBezTo>
                    <a:pt x="3959" y="36614"/>
                    <a:pt x="3890" y="36649"/>
                    <a:pt x="3890" y="36717"/>
                  </a:cubicBezTo>
                  <a:lnTo>
                    <a:pt x="3890" y="36819"/>
                  </a:lnTo>
                  <a:cubicBezTo>
                    <a:pt x="3890" y="36853"/>
                    <a:pt x="3925" y="36922"/>
                    <a:pt x="3993" y="36922"/>
                  </a:cubicBezTo>
                  <a:cubicBezTo>
                    <a:pt x="4027" y="36922"/>
                    <a:pt x="4061" y="36887"/>
                    <a:pt x="4061" y="36819"/>
                  </a:cubicBezTo>
                  <a:lnTo>
                    <a:pt x="4061" y="36717"/>
                  </a:lnTo>
                  <a:cubicBezTo>
                    <a:pt x="4061" y="36649"/>
                    <a:pt x="4027" y="36614"/>
                    <a:pt x="3993" y="36614"/>
                  </a:cubicBezTo>
                  <a:close/>
                  <a:moveTo>
                    <a:pt x="103" y="37092"/>
                  </a:moveTo>
                  <a:cubicBezTo>
                    <a:pt x="35" y="37092"/>
                    <a:pt x="0" y="37126"/>
                    <a:pt x="0" y="37160"/>
                  </a:cubicBezTo>
                  <a:lnTo>
                    <a:pt x="0" y="37297"/>
                  </a:lnTo>
                  <a:cubicBezTo>
                    <a:pt x="0" y="37331"/>
                    <a:pt x="35" y="37365"/>
                    <a:pt x="103" y="37365"/>
                  </a:cubicBezTo>
                  <a:cubicBezTo>
                    <a:pt x="137" y="37365"/>
                    <a:pt x="171" y="37331"/>
                    <a:pt x="171" y="37297"/>
                  </a:cubicBezTo>
                  <a:lnTo>
                    <a:pt x="171" y="37160"/>
                  </a:lnTo>
                  <a:cubicBezTo>
                    <a:pt x="171" y="37126"/>
                    <a:pt x="137" y="37092"/>
                    <a:pt x="103" y="37092"/>
                  </a:cubicBezTo>
                  <a:close/>
                  <a:moveTo>
                    <a:pt x="3993" y="37195"/>
                  </a:moveTo>
                  <a:cubicBezTo>
                    <a:pt x="3925" y="37195"/>
                    <a:pt x="3890" y="37229"/>
                    <a:pt x="3890" y="37297"/>
                  </a:cubicBezTo>
                  <a:lnTo>
                    <a:pt x="3890" y="37399"/>
                  </a:lnTo>
                  <a:cubicBezTo>
                    <a:pt x="3890" y="37433"/>
                    <a:pt x="3925" y="37468"/>
                    <a:pt x="3993" y="37468"/>
                  </a:cubicBezTo>
                  <a:cubicBezTo>
                    <a:pt x="4027" y="37468"/>
                    <a:pt x="4061" y="37433"/>
                    <a:pt x="4061" y="37399"/>
                  </a:cubicBezTo>
                  <a:lnTo>
                    <a:pt x="4061" y="37297"/>
                  </a:lnTo>
                  <a:cubicBezTo>
                    <a:pt x="4061" y="37229"/>
                    <a:pt x="4027" y="37195"/>
                    <a:pt x="3993" y="37195"/>
                  </a:cubicBezTo>
                  <a:close/>
                  <a:moveTo>
                    <a:pt x="103" y="37672"/>
                  </a:moveTo>
                  <a:cubicBezTo>
                    <a:pt x="35" y="37672"/>
                    <a:pt x="0" y="37706"/>
                    <a:pt x="0" y="37741"/>
                  </a:cubicBezTo>
                  <a:lnTo>
                    <a:pt x="0" y="37843"/>
                  </a:lnTo>
                  <a:cubicBezTo>
                    <a:pt x="0" y="37911"/>
                    <a:pt x="35" y="37945"/>
                    <a:pt x="103" y="37945"/>
                  </a:cubicBezTo>
                  <a:cubicBezTo>
                    <a:pt x="137" y="37945"/>
                    <a:pt x="171" y="37911"/>
                    <a:pt x="171" y="37843"/>
                  </a:cubicBezTo>
                  <a:lnTo>
                    <a:pt x="171" y="37741"/>
                  </a:lnTo>
                  <a:cubicBezTo>
                    <a:pt x="171" y="37706"/>
                    <a:pt x="137" y="37672"/>
                    <a:pt x="103" y="37672"/>
                  </a:cubicBezTo>
                  <a:close/>
                  <a:moveTo>
                    <a:pt x="3993" y="37775"/>
                  </a:moveTo>
                  <a:cubicBezTo>
                    <a:pt x="3925" y="37775"/>
                    <a:pt x="3890" y="37809"/>
                    <a:pt x="3890" y="37843"/>
                  </a:cubicBezTo>
                  <a:lnTo>
                    <a:pt x="3890" y="37979"/>
                  </a:lnTo>
                  <a:cubicBezTo>
                    <a:pt x="3890" y="38014"/>
                    <a:pt x="3925" y="38048"/>
                    <a:pt x="3993" y="38048"/>
                  </a:cubicBezTo>
                  <a:cubicBezTo>
                    <a:pt x="4027" y="38048"/>
                    <a:pt x="4061" y="38014"/>
                    <a:pt x="4061" y="37979"/>
                  </a:cubicBezTo>
                  <a:lnTo>
                    <a:pt x="4061" y="37843"/>
                  </a:lnTo>
                  <a:cubicBezTo>
                    <a:pt x="4061" y="37809"/>
                    <a:pt x="4027" y="37775"/>
                    <a:pt x="3993" y="37775"/>
                  </a:cubicBezTo>
                  <a:close/>
                  <a:moveTo>
                    <a:pt x="103" y="38218"/>
                  </a:moveTo>
                  <a:cubicBezTo>
                    <a:pt x="35" y="38218"/>
                    <a:pt x="0" y="38252"/>
                    <a:pt x="0" y="38321"/>
                  </a:cubicBezTo>
                  <a:lnTo>
                    <a:pt x="0" y="38423"/>
                  </a:lnTo>
                  <a:cubicBezTo>
                    <a:pt x="0" y="38491"/>
                    <a:pt x="35" y="38525"/>
                    <a:pt x="103" y="38525"/>
                  </a:cubicBezTo>
                  <a:cubicBezTo>
                    <a:pt x="137" y="38525"/>
                    <a:pt x="171" y="38491"/>
                    <a:pt x="171" y="38423"/>
                  </a:cubicBezTo>
                  <a:lnTo>
                    <a:pt x="171" y="38321"/>
                  </a:lnTo>
                  <a:cubicBezTo>
                    <a:pt x="171" y="38252"/>
                    <a:pt x="137" y="38218"/>
                    <a:pt x="103" y="38218"/>
                  </a:cubicBezTo>
                  <a:close/>
                  <a:moveTo>
                    <a:pt x="3993" y="38355"/>
                  </a:moveTo>
                  <a:cubicBezTo>
                    <a:pt x="3925" y="38355"/>
                    <a:pt x="3890" y="38389"/>
                    <a:pt x="3890" y="38423"/>
                  </a:cubicBezTo>
                  <a:lnTo>
                    <a:pt x="3890" y="38525"/>
                  </a:lnTo>
                  <a:cubicBezTo>
                    <a:pt x="3890" y="38594"/>
                    <a:pt x="3925" y="38628"/>
                    <a:pt x="3993" y="38628"/>
                  </a:cubicBezTo>
                  <a:cubicBezTo>
                    <a:pt x="4027" y="38628"/>
                    <a:pt x="4061" y="38594"/>
                    <a:pt x="4061" y="38525"/>
                  </a:cubicBezTo>
                  <a:lnTo>
                    <a:pt x="4061" y="38423"/>
                  </a:lnTo>
                  <a:cubicBezTo>
                    <a:pt x="4061" y="38389"/>
                    <a:pt x="4027" y="38355"/>
                    <a:pt x="3993" y="38355"/>
                  </a:cubicBezTo>
                  <a:close/>
                  <a:moveTo>
                    <a:pt x="103" y="38798"/>
                  </a:moveTo>
                  <a:cubicBezTo>
                    <a:pt x="35" y="38798"/>
                    <a:pt x="0" y="38832"/>
                    <a:pt x="0" y="38901"/>
                  </a:cubicBezTo>
                  <a:lnTo>
                    <a:pt x="0" y="39003"/>
                  </a:lnTo>
                  <a:cubicBezTo>
                    <a:pt x="0" y="39037"/>
                    <a:pt x="35" y="39071"/>
                    <a:pt x="103" y="39071"/>
                  </a:cubicBezTo>
                  <a:cubicBezTo>
                    <a:pt x="137" y="39071"/>
                    <a:pt x="171" y="39037"/>
                    <a:pt x="171" y="39003"/>
                  </a:cubicBezTo>
                  <a:lnTo>
                    <a:pt x="171" y="38901"/>
                  </a:lnTo>
                  <a:cubicBezTo>
                    <a:pt x="171" y="38832"/>
                    <a:pt x="137" y="38798"/>
                    <a:pt x="103" y="38798"/>
                  </a:cubicBezTo>
                  <a:close/>
                  <a:moveTo>
                    <a:pt x="3993" y="38901"/>
                  </a:moveTo>
                  <a:cubicBezTo>
                    <a:pt x="3925" y="38901"/>
                    <a:pt x="3890" y="38935"/>
                    <a:pt x="3890" y="39003"/>
                  </a:cubicBezTo>
                  <a:lnTo>
                    <a:pt x="3890" y="39105"/>
                  </a:lnTo>
                  <a:cubicBezTo>
                    <a:pt x="3890" y="39174"/>
                    <a:pt x="3925" y="39208"/>
                    <a:pt x="3993" y="39208"/>
                  </a:cubicBezTo>
                  <a:cubicBezTo>
                    <a:pt x="4027" y="39208"/>
                    <a:pt x="4061" y="39174"/>
                    <a:pt x="4061" y="39105"/>
                  </a:cubicBezTo>
                  <a:lnTo>
                    <a:pt x="4061" y="39003"/>
                  </a:lnTo>
                  <a:cubicBezTo>
                    <a:pt x="4061" y="38935"/>
                    <a:pt x="4027" y="38901"/>
                    <a:pt x="3993" y="38901"/>
                  </a:cubicBezTo>
                  <a:close/>
                  <a:moveTo>
                    <a:pt x="103" y="39378"/>
                  </a:moveTo>
                  <a:cubicBezTo>
                    <a:pt x="35" y="39378"/>
                    <a:pt x="0" y="39413"/>
                    <a:pt x="0" y="39447"/>
                  </a:cubicBezTo>
                  <a:lnTo>
                    <a:pt x="0" y="39583"/>
                  </a:lnTo>
                  <a:cubicBezTo>
                    <a:pt x="0" y="39617"/>
                    <a:pt x="35" y="39651"/>
                    <a:pt x="103" y="39651"/>
                  </a:cubicBezTo>
                  <a:cubicBezTo>
                    <a:pt x="137" y="39651"/>
                    <a:pt x="171" y="39617"/>
                    <a:pt x="171" y="39583"/>
                  </a:cubicBezTo>
                  <a:lnTo>
                    <a:pt x="171" y="39447"/>
                  </a:lnTo>
                  <a:cubicBezTo>
                    <a:pt x="171" y="39413"/>
                    <a:pt x="137" y="39378"/>
                    <a:pt x="103" y="39378"/>
                  </a:cubicBezTo>
                  <a:close/>
                  <a:moveTo>
                    <a:pt x="3993" y="39481"/>
                  </a:moveTo>
                  <a:cubicBezTo>
                    <a:pt x="3925" y="39481"/>
                    <a:pt x="3890" y="39515"/>
                    <a:pt x="3890" y="39583"/>
                  </a:cubicBezTo>
                  <a:lnTo>
                    <a:pt x="3890" y="39686"/>
                  </a:lnTo>
                  <a:cubicBezTo>
                    <a:pt x="3890" y="39720"/>
                    <a:pt x="3925" y="39754"/>
                    <a:pt x="3993" y="39754"/>
                  </a:cubicBezTo>
                  <a:cubicBezTo>
                    <a:pt x="4027" y="39754"/>
                    <a:pt x="4061" y="39720"/>
                    <a:pt x="4061" y="39686"/>
                  </a:cubicBezTo>
                  <a:lnTo>
                    <a:pt x="4061" y="39583"/>
                  </a:lnTo>
                  <a:cubicBezTo>
                    <a:pt x="4061" y="39515"/>
                    <a:pt x="4027" y="39481"/>
                    <a:pt x="3993" y="39481"/>
                  </a:cubicBezTo>
                  <a:close/>
                  <a:moveTo>
                    <a:pt x="103" y="39959"/>
                  </a:moveTo>
                  <a:cubicBezTo>
                    <a:pt x="35" y="39959"/>
                    <a:pt x="0" y="39993"/>
                    <a:pt x="0" y="40027"/>
                  </a:cubicBezTo>
                  <a:lnTo>
                    <a:pt x="0" y="40129"/>
                  </a:lnTo>
                  <a:cubicBezTo>
                    <a:pt x="0" y="40197"/>
                    <a:pt x="35" y="40232"/>
                    <a:pt x="103" y="40232"/>
                  </a:cubicBezTo>
                  <a:cubicBezTo>
                    <a:pt x="137" y="40232"/>
                    <a:pt x="171" y="40197"/>
                    <a:pt x="171" y="40129"/>
                  </a:cubicBezTo>
                  <a:lnTo>
                    <a:pt x="171" y="40027"/>
                  </a:lnTo>
                  <a:cubicBezTo>
                    <a:pt x="171" y="39993"/>
                    <a:pt x="137" y="39959"/>
                    <a:pt x="103" y="39959"/>
                  </a:cubicBezTo>
                  <a:close/>
                  <a:moveTo>
                    <a:pt x="3993" y="40061"/>
                  </a:moveTo>
                  <a:cubicBezTo>
                    <a:pt x="3925" y="40061"/>
                    <a:pt x="3890" y="40095"/>
                    <a:pt x="3890" y="40129"/>
                  </a:cubicBezTo>
                  <a:lnTo>
                    <a:pt x="3890" y="40266"/>
                  </a:lnTo>
                  <a:cubicBezTo>
                    <a:pt x="3890" y="40300"/>
                    <a:pt x="3925" y="40334"/>
                    <a:pt x="3993" y="40334"/>
                  </a:cubicBezTo>
                  <a:cubicBezTo>
                    <a:pt x="4027" y="40334"/>
                    <a:pt x="4061" y="40300"/>
                    <a:pt x="4061" y="40266"/>
                  </a:cubicBezTo>
                  <a:lnTo>
                    <a:pt x="4061" y="40129"/>
                  </a:lnTo>
                  <a:cubicBezTo>
                    <a:pt x="4061" y="40095"/>
                    <a:pt x="4027" y="40061"/>
                    <a:pt x="3993" y="40061"/>
                  </a:cubicBezTo>
                  <a:close/>
                  <a:moveTo>
                    <a:pt x="103" y="40505"/>
                  </a:moveTo>
                  <a:cubicBezTo>
                    <a:pt x="35" y="40505"/>
                    <a:pt x="0" y="40573"/>
                    <a:pt x="0" y="40607"/>
                  </a:cubicBezTo>
                  <a:lnTo>
                    <a:pt x="0" y="40709"/>
                  </a:lnTo>
                  <a:cubicBezTo>
                    <a:pt x="0" y="40777"/>
                    <a:pt x="35" y="40812"/>
                    <a:pt x="103" y="40812"/>
                  </a:cubicBezTo>
                  <a:cubicBezTo>
                    <a:pt x="137" y="40812"/>
                    <a:pt x="171" y="40777"/>
                    <a:pt x="171" y="40709"/>
                  </a:cubicBezTo>
                  <a:lnTo>
                    <a:pt x="171" y="40607"/>
                  </a:lnTo>
                  <a:cubicBezTo>
                    <a:pt x="171" y="40573"/>
                    <a:pt x="137" y="40505"/>
                    <a:pt x="103" y="40505"/>
                  </a:cubicBezTo>
                  <a:close/>
                  <a:moveTo>
                    <a:pt x="3993" y="40641"/>
                  </a:moveTo>
                  <a:cubicBezTo>
                    <a:pt x="3925" y="40641"/>
                    <a:pt x="3890" y="40675"/>
                    <a:pt x="3890" y="40709"/>
                  </a:cubicBezTo>
                  <a:lnTo>
                    <a:pt x="3890" y="40846"/>
                  </a:lnTo>
                  <a:cubicBezTo>
                    <a:pt x="3890" y="40880"/>
                    <a:pt x="3925" y="40914"/>
                    <a:pt x="3993" y="40914"/>
                  </a:cubicBezTo>
                  <a:cubicBezTo>
                    <a:pt x="4027" y="40914"/>
                    <a:pt x="4061" y="40880"/>
                    <a:pt x="4061" y="40846"/>
                  </a:cubicBezTo>
                  <a:lnTo>
                    <a:pt x="4061" y="40709"/>
                  </a:lnTo>
                  <a:cubicBezTo>
                    <a:pt x="4061" y="40675"/>
                    <a:pt x="4027" y="40641"/>
                    <a:pt x="3993" y="40641"/>
                  </a:cubicBezTo>
                  <a:close/>
                  <a:moveTo>
                    <a:pt x="103" y="41085"/>
                  </a:moveTo>
                  <a:cubicBezTo>
                    <a:pt x="35" y="41085"/>
                    <a:pt x="0" y="41119"/>
                    <a:pt x="0" y="41187"/>
                  </a:cubicBezTo>
                  <a:lnTo>
                    <a:pt x="0" y="41289"/>
                  </a:lnTo>
                  <a:cubicBezTo>
                    <a:pt x="0" y="41323"/>
                    <a:pt x="35" y="41392"/>
                    <a:pt x="103" y="41392"/>
                  </a:cubicBezTo>
                  <a:cubicBezTo>
                    <a:pt x="137" y="41392"/>
                    <a:pt x="171" y="41323"/>
                    <a:pt x="171" y="41289"/>
                  </a:cubicBezTo>
                  <a:lnTo>
                    <a:pt x="171" y="41187"/>
                  </a:lnTo>
                  <a:cubicBezTo>
                    <a:pt x="171" y="41119"/>
                    <a:pt x="137" y="41085"/>
                    <a:pt x="103" y="41085"/>
                  </a:cubicBezTo>
                  <a:close/>
                  <a:moveTo>
                    <a:pt x="3993" y="41187"/>
                  </a:moveTo>
                  <a:cubicBezTo>
                    <a:pt x="3925" y="41187"/>
                    <a:pt x="3890" y="41255"/>
                    <a:pt x="3890" y="41289"/>
                  </a:cubicBezTo>
                  <a:lnTo>
                    <a:pt x="3890" y="41392"/>
                  </a:lnTo>
                  <a:cubicBezTo>
                    <a:pt x="3890" y="41460"/>
                    <a:pt x="3925" y="41494"/>
                    <a:pt x="3993" y="41494"/>
                  </a:cubicBezTo>
                  <a:cubicBezTo>
                    <a:pt x="4027" y="41494"/>
                    <a:pt x="4061" y="41460"/>
                    <a:pt x="4061" y="41392"/>
                  </a:cubicBezTo>
                  <a:lnTo>
                    <a:pt x="4061" y="41289"/>
                  </a:lnTo>
                  <a:cubicBezTo>
                    <a:pt x="4061" y="41255"/>
                    <a:pt x="4027" y="41187"/>
                    <a:pt x="3993" y="41187"/>
                  </a:cubicBezTo>
                  <a:close/>
                  <a:moveTo>
                    <a:pt x="103" y="41665"/>
                  </a:moveTo>
                  <a:cubicBezTo>
                    <a:pt x="35" y="41665"/>
                    <a:pt x="0" y="41699"/>
                    <a:pt x="0" y="41733"/>
                  </a:cubicBezTo>
                  <a:lnTo>
                    <a:pt x="0" y="41869"/>
                  </a:lnTo>
                  <a:cubicBezTo>
                    <a:pt x="0" y="41904"/>
                    <a:pt x="35" y="41938"/>
                    <a:pt x="103" y="41938"/>
                  </a:cubicBezTo>
                  <a:cubicBezTo>
                    <a:pt x="137" y="41938"/>
                    <a:pt x="171" y="41904"/>
                    <a:pt x="171" y="41869"/>
                  </a:cubicBezTo>
                  <a:lnTo>
                    <a:pt x="171" y="41733"/>
                  </a:lnTo>
                  <a:cubicBezTo>
                    <a:pt x="171" y="41699"/>
                    <a:pt x="137" y="41665"/>
                    <a:pt x="103" y="41665"/>
                  </a:cubicBezTo>
                  <a:close/>
                  <a:moveTo>
                    <a:pt x="3993" y="41767"/>
                  </a:moveTo>
                  <a:cubicBezTo>
                    <a:pt x="3925" y="41767"/>
                    <a:pt x="3890" y="41801"/>
                    <a:pt x="3890" y="41869"/>
                  </a:cubicBezTo>
                  <a:lnTo>
                    <a:pt x="3890" y="41972"/>
                  </a:lnTo>
                  <a:cubicBezTo>
                    <a:pt x="3890" y="42006"/>
                    <a:pt x="3925" y="42074"/>
                    <a:pt x="3993" y="42074"/>
                  </a:cubicBezTo>
                  <a:cubicBezTo>
                    <a:pt x="4027" y="42074"/>
                    <a:pt x="4061" y="42006"/>
                    <a:pt x="4061" y="41972"/>
                  </a:cubicBezTo>
                  <a:lnTo>
                    <a:pt x="4061" y="41869"/>
                  </a:lnTo>
                  <a:cubicBezTo>
                    <a:pt x="4061" y="41801"/>
                    <a:pt x="4027" y="41767"/>
                    <a:pt x="3993" y="41767"/>
                  </a:cubicBezTo>
                  <a:close/>
                  <a:moveTo>
                    <a:pt x="103" y="42245"/>
                  </a:moveTo>
                  <a:cubicBezTo>
                    <a:pt x="35" y="42245"/>
                    <a:pt x="0" y="42279"/>
                    <a:pt x="0" y="42313"/>
                  </a:cubicBezTo>
                  <a:lnTo>
                    <a:pt x="0" y="42450"/>
                  </a:lnTo>
                  <a:cubicBezTo>
                    <a:pt x="0" y="42484"/>
                    <a:pt x="35" y="42518"/>
                    <a:pt x="103" y="42518"/>
                  </a:cubicBezTo>
                  <a:cubicBezTo>
                    <a:pt x="137" y="42518"/>
                    <a:pt x="171" y="42484"/>
                    <a:pt x="171" y="42450"/>
                  </a:cubicBezTo>
                  <a:lnTo>
                    <a:pt x="171" y="42313"/>
                  </a:lnTo>
                  <a:cubicBezTo>
                    <a:pt x="171" y="42279"/>
                    <a:pt x="137" y="42245"/>
                    <a:pt x="103" y="42245"/>
                  </a:cubicBezTo>
                  <a:close/>
                  <a:moveTo>
                    <a:pt x="3959" y="42347"/>
                  </a:moveTo>
                  <a:cubicBezTo>
                    <a:pt x="3925" y="42347"/>
                    <a:pt x="3890" y="42381"/>
                    <a:pt x="3890" y="42450"/>
                  </a:cubicBezTo>
                  <a:lnTo>
                    <a:pt x="3890" y="42552"/>
                  </a:lnTo>
                  <a:cubicBezTo>
                    <a:pt x="3890" y="42586"/>
                    <a:pt x="3925" y="42620"/>
                    <a:pt x="3959" y="42620"/>
                  </a:cubicBezTo>
                  <a:cubicBezTo>
                    <a:pt x="4027" y="42620"/>
                    <a:pt x="4061" y="42586"/>
                    <a:pt x="4061" y="42552"/>
                  </a:cubicBezTo>
                  <a:lnTo>
                    <a:pt x="4061" y="42450"/>
                  </a:lnTo>
                  <a:cubicBezTo>
                    <a:pt x="4061" y="42381"/>
                    <a:pt x="4027" y="42347"/>
                    <a:pt x="3959" y="42347"/>
                  </a:cubicBezTo>
                  <a:close/>
                  <a:moveTo>
                    <a:pt x="103" y="42791"/>
                  </a:moveTo>
                  <a:cubicBezTo>
                    <a:pt x="35" y="42791"/>
                    <a:pt x="0" y="42859"/>
                    <a:pt x="0" y="42893"/>
                  </a:cubicBezTo>
                  <a:lnTo>
                    <a:pt x="0" y="42995"/>
                  </a:lnTo>
                  <a:cubicBezTo>
                    <a:pt x="0" y="43064"/>
                    <a:pt x="35" y="43098"/>
                    <a:pt x="103" y="43098"/>
                  </a:cubicBezTo>
                  <a:cubicBezTo>
                    <a:pt x="137" y="43098"/>
                    <a:pt x="171" y="43064"/>
                    <a:pt x="171" y="42995"/>
                  </a:cubicBezTo>
                  <a:lnTo>
                    <a:pt x="171" y="42893"/>
                  </a:lnTo>
                  <a:cubicBezTo>
                    <a:pt x="171" y="42859"/>
                    <a:pt x="137" y="42791"/>
                    <a:pt x="103" y="42791"/>
                  </a:cubicBezTo>
                  <a:close/>
                  <a:moveTo>
                    <a:pt x="3959" y="42927"/>
                  </a:moveTo>
                  <a:cubicBezTo>
                    <a:pt x="3925" y="42927"/>
                    <a:pt x="3890" y="42961"/>
                    <a:pt x="3890" y="42995"/>
                  </a:cubicBezTo>
                  <a:lnTo>
                    <a:pt x="3890" y="43132"/>
                  </a:lnTo>
                  <a:cubicBezTo>
                    <a:pt x="3890" y="43166"/>
                    <a:pt x="3925" y="43200"/>
                    <a:pt x="3959" y="43200"/>
                  </a:cubicBezTo>
                  <a:cubicBezTo>
                    <a:pt x="4027" y="43200"/>
                    <a:pt x="4061" y="43166"/>
                    <a:pt x="4061" y="43132"/>
                  </a:cubicBezTo>
                  <a:lnTo>
                    <a:pt x="4061" y="42995"/>
                  </a:lnTo>
                  <a:cubicBezTo>
                    <a:pt x="4061" y="42961"/>
                    <a:pt x="4027" y="42927"/>
                    <a:pt x="3959" y="42927"/>
                  </a:cubicBezTo>
                  <a:close/>
                  <a:moveTo>
                    <a:pt x="103" y="43371"/>
                  </a:moveTo>
                  <a:cubicBezTo>
                    <a:pt x="35" y="43371"/>
                    <a:pt x="0" y="43405"/>
                    <a:pt x="0" y="43473"/>
                  </a:cubicBezTo>
                  <a:lnTo>
                    <a:pt x="0" y="43576"/>
                  </a:lnTo>
                  <a:cubicBezTo>
                    <a:pt x="0" y="43644"/>
                    <a:pt x="35" y="43678"/>
                    <a:pt x="103" y="43678"/>
                  </a:cubicBezTo>
                  <a:cubicBezTo>
                    <a:pt x="137" y="43678"/>
                    <a:pt x="171" y="43644"/>
                    <a:pt x="171" y="43576"/>
                  </a:cubicBezTo>
                  <a:lnTo>
                    <a:pt x="171" y="43473"/>
                  </a:lnTo>
                  <a:cubicBezTo>
                    <a:pt x="171" y="43405"/>
                    <a:pt x="137" y="43371"/>
                    <a:pt x="103" y="43371"/>
                  </a:cubicBezTo>
                  <a:close/>
                  <a:moveTo>
                    <a:pt x="3959" y="43507"/>
                  </a:moveTo>
                  <a:cubicBezTo>
                    <a:pt x="3925" y="43507"/>
                    <a:pt x="3890" y="43541"/>
                    <a:pt x="3890" y="43576"/>
                  </a:cubicBezTo>
                  <a:lnTo>
                    <a:pt x="3890" y="43678"/>
                  </a:lnTo>
                  <a:cubicBezTo>
                    <a:pt x="3890" y="43746"/>
                    <a:pt x="3925" y="43780"/>
                    <a:pt x="3959" y="43780"/>
                  </a:cubicBezTo>
                  <a:cubicBezTo>
                    <a:pt x="4027" y="43780"/>
                    <a:pt x="4061" y="43746"/>
                    <a:pt x="4061" y="43678"/>
                  </a:cubicBezTo>
                  <a:lnTo>
                    <a:pt x="4061" y="43576"/>
                  </a:lnTo>
                  <a:cubicBezTo>
                    <a:pt x="4061" y="43541"/>
                    <a:pt x="4027" y="43507"/>
                    <a:pt x="3959" y="43507"/>
                  </a:cubicBezTo>
                  <a:close/>
                  <a:moveTo>
                    <a:pt x="103" y="43951"/>
                  </a:moveTo>
                  <a:cubicBezTo>
                    <a:pt x="35" y="43951"/>
                    <a:pt x="0" y="43985"/>
                    <a:pt x="0" y="44053"/>
                  </a:cubicBezTo>
                  <a:lnTo>
                    <a:pt x="0" y="44156"/>
                  </a:lnTo>
                  <a:cubicBezTo>
                    <a:pt x="0" y="44190"/>
                    <a:pt x="35" y="44224"/>
                    <a:pt x="103" y="44224"/>
                  </a:cubicBezTo>
                  <a:cubicBezTo>
                    <a:pt x="137" y="44224"/>
                    <a:pt x="171" y="44190"/>
                    <a:pt x="171" y="44156"/>
                  </a:cubicBezTo>
                  <a:lnTo>
                    <a:pt x="171" y="44053"/>
                  </a:lnTo>
                  <a:cubicBezTo>
                    <a:pt x="171" y="43985"/>
                    <a:pt x="137" y="43951"/>
                    <a:pt x="103" y="43951"/>
                  </a:cubicBezTo>
                  <a:close/>
                  <a:moveTo>
                    <a:pt x="3959" y="44053"/>
                  </a:moveTo>
                  <a:cubicBezTo>
                    <a:pt x="3925" y="44053"/>
                    <a:pt x="3890" y="44087"/>
                    <a:pt x="3890" y="44156"/>
                  </a:cubicBezTo>
                  <a:lnTo>
                    <a:pt x="3890" y="44258"/>
                  </a:lnTo>
                  <a:cubicBezTo>
                    <a:pt x="3890" y="44326"/>
                    <a:pt x="3925" y="44360"/>
                    <a:pt x="3959" y="44360"/>
                  </a:cubicBezTo>
                  <a:cubicBezTo>
                    <a:pt x="4027" y="44360"/>
                    <a:pt x="4061" y="44326"/>
                    <a:pt x="4061" y="44258"/>
                  </a:cubicBezTo>
                  <a:lnTo>
                    <a:pt x="4061" y="44156"/>
                  </a:lnTo>
                  <a:cubicBezTo>
                    <a:pt x="4061" y="44087"/>
                    <a:pt x="4027" y="44053"/>
                    <a:pt x="3959" y="44053"/>
                  </a:cubicBezTo>
                  <a:close/>
                  <a:moveTo>
                    <a:pt x="103" y="44531"/>
                  </a:moveTo>
                  <a:cubicBezTo>
                    <a:pt x="35" y="44531"/>
                    <a:pt x="0" y="44565"/>
                    <a:pt x="0" y="44599"/>
                  </a:cubicBezTo>
                  <a:lnTo>
                    <a:pt x="0" y="44736"/>
                  </a:lnTo>
                  <a:cubicBezTo>
                    <a:pt x="0" y="44770"/>
                    <a:pt x="35" y="44804"/>
                    <a:pt x="103" y="44804"/>
                  </a:cubicBezTo>
                  <a:cubicBezTo>
                    <a:pt x="137" y="44804"/>
                    <a:pt x="171" y="44770"/>
                    <a:pt x="171" y="44736"/>
                  </a:cubicBezTo>
                  <a:lnTo>
                    <a:pt x="171" y="44599"/>
                  </a:lnTo>
                  <a:cubicBezTo>
                    <a:pt x="171" y="44565"/>
                    <a:pt x="137" y="44531"/>
                    <a:pt x="103" y="44531"/>
                  </a:cubicBezTo>
                  <a:close/>
                  <a:moveTo>
                    <a:pt x="3959" y="44633"/>
                  </a:moveTo>
                  <a:cubicBezTo>
                    <a:pt x="3925" y="44633"/>
                    <a:pt x="3890" y="44668"/>
                    <a:pt x="3890" y="44736"/>
                  </a:cubicBezTo>
                  <a:lnTo>
                    <a:pt x="3890" y="44838"/>
                  </a:lnTo>
                  <a:cubicBezTo>
                    <a:pt x="3890" y="44872"/>
                    <a:pt x="3925" y="44941"/>
                    <a:pt x="3959" y="44941"/>
                  </a:cubicBezTo>
                  <a:cubicBezTo>
                    <a:pt x="4027" y="44941"/>
                    <a:pt x="4061" y="44872"/>
                    <a:pt x="4061" y="44838"/>
                  </a:cubicBezTo>
                  <a:lnTo>
                    <a:pt x="4061" y="44736"/>
                  </a:lnTo>
                  <a:cubicBezTo>
                    <a:pt x="4061" y="44668"/>
                    <a:pt x="4027" y="44633"/>
                    <a:pt x="3959" y="44633"/>
                  </a:cubicBezTo>
                  <a:close/>
                  <a:moveTo>
                    <a:pt x="103" y="45111"/>
                  </a:moveTo>
                  <a:cubicBezTo>
                    <a:pt x="35" y="45111"/>
                    <a:pt x="0" y="45145"/>
                    <a:pt x="0" y="45179"/>
                  </a:cubicBezTo>
                  <a:lnTo>
                    <a:pt x="0" y="45282"/>
                  </a:lnTo>
                  <a:cubicBezTo>
                    <a:pt x="0" y="45350"/>
                    <a:pt x="35" y="45384"/>
                    <a:pt x="103" y="45384"/>
                  </a:cubicBezTo>
                  <a:cubicBezTo>
                    <a:pt x="137" y="45384"/>
                    <a:pt x="171" y="45350"/>
                    <a:pt x="171" y="45282"/>
                  </a:cubicBezTo>
                  <a:lnTo>
                    <a:pt x="171" y="45179"/>
                  </a:lnTo>
                  <a:cubicBezTo>
                    <a:pt x="171" y="45145"/>
                    <a:pt x="137" y="45111"/>
                    <a:pt x="103" y="45111"/>
                  </a:cubicBezTo>
                  <a:close/>
                  <a:moveTo>
                    <a:pt x="3959" y="45213"/>
                  </a:moveTo>
                  <a:cubicBezTo>
                    <a:pt x="3925" y="45213"/>
                    <a:pt x="3890" y="45248"/>
                    <a:pt x="3890" y="45282"/>
                  </a:cubicBezTo>
                  <a:lnTo>
                    <a:pt x="3890" y="45418"/>
                  </a:lnTo>
                  <a:cubicBezTo>
                    <a:pt x="3890" y="45452"/>
                    <a:pt x="3925" y="45486"/>
                    <a:pt x="3959" y="45486"/>
                  </a:cubicBezTo>
                  <a:cubicBezTo>
                    <a:pt x="4027" y="45486"/>
                    <a:pt x="4061" y="45452"/>
                    <a:pt x="4061" y="45418"/>
                  </a:cubicBezTo>
                  <a:lnTo>
                    <a:pt x="4061" y="45282"/>
                  </a:lnTo>
                  <a:cubicBezTo>
                    <a:pt x="4061" y="45248"/>
                    <a:pt x="4027" y="45213"/>
                    <a:pt x="3959" y="45213"/>
                  </a:cubicBezTo>
                  <a:close/>
                  <a:moveTo>
                    <a:pt x="103" y="45657"/>
                  </a:moveTo>
                  <a:cubicBezTo>
                    <a:pt x="35" y="45657"/>
                    <a:pt x="0" y="45725"/>
                    <a:pt x="0" y="45759"/>
                  </a:cubicBezTo>
                  <a:lnTo>
                    <a:pt x="0" y="45862"/>
                  </a:lnTo>
                  <a:cubicBezTo>
                    <a:pt x="0" y="45930"/>
                    <a:pt x="35" y="45964"/>
                    <a:pt x="103" y="45964"/>
                  </a:cubicBezTo>
                  <a:cubicBezTo>
                    <a:pt x="137" y="45964"/>
                    <a:pt x="171" y="45930"/>
                    <a:pt x="171" y="45862"/>
                  </a:cubicBezTo>
                  <a:lnTo>
                    <a:pt x="171" y="45759"/>
                  </a:lnTo>
                  <a:cubicBezTo>
                    <a:pt x="171" y="45725"/>
                    <a:pt x="137" y="45657"/>
                    <a:pt x="103" y="45657"/>
                  </a:cubicBezTo>
                  <a:close/>
                  <a:moveTo>
                    <a:pt x="3959" y="45794"/>
                  </a:moveTo>
                  <a:cubicBezTo>
                    <a:pt x="3925" y="45794"/>
                    <a:pt x="3890" y="45828"/>
                    <a:pt x="3890" y="45862"/>
                  </a:cubicBezTo>
                  <a:lnTo>
                    <a:pt x="3890" y="45998"/>
                  </a:lnTo>
                  <a:cubicBezTo>
                    <a:pt x="3890" y="46032"/>
                    <a:pt x="3925" y="46067"/>
                    <a:pt x="3959" y="46067"/>
                  </a:cubicBezTo>
                  <a:cubicBezTo>
                    <a:pt x="4027" y="46067"/>
                    <a:pt x="4061" y="46032"/>
                    <a:pt x="4061" y="45998"/>
                  </a:cubicBezTo>
                  <a:lnTo>
                    <a:pt x="4061" y="45862"/>
                  </a:lnTo>
                  <a:cubicBezTo>
                    <a:pt x="4061" y="45828"/>
                    <a:pt x="4027" y="45794"/>
                    <a:pt x="3959" y="45794"/>
                  </a:cubicBezTo>
                  <a:close/>
                  <a:moveTo>
                    <a:pt x="103" y="46237"/>
                  </a:moveTo>
                  <a:cubicBezTo>
                    <a:pt x="35" y="46237"/>
                    <a:pt x="0" y="46271"/>
                    <a:pt x="0" y="46340"/>
                  </a:cubicBezTo>
                  <a:lnTo>
                    <a:pt x="0" y="46442"/>
                  </a:lnTo>
                  <a:cubicBezTo>
                    <a:pt x="0" y="46476"/>
                    <a:pt x="35" y="46544"/>
                    <a:pt x="103" y="46544"/>
                  </a:cubicBezTo>
                  <a:cubicBezTo>
                    <a:pt x="137" y="46544"/>
                    <a:pt x="171" y="46476"/>
                    <a:pt x="171" y="46442"/>
                  </a:cubicBezTo>
                  <a:lnTo>
                    <a:pt x="171" y="46340"/>
                  </a:lnTo>
                  <a:cubicBezTo>
                    <a:pt x="171" y="46271"/>
                    <a:pt x="137" y="46237"/>
                    <a:pt x="103" y="46237"/>
                  </a:cubicBezTo>
                  <a:close/>
                  <a:moveTo>
                    <a:pt x="3959" y="46340"/>
                  </a:moveTo>
                  <a:cubicBezTo>
                    <a:pt x="3925" y="46340"/>
                    <a:pt x="3890" y="46408"/>
                    <a:pt x="3890" y="46442"/>
                  </a:cubicBezTo>
                  <a:lnTo>
                    <a:pt x="3890" y="46544"/>
                  </a:lnTo>
                  <a:cubicBezTo>
                    <a:pt x="3890" y="46613"/>
                    <a:pt x="3925" y="46647"/>
                    <a:pt x="3959" y="46647"/>
                  </a:cubicBezTo>
                  <a:cubicBezTo>
                    <a:pt x="4027" y="46647"/>
                    <a:pt x="4061" y="46613"/>
                    <a:pt x="4061" y="46544"/>
                  </a:cubicBezTo>
                  <a:lnTo>
                    <a:pt x="4061" y="46442"/>
                  </a:lnTo>
                  <a:cubicBezTo>
                    <a:pt x="4061" y="46408"/>
                    <a:pt x="4027" y="46340"/>
                    <a:pt x="3959" y="46340"/>
                  </a:cubicBezTo>
                  <a:close/>
                  <a:moveTo>
                    <a:pt x="103" y="46817"/>
                  </a:moveTo>
                  <a:cubicBezTo>
                    <a:pt x="35" y="46817"/>
                    <a:pt x="0" y="46851"/>
                    <a:pt x="0" y="46886"/>
                  </a:cubicBezTo>
                  <a:lnTo>
                    <a:pt x="0" y="47022"/>
                  </a:lnTo>
                  <a:cubicBezTo>
                    <a:pt x="0" y="47056"/>
                    <a:pt x="35" y="47090"/>
                    <a:pt x="103" y="47090"/>
                  </a:cubicBezTo>
                  <a:cubicBezTo>
                    <a:pt x="137" y="47090"/>
                    <a:pt x="171" y="47056"/>
                    <a:pt x="171" y="47022"/>
                  </a:cubicBezTo>
                  <a:lnTo>
                    <a:pt x="171" y="46886"/>
                  </a:lnTo>
                  <a:cubicBezTo>
                    <a:pt x="171" y="46851"/>
                    <a:pt x="137" y="46817"/>
                    <a:pt x="103" y="46817"/>
                  </a:cubicBezTo>
                  <a:close/>
                  <a:moveTo>
                    <a:pt x="3959" y="46920"/>
                  </a:moveTo>
                  <a:cubicBezTo>
                    <a:pt x="3925" y="46920"/>
                    <a:pt x="3890" y="46954"/>
                    <a:pt x="3890" y="47022"/>
                  </a:cubicBezTo>
                  <a:lnTo>
                    <a:pt x="3890" y="47124"/>
                  </a:lnTo>
                  <a:cubicBezTo>
                    <a:pt x="3890" y="47159"/>
                    <a:pt x="3925" y="47227"/>
                    <a:pt x="3959" y="47227"/>
                  </a:cubicBezTo>
                  <a:cubicBezTo>
                    <a:pt x="4027" y="47227"/>
                    <a:pt x="4061" y="47159"/>
                    <a:pt x="4061" y="47124"/>
                  </a:cubicBezTo>
                  <a:lnTo>
                    <a:pt x="4061" y="47022"/>
                  </a:lnTo>
                  <a:cubicBezTo>
                    <a:pt x="4061" y="46954"/>
                    <a:pt x="4027" y="46920"/>
                    <a:pt x="3959" y="46920"/>
                  </a:cubicBezTo>
                  <a:close/>
                  <a:moveTo>
                    <a:pt x="103" y="47397"/>
                  </a:moveTo>
                  <a:cubicBezTo>
                    <a:pt x="35" y="47397"/>
                    <a:pt x="0" y="47431"/>
                    <a:pt x="0" y="47466"/>
                  </a:cubicBezTo>
                  <a:lnTo>
                    <a:pt x="0" y="47602"/>
                  </a:lnTo>
                  <a:cubicBezTo>
                    <a:pt x="0" y="47636"/>
                    <a:pt x="35" y="47670"/>
                    <a:pt x="103" y="47670"/>
                  </a:cubicBezTo>
                  <a:cubicBezTo>
                    <a:pt x="137" y="47670"/>
                    <a:pt x="171" y="47636"/>
                    <a:pt x="171" y="47602"/>
                  </a:cubicBezTo>
                  <a:lnTo>
                    <a:pt x="171" y="47466"/>
                  </a:lnTo>
                  <a:cubicBezTo>
                    <a:pt x="171" y="47431"/>
                    <a:pt x="137" y="47397"/>
                    <a:pt x="103" y="47397"/>
                  </a:cubicBezTo>
                  <a:close/>
                  <a:moveTo>
                    <a:pt x="3959" y="47500"/>
                  </a:moveTo>
                  <a:cubicBezTo>
                    <a:pt x="3925" y="47500"/>
                    <a:pt x="3890" y="47534"/>
                    <a:pt x="3890" y="47602"/>
                  </a:cubicBezTo>
                  <a:lnTo>
                    <a:pt x="3890" y="47704"/>
                  </a:lnTo>
                  <a:cubicBezTo>
                    <a:pt x="3890" y="47739"/>
                    <a:pt x="3925" y="47773"/>
                    <a:pt x="3959" y="47773"/>
                  </a:cubicBezTo>
                  <a:cubicBezTo>
                    <a:pt x="3993" y="47773"/>
                    <a:pt x="4061" y="47739"/>
                    <a:pt x="4061" y="47704"/>
                  </a:cubicBezTo>
                  <a:lnTo>
                    <a:pt x="4061" y="47602"/>
                  </a:lnTo>
                  <a:cubicBezTo>
                    <a:pt x="4061" y="47534"/>
                    <a:pt x="3993" y="47500"/>
                    <a:pt x="3959" y="47500"/>
                  </a:cubicBezTo>
                  <a:close/>
                  <a:moveTo>
                    <a:pt x="103" y="47977"/>
                  </a:moveTo>
                  <a:cubicBezTo>
                    <a:pt x="35" y="47977"/>
                    <a:pt x="0" y="48012"/>
                    <a:pt x="0" y="48046"/>
                  </a:cubicBezTo>
                  <a:lnTo>
                    <a:pt x="0" y="48148"/>
                  </a:lnTo>
                  <a:cubicBezTo>
                    <a:pt x="0" y="48216"/>
                    <a:pt x="35" y="48250"/>
                    <a:pt x="103" y="48250"/>
                  </a:cubicBezTo>
                  <a:cubicBezTo>
                    <a:pt x="137" y="48250"/>
                    <a:pt x="171" y="48216"/>
                    <a:pt x="171" y="48148"/>
                  </a:cubicBezTo>
                  <a:lnTo>
                    <a:pt x="171" y="48046"/>
                  </a:lnTo>
                  <a:cubicBezTo>
                    <a:pt x="171" y="48012"/>
                    <a:pt x="137" y="47977"/>
                    <a:pt x="103" y="47977"/>
                  </a:cubicBezTo>
                  <a:close/>
                  <a:moveTo>
                    <a:pt x="3959" y="48080"/>
                  </a:moveTo>
                  <a:cubicBezTo>
                    <a:pt x="3925" y="48080"/>
                    <a:pt x="3890" y="48114"/>
                    <a:pt x="3890" y="48148"/>
                  </a:cubicBezTo>
                  <a:lnTo>
                    <a:pt x="3890" y="48285"/>
                  </a:lnTo>
                  <a:cubicBezTo>
                    <a:pt x="3890" y="48319"/>
                    <a:pt x="3925" y="48353"/>
                    <a:pt x="3959" y="48353"/>
                  </a:cubicBezTo>
                  <a:cubicBezTo>
                    <a:pt x="3993" y="48353"/>
                    <a:pt x="4061" y="48319"/>
                    <a:pt x="4061" y="48285"/>
                  </a:cubicBezTo>
                  <a:lnTo>
                    <a:pt x="4061" y="48148"/>
                  </a:lnTo>
                  <a:cubicBezTo>
                    <a:pt x="4061" y="48114"/>
                    <a:pt x="3993" y="48080"/>
                    <a:pt x="3959" y="48080"/>
                  </a:cubicBezTo>
                  <a:close/>
                  <a:moveTo>
                    <a:pt x="103" y="48523"/>
                  </a:moveTo>
                  <a:cubicBezTo>
                    <a:pt x="35" y="48523"/>
                    <a:pt x="0" y="48558"/>
                    <a:pt x="0" y="48626"/>
                  </a:cubicBezTo>
                  <a:lnTo>
                    <a:pt x="0" y="48728"/>
                  </a:lnTo>
                  <a:cubicBezTo>
                    <a:pt x="0" y="48796"/>
                    <a:pt x="35" y="48831"/>
                    <a:pt x="103" y="48831"/>
                  </a:cubicBezTo>
                  <a:cubicBezTo>
                    <a:pt x="137" y="48831"/>
                    <a:pt x="171" y="48796"/>
                    <a:pt x="171" y="48728"/>
                  </a:cubicBezTo>
                  <a:lnTo>
                    <a:pt x="171" y="48626"/>
                  </a:lnTo>
                  <a:cubicBezTo>
                    <a:pt x="171" y="48558"/>
                    <a:pt x="137" y="48523"/>
                    <a:pt x="103" y="48523"/>
                  </a:cubicBezTo>
                  <a:close/>
                  <a:moveTo>
                    <a:pt x="3959" y="48660"/>
                  </a:moveTo>
                  <a:cubicBezTo>
                    <a:pt x="3925" y="48660"/>
                    <a:pt x="3890" y="48694"/>
                    <a:pt x="3890" y="48728"/>
                  </a:cubicBezTo>
                  <a:lnTo>
                    <a:pt x="3856" y="48831"/>
                  </a:lnTo>
                  <a:cubicBezTo>
                    <a:pt x="3856" y="48899"/>
                    <a:pt x="3925" y="48933"/>
                    <a:pt x="3959" y="48933"/>
                  </a:cubicBezTo>
                  <a:cubicBezTo>
                    <a:pt x="3993" y="48933"/>
                    <a:pt x="4061" y="48899"/>
                    <a:pt x="4061" y="48831"/>
                  </a:cubicBezTo>
                  <a:lnTo>
                    <a:pt x="4061" y="48728"/>
                  </a:lnTo>
                  <a:cubicBezTo>
                    <a:pt x="4061" y="48694"/>
                    <a:pt x="3993" y="48660"/>
                    <a:pt x="3959" y="48660"/>
                  </a:cubicBezTo>
                  <a:close/>
                  <a:moveTo>
                    <a:pt x="103" y="49104"/>
                  </a:moveTo>
                  <a:cubicBezTo>
                    <a:pt x="35" y="49104"/>
                    <a:pt x="0" y="49138"/>
                    <a:pt x="0" y="49206"/>
                  </a:cubicBezTo>
                  <a:lnTo>
                    <a:pt x="0" y="49308"/>
                  </a:lnTo>
                  <a:cubicBezTo>
                    <a:pt x="0" y="49342"/>
                    <a:pt x="35" y="49377"/>
                    <a:pt x="103" y="49377"/>
                  </a:cubicBezTo>
                  <a:cubicBezTo>
                    <a:pt x="137" y="49377"/>
                    <a:pt x="171" y="49342"/>
                    <a:pt x="171" y="49308"/>
                  </a:cubicBezTo>
                  <a:lnTo>
                    <a:pt x="171" y="49206"/>
                  </a:lnTo>
                  <a:cubicBezTo>
                    <a:pt x="171" y="49138"/>
                    <a:pt x="137" y="49104"/>
                    <a:pt x="103" y="49104"/>
                  </a:cubicBezTo>
                  <a:close/>
                  <a:moveTo>
                    <a:pt x="3959" y="49206"/>
                  </a:moveTo>
                  <a:cubicBezTo>
                    <a:pt x="3925" y="49206"/>
                    <a:pt x="3856" y="49240"/>
                    <a:pt x="3856" y="49308"/>
                  </a:cubicBezTo>
                  <a:lnTo>
                    <a:pt x="3856" y="49411"/>
                  </a:lnTo>
                  <a:cubicBezTo>
                    <a:pt x="3856" y="49479"/>
                    <a:pt x="3925" y="49513"/>
                    <a:pt x="3959" y="49513"/>
                  </a:cubicBezTo>
                  <a:cubicBezTo>
                    <a:pt x="3993" y="49513"/>
                    <a:pt x="4027" y="49479"/>
                    <a:pt x="4027" y="49411"/>
                  </a:cubicBezTo>
                  <a:lnTo>
                    <a:pt x="4061" y="49308"/>
                  </a:lnTo>
                  <a:cubicBezTo>
                    <a:pt x="4061" y="49240"/>
                    <a:pt x="3993" y="49206"/>
                    <a:pt x="3959" y="49206"/>
                  </a:cubicBezTo>
                  <a:close/>
                  <a:moveTo>
                    <a:pt x="103" y="49684"/>
                  </a:moveTo>
                  <a:cubicBezTo>
                    <a:pt x="35" y="49684"/>
                    <a:pt x="0" y="49718"/>
                    <a:pt x="0" y="49752"/>
                  </a:cubicBezTo>
                  <a:lnTo>
                    <a:pt x="0" y="49888"/>
                  </a:lnTo>
                  <a:cubicBezTo>
                    <a:pt x="0" y="49922"/>
                    <a:pt x="35" y="49957"/>
                    <a:pt x="103" y="49957"/>
                  </a:cubicBezTo>
                  <a:cubicBezTo>
                    <a:pt x="137" y="49957"/>
                    <a:pt x="171" y="49922"/>
                    <a:pt x="171" y="49888"/>
                  </a:cubicBezTo>
                  <a:lnTo>
                    <a:pt x="171" y="49752"/>
                  </a:lnTo>
                  <a:cubicBezTo>
                    <a:pt x="171" y="49718"/>
                    <a:pt x="137" y="49684"/>
                    <a:pt x="103" y="49684"/>
                  </a:cubicBezTo>
                  <a:close/>
                  <a:moveTo>
                    <a:pt x="3959" y="49786"/>
                  </a:moveTo>
                  <a:cubicBezTo>
                    <a:pt x="3925" y="49786"/>
                    <a:pt x="3856" y="49820"/>
                    <a:pt x="3856" y="49888"/>
                  </a:cubicBezTo>
                  <a:lnTo>
                    <a:pt x="3856" y="49991"/>
                  </a:lnTo>
                  <a:cubicBezTo>
                    <a:pt x="3856" y="50025"/>
                    <a:pt x="3925" y="50059"/>
                    <a:pt x="3959" y="50059"/>
                  </a:cubicBezTo>
                  <a:cubicBezTo>
                    <a:pt x="3993" y="50059"/>
                    <a:pt x="4027" y="50025"/>
                    <a:pt x="4027" y="49991"/>
                  </a:cubicBezTo>
                  <a:lnTo>
                    <a:pt x="4027" y="49888"/>
                  </a:lnTo>
                  <a:cubicBezTo>
                    <a:pt x="4027" y="49820"/>
                    <a:pt x="3993" y="49786"/>
                    <a:pt x="3959" y="49786"/>
                  </a:cubicBezTo>
                  <a:close/>
                  <a:moveTo>
                    <a:pt x="103" y="50264"/>
                  </a:moveTo>
                  <a:cubicBezTo>
                    <a:pt x="35" y="50264"/>
                    <a:pt x="0" y="50298"/>
                    <a:pt x="0" y="50332"/>
                  </a:cubicBezTo>
                  <a:lnTo>
                    <a:pt x="0" y="50434"/>
                  </a:lnTo>
                  <a:cubicBezTo>
                    <a:pt x="0" y="50503"/>
                    <a:pt x="35" y="50537"/>
                    <a:pt x="103" y="50537"/>
                  </a:cubicBezTo>
                  <a:cubicBezTo>
                    <a:pt x="137" y="50537"/>
                    <a:pt x="171" y="50503"/>
                    <a:pt x="171" y="50434"/>
                  </a:cubicBezTo>
                  <a:lnTo>
                    <a:pt x="171" y="50332"/>
                  </a:lnTo>
                  <a:cubicBezTo>
                    <a:pt x="171" y="50298"/>
                    <a:pt x="137" y="50264"/>
                    <a:pt x="103" y="50264"/>
                  </a:cubicBezTo>
                  <a:close/>
                  <a:moveTo>
                    <a:pt x="3959" y="50366"/>
                  </a:moveTo>
                  <a:cubicBezTo>
                    <a:pt x="3925" y="50366"/>
                    <a:pt x="3856" y="50400"/>
                    <a:pt x="3856" y="50434"/>
                  </a:cubicBezTo>
                  <a:lnTo>
                    <a:pt x="3856" y="50571"/>
                  </a:lnTo>
                  <a:cubicBezTo>
                    <a:pt x="3856" y="50605"/>
                    <a:pt x="3890" y="50639"/>
                    <a:pt x="3959" y="50639"/>
                  </a:cubicBezTo>
                  <a:cubicBezTo>
                    <a:pt x="3993" y="50639"/>
                    <a:pt x="4027" y="50605"/>
                    <a:pt x="4027" y="50571"/>
                  </a:cubicBezTo>
                  <a:lnTo>
                    <a:pt x="4027" y="50434"/>
                  </a:lnTo>
                  <a:cubicBezTo>
                    <a:pt x="4027" y="50400"/>
                    <a:pt x="3993" y="50366"/>
                    <a:pt x="3959" y="50366"/>
                  </a:cubicBezTo>
                  <a:close/>
                  <a:moveTo>
                    <a:pt x="103" y="50810"/>
                  </a:moveTo>
                  <a:cubicBezTo>
                    <a:pt x="35" y="50810"/>
                    <a:pt x="0" y="50878"/>
                    <a:pt x="0" y="50912"/>
                  </a:cubicBezTo>
                  <a:lnTo>
                    <a:pt x="0" y="51014"/>
                  </a:lnTo>
                  <a:cubicBezTo>
                    <a:pt x="0" y="51083"/>
                    <a:pt x="35" y="51117"/>
                    <a:pt x="103" y="51117"/>
                  </a:cubicBezTo>
                  <a:cubicBezTo>
                    <a:pt x="137" y="51117"/>
                    <a:pt x="171" y="51083"/>
                    <a:pt x="171" y="51014"/>
                  </a:cubicBezTo>
                  <a:lnTo>
                    <a:pt x="171" y="50912"/>
                  </a:lnTo>
                  <a:cubicBezTo>
                    <a:pt x="171" y="50878"/>
                    <a:pt x="137" y="50810"/>
                    <a:pt x="103" y="50810"/>
                  </a:cubicBezTo>
                  <a:close/>
                  <a:moveTo>
                    <a:pt x="3959" y="50946"/>
                  </a:moveTo>
                  <a:cubicBezTo>
                    <a:pt x="3890" y="50946"/>
                    <a:pt x="3856" y="50980"/>
                    <a:pt x="3856" y="51014"/>
                  </a:cubicBezTo>
                  <a:lnTo>
                    <a:pt x="3856" y="51151"/>
                  </a:lnTo>
                  <a:cubicBezTo>
                    <a:pt x="3856" y="51185"/>
                    <a:pt x="3890" y="51219"/>
                    <a:pt x="3959" y="51219"/>
                  </a:cubicBezTo>
                  <a:cubicBezTo>
                    <a:pt x="3993" y="51219"/>
                    <a:pt x="4027" y="51185"/>
                    <a:pt x="4027" y="51151"/>
                  </a:cubicBezTo>
                  <a:lnTo>
                    <a:pt x="4027" y="51014"/>
                  </a:lnTo>
                  <a:cubicBezTo>
                    <a:pt x="4027" y="50980"/>
                    <a:pt x="3993" y="50946"/>
                    <a:pt x="3959" y="50946"/>
                  </a:cubicBezTo>
                  <a:close/>
                  <a:moveTo>
                    <a:pt x="103" y="51390"/>
                  </a:moveTo>
                  <a:cubicBezTo>
                    <a:pt x="35" y="51390"/>
                    <a:pt x="0" y="51424"/>
                    <a:pt x="0" y="51492"/>
                  </a:cubicBezTo>
                  <a:lnTo>
                    <a:pt x="0" y="51595"/>
                  </a:lnTo>
                  <a:cubicBezTo>
                    <a:pt x="0" y="51629"/>
                    <a:pt x="35" y="51697"/>
                    <a:pt x="103" y="51697"/>
                  </a:cubicBezTo>
                  <a:cubicBezTo>
                    <a:pt x="137" y="51697"/>
                    <a:pt x="171" y="51629"/>
                    <a:pt x="171" y="51595"/>
                  </a:cubicBezTo>
                  <a:lnTo>
                    <a:pt x="171" y="51492"/>
                  </a:lnTo>
                  <a:cubicBezTo>
                    <a:pt x="171" y="51424"/>
                    <a:pt x="137" y="51390"/>
                    <a:pt x="103" y="51390"/>
                  </a:cubicBezTo>
                  <a:close/>
                  <a:moveTo>
                    <a:pt x="3959" y="51492"/>
                  </a:moveTo>
                  <a:cubicBezTo>
                    <a:pt x="3890" y="51492"/>
                    <a:pt x="3856" y="51560"/>
                    <a:pt x="3856" y="51595"/>
                  </a:cubicBezTo>
                  <a:lnTo>
                    <a:pt x="3856" y="51697"/>
                  </a:lnTo>
                  <a:cubicBezTo>
                    <a:pt x="3856" y="51765"/>
                    <a:pt x="3890" y="51799"/>
                    <a:pt x="3959" y="51799"/>
                  </a:cubicBezTo>
                  <a:cubicBezTo>
                    <a:pt x="3993" y="51799"/>
                    <a:pt x="4027" y="51765"/>
                    <a:pt x="4027" y="51697"/>
                  </a:cubicBezTo>
                  <a:lnTo>
                    <a:pt x="4027" y="51595"/>
                  </a:lnTo>
                  <a:cubicBezTo>
                    <a:pt x="4027" y="51560"/>
                    <a:pt x="3993" y="51492"/>
                    <a:pt x="3959" y="51492"/>
                  </a:cubicBezTo>
                  <a:close/>
                  <a:moveTo>
                    <a:pt x="103" y="51970"/>
                  </a:moveTo>
                  <a:cubicBezTo>
                    <a:pt x="35" y="51970"/>
                    <a:pt x="0" y="52004"/>
                    <a:pt x="0" y="52038"/>
                  </a:cubicBezTo>
                  <a:lnTo>
                    <a:pt x="0" y="52175"/>
                  </a:lnTo>
                  <a:cubicBezTo>
                    <a:pt x="0" y="52209"/>
                    <a:pt x="35" y="52243"/>
                    <a:pt x="103" y="52243"/>
                  </a:cubicBezTo>
                  <a:cubicBezTo>
                    <a:pt x="137" y="52243"/>
                    <a:pt x="171" y="52209"/>
                    <a:pt x="171" y="52175"/>
                  </a:cubicBezTo>
                  <a:lnTo>
                    <a:pt x="171" y="52038"/>
                  </a:lnTo>
                  <a:cubicBezTo>
                    <a:pt x="171" y="52004"/>
                    <a:pt x="137" y="51970"/>
                    <a:pt x="103" y="51970"/>
                  </a:cubicBezTo>
                  <a:close/>
                  <a:moveTo>
                    <a:pt x="3959" y="52072"/>
                  </a:moveTo>
                  <a:cubicBezTo>
                    <a:pt x="3890" y="52072"/>
                    <a:pt x="3856" y="52106"/>
                    <a:pt x="3856" y="52175"/>
                  </a:cubicBezTo>
                  <a:lnTo>
                    <a:pt x="3856" y="52277"/>
                  </a:lnTo>
                  <a:cubicBezTo>
                    <a:pt x="3856" y="52311"/>
                    <a:pt x="3890" y="52379"/>
                    <a:pt x="3959" y="52379"/>
                  </a:cubicBezTo>
                  <a:cubicBezTo>
                    <a:pt x="3993" y="52379"/>
                    <a:pt x="4027" y="52311"/>
                    <a:pt x="4027" y="52277"/>
                  </a:cubicBezTo>
                  <a:lnTo>
                    <a:pt x="4027" y="52175"/>
                  </a:lnTo>
                  <a:cubicBezTo>
                    <a:pt x="4027" y="52106"/>
                    <a:pt x="3993" y="52072"/>
                    <a:pt x="3959" y="52072"/>
                  </a:cubicBezTo>
                  <a:close/>
                  <a:moveTo>
                    <a:pt x="103" y="52550"/>
                  </a:moveTo>
                  <a:cubicBezTo>
                    <a:pt x="35" y="52550"/>
                    <a:pt x="0" y="52584"/>
                    <a:pt x="0" y="52618"/>
                  </a:cubicBezTo>
                  <a:lnTo>
                    <a:pt x="0" y="52755"/>
                  </a:lnTo>
                  <a:cubicBezTo>
                    <a:pt x="0" y="52789"/>
                    <a:pt x="35" y="52823"/>
                    <a:pt x="103" y="52823"/>
                  </a:cubicBezTo>
                  <a:cubicBezTo>
                    <a:pt x="137" y="52823"/>
                    <a:pt x="171" y="52789"/>
                    <a:pt x="171" y="52755"/>
                  </a:cubicBezTo>
                  <a:lnTo>
                    <a:pt x="171" y="52618"/>
                  </a:lnTo>
                  <a:cubicBezTo>
                    <a:pt x="171" y="52584"/>
                    <a:pt x="137" y="52550"/>
                    <a:pt x="103" y="52550"/>
                  </a:cubicBezTo>
                  <a:close/>
                  <a:moveTo>
                    <a:pt x="3959" y="52652"/>
                  </a:moveTo>
                  <a:cubicBezTo>
                    <a:pt x="3890" y="52652"/>
                    <a:pt x="3856" y="52686"/>
                    <a:pt x="3856" y="52755"/>
                  </a:cubicBezTo>
                  <a:lnTo>
                    <a:pt x="3856" y="52857"/>
                  </a:lnTo>
                  <a:cubicBezTo>
                    <a:pt x="3856" y="52891"/>
                    <a:pt x="3890" y="52925"/>
                    <a:pt x="3959" y="52925"/>
                  </a:cubicBezTo>
                  <a:cubicBezTo>
                    <a:pt x="3993" y="52925"/>
                    <a:pt x="4027" y="52891"/>
                    <a:pt x="4027" y="52857"/>
                  </a:cubicBezTo>
                  <a:lnTo>
                    <a:pt x="4027" y="52755"/>
                  </a:lnTo>
                  <a:cubicBezTo>
                    <a:pt x="4027" y="52686"/>
                    <a:pt x="3993" y="52652"/>
                    <a:pt x="3959" y="52652"/>
                  </a:cubicBezTo>
                  <a:close/>
                  <a:moveTo>
                    <a:pt x="103" y="53130"/>
                  </a:moveTo>
                  <a:cubicBezTo>
                    <a:pt x="35" y="53130"/>
                    <a:pt x="0" y="53164"/>
                    <a:pt x="0" y="53198"/>
                  </a:cubicBezTo>
                  <a:lnTo>
                    <a:pt x="0" y="53301"/>
                  </a:lnTo>
                  <a:cubicBezTo>
                    <a:pt x="0" y="53369"/>
                    <a:pt x="35" y="53403"/>
                    <a:pt x="103" y="53403"/>
                  </a:cubicBezTo>
                  <a:cubicBezTo>
                    <a:pt x="137" y="53403"/>
                    <a:pt x="171" y="53369"/>
                    <a:pt x="171" y="53301"/>
                  </a:cubicBezTo>
                  <a:lnTo>
                    <a:pt x="171" y="53198"/>
                  </a:lnTo>
                  <a:cubicBezTo>
                    <a:pt x="171" y="53164"/>
                    <a:pt x="137" y="53130"/>
                    <a:pt x="103" y="53130"/>
                  </a:cubicBezTo>
                  <a:close/>
                  <a:moveTo>
                    <a:pt x="3959" y="53232"/>
                  </a:moveTo>
                  <a:cubicBezTo>
                    <a:pt x="3890" y="53232"/>
                    <a:pt x="3856" y="53267"/>
                    <a:pt x="3856" y="53301"/>
                  </a:cubicBezTo>
                  <a:lnTo>
                    <a:pt x="3856" y="53437"/>
                  </a:lnTo>
                  <a:cubicBezTo>
                    <a:pt x="3856" y="53471"/>
                    <a:pt x="3890" y="53505"/>
                    <a:pt x="3959" y="53505"/>
                  </a:cubicBezTo>
                  <a:cubicBezTo>
                    <a:pt x="3993" y="53505"/>
                    <a:pt x="4027" y="53471"/>
                    <a:pt x="4027" y="53437"/>
                  </a:cubicBezTo>
                  <a:lnTo>
                    <a:pt x="4027" y="53301"/>
                  </a:lnTo>
                  <a:cubicBezTo>
                    <a:pt x="4027" y="53267"/>
                    <a:pt x="3993" y="53232"/>
                    <a:pt x="3959" y="53232"/>
                  </a:cubicBezTo>
                  <a:close/>
                  <a:moveTo>
                    <a:pt x="103" y="53676"/>
                  </a:moveTo>
                  <a:cubicBezTo>
                    <a:pt x="35" y="53676"/>
                    <a:pt x="0" y="53710"/>
                    <a:pt x="0" y="53778"/>
                  </a:cubicBezTo>
                  <a:lnTo>
                    <a:pt x="0" y="53881"/>
                  </a:lnTo>
                  <a:cubicBezTo>
                    <a:pt x="0" y="53949"/>
                    <a:pt x="35" y="53983"/>
                    <a:pt x="103" y="53983"/>
                  </a:cubicBezTo>
                  <a:cubicBezTo>
                    <a:pt x="137" y="53983"/>
                    <a:pt x="171" y="53949"/>
                    <a:pt x="171" y="53881"/>
                  </a:cubicBezTo>
                  <a:lnTo>
                    <a:pt x="171" y="53778"/>
                  </a:lnTo>
                  <a:cubicBezTo>
                    <a:pt x="171" y="53710"/>
                    <a:pt x="137" y="53676"/>
                    <a:pt x="103" y="53676"/>
                  </a:cubicBezTo>
                  <a:close/>
                  <a:moveTo>
                    <a:pt x="3959" y="53813"/>
                  </a:moveTo>
                  <a:cubicBezTo>
                    <a:pt x="3890" y="53813"/>
                    <a:pt x="3856" y="53847"/>
                    <a:pt x="3856" y="53881"/>
                  </a:cubicBezTo>
                  <a:lnTo>
                    <a:pt x="3856" y="53983"/>
                  </a:lnTo>
                  <a:cubicBezTo>
                    <a:pt x="3856" y="54051"/>
                    <a:pt x="3890" y="54086"/>
                    <a:pt x="3959" y="54086"/>
                  </a:cubicBezTo>
                  <a:cubicBezTo>
                    <a:pt x="3993" y="54086"/>
                    <a:pt x="4027" y="54051"/>
                    <a:pt x="4027" y="53983"/>
                  </a:cubicBezTo>
                  <a:lnTo>
                    <a:pt x="4027" y="53881"/>
                  </a:lnTo>
                  <a:cubicBezTo>
                    <a:pt x="4027" y="53847"/>
                    <a:pt x="3993" y="53813"/>
                    <a:pt x="3959" y="53813"/>
                  </a:cubicBezTo>
                  <a:close/>
                  <a:moveTo>
                    <a:pt x="103" y="54256"/>
                  </a:moveTo>
                  <a:cubicBezTo>
                    <a:pt x="35" y="54256"/>
                    <a:pt x="0" y="54290"/>
                    <a:pt x="0" y="54358"/>
                  </a:cubicBezTo>
                  <a:lnTo>
                    <a:pt x="0" y="54461"/>
                  </a:lnTo>
                  <a:cubicBezTo>
                    <a:pt x="0" y="54495"/>
                    <a:pt x="35" y="54529"/>
                    <a:pt x="103" y="54529"/>
                  </a:cubicBezTo>
                  <a:cubicBezTo>
                    <a:pt x="137" y="54529"/>
                    <a:pt x="171" y="54495"/>
                    <a:pt x="171" y="54461"/>
                  </a:cubicBezTo>
                  <a:lnTo>
                    <a:pt x="171" y="54358"/>
                  </a:lnTo>
                  <a:cubicBezTo>
                    <a:pt x="171" y="54290"/>
                    <a:pt x="137" y="54256"/>
                    <a:pt x="103" y="54256"/>
                  </a:cubicBezTo>
                  <a:close/>
                  <a:moveTo>
                    <a:pt x="3959" y="54358"/>
                  </a:moveTo>
                  <a:cubicBezTo>
                    <a:pt x="3890" y="54358"/>
                    <a:pt x="3856" y="54393"/>
                    <a:pt x="3856" y="54461"/>
                  </a:cubicBezTo>
                  <a:lnTo>
                    <a:pt x="3856" y="54563"/>
                  </a:lnTo>
                  <a:cubicBezTo>
                    <a:pt x="3856" y="54631"/>
                    <a:pt x="3890" y="54666"/>
                    <a:pt x="3959" y="54666"/>
                  </a:cubicBezTo>
                  <a:cubicBezTo>
                    <a:pt x="3993" y="54666"/>
                    <a:pt x="4027" y="54631"/>
                    <a:pt x="4027" y="54563"/>
                  </a:cubicBezTo>
                  <a:lnTo>
                    <a:pt x="4027" y="54461"/>
                  </a:lnTo>
                  <a:cubicBezTo>
                    <a:pt x="4027" y="54393"/>
                    <a:pt x="3993" y="54358"/>
                    <a:pt x="3959" y="54358"/>
                  </a:cubicBezTo>
                  <a:close/>
                  <a:moveTo>
                    <a:pt x="103" y="54836"/>
                  </a:moveTo>
                  <a:cubicBezTo>
                    <a:pt x="35" y="54836"/>
                    <a:pt x="0" y="54870"/>
                    <a:pt x="0" y="54904"/>
                  </a:cubicBezTo>
                  <a:lnTo>
                    <a:pt x="0" y="55041"/>
                  </a:lnTo>
                  <a:cubicBezTo>
                    <a:pt x="0" y="55075"/>
                    <a:pt x="35" y="55109"/>
                    <a:pt x="103" y="55109"/>
                  </a:cubicBezTo>
                  <a:cubicBezTo>
                    <a:pt x="137" y="55109"/>
                    <a:pt x="171" y="55075"/>
                    <a:pt x="171" y="55041"/>
                  </a:cubicBezTo>
                  <a:lnTo>
                    <a:pt x="171" y="54904"/>
                  </a:lnTo>
                  <a:cubicBezTo>
                    <a:pt x="171" y="54870"/>
                    <a:pt x="137" y="54836"/>
                    <a:pt x="103" y="54836"/>
                  </a:cubicBezTo>
                  <a:close/>
                  <a:moveTo>
                    <a:pt x="3959" y="54939"/>
                  </a:moveTo>
                  <a:cubicBezTo>
                    <a:pt x="3890" y="54939"/>
                    <a:pt x="3856" y="54973"/>
                    <a:pt x="3856" y="55041"/>
                  </a:cubicBezTo>
                  <a:lnTo>
                    <a:pt x="3856" y="55143"/>
                  </a:lnTo>
                  <a:cubicBezTo>
                    <a:pt x="3856" y="55177"/>
                    <a:pt x="3890" y="55212"/>
                    <a:pt x="3959" y="55212"/>
                  </a:cubicBezTo>
                  <a:cubicBezTo>
                    <a:pt x="3993" y="55212"/>
                    <a:pt x="4027" y="55177"/>
                    <a:pt x="4027" y="55143"/>
                  </a:cubicBezTo>
                  <a:lnTo>
                    <a:pt x="4027" y="55041"/>
                  </a:lnTo>
                  <a:cubicBezTo>
                    <a:pt x="4027" y="54973"/>
                    <a:pt x="3993" y="54939"/>
                    <a:pt x="3959" y="54939"/>
                  </a:cubicBezTo>
                  <a:close/>
                  <a:moveTo>
                    <a:pt x="103" y="55416"/>
                  </a:moveTo>
                  <a:cubicBezTo>
                    <a:pt x="35" y="55416"/>
                    <a:pt x="0" y="55450"/>
                    <a:pt x="0" y="55485"/>
                  </a:cubicBezTo>
                  <a:lnTo>
                    <a:pt x="0" y="55587"/>
                  </a:lnTo>
                  <a:cubicBezTo>
                    <a:pt x="0" y="55655"/>
                    <a:pt x="35" y="55689"/>
                    <a:pt x="103" y="55689"/>
                  </a:cubicBezTo>
                  <a:cubicBezTo>
                    <a:pt x="137" y="55689"/>
                    <a:pt x="171" y="55655"/>
                    <a:pt x="171" y="55587"/>
                  </a:cubicBezTo>
                  <a:lnTo>
                    <a:pt x="171" y="55485"/>
                  </a:lnTo>
                  <a:cubicBezTo>
                    <a:pt x="171" y="55450"/>
                    <a:pt x="137" y="55416"/>
                    <a:pt x="103" y="55416"/>
                  </a:cubicBezTo>
                  <a:close/>
                  <a:moveTo>
                    <a:pt x="3959" y="55519"/>
                  </a:moveTo>
                  <a:cubicBezTo>
                    <a:pt x="3890" y="55519"/>
                    <a:pt x="3856" y="55553"/>
                    <a:pt x="3856" y="55587"/>
                  </a:cubicBezTo>
                  <a:lnTo>
                    <a:pt x="3856" y="55723"/>
                  </a:lnTo>
                  <a:cubicBezTo>
                    <a:pt x="3856" y="55758"/>
                    <a:pt x="3890" y="55792"/>
                    <a:pt x="3959" y="55792"/>
                  </a:cubicBezTo>
                  <a:cubicBezTo>
                    <a:pt x="3993" y="55792"/>
                    <a:pt x="4027" y="55758"/>
                    <a:pt x="4027" y="55723"/>
                  </a:cubicBezTo>
                  <a:lnTo>
                    <a:pt x="4027" y="55587"/>
                  </a:lnTo>
                  <a:cubicBezTo>
                    <a:pt x="4027" y="55553"/>
                    <a:pt x="3993" y="55519"/>
                    <a:pt x="3959" y="55519"/>
                  </a:cubicBezTo>
                  <a:close/>
                  <a:moveTo>
                    <a:pt x="103" y="55962"/>
                  </a:moveTo>
                  <a:cubicBezTo>
                    <a:pt x="35" y="55962"/>
                    <a:pt x="0" y="56031"/>
                    <a:pt x="0" y="56065"/>
                  </a:cubicBezTo>
                  <a:lnTo>
                    <a:pt x="0" y="56167"/>
                  </a:lnTo>
                  <a:cubicBezTo>
                    <a:pt x="0" y="56235"/>
                    <a:pt x="35" y="56269"/>
                    <a:pt x="103" y="56269"/>
                  </a:cubicBezTo>
                  <a:cubicBezTo>
                    <a:pt x="137" y="56269"/>
                    <a:pt x="171" y="56235"/>
                    <a:pt x="171" y="56167"/>
                  </a:cubicBezTo>
                  <a:lnTo>
                    <a:pt x="171" y="56065"/>
                  </a:lnTo>
                  <a:cubicBezTo>
                    <a:pt x="171" y="56031"/>
                    <a:pt x="137" y="55962"/>
                    <a:pt x="103" y="55962"/>
                  </a:cubicBezTo>
                  <a:close/>
                  <a:moveTo>
                    <a:pt x="3925" y="56099"/>
                  </a:moveTo>
                  <a:cubicBezTo>
                    <a:pt x="3890" y="56099"/>
                    <a:pt x="3856" y="56133"/>
                    <a:pt x="3856" y="56167"/>
                  </a:cubicBezTo>
                  <a:lnTo>
                    <a:pt x="3856" y="56304"/>
                  </a:lnTo>
                  <a:cubicBezTo>
                    <a:pt x="3856" y="56338"/>
                    <a:pt x="3890" y="56372"/>
                    <a:pt x="3925" y="56372"/>
                  </a:cubicBezTo>
                  <a:cubicBezTo>
                    <a:pt x="3993" y="56372"/>
                    <a:pt x="4027" y="56338"/>
                    <a:pt x="4027" y="56304"/>
                  </a:cubicBezTo>
                  <a:lnTo>
                    <a:pt x="4027" y="56167"/>
                  </a:lnTo>
                  <a:cubicBezTo>
                    <a:pt x="4027" y="56133"/>
                    <a:pt x="3993" y="56099"/>
                    <a:pt x="3925" y="56099"/>
                  </a:cubicBezTo>
                  <a:close/>
                  <a:moveTo>
                    <a:pt x="103" y="56542"/>
                  </a:moveTo>
                  <a:cubicBezTo>
                    <a:pt x="35" y="56542"/>
                    <a:pt x="0" y="56576"/>
                    <a:pt x="0" y="56645"/>
                  </a:cubicBezTo>
                  <a:lnTo>
                    <a:pt x="0" y="56747"/>
                  </a:lnTo>
                  <a:cubicBezTo>
                    <a:pt x="0" y="56781"/>
                    <a:pt x="35" y="56849"/>
                    <a:pt x="103" y="56849"/>
                  </a:cubicBezTo>
                  <a:cubicBezTo>
                    <a:pt x="137" y="56849"/>
                    <a:pt x="171" y="56781"/>
                    <a:pt x="171" y="56747"/>
                  </a:cubicBezTo>
                  <a:lnTo>
                    <a:pt x="171" y="56645"/>
                  </a:lnTo>
                  <a:cubicBezTo>
                    <a:pt x="171" y="56576"/>
                    <a:pt x="137" y="56542"/>
                    <a:pt x="103" y="56542"/>
                  </a:cubicBezTo>
                  <a:close/>
                  <a:moveTo>
                    <a:pt x="3925" y="56645"/>
                  </a:moveTo>
                  <a:cubicBezTo>
                    <a:pt x="3890" y="56645"/>
                    <a:pt x="3856" y="56713"/>
                    <a:pt x="3856" y="56747"/>
                  </a:cubicBezTo>
                  <a:lnTo>
                    <a:pt x="3856" y="56849"/>
                  </a:lnTo>
                  <a:cubicBezTo>
                    <a:pt x="3856" y="56918"/>
                    <a:pt x="3890" y="56952"/>
                    <a:pt x="3925" y="56952"/>
                  </a:cubicBezTo>
                  <a:cubicBezTo>
                    <a:pt x="3993" y="56952"/>
                    <a:pt x="4027" y="56918"/>
                    <a:pt x="4027" y="56849"/>
                  </a:cubicBezTo>
                  <a:lnTo>
                    <a:pt x="4027" y="56747"/>
                  </a:lnTo>
                  <a:cubicBezTo>
                    <a:pt x="4027" y="56713"/>
                    <a:pt x="3993" y="56645"/>
                    <a:pt x="3925" y="56645"/>
                  </a:cubicBezTo>
                  <a:close/>
                  <a:moveTo>
                    <a:pt x="103" y="57122"/>
                  </a:moveTo>
                  <a:cubicBezTo>
                    <a:pt x="35" y="57122"/>
                    <a:pt x="0" y="57157"/>
                    <a:pt x="0" y="57191"/>
                  </a:cubicBezTo>
                  <a:lnTo>
                    <a:pt x="0" y="57327"/>
                  </a:lnTo>
                  <a:cubicBezTo>
                    <a:pt x="0" y="57361"/>
                    <a:pt x="35" y="57395"/>
                    <a:pt x="103" y="57395"/>
                  </a:cubicBezTo>
                  <a:cubicBezTo>
                    <a:pt x="137" y="57395"/>
                    <a:pt x="171" y="57361"/>
                    <a:pt x="171" y="57327"/>
                  </a:cubicBezTo>
                  <a:lnTo>
                    <a:pt x="171" y="57191"/>
                  </a:lnTo>
                  <a:cubicBezTo>
                    <a:pt x="171" y="57157"/>
                    <a:pt x="137" y="57122"/>
                    <a:pt x="103" y="57122"/>
                  </a:cubicBezTo>
                  <a:close/>
                  <a:moveTo>
                    <a:pt x="3925" y="57225"/>
                  </a:moveTo>
                  <a:cubicBezTo>
                    <a:pt x="3890" y="57225"/>
                    <a:pt x="3856" y="57259"/>
                    <a:pt x="3856" y="57327"/>
                  </a:cubicBezTo>
                  <a:lnTo>
                    <a:pt x="3856" y="57430"/>
                  </a:lnTo>
                  <a:cubicBezTo>
                    <a:pt x="3856" y="57464"/>
                    <a:pt x="3890" y="57532"/>
                    <a:pt x="3925" y="57532"/>
                  </a:cubicBezTo>
                  <a:cubicBezTo>
                    <a:pt x="3993" y="57532"/>
                    <a:pt x="4027" y="57464"/>
                    <a:pt x="4027" y="57430"/>
                  </a:cubicBezTo>
                  <a:lnTo>
                    <a:pt x="4027" y="57327"/>
                  </a:lnTo>
                  <a:cubicBezTo>
                    <a:pt x="4027" y="57259"/>
                    <a:pt x="3993" y="57225"/>
                    <a:pt x="3925" y="57225"/>
                  </a:cubicBezTo>
                  <a:close/>
                  <a:moveTo>
                    <a:pt x="103" y="57703"/>
                  </a:moveTo>
                  <a:cubicBezTo>
                    <a:pt x="35" y="57703"/>
                    <a:pt x="0" y="57737"/>
                    <a:pt x="0" y="57771"/>
                  </a:cubicBezTo>
                  <a:lnTo>
                    <a:pt x="0" y="57907"/>
                  </a:lnTo>
                  <a:cubicBezTo>
                    <a:pt x="0" y="57941"/>
                    <a:pt x="35" y="57976"/>
                    <a:pt x="103" y="57976"/>
                  </a:cubicBezTo>
                  <a:cubicBezTo>
                    <a:pt x="137" y="57976"/>
                    <a:pt x="171" y="57941"/>
                    <a:pt x="171" y="57907"/>
                  </a:cubicBezTo>
                  <a:lnTo>
                    <a:pt x="171" y="57771"/>
                  </a:lnTo>
                  <a:cubicBezTo>
                    <a:pt x="171" y="57737"/>
                    <a:pt x="137" y="57703"/>
                    <a:pt x="103" y="57703"/>
                  </a:cubicBezTo>
                  <a:close/>
                  <a:moveTo>
                    <a:pt x="3925" y="57805"/>
                  </a:moveTo>
                  <a:cubicBezTo>
                    <a:pt x="3890" y="57805"/>
                    <a:pt x="3856" y="57839"/>
                    <a:pt x="3856" y="57873"/>
                  </a:cubicBezTo>
                  <a:lnTo>
                    <a:pt x="3856" y="58010"/>
                  </a:lnTo>
                  <a:cubicBezTo>
                    <a:pt x="3856" y="58044"/>
                    <a:pt x="3890" y="58078"/>
                    <a:pt x="3925" y="58078"/>
                  </a:cubicBezTo>
                  <a:cubicBezTo>
                    <a:pt x="3993" y="58078"/>
                    <a:pt x="4027" y="58044"/>
                    <a:pt x="4027" y="58010"/>
                  </a:cubicBezTo>
                  <a:lnTo>
                    <a:pt x="4027" y="57907"/>
                  </a:lnTo>
                  <a:cubicBezTo>
                    <a:pt x="4027" y="57839"/>
                    <a:pt x="3993" y="57805"/>
                    <a:pt x="3925" y="57805"/>
                  </a:cubicBezTo>
                  <a:close/>
                  <a:moveTo>
                    <a:pt x="103" y="58283"/>
                  </a:moveTo>
                  <a:cubicBezTo>
                    <a:pt x="35" y="58283"/>
                    <a:pt x="0" y="58317"/>
                    <a:pt x="0" y="58351"/>
                  </a:cubicBezTo>
                  <a:lnTo>
                    <a:pt x="0" y="58453"/>
                  </a:lnTo>
                  <a:cubicBezTo>
                    <a:pt x="0" y="58522"/>
                    <a:pt x="35" y="58556"/>
                    <a:pt x="103" y="58556"/>
                  </a:cubicBezTo>
                  <a:cubicBezTo>
                    <a:pt x="137" y="58556"/>
                    <a:pt x="171" y="58522"/>
                    <a:pt x="171" y="58453"/>
                  </a:cubicBezTo>
                  <a:lnTo>
                    <a:pt x="171" y="58351"/>
                  </a:lnTo>
                  <a:cubicBezTo>
                    <a:pt x="171" y="58317"/>
                    <a:pt x="137" y="58283"/>
                    <a:pt x="103" y="58283"/>
                  </a:cubicBezTo>
                  <a:close/>
                  <a:moveTo>
                    <a:pt x="3925" y="58385"/>
                  </a:moveTo>
                  <a:cubicBezTo>
                    <a:pt x="3890" y="58385"/>
                    <a:pt x="3856" y="58419"/>
                    <a:pt x="3856" y="58453"/>
                  </a:cubicBezTo>
                  <a:lnTo>
                    <a:pt x="3856" y="58590"/>
                  </a:lnTo>
                  <a:cubicBezTo>
                    <a:pt x="3856" y="58624"/>
                    <a:pt x="3890" y="58658"/>
                    <a:pt x="3925" y="58658"/>
                  </a:cubicBezTo>
                  <a:cubicBezTo>
                    <a:pt x="3993" y="58658"/>
                    <a:pt x="4027" y="58624"/>
                    <a:pt x="4027" y="58590"/>
                  </a:cubicBezTo>
                  <a:lnTo>
                    <a:pt x="4027" y="58453"/>
                  </a:lnTo>
                  <a:cubicBezTo>
                    <a:pt x="4027" y="58419"/>
                    <a:pt x="3993" y="58385"/>
                    <a:pt x="3925" y="58385"/>
                  </a:cubicBezTo>
                  <a:close/>
                  <a:moveTo>
                    <a:pt x="103" y="58829"/>
                  </a:moveTo>
                  <a:cubicBezTo>
                    <a:pt x="35" y="58829"/>
                    <a:pt x="0" y="58863"/>
                    <a:pt x="0" y="58931"/>
                  </a:cubicBezTo>
                  <a:lnTo>
                    <a:pt x="0" y="59033"/>
                  </a:lnTo>
                  <a:cubicBezTo>
                    <a:pt x="0" y="59102"/>
                    <a:pt x="35" y="59136"/>
                    <a:pt x="103" y="59136"/>
                  </a:cubicBezTo>
                  <a:cubicBezTo>
                    <a:pt x="137" y="59136"/>
                    <a:pt x="171" y="59102"/>
                    <a:pt x="171" y="59033"/>
                  </a:cubicBezTo>
                  <a:lnTo>
                    <a:pt x="171" y="58931"/>
                  </a:lnTo>
                  <a:cubicBezTo>
                    <a:pt x="171" y="58863"/>
                    <a:pt x="137" y="58829"/>
                    <a:pt x="103" y="58829"/>
                  </a:cubicBezTo>
                  <a:close/>
                  <a:moveTo>
                    <a:pt x="3925" y="58965"/>
                  </a:moveTo>
                  <a:cubicBezTo>
                    <a:pt x="3890" y="58965"/>
                    <a:pt x="3856" y="58999"/>
                    <a:pt x="3856" y="59033"/>
                  </a:cubicBezTo>
                  <a:lnTo>
                    <a:pt x="3856" y="59136"/>
                  </a:lnTo>
                  <a:cubicBezTo>
                    <a:pt x="3856" y="59204"/>
                    <a:pt x="3890" y="59238"/>
                    <a:pt x="3925" y="59238"/>
                  </a:cubicBezTo>
                  <a:cubicBezTo>
                    <a:pt x="3993" y="59238"/>
                    <a:pt x="4027" y="59204"/>
                    <a:pt x="4027" y="59136"/>
                  </a:cubicBezTo>
                  <a:lnTo>
                    <a:pt x="4027" y="59033"/>
                  </a:lnTo>
                  <a:cubicBezTo>
                    <a:pt x="4027" y="58999"/>
                    <a:pt x="3993" y="58965"/>
                    <a:pt x="3925" y="58965"/>
                  </a:cubicBezTo>
                  <a:close/>
                  <a:moveTo>
                    <a:pt x="103" y="59409"/>
                  </a:moveTo>
                  <a:cubicBezTo>
                    <a:pt x="35" y="59409"/>
                    <a:pt x="0" y="59443"/>
                    <a:pt x="0" y="59511"/>
                  </a:cubicBezTo>
                  <a:lnTo>
                    <a:pt x="0" y="59613"/>
                  </a:lnTo>
                  <a:cubicBezTo>
                    <a:pt x="0" y="59648"/>
                    <a:pt x="35" y="59682"/>
                    <a:pt x="103" y="59682"/>
                  </a:cubicBezTo>
                  <a:cubicBezTo>
                    <a:pt x="137" y="59682"/>
                    <a:pt x="171" y="59648"/>
                    <a:pt x="171" y="59613"/>
                  </a:cubicBezTo>
                  <a:lnTo>
                    <a:pt x="171" y="59511"/>
                  </a:lnTo>
                  <a:cubicBezTo>
                    <a:pt x="171" y="59443"/>
                    <a:pt x="137" y="59409"/>
                    <a:pt x="103" y="59409"/>
                  </a:cubicBezTo>
                  <a:close/>
                  <a:moveTo>
                    <a:pt x="3925" y="59511"/>
                  </a:moveTo>
                  <a:cubicBezTo>
                    <a:pt x="3890" y="59511"/>
                    <a:pt x="3856" y="59545"/>
                    <a:pt x="3856" y="59613"/>
                  </a:cubicBezTo>
                  <a:lnTo>
                    <a:pt x="3856" y="59716"/>
                  </a:lnTo>
                  <a:cubicBezTo>
                    <a:pt x="3856" y="59784"/>
                    <a:pt x="3890" y="59818"/>
                    <a:pt x="3925" y="59818"/>
                  </a:cubicBezTo>
                  <a:cubicBezTo>
                    <a:pt x="3993" y="59818"/>
                    <a:pt x="4027" y="59784"/>
                    <a:pt x="4027" y="59716"/>
                  </a:cubicBezTo>
                  <a:lnTo>
                    <a:pt x="4027" y="59613"/>
                  </a:lnTo>
                  <a:cubicBezTo>
                    <a:pt x="4027" y="59545"/>
                    <a:pt x="3993" y="59511"/>
                    <a:pt x="3925" y="59511"/>
                  </a:cubicBezTo>
                  <a:close/>
                  <a:moveTo>
                    <a:pt x="103" y="59989"/>
                  </a:moveTo>
                  <a:cubicBezTo>
                    <a:pt x="35" y="59989"/>
                    <a:pt x="0" y="60023"/>
                    <a:pt x="0" y="60057"/>
                  </a:cubicBezTo>
                  <a:lnTo>
                    <a:pt x="0" y="60194"/>
                  </a:lnTo>
                  <a:cubicBezTo>
                    <a:pt x="0" y="60228"/>
                    <a:pt x="35" y="60262"/>
                    <a:pt x="103" y="60262"/>
                  </a:cubicBezTo>
                  <a:cubicBezTo>
                    <a:pt x="137" y="60262"/>
                    <a:pt x="171" y="60228"/>
                    <a:pt x="171" y="60194"/>
                  </a:cubicBezTo>
                  <a:lnTo>
                    <a:pt x="171" y="60057"/>
                  </a:lnTo>
                  <a:cubicBezTo>
                    <a:pt x="171" y="60023"/>
                    <a:pt x="137" y="59989"/>
                    <a:pt x="103" y="59989"/>
                  </a:cubicBezTo>
                  <a:close/>
                  <a:moveTo>
                    <a:pt x="3925" y="60091"/>
                  </a:moveTo>
                  <a:cubicBezTo>
                    <a:pt x="3890" y="60091"/>
                    <a:pt x="3856" y="60125"/>
                    <a:pt x="3856" y="60194"/>
                  </a:cubicBezTo>
                  <a:lnTo>
                    <a:pt x="3856" y="60296"/>
                  </a:lnTo>
                  <a:cubicBezTo>
                    <a:pt x="3856" y="60330"/>
                    <a:pt x="3890" y="60364"/>
                    <a:pt x="3925" y="60364"/>
                  </a:cubicBezTo>
                  <a:cubicBezTo>
                    <a:pt x="3993" y="60364"/>
                    <a:pt x="4027" y="60330"/>
                    <a:pt x="4027" y="60296"/>
                  </a:cubicBezTo>
                  <a:lnTo>
                    <a:pt x="4027" y="60194"/>
                  </a:lnTo>
                  <a:cubicBezTo>
                    <a:pt x="4027" y="60125"/>
                    <a:pt x="3993" y="60091"/>
                    <a:pt x="3925" y="60091"/>
                  </a:cubicBezTo>
                  <a:close/>
                  <a:moveTo>
                    <a:pt x="103" y="60569"/>
                  </a:moveTo>
                  <a:cubicBezTo>
                    <a:pt x="35" y="60569"/>
                    <a:pt x="0" y="60603"/>
                    <a:pt x="0" y="60637"/>
                  </a:cubicBezTo>
                  <a:lnTo>
                    <a:pt x="0" y="60740"/>
                  </a:lnTo>
                  <a:cubicBezTo>
                    <a:pt x="0" y="60808"/>
                    <a:pt x="35" y="60842"/>
                    <a:pt x="103" y="60842"/>
                  </a:cubicBezTo>
                  <a:cubicBezTo>
                    <a:pt x="137" y="60842"/>
                    <a:pt x="171" y="60808"/>
                    <a:pt x="171" y="60740"/>
                  </a:cubicBezTo>
                  <a:lnTo>
                    <a:pt x="171" y="60637"/>
                  </a:lnTo>
                  <a:cubicBezTo>
                    <a:pt x="171" y="60603"/>
                    <a:pt x="137" y="60569"/>
                    <a:pt x="103" y="60569"/>
                  </a:cubicBezTo>
                  <a:close/>
                  <a:moveTo>
                    <a:pt x="3925" y="60671"/>
                  </a:moveTo>
                  <a:cubicBezTo>
                    <a:pt x="3890" y="60671"/>
                    <a:pt x="3856" y="60705"/>
                    <a:pt x="3856" y="60740"/>
                  </a:cubicBezTo>
                  <a:lnTo>
                    <a:pt x="3856" y="60876"/>
                  </a:lnTo>
                  <a:cubicBezTo>
                    <a:pt x="3856" y="60910"/>
                    <a:pt x="3890" y="60944"/>
                    <a:pt x="3925" y="60944"/>
                  </a:cubicBezTo>
                  <a:cubicBezTo>
                    <a:pt x="3993" y="60944"/>
                    <a:pt x="4027" y="60910"/>
                    <a:pt x="4027" y="60876"/>
                  </a:cubicBezTo>
                  <a:lnTo>
                    <a:pt x="4027" y="60740"/>
                  </a:lnTo>
                  <a:cubicBezTo>
                    <a:pt x="4027" y="60705"/>
                    <a:pt x="3993" y="60671"/>
                    <a:pt x="3925" y="60671"/>
                  </a:cubicBezTo>
                  <a:close/>
                  <a:moveTo>
                    <a:pt x="103" y="61115"/>
                  </a:moveTo>
                  <a:cubicBezTo>
                    <a:pt x="35" y="61115"/>
                    <a:pt x="0" y="61183"/>
                    <a:pt x="0" y="61217"/>
                  </a:cubicBezTo>
                  <a:lnTo>
                    <a:pt x="0" y="61320"/>
                  </a:lnTo>
                  <a:cubicBezTo>
                    <a:pt x="0" y="61388"/>
                    <a:pt x="35" y="61422"/>
                    <a:pt x="103" y="61422"/>
                  </a:cubicBezTo>
                  <a:cubicBezTo>
                    <a:pt x="137" y="61422"/>
                    <a:pt x="171" y="61388"/>
                    <a:pt x="171" y="61320"/>
                  </a:cubicBezTo>
                  <a:lnTo>
                    <a:pt x="171" y="61217"/>
                  </a:lnTo>
                  <a:cubicBezTo>
                    <a:pt x="171" y="61183"/>
                    <a:pt x="137" y="61115"/>
                    <a:pt x="103" y="61115"/>
                  </a:cubicBezTo>
                  <a:close/>
                  <a:moveTo>
                    <a:pt x="3925" y="61251"/>
                  </a:moveTo>
                  <a:cubicBezTo>
                    <a:pt x="3890" y="61251"/>
                    <a:pt x="3856" y="61285"/>
                    <a:pt x="3856" y="61320"/>
                  </a:cubicBezTo>
                  <a:lnTo>
                    <a:pt x="3856" y="61456"/>
                  </a:lnTo>
                  <a:cubicBezTo>
                    <a:pt x="3856" y="61490"/>
                    <a:pt x="3890" y="61524"/>
                    <a:pt x="3925" y="61524"/>
                  </a:cubicBezTo>
                  <a:cubicBezTo>
                    <a:pt x="3959" y="61524"/>
                    <a:pt x="4027" y="61490"/>
                    <a:pt x="4027" y="61456"/>
                  </a:cubicBezTo>
                  <a:lnTo>
                    <a:pt x="4027" y="61320"/>
                  </a:lnTo>
                  <a:cubicBezTo>
                    <a:pt x="4027" y="61285"/>
                    <a:pt x="3959" y="61251"/>
                    <a:pt x="3925" y="61251"/>
                  </a:cubicBezTo>
                  <a:close/>
                  <a:moveTo>
                    <a:pt x="103" y="61695"/>
                  </a:moveTo>
                  <a:cubicBezTo>
                    <a:pt x="35" y="61695"/>
                    <a:pt x="0" y="61729"/>
                    <a:pt x="0" y="61797"/>
                  </a:cubicBezTo>
                  <a:lnTo>
                    <a:pt x="0" y="61900"/>
                  </a:lnTo>
                  <a:cubicBezTo>
                    <a:pt x="0" y="61934"/>
                    <a:pt x="35" y="62002"/>
                    <a:pt x="103" y="62002"/>
                  </a:cubicBezTo>
                  <a:cubicBezTo>
                    <a:pt x="137" y="62002"/>
                    <a:pt x="171" y="61934"/>
                    <a:pt x="171" y="61900"/>
                  </a:cubicBezTo>
                  <a:lnTo>
                    <a:pt x="171" y="61797"/>
                  </a:lnTo>
                  <a:cubicBezTo>
                    <a:pt x="171" y="61729"/>
                    <a:pt x="137" y="61695"/>
                    <a:pt x="103" y="61695"/>
                  </a:cubicBezTo>
                  <a:close/>
                  <a:moveTo>
                    <a:pt x="3925" y="61797"/>
                  </a:moveTo>
                  <a:cubicBezTo>
                    <a:pt x="3890" y="61797"/>
                    <a:pt x="3856" y="61866"/>
                    <a:pt x="3856" y="61900"/>
                  </a:cubicBezTo>
                  <a:lnTo>
                    <a:pt x="3856" y="62002"/>
                  </a:lnTo>
                  <a:cubicBezTo>
                    <a:pt x="3856" y="62070"/>
                    <a:pt x="3890" y="62104"/>
                    <a:pt x="3925" y="62104"/>
                  </a:cubicBezTo>
                  <a:cubicBezTo>
                    <a:pt x="3959" y="62104"/>
                    <a:pt x="4027" y="62070"/>
                    <a:pt x="4027" y="62002"/>
                  </a:cubicBezTo>
                  <a:lnTo>
                    <a:pt x="4027" y="61900"/>
                  </a:lnTo>
                  <a:cubicBezTo>
                    <a:pt x="4027" y="61866"/>
                    <a:pt x="3959" y="61797"/>
                    <a:pt x="3925" y="61797"/>
                  </a:cubicBezTo>
                  <a:close/>
                  <a:moveTo>
                    <a:pt x="103" y="62275"/>
                  </a:moveTo>
                  <a:cubicBezTo>
                    <a:pt x="35" y="62275"/>
                    <a:pt x="0" y="62309"/>
                    <a:pt x="0" y="62343"/>
                  </a:cubicBezTo>
                  <a:lnTo>
                    <a:pt x="0" y="62480"/>
                  </a:lnTo>
                  <a:cubicBezTo>
                    <a:pt x="0" y="62514"/>
                    <a:pt x="35" y="62548"/>
                    <a:pt x="103" y="62548"/>
                  </a:cubicBezTo>
                  <a:cubicBezTo>
                    <a:pt x="137" y="62548"/>
                    <a:pt x="171" y="62514"/>
                    <a:pt x="171" y="62480"/>
                  </a:cubicBezTo>
                  <a:lnTo>
                    <a:pt x="171" y="62343"/>
                  </a:lnTo>
                  <a:cubicBezTo>
                    <a:pt x="171" y="62309"/>
                    <a:pt x="137" y="62275"/>
                    <a:pt x="103" y="62275"/>
                  </a:cubicBezTo>
                  <a:close/>
                  <a:moveTo>
                    <a:pt x="3925" y="62377"/>
                  </a:moveTo>
                  <a:cubicBezTo>
                    <a:pt x="3890" y="62377"/>
                    <a:pt x="3822" y="62412"/>
                    <a:pt x="3822" y="62480"/>
                  </a:cubicBezTo>
                  <a:lnTo>
                    <a:pt x="3822" y="62582"/>
                  </a:lnTo>
                  <a:cubicBezTo>
                    <a:pt x="3822" y="62616"/>
                    <a:pt x="3890" y="62685"/>
                    <a:pt x="3925" y="62685"/>
                  </a:cubicBezTo>
                  <a:cubicBezTo>
                    <a:pt x="3959" y="62685"/>
                    <a:pt x="4027" y="62616"/>
                    <a:pt x="4027" y="62582"/>
                  </a:cubicBezTo>
                  <a:lnTo>
                    <a:pt x="4027" y="62480"/>
                  </a:lnTo>
                  <a:cubicBezTo>
                    <a:pt x="4027" y="62412"/>
                    <a:pt x="3959" y="62377"/>
                    <a:pt x="3925" y="62377"/>
                  </a:cubicBezTo>
                  <a:close/>
                  <a:moveTo>
                    <a:pt x="171" y="62753"/>
                  </a:moveTo>
                  <a:cubicBezTo>
                    <a:pt x="137" y="62753"/>
                    <a:pt x="103" y="62787"/>
                    <a:pt x="103" y="62855"/>
                  </a:cubicBezTo>
                  <a:cubicBezTo>
                    <a:pt x="103" y="62889"/>
                    <a:pt x="137" y="62923"/>
                    <a:pt x="171" y="62923"/>
                  </a:cubicBezTo>
                  <a:lnTo>
                    <a:pt x="308" y="62923"/>
                  </a:lnTo>
                  <a:cubicBezTo>
                    <a:pt x="342" y="62923"/>
                    <a:pt x="376" y="62889"/>
                    <a:pt x="376" y="62855"/>
                  </a:cubicBezTo>
                  <a:cubicBezTo>
                    <a:pt x="376" y="62787"/>
                    <a:pt x="342" y="62753"/>
                    <a:pt x="308" y="62753"/>
                  </a:cubicBezTo>
                  <a:close/>
                  <a:moveTo>
                    <a:pt x="751" y="62753"/>
                  </a:moveTo>
                  <a:cubicBezTo>
                    <a:pt x="717" y="62753"/>
                    <a:pt x="649" y="62787"/>
                    <a:pt x="649" y="62855"/>
                  </a:cubicBezTo>
                  <a:cubicBezTo>
                    <a:pt x="649" y="62889"/>
                    <a:pt x="717" y="62923"/>
                    <a:pt x="751" y="62923"/>
                  </a:cubicBezTo>
                  <a:lnTo>
                    <a:pt x="854" y="62923"/>
                  </a:lnTo>
                  <a:cubicBezTo>
                    <a:pt x="922" y="62923"/>
                    <a:pt x="956" y="62889"/>
                    <a:pt x="956" y="62855"/>
                  </a:cubicBezTo>
                  <a:cubicBezTo>
                    <a:pt x="956" y="62787"/>
                    <a:pt x="922" y="62753"/>
                    <a:pt x="854" y="62753"/>
                  </a:cubicBezTo>
                  <a:close/>
                  <a:moveTo>
                    <a:pt x="1331" y="62753"/>
                  </a:moveTo>
                  <a:cubicBezTo>
                    <a:pt x="1263" y="62753"/>
                    <a:pt x="1229" y="62787"/>
                    <a:pt x="1229" y="62855"/>
                  </a:cubicBezTo>
                  <a:cubicBezTo>
                    <a:pt x="1229" y="62889"/>
                    <a:pt x="1263" y="62923"/>
                    <a:pt x="1331" y="62923"/>
                  </a:cubicBezTo>
                  <a:lnTo>
                    <a:pt x="1434" y="62923"/>
                  </a:lnTo>
                  <a:cubicBezTo>
                    <a:pt x="1502" y="62923"/>
                    <a:pt x="1536" y="62889"/>
                    <a:pt x="1536" y="62855"/>
                  </a:cubicBezTo>
                  <a:cubicBezTo>
                    <a:pt x="1536" y="62787"/>
                    <a:pt x="1502" y="62753"/>
                    <a:pt x="1434" y="62753"/>
                  </a:cubicBezTo>
                  <a:close/>
                  <a:moveTo>
                    <a:pt x="1911" y="62753"/>
                  </a:moveTo>
                  <a:cubicBezTo>
                    <a:pt x="1843" y="62753"/>
                    <a:pt x="1809" y="62787"/>
                    <a:pt x="1809" y="62855"/>
                  </a:cubicBezTo>
                  <a:cubicBezTo>
                    <a:pt x="1809" y="62889"/>
                    <a:pt x="1843" y="62923"/>
                    <a:pt x="1911" y="62923"/>
                  </a:cubicBezTo>
                  <a:lnTo>
                    <a:pt x="2014" y="62923"/>
                  </a:lnTo>
                  <a:cubicBezTo>
                    <a:pt x="2048" y="62923"/>
                    <a:pt x="2082" y="62889"/>
                    <a:pt x="2082" y="62855"/>
                  </a:cubicBezTo>
                  <a:cubicBezTo>
                    <a:pt x="2082" y="62787"/>
                    <a:pt x="2048" y="62753"/>
                    <a:pt x="2014" y="62753"/>
                  </a:cubicBezTo>
                  <a:close/>
                  <a:moveTo>
                    <a:pt x="2457" y="62753"/>
                  </a:moveTo>
                  <a:cubicBezTo>
                    <a:pt x="2423" y="62753"/>
                    <a:pt x="2389" y="62787"/>
                    <a:pt x="2389" y="62855"/>
                  </a:cubicBezTo>
                  <a:cubicBezTo>
                    <a:pt x="2389" y="62889"/>
                    <a:pt x="2423" y="62923"/>
                    <a:pt x="2457" y="62923"/>
                  </a:cubicBezTo>
                  <a:lnTo>
                    <a:pt x="2594" y="62923"/>
                  </a:lnTo>
                  <a:cubicBezTo>
                    <a:pt x="2628" y="62923"/>
                    <a:pt x="2662" y="62889"/>
                    <a:pt x="2662" y="62855"/>
                  </a:cubicBezTo>
                  <a:cubicBezTo>
                    <a:pt x="2662" y="62787"/>
                    <a:pt x="2628" y="62753"/>
                    <a:pt x="2594" y="62753"/>
                  </a:cubicBezTo>
                  <a:close/>
                  <a:moveTo>
                    <a:pt x="3037" y="62753"/>
                  </a:moveTo>
                  <a:cubicBezTo>
                    <a:pt x="3003" y="62753"/>
                    <a:pt x="2969" y="62787"/>
                    <a:pt x="2969" y="62855"/>
                  </a:cubicBezTo>
                  <a:cubicBezTo>
                    <a:pt x="2969" y="62889"/>
                    <a:pt x="3003" y="62923"/>
                    <a:pt x="3037" y="62923"/>
                  </a:cubicBezTo>
                  <a:lnTo>
                    <a:pt x="3140" y="62923"/>
                  </a:lnTo>
                  <a:cubicBezTo>
                    <a:pt x="3208" y="62923"/>
                    <a:pt x="3242" y="62889"/>
                    <a:pt x="3242" y="62855"/>
                  </a:cubicBezTo>
                  <a:cubicBezTo>
                    <a:pt x="3242" y="62787"/>
                    <a:pt x="3208" y="62753"/>
                    <a:pt x="3140" y="62753"/>
                  </a:cubicBezTo>
                  <a:close/>
                  <a:moveTo>
                    <a:pt x="3618" y="62753"/>
                  </a:moveTo>
                  <a:cubicBezTo>
                    <a:pt x="3549" y="62753"/>
                    <a:pt x="3515" y="62787"/>
                    <a:pt x="3515" y="62855"/>
                  </a:cubicBezTo>
                  <a:cubicBezTo>
                    <a:pt x="3515" y="62889"/>
                    <a:pt x="3549" y="62923"/>
                    <a:pt x="3618" y="62923"/>
                  </a:cubicBezTo>
                  <a:lnTo>
                    <a:pt x="3720" y="62923"/>
                  </a:lnTo>
                  <a:cubicBezTo>
                    <a:pt x="3788" y="62923"/>
                    <a:pt x="3822" y="62889"/>
                    <a:pt x="3822" y="62855"/>
                  </a:cubicBezTo>
                  <a:cubicBezTo>
                    <a:pt x="3822" y="62787"/>
                    <a:pt x="3788" y="62753"/>
                    <a:pt x="3720" y="6275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" name="Google Shape;1788;p45">
              <a:extLst>
                <a:ext uri="{FF2B5EF4-FFF2-40B4-BE49-F238E27FC236}">
                  <a16:creationId xmlns:a16="http://schemas.microsoft.com/office/drawing/2014/main" id="{3F0C4836-7541-006F-D0D5-05DF4B1A308C}"/>
                </a:ext>
              </a:extLst>
            </p:cNvPr>
            <p:cNvSpPr/>
            <p:nvPr/>
          </p:nvSpPr>
          <p:spPr>
            <a:xfrm>
              <a:off x="2411195" y="1946444"/>
              <a:ext cx="92795" cy="1402261"/>
            </a:xfrm>
            <a:custGeom>
              <a:avLst/>
              <a:gdLst/>
              <a:ahLst/>
              <a:cxnLst/>
              <a:rect l="l" t="t" r="r" b="b"/>
              <a:pathLst>
                <a:path w="4164" h="62924" extrusionOk="0">
                  <a:moveTo>
                    <a:pt x="103" y="0"/>
                  </a:moveTo>
                  <a:cubicBezTo>
                    <a:pt x="69" y="0"/>
                    <a:pt x="1" y="34"/>
                    <a:pt x="1" y="68"/>
                  </a:cubicBezTo>
                  <a:cubicBezTo>
                    <a:pt x="1" y="137"/>
                    <a:pt x="35" y="171"/>
                    <a:pt x="69" y="171"/>
                  </a:cubicBezTo>
                  <a:lnTo>
                    <a:pt x="171" y="205"/>
                  </a:lnTo>
                  <a:lnTo>
                    <a:pt x="206" y="205"/>
                  </a:lnTo>
                  <a:cubicBezTo>
                    <a:pt x="240" y="205"/>
                    <a:pt x="274" y="171"/>
                    <a:pt x="274" y="137"/>
                  </a:cubicBezTo>
                  <a:cubicBezTo>
                    <a:pt x="308" y="103"/>
                    <a:pt x="274" y="34"/>
                    <a:pt x="206" y="34"/>
                  </a:cubicBezTo>
                  <a:lnTo>
                    <a:pt x="103" y="0"/>
                  </a:lnTo>
                  <a:close/>
                  <a:moveTo>
                    <a:pt x="636" y="123"/>
                  </a:moveTo>
                  <a:cubicBezTo>
                    <a:pt x="599" y="123"/>
                    <a:pt x="581" y="155"/>
                    <a:pt x="581" y="205"/>
                  </a:cubicBezTo>
                  <a:cubicBezTo>
                    <a:pt x="547" y="239"/>
                    <a:pt x="581" y="273"/>
                    <a:pt x="649" y="307"/>
                  </a:cubicBezTo>
                  <a:lnTo>
                    <a:pt x="752" y="307"/>
                  </a:lnTo>
                  <a:cubicBezTo>
                    <a:pt x="820" y="307"/>
                    <a:pt x="854" y="273"/>
                    <a:pt x="854" y="239"/>
                  </a:cubicBezTo>
                  <a:cubicBezTo>
                    <a:pt x="854" y="205"/>
                    <a:pt x="820" y="171"/>
                    <a:pt x="786" y="137"/>
                  </a:cubicBezTo>
                  <a:lnTo>
                    <a:pt x="683" y="137"/>
                  </a:lnTo>
                  <a:cubicBezTo>
                    <a:pt x="665" y="128"/>
                    <a:pt x="649" y="123"/>
                    <a:pt x="636" y="123"/>
                  </a:cubicBezTo>
                  <a:close/>
                  <a:moveTo>
                    <a:pt x="1229" y="239"/>
                  </a:moveTo>
                  <a:cubicBezTo>
                    <a:pt x="1195" y="239"/>
                    <a:pt x="1127" y="239"/>
                    <a:pt x="1127" y="307"/>
                  </a:cubicBezTo>
                  <a:cubicBezTo>
                    <a:pt x="1127" y="341"/>
                    <a:pt x="1161" y="410"/>
                    <a:pt x="1195" y="410"/>
                  </a:cubicBezTo>
                  <a:lnTo>
                    <a:pt x="1332" y="410"/>
                  </a:lnTo>
                  <a:cubicBezTo>
                    <a:pt x="1366" y="410"/>
                    <a:pt x="1400" y="410"/>
                    <a:pt x="1400" y="341"/>
                  </a:cubicBezTo>
                  <a:cubicBezTo>
                    <a:pt x="1434" y="307"/>
                    <a:pt x="1400" y="273"/>
                    <a:pt x="1332" y="239"/>
                  </a:cubicBezTo>
                  <a:close/>
                  <a:moveTo>
                    <a:pt x="1775" y="341"/>
                  </a:moveTo>
                  <a:cubicBezTo>
                    <a:pt x="1741" y="341"/>
                    <a:pt x="1707" y="376"/>
                    <a:pt x="1673" y="410"/>
                  </a:cubicBezTo>
                  <a:cubicBezTo>
                    <a:pt x="1673" y="444"/>
                    <a:pt x="1707" y="512"/>
                    <a:pt x="1741" y="512"/>
                  </a:cubicBezTo>
                  <a:lnTo>
                    <a:pt x="1878" y="546"/>
                  </a:lnTo>
                  <a:cubicBezTo>
                    <a:pt x="1912" y="546"/>
                    <a:pt x="1946" y="512"/>
                    <a:pt x="1980" y="478"/>
                  </a:cubicBezTo>
                  <a:cubicBezTo>
                    <a:pt x="1980" y="410"/>
                    <a:pt x="1946" y="376"/>
                    <a:pt x="1912" y="376"/>
                  </a:cubicBezTo>
                  <a:lnTo>
                    <a:pt x="1775" y="341"/>
                  </a:lnTo>
                  <a:close/>
                  <a:moveTo>
                    <a:pt x="2355" y="444"/>
                  </a:moveTo>
                  <a:cubicBezTo>
                    <a:pt x="2321" y="444"/>
                    <a:pt x="2253" y="478"/>
                    <a:pt x="2253" y="512"/>
                  </a:cubicBezTo>
                  <a:cubicBezTo>
                    <a:pt x="2253" y="580"/>
                    <a:pt x="2287" y="614"/>
                    <a:pt x="2321" y="614"/>
                  </a:cubicBezTo>
                  <a:lnTo>
                    <a:pt x="2424" y="649"/>
                  </a:lnTo>
                  <a:lnTo>
                    <a:pt x="2458" y="649"/>
                  </a:lnTo>
                  <a:cubicBezTo>
                    <a:pt x="2492" y="649"/>
                    <a:pt x="2526" y="614"/>
                    <a:pt x="2526" y="580"/>
                  </a:cubicBezTo>
                  <a:cubicBezTo>
                    <a:pt x="2526" y="546"/>
                    <a:pt x="2526" y="478"/>
                    <a:pt x="2458" y="478"/>
                  </a:cubicBezTo>
                  <a:lnTo>
                    <a:pt x="2355" y="444"/>
                  </a:lnTo>
                  <a:close/>
                  <a:moveTo>
                    <a:pt x="2874" y="567"/>
                  </a:moveTo>
                  <a:cubicBezTo>
                    <a:pt x="2849" y="567"/>
                    <a:pt x="2824" y="599"/>
                    <a:pt x="2799" y="649"/>
                  </a:cubicBezTo>
                  <a:cubicBezTo>
                    <a:pt x="2799" y="683"/>
                    <a:pt x="2833" y="717"/>
                    <a:pt x="2867" y="751"/>
                  </a:cubicBezTo>
                  <a:lnTo>
                    <a:pt x="3004" y="751"/>
                  </a:lnTo>
                  <a:cubicBezTo>
                    <a:pt x="3038" y="751"/>
                    <a:pt x="3072" y="717"/>
                    <a:pt x="3106" y="683"/>
                  </a:cubicBezTo>
                  <a:cubicBezTo>
                    <a:pt x="3106" y="649"/>
                    <a:pt x="3072" y="614"/>
                    <a:pt x="3038" y="580"/>
                  </a:cubicBezTo>
                  <a:lnTo>
                    <a:pt x="2901" y="580"/>
                  </a:lnTo>
                  <a:cubicBezTo>
                    <a:pt x="2892" y="571"/>
                    <a:pt x="2883" y="567"/>
                    <a:pt x="2874" y="567"/>
                  </a:cubicBezTo>
                  <a:close/>
                  <a:moveTo>
                    <a:pt x="3481" y="683"/>
                  </a:moveTo>
                  <a:cubicBezTo>
                    <a:pt x="3413" y="683"/>
                    <a:pt x="3379" y="717"/>
                    <a:pt x="3379" y="751"/>
                  </a:cubicBezTo>
                  <a:cubicBezTo>
                    <a:pt x="3379" y="785"/>
                    <a:pt x="3379" y="853"/>
                    <a:pt x="3447" y="853"/>
                  </a:cubicBezTo>
                  <a:lnTo>
                    <a:pt x="3550" y="853"/>
                  </a:lnTo>
                  <a:cubicBezTo>
                    <a:pt x="3550" y="887"/>
                    <a:pt x="3550" y="887"/>
                    <a:pt x="3584" y="887"/>
                  </a:cubicBezTo>
                  <a:cubicBezTo>
                    <a:pt x="3618" y="887"/>
                    <a:pt x="3652" y="853"/>
                    <a:pt x="3652" y="819"/>
                  </a:cubicBezTo>
                  <a:cubicBezTo>
                    <a:pt x="3652" y="751"/>
                    <a:pt x="3618" y="717"/>
                    <a:pt x="3584" y="717"/>
                  </a:cubicBezTo>
                  <a:lnTo>
                    <a:pt x="3481" y="683"/>
                  </a:lnTo>
                  <a:close/>
                  <a:moveTo>
                    <a:pt x="4027" y="785"/>
                  </a:moveTo>
                  <a:cubicBezTo>
                    <a:pt x="3993" y="785"/>
                    <a:pt x="3959" y="819"/>
                    <a:pt x="3925" y="853"/>
                  </a:cubicBezTo>
                  <a:cubicBezTo>
                    <a:pt x="3925" y="922"/>
                    <a:pt x="3959" y="956"/>
                    <a:pt x="3993" y="956"/>
                  </a:cubicBezTo>
                  <a:cubicBezTo>
                    <a:pt x="4027" y="990"/>
                    <a:pt x="4062" y="1024"/>
                    <a:pt x="4096" y="1024"/>
                  </a:cubicBezTo>
                  <a:cubicBezTo>
                    <a:pt x="4130" y="1024"/>
                    <a:pt x="4164" y="990"/>
                    <a:pt x="4164" y="922"/>
                  </a:cubicBezTo>
                  <a:lnTo>
                    <a:pt x="4164" y="887"/>
                  </a:lnTo>
                  <a:cubicBezTo>
                    <a:pt x="4164" y="853"/>
                    <a:pt x="4164" y="819"/>
                    <a:pt x="4096" y="819"/>
                  </a:cubicBezTo>
                  <a:lnTo>
                    <a:pt x="4027" y="785"/>
                  </a:lnTo>
                  <a:close/>
                  <a:moveTo>
                    <a:pt x="4096" y="1297"/>
                  </a:moveTo>
                  <a:cubicBezTo>
                    <a:pt x="4027" y="1297"/>
                    <a:pt x="3993" y="1331"/>
                    <a:pt x="3993" y="1399"/>
                  </a:cubicBezTo>
                  <a:lnTo>
                    <a:pt x="3993" y="1502"/>
                  </a:lnTo>
                  <a:cubicBezTo>
                    <a:pt x="3993" y="1536"/>
                    <a:pt x="4027" y="1604"/>
                    <a:pt x="4096" y="1604"/>
                  </a:cubicBezTo>
                  <a:cubicBezTo>
                    <a:pt x="4130" y="1604"/>
                    <a:pt x="4164" y="1536"/>
                    <a:pt x="4164" y="1502"/>
                  </a:cubicBezTo>
                  <a:lnTo>
                    <a:pt x="4164" y="1399"/>
                  </a:lnTo>
                  <a:cubicBezTo>
                    <a:pt x="4164" y="1331"/>
                    <a:pt x="4130" y="1297"/>
                    <a:pt x="4096" y="1297"/>
                  </a:cubicBezTo>
                  <a:close/>
                  <a:moveTo>
                    <a:pt x="4096" y="1877"/>
                  </a:moveTo>
                  <a:cubicBezTo>
                    <a:pt x="4027" y="1877"/>
                    <a:pt x="3993" y="1911"/>
                    <a:pt x="3993" y="1945"/>
                  </a:cubicBezTo>
                  <a:lnTo>
                    <a:pt x="3993" y="2082"/>
                  </a:lnTo>
                  <a:cubicBezTo>
                    <a:pt x="3993" y="2116"/>
                    <a:pt x="4027" y="2150"/>
                    <a:pt x="4096" y="2150"/>
                  </a:cubicBezTo>
                  <a:cubicBezTo>
                    <a:pt x="4130" y="2150"/>
                    <a:pt x="4164" y="2116"/>
                    <a:pt x="4164" y="2082"/>
                  </a:cubicBezTo>
                  <a:lnTo>
                    <a:pt x="4164" y="1945"/>
                  </a:lnTo>
                  <a:cubicBezTo>
                    <a:pt x="4164" y="1911"/>
                    <a:pt x="4130" y="1877"/>
                    <a:pt x="4096" y="1877"/>
                  </a:cubicBezTo>
                  <a:close/>
                  <a:moveTo>
                    <a:pt x="4096" y="2457"/>
                  </a:moveTo>
                  <a:cubicBezTo>
                    <a:pt x="4027" y="2457"/>
                    <a:pt x="3993" y="2491"/>
                    <a:pt x="3993" y="2525"/>
                  </a:cubicBezTo>
                  <a:lnTo>
                    <a:pt x="3993" y="2662"/>
                  </a:lnTo>
                  <a:cubicBezTo>
                    <a:pt x="3993" y="2696"/>
                    <a:pt x="4027" y="2730"/>
                    <a:pt x="4096" y="2730"/>
                  </a:cubicBezTo>
                  <a:cubicBezTo>
                    <a:pt x="4130" y="2730"/>
                    <a:pt x="4164" y="2696"/>
                    <a:pt x="4164" y="2662"/>
                  </a:cubicBezTo>
                  <a:lnTo>
                    <a:pt x="4164" y="2525"/>
                  </a:lnTo>
                  <a:cubicBezTo>
                    <a:pt x="4164" y="2491"/>
                    <a:pt x="4130" y="2457"/>
                    <a:pt x="4096" y="2457"/>
                  </a:cubicBezTo>
                  <a:close/>
                  <a:moveTo>
                    <a:pt x="4096" y="3037"/>
                  </a:moveTo>
                  <a:cubicBezTo>
                    <a:pt x="4027" y="3037"/>
                    <a:pt x="3993" y="3071"/>
                    <a:pt x="3993" y="3105"/>
                  </a:cubicBezTo>
                  <a:lnTo>
                    <a:pt x="3993" y="3208"/>
                  </a:lnTo>
                  <a:cubicBezTo>
                    <a:pt x="3993" y="3276"/>
                    <a:pt x="4027" y="3310"/>
                    <a:pt x="4096" y="3310"/>
                  </a:cubicBezTo>
                  <a:cubicBezTo>
                    <a:pt x="4130" y="3310"/>
                    <a:pt x="4164" y="3276"/>
                    <a:pt x="4164" y="3208"/>
                  </a:cubicBezTo>
                  <a:lnTo>
                    <a:pt x="4164" y="3105"/>
                  </a:lnTo>
                  <a:cubicBezTo>
                    <a:pt x="4164" y="3071"/>
                    <a:pt x="4130" y="3037"/>
                    <a:pt x="4096" y="3037"/>
                  </a:cubicBezTo>
                  <a:close/>
                  <a:moveTo>
                    <a:pt x="4096" y="3583"/>
                  </a:moveTo>
                  <a:cubicBezTo>
                    <a:pt x="4027" y="3583"/>
                    <a:pt x="3993" y="3617"/>
                    <a:pt x="3993" y="3686"/>
                  </a:cubicBezTo>
                  <a:lnTo>
                    <a:pt x="3993" y="3788"/>
                  </a:lnTo>
                  <a:cubicBezTo>
                    <a:pt x="3993" y="3856"/>
                    <a:pt x="4027" y="3890"/>
                    <a:pt x="4096" y="3890"/>
                  </a:cubicBezTo>
                  <a:cubicBezTo>
                    <a:pt x="4130" y="3890"/>
                    <a:pt x="4164" y="3856"/>
                    <a:pt x="4164" y="3788"/>
                  </a:cubicBezTo>
                  <a:lnTo>
                    <a:pt x="4164" y="3686"/>
                  </a:lnTo>
                  <a:cubicBezTo>
                    <a:pt x="4164" y="3617"/>
                    <a:pt x="4130" y="3583"/>
                    <a:pt x="4096" y="3583"/>
                  </a:cubicBezTo>
                  <a:close/>
                  <a:moveTo>
                    <a:pt x="4096" y="4163"/>
                  </a:moveTo>
                  <a:cubicBezTo>
                    <a:pt x="4027" y="4163"/>
                    <a:pt x="3993" y="4197"/>
                    <a:pt x="3993" y="4266"/>
                  </a:cubicBezTo>
                  <a:lnTo>
                    <a:pt x="3993" y="4368"/>
                  </a:lnTo>
                  <a:cubicBezTo>
                    <a:pt x="3993" y="4402"/>
                    <a:pt x="4027" y="4436"/>
                    <a:pt x="4096" y="4436"/>
                  </a:cubicBezTo>
                  <a:cubicBezTo>
                    <a:pt x="4130" y="4436"/>
                    <a:pt x="4164" y="4402"/>
                    <a:pt x="4164" y="4368"/>
                  </a:cubicBezTo>
                  <a:lnTo>
                    <a:pt x="4164" y="4266"/>
                  </a:lnTo>
                  <a:cubicBezTo>
                    <a:pt x="4164" y="4197"/>
                    <a:pt x="4130" y="4163"/>
                    <a:pt x="4096" y="4163"/>
                  </a:cubicBezTo>
                  <a:close/>
                  <a:moveTo>
                    <a:pt x="4096" y="4743"/>
                  </a:moveTo>
                  <a:cubicBezTo>
                    <a:pt x="4027" y="4743"/>
                    <a:pt x="3993" y="4777"/>
                    <a:pt x="3993" y="4812"/>
                  </a:cubicBezTo>
                  <a:lnTo>
                    <a:pt x="3993" y="4948"/>
                  </a:lnTo>
                  <a:cubicBezTo>
                    <a:pt x="3993" y="4982"/>
                    <a:pt x="4027" y="5016"/>
                    <a:pt x="4096" y="5016"/>
                  </a:cubicBezTo>
                  <a:cubicBezTo>
                    <a:pt x="4130" y="5016"/>
                    <a:pt x="4164" y="4982"/>
                    <a:pt x="4164" y="4948"/>
                  </a:cubicBezTo>
                  <a:lnTo>
                    <a:pt x="4164" y="4812"/>
                  </a:lnTo>
                  <a:cubicBezTo>
                    <a:pt x="4164" y="4777"/>
                    <a:pt x="4130" y="4743"/>
                    <a:pt x="4096" y="4743"/>
                  </a:cubicBezTo>
                  <a:close/>
                  <a:moveTo>
                    <a:pt x="4096" y="5323"/>
                  </a:moveTo>
                  <a:cubicBezTo>
                    <a:pt x="4027" y="5323"/>
                    <a:pt x="3993" y="5358"/>
                    <a:pt x="3993" y="5392"/>
                  </a:cubicBezTo>
                  <a:lnTo>
                    <a:pt x="3993" y="5494"/>
                  </a:lnTo>
                  <a:cubicBezTo>
                    <a:pt x="3993" y="5562"/>
                    <a:pt x="4027" y="5596"/>
                    <a:pt x="4096" y="5596"/>
                  </a:cubicBezTo>
                  <a:cubicBezTo>
                    <a:pt x="4130" y="5596"/>
                    <a:pt x="4164" y="5562"/>
                    <a:pt x="4164" y="5494"/>
                  </a:cubicBezTo>
                  <a:lnTo>
                    <a:pt x="4164" y="5392"/>
                  </a:lnTo>
                  <a:cubicBezTo>
                    <a:pt x="4164" y="5358"/>
                    <a:pt x="4130" y="5323"/>
                    <a:pt x="4096" y="5323"/>
                  </a:cubicBezTo>
                  <a:close/>
                  <a:moveTo>
                    <a:pt x="4096" y="5869"/>
                  </a:moveTo>
                  <a:cubicBezTo>
                    <a:pt x="4027" y="5869"/>
                    <a:pt x="3993" y="5938"/>
                    <a:pt x="3993" y="5972"/>
                  </a:cubicBezTo>
                  <a:lnTo>
                    <a:pt x="3993" y="6074"/>
                  </a:lnTo>
                  <a:cubicBezTo>
                    <a:pt x="3993" y="6142"/>
                    <a:pt x="4027" y="6177"/>
                    <a:pt x="4096" y="6177"/>
                  </a:cubicBezTo>
                  <a:cubicBezTo>
                    <a:pt x="4130" y="6177"/>
                    <a:pt x="4164" y="6142"/>
                    <a:pt x="4164" y="6074"/>
                  </a:cubicBezTo>
                  <a:lnTo>
                    <a:pt x="4164" y="5972"/>
                  </a:lnTo>
                  <a:cubicBezTo>
                    <a:pt x="4164" y="5938"/>
                    <a:pt x="4130" y="5869"/>
                    <a:pt x="4096" y="5869"/>
                  </a:cubicBezTo>
                  <a:close/>
                  <a:moveTo>
                    <a:pt x="4096" y="6450"/>
                  </a:moveTo>
                  <a:cubicBezTo>
                    <a:pt x="4027" y="6450"/>
                    <a:pt x="3993" y="6484"/>
                    <a:pt x="3993" y="6552"/>
                  </a:cubicBezTo>
                  <a:lnTo>
                    <a:pt x="3993" y="6654"/>
                  </a:lnTo>
                  <a:cubicBezTo>
                    <a:pt x="3993" y="6688"/>
                    <a:pt x="4027" y="6757"/>
                    <a:pt x="4096" y="6757"/>
                  </a:cubicBezTo>
                  <a:cubicBezTo>
                    <a:pt x="4130" y="6757"/>
                    <a:pt x="4164" y="6688"/>
                    <a:pt x="4164" y="6654"/>
                  </a:cubicBezTo>
                  <a:lnTo>
                    <a:pt x="4164" y="6552"/>
                  </a:lnTo>
                  <a:cubicBezTo>
                    <a:pt x="4164" y="6484"/>
                    <a:pt x="4130" y="6450"/>
                    <a:pt x="4096" y="6450"/>
                  </a:cubicBezTo>
                  <a:close/>
                  <a:moveTo>
                    <a:pt x="4096" y="7030"/>
                  </a:moveTo>
                  <a:cubicBezTo>
                    <a:pt x="4027" y="7030"/>
                    <a:pt x="3993" y="7064"/>
                    <a:pt x="3993" y="7098"/>
                  </a:cubicBezTo>
                  <a:lnTo>
                    <a:pt x="3993" y="7234"/>
                  </a:lnTo>
                  <a:cubicBezTo>
                    <a:pt x="3993" y="7268"/>
                    <a:pt x="4027" y="7303"/>
                    <a:pt x="4096" y="7303"/>
                  </a:cubicBezTo>
                  <a:cubicBezTo>
                    <a:pt x="4130" y="7303"/>
                    <a:pt x="4164" y="7268"/>
                    <a:pt x="4164" y="7234"/>
                  </a:cubicBezTo>
                  <a:lnTo>
                    <a:pt x="4164" y="7098"/>
                  </a:lnTo>
                  <a:cubicBezTo>
                    <a:pt x="4164" y="7064"/>
                    <a:pt x="4130" y="7030"/>
                    <a:pt x="4096" y="7030"/>
                  </a:cubicBezTo>
                  <a:close/>
                  <a:moveTo>
                    <a:pt x="4096" y="7610"/>
                  </a:moveTo>
                  <a:cubicBezTo>
                    <a:pt x="4027" y="7610"/>
                    <a:pt x="3993" y="7644"/>
                    <a:pt x="3993" y="7678"/>
                  </a:cubicBezTo>
                  <a:lnTo>
                    <a:pt x="3993" y="7814"/>
                  </a:lnTo>
                  <a:cubicBezTo>
                    <a:pt x="3993" y="7849"/>
                    <a:pt x="4027" y="7883"/>
                    <a:pt x="4096" y="7883"/>
                  </a:cubicBezTo>
                  <a:cubicBezTo>
                    <a:pt x="4130" y="7883"/>
                    <a:pt x="4164" y="7849"/>
                    <a:pt x="4164" y="7814"/>
                  </a:cubicBezTo>
                  <a:lnTo>
                    <a:pt x="4164" y="7678"/>
                  </a:lnTo>
                  <a:cubicBezTo>
                    <a:pt x="4164" y="7644"/>
                    <a:pt x="4130" y="7610"/>
                    <a:pt x="4096" y="7610"/>
                  </a:cubicBezTo>
                  <a:close/>
                  <a:moveTo>
                    <a:pt x="4096" y="8156"/>
                  </a:moveTo>
                  <a:cubicBezTo>
                    <a:pt x="4027" y="8156"/>
                    <a:pt x="3993" y="8224"/>
                    <a:pt x="3993" y="8258"/>
                  </a:cubicBezTo>
                  <a:lnTo>
                    <a:pt x="3993" y="8360"/>
                  </a:lnTo>
                  <a:cubicBezTo>
                    <a:pt x="3993" y="8429"/>
                    <a:pt x="4027" y="8463"/>
                    <a:pt x="4096" y="8463"/>
                  </a:cubicBezTo>
                  <a:cubicBezTo>
                    <a:pt x="4130" y="8463"/>
                    <a:pt x="4164" y="8429"/>
                    <a:pt x="4164" y="8360"/>
                  </a:cubicBezTo>
                  <a:lnTo>
                    <a:pt x="4164" y="8258"/>
                  </a:lnTo>
                  <a:cubicBezTo>
                    <a:pt x="4164" y="8224"/>
                    <a:pt x="4130" y="8156"/>
                    <a:pt x="4096" y="8156"/>
                  </a:cubicBezTo>
                  <a:close/>
                  <a:moveTo>
                    <a:pt x="4096" y="8736"/>
                  </a:moveTo>
                  <a:cubicBezTo>
                    <a:pt x="4027" y="8736"/>
                    <a:pt x="3993" y="8770"/>
                    <a:pt x="3993" y="8838"/>
                  </a:cubicBezTo>
                  <a:lnTo>
                    <a:pt x="3993" y="8941"/>
                  </a:lnTo>
                  <a:cubicBezTo>
                    <a:pt x="3993" y="9009"/>
                    <a:pt x="4027" y="9043"/>
                    <a:pt x="4096" y="9043"/>
                  </a:cubicBezTo>
                  <a:cubicBezTo>
                    <a:pt x="4130" y="9043"/>
                    <a:pt x="4164" y="9009"/>
                    <a:pt x="4164" y="8941"/>
                  </a:cubicBezTo>
                  <a:lnTo>
                    <a:pt x="4164" y="8838"/>
                  </a:lnTo>
                  <a:cubicBezTo>
                    <a:pt x="4164" y="8770"/>
                    <a:pt x="4130" y="8736"/>
                    <a:pt x="4096" y="8736"/>
                  </a:cubicBezTo>
                  <a:close/>
                  <a:moveTo>
                    <a:pt x="4096" y="9316"/>
                  </a:moveTo>
                  <a:cubicBezTo>
                    <a:pt x="4027" y="9316"/>
                    <a:pt x="3993" y="9350"/>
                    <a:pt x="3993" y="9418"/>
                  </a:cubicBezTo>
                  <a:lnTo>
                    <a:pt x="3993" y="9521"/>
                  </a:lnTo>
                  <a:cubicBezTo>
                    <a:pt x="3993" y="9555"/>
                    <a:pt x="4027" y="9589"/>
                    <a:pt x="4096" y="9589"/>
                  </a:cubicBezTo>
                  <a:cubicBezTo>
                    <a:pt x="4130" y="9589"/>
                    <a:pt x="4164" y="9555"/>
                    <a:pt x="4164" y="9521"/>
                  </a:cubicBezTo>
                  <a:lnTo>
                    <a:pt x="4164" y="9418"/>
                  </a:lnTo>
                  <a:cubicBezTo>
                    <a:pt x="4164" y="9350"/>
                    <a:pt x="4130" y="9316"/>
                    <a:pt x="4096" y="9316"/>
                  </a:cubicBezTo>
                  <a:close/>
                  <a:moveTo>
                    <a:pt x="4096" y="9896"/>
                  </a:moveTo>
                  <a:cubicBezTo>
                    <a:pt x="4027" y="9896"/>
                    <a:pt x="3993" y="9930"/>
                    <a:pt x="3993" y="9964"/>
                  </a:cubicBezTo>
                  <a:lnTo>
                    <a:pt x="3993" y="10101"/>
                  </a:lnTo>
                  <a:cubicBezTo>
                    <a:pt x="3993" y="10135"/>
                    <a:pt x="4027" y="10169"/>
                    <a:pt x="4096" y="10169"/>
                  </a:cubicBezTo>
                  <a:cubicBezTo>
                    <a:pt x="4130" y="10169"/>
                    <a:pt x="4164" y="10135"/>
                    <a:pt x="4164" y="10101"/>
                  </a:cubicBezTo>
                  <a:lnTo>
                    <a:pt x="4164" y="9964"/>
                  </a:lnTo>
                  <a:cubicBezTo>
                    <a:pt x="4164" y="9930"/>
                    <a:pt x="4130" y="9896"/>
                    <a:pt x="4096" y="9896"/>
                  </a:cubicBezTo>
                  <a:close/>
                  <a:moveTo>
                    <a:pt x="4096" y="10476"/>
                  </a:moveTo>
                  <a:cubicBezTo>
                    <a:pt x="4027" y="10476"/>
                    <a:pt x="3993" y="10510"/>
                    <a:pt x="3993" y="10544"/>
                  </a:cubicBezTo>
                  <a:lnTo>
                    <a:pt x="3993" y="10647"/>
                  </a:lnTo>
                  <a:cubicBezTo>
                    <a:pt x="3993" y="10715"/>
                    <a:pt x="4027" y="10749"/>
                    <a:pt x="4096" y="10749"/>
                  </a:cubicBezTo>
                  <a:cubicBezTo>
                    <a:pt x="4130" y="10749"/>
                    <a:pt x="4164" y="10715"/>
                    <a:pt x="4164" y="10647"/>
                  </a:cubicBezTo>
                  <a:lnTo>
                    <a:pt x="4164" y="10544"/>
                  </a:lnTo>
                  <a:cubicBezTo>
                    <a:pt x="4164" y="10510"/>
                    <a:pt x="4130" y="10476"/>
                    <a:pt x="4096" y="10476"/>
                  </a:cubicBezTo>
                  <a:close/>
                  <a:moveTo>
                    <a:pt x="4096" y="11022"/>
                  </a:moveTo>
                  <a:cubicBezTo>
                    <a:pt x="4027" y="11022"/>
                    <a:pt x="3993" y="11090"/>
                    <a:pt x="3993" y="11124"/>
                  </a:cubicBezTo>
                  <a:lnTo>
                    <a:pt x="3993" y="11227"/>
                  </a:lnTo>
                  <a:cubicBezTo>
                    <a:pt x="3993" y="11295"/>
                    <a:pt x="4027" y="11329"/>
                    <a:pt x="4096" y="11329"/>
                  </a:cubicBezTo>
                  <a:cubicBezTo>
                    <a:pt x="4130" y="11329"/>
                    <a:pt x="4164" y="11295"/>
                    <a:pt x="4164" y="11227"/>
                  </a:cubicBezTo>
                  <a:lnTo>
                    <a:pt x="4164" y="11124"/>
                  </a:lnTo>
                  <a:cubicBezTo>
                    <a:pt x="4164" y="11090"/>
                    <a:pt x="4130" y="11022"/>
                    <a:pt x="4096" y="11022"/>
                  </a:cubicBezTo>
                  <a:close/>
                  <a:moveTo>
                    <a:pt x="4096" y="11602"/>
                  </a:moveTo>
                  <a:cubicBezTo>
                    <a:pt x="4027" y="11602"/>
                    <a:pt x="3993" y="11636"/>
                    <a:pt x="3993" y="11704"/>
                  </a:cubicBezTo>
                  <a:lnTo>
                    <a:pt x="3993" y="11807"/>
                  </a:lnTo>
                  <a:cubicBezTo>
                    <a:pt x="3993" y="11841"/>
                    <a:pt x="4027" y="11909"/>
                    <a:pt x="4096" y="11909"/>
                  </a:cubicBezTo>
                  <a:cubicBezTo>
                    <a:pt x="4130" y="11909"/>
                    <a:pt x="4164" y="11841"/>
                    <a:pt x="4164" y="11807"/>
                  </a:cubicBezTo>
                  <a:lnTo>
                    <a:pt x="4164" y="11704"/>
                  </a:lnTo>
                  <a:cubicBezTo>
                    <a:pt x="4164" y="11636"/>
                    <a:pt x="4130" y="11602"/>
                    <a:pt x="4096" y="11602"/>
                  </a:cubicBezTo>
                  <a:close/>
                  <a:moveTo>
                    <a:pt x="4096" y="12182"/>
                  </a:moveTo>
                  <a:cubicBezTo>
                    <a:pt x="4027" y="12182"/>
                    <a:pt x="3993" y="12216"/>
                    <a:pt x="3993" y="12250"/>
                  </a:cubicBezTo>
                  <a:lnTo>
                    <a:pt x="3993" y="12387"/>
                  </a:lnTo>
                  <a:cubicBezTo>
                    <a:pt x="3993" y="12421"/>
                    <a:pt x="4027" y="12455"/>
                    <a:pt x="4096" y="12455"/>
                  </a:cubicBezTo>
                  <a:cubicBezTo>
                    <a:pt x="4130" y="12455"/>
                    <a:pt x="4164" y="12421"/>
                    <a:pt x="4164" y="12387"/>
                  </a:cubicBezTo>
                  <a:lnTo>
                    <a:pt x="4164" y="12250"/>
                  </a:lnTo>
                  <a:cubicBezTo>
                    <a:pt x="4164" y="12216"/>
                    <a:pt x="4130" y="12182"/>
                    <a:pt x="4096" y="12182"/>
                  </a:cubicBezTo>
                  <a:close/>
                  <a:moveTo>
                    <a:pt x="4096" y="12762"/>
                  </a:moveTo>
                  <a:cubicBezTo>
                    <a:pt x="4027" y="12762"/>
                    <a:pt x="3993" y="12796"/>
                    <a:pt x="3993" y="12831"/>
                  </a:cubicBezTo>
                  <a:lnTo>
                    <a:pt x="3993" y="12967"/>
                  </a:lnTo>
                  <a:cubicBezTo>
                    <a:pt x="3993" y="13001"/>
                    <a:pt x="4027" y="13035"/>
                    <a:pt x="4096" y="13035"/>
                  </a:cubicBezTo>
                  <a:cubicBezTo>
                    <a:pt x="4130" y="13035"/>
                    <a:pt x="4164" y="13001"/>
                    <a:pt x="4164" y="12967"/>
                  </a:cubicBezTo>
                  <a:lnTo>
                    <a:pt x="4164" y="12831"/>
                  </a:lnTo>
                  <a:cubicBezTo>
                    <a:pt x="4164" y="12796"/>
                    <a:pt x="4130" y="12762"/>
                    <a:pt x="4096" y="12762"/>
                  </a:cubicBezTo>
                  <a:close/>
                  <a:moveTo>
                    <a:pt x="4096" y="13308"/>
                  </a:moveTo>
                  <a:cubicBezTo>
                    <a:pt x="4027" y="13308"/>
                    <a:pt x="3993" y="13377"/>
                    <a:pt x="3993" y="13411"/>
                  </a:cubicBezTo>
                  <a:lnTo>
                    <a:pt x="3993" y="13513"/>
                  </a:lnTo>
                  <a:cubicBezTo>
                    <a:pt x="3993" y="13581"/>
                    <a:pt x="4027" y="13615"/>
                    <a:pt x="4096" y="13615"/>
                  </a:cubicBezTo>
                  <a:cubicBezTo>
                    <a:pt x="4130" y="13615"/>
                    <a:pt x="4164" y="13581"/>
                    <a:pt x="4164" y="13513"/>
                  </a:cubicBezTo>
                  <a:lnTo>
                    <a:pt x="4164" y="13411"/>
                  </a:lnTo>
                  <a:cubicBezTo>
                    <a:pt x="4164" y="13377"/>
                    <a:pt x="4130" y="13308"/>
                    <a:pt x="4096" y="13308"/>
                  </a:cubicBezTo>
                  <a:close/>
                  <a:moveTo>
                    <a:pt x="4096" y="13888"/>
                  </a:moveTo>
                  <a:cubicBezTo>
                    <a:pt x="4027" y="13888"/>
                    <a:pt x="3993" y="13922"/>
                    <a:pt x="3993" y="13991"/>
                  </a:cubicBezTo>
                  <a:lnTo>
                    <a:pt x="3993" y="14093"/>
                  </a:lnTo>
                  <a:cubicBezTo>
                    <a:pt x="3993" y="14161"/>
                    <a:pt x="4027" y="14195"/>
                    <a:pt x="4096" y="14195"/>
                  </a:cubicBezTo>
                  <a:cubicBezTo>
                    <a:pt x="4130" y="14195"/>
                    <a:pt x="4164" y="14161"/>
                    <a:pt x="4164" y="14093"/>
                  </a:cubicBezTo>
                  <a:lnTo>
                    <a:pt x="4164" y="13991"/>
                  </a:lnTo>
                  <a:cubicBezTo>
                    <a:pt x="4164" y="13922"/>
                    <a:pt x="4130" y="13888"/>
                    <a:pt x="4096" y="13888"/>
                  </a:cubicBezTo>
                  <a:close/>
                  <a:moveTo>
                    <a:pt x="4096" y="14468"/>
                  </a:moveTo>
                  <a:cubicBezTo>
                    <a:pt x="4027" y="14468"/>
                    <a:pt x="3993" y="14503"/>
                    <a:pt x="3993" y="14571"/>
                  </a:cubicBezTo>
                  <a:lnTo>
                    <a:pt x="3993" y="14673"/>
                  </a:lnTo>
                  <a:cubicBezTo>
                    <a:pt x="3993" y="14707"/>
                    <a:pt x="4027" y="14741"/>
                    <a:pt x="4096" y="14741"/>
                  </a:cubicBezTo>
                  <a:cubicBezTo>
                    <a:pt x="4130" y="14741"/>
                    <a:pt x="4164" y="14707"/>
                    <a:pt x="4164" y="14673"/>
                  </a:cubicBezTo>
                  <a:lnTo>
                    <a:pt x="4164" y="14571"/>
                  </a:lnTo>
                  <a:cubicBezTo>
                    <a:pt x="4164" y="14503"/>
                    <a:pt x="4130" y="14468"/>
                    <a:pt x="4096" y="14468"/>
                  </a:cubicBezTo>
                  <a:close/>
                  <a:moveTo>
                    <a:pt x="4096" y="15049"/>
                  </a:moveTo>
                  <a:cubicBezTo>
                    <a:pt x="4027" y="15049"/>
                    <a:pt x="3993" y="15083"/>
                    <a:pt x="3993" y="15117"/>
                  </a:cubicBezTo>
                  <a:lnTo>
                    <a:pt x="3993" y="15253"/>
                  </a:lnTo>
                  <a:cubicBezTo>
                    <a:pt x="3993" y="15287"/>
                    <a:pt x="4027" y="15322"/>
                    <a:pt x="4096" y="15322"/>
                  </a:cubicBezTo>
                  <a:cubicBezTo>
                    <a:pt x="4130" y="15322"/>
                    <a:pt x="4164" y="15287"/>
                    <a:pt x="4164" y="15253"/>
                  </a:cubicBezTo>
                  <a:lnTo>
                    <a:pt x="4164" y="15117"/>
                  </a:lnTo>
                  <a:cubicBezTo>
                    <a:pt x="4164" y="15083"/>
                    <a:pt x="4130" y="15049"/>
                    <a:pt x="4096" y="15049"/>
                  </a:cubicBezTo>
                  <a:close/>
                  <a:moveTo>
                    <a:pt x="4096" y="15629"/>
                  </a:moveTo>
                  <a:cubicBezTo>
                    <a:pt x="4027" y="15629"/>
                    <a:pt x="3993" y="15663"/>
                    <a:pt x="3993" y="15697"/>
                  </a:cubicBezTo>
                  <a:lnTo>
                    <a:pt x="3993" y="15799"/>
                  </a:lnTo>
                  <a:cubicBezTo>
                    <a:pt x="3993" y="15867"/>
                    <a:pt x="4027" y="15902"/>
                    <a:pt x="4096" y="15902"/>
                  </a:cubicBezTo>
                  <a:cubicBezTo>
                    <a:pt x="4130" y="15902"/>
                    <a:pt x="4164" y="15867"/>
                    <a:pt x="4164" y="15799"/>
                  </a:cubicBezTo>
                  <a:lnTo>
                    <a:pt x="4164" y="15697"/>
                  </a:lnTo>
                  <a:cubicBezTo>
                    <a:pt x="4164" y="15663"/>
                    <a:pt x="4130" y="15629"/>
                    <a:pt x="4096" y="15629"/>
                  </a:cubicBezTo>
                  <a:close/>
                  <a:moveTo>
                    <a:pt x="4096" y="16175"/>
                  </a:moveTo>
                  <a:cubicBezTo>
                    <a:pt x="4027" y="16175"/>
                    <a:pt x="3993" y="16243"/>
                    <a:pt x="3993" y="16277"/>
                  </a:cubicBezTo>
                  <a:lnTo>
                    <a:pt x="3993" y="16379"/>
                  </a:lnTo>
                  <a:cubicBezTo>
                    <a:pt x="3993" y="16448"/>
                    <a:pt x="4027" y="16482"/>
                    <a:pt x="4096" y="16482"/>
                  </a:cubicBezTo>
                  <a:cubicBezTo>
                    <a:pt x="4130" y="16482"/>
                    <a:pt x="4164" y="16448"/>
                    <a:pt x="4164" y="16379"/>
                  </a:cubicBezTo>
                  <a:lnTo>
                    <a:pt x="4164" y="16277"/>
                  </a:lnTo>
                  <a:cubicBezTo>
                    <a:pt x="4164" y="16243"/>
                    <a:pt x="4130" y="16175"/>
                    <a:pt x="4096" y="16175"/>
                  </a:cubicBezTo>
                  <a:close/>
                  <a:moveTo>
                    <a:pt x="4096" y="16755"/>
                  </a:moveTo>
                  <a:cubicBezTo>
                    <a:pt x="4027" y="16755"/>
                    <a:pt x="3993" y="16789"/>
                    <a:pt x="3993" y="16857"/>
                  </a:cubicBezTo>
                  <a:lnTo>
                    <a:pt x="3993" y="16959"/>
                  </a:lnTo>
                  <a:cubicBezTo>
                    <a:pt x="3993" y="16994"/>
                    <a:pt x="4027" y="17062"/>
                    <a:pt x="4096" y="17062"/>
                  </a:cubicBezTo>
                  <a:cubicBezTo>
                    <a:pt x="4130" y="17062"/>
                    <a:pt x="4164" y="16994"/>
                    <a:pt x="4164" y="16959"/>
                  </a:cubicBezTo>
                  <a:lnTo>
                    <a:pt x="4164" y="16857"/>
                  </a:lnTo>
                  <a:cubicBezTo>
                    <a:pt x="4164" y="16789"/>
                    <a:pt x="4130" y="16755"/>
                    <a:pt x="4096" y="16755"/>
                  </a:cubicBezTo>
                  <a:close/>
                  <a:moveTo>
                    <a:pt x="4096" y="17335"/>
                  </a:moveTo>
                  <a:cubicBezTo>
                    <a:pt x="4027" y="17335"/>
                    <a:pt x="3993" y="17369"/>
                    <a:pt x="3993" y="17403"/>
                  </a:cubicBezTo>
                  <a:lnTo>
                    <a:pt x="3993" y="17540"/>
                  </a:lnTo>
                  <a:cubicBezTo>
                    <a:pt x="3993" y="17574"/>
                    <a:pt x="4027" y="17608"/>
                    <a:pt x="4096" y="17608"/>
                  </a:cubicBezTo>
                  <a:cubicBezTo>
                    <a:pt x="4130" y="17608"/>
                    <a:pt x="4164" y="17574"/>
                    <a:pt x="4164" y="17540"/>
                  </a:cubicBezTo>
                  <a:lnTo>
                    <a:pt x="4164" y="17403"/>
                  </a:lnTo>
                  <a:cubicBezTo>
                    <a:pt x="4164" y="17369"/>
                    <a:pt x="4130" y="17335"/>
                    <a:pt x="4096" y="17335"/>
                  </a:cubicBezTo>
                  <a:close/>
                  <a:moveTo>
                    <a:pt x="4096" y="17915"/>
                  </a:moveTo>
                  <a:cubicBezTo>
                    <a:pt x="4027" y="17915"/>
                    <a:pt x="3993" y="17949"/>
                    <a:pt x="3993" y="17983"/>
                  </a:cubicBezTo>
                  <a:lnTo>
                    <a:pt x="3993" y="18120"/>
                  </a:lnTo>
                  <a:cubicBezTo>
                    <a:pt x="3993" y="18154"/>
                    <a:pt x="4027" y="18188"/>
                    <a:pt x="4096" y="18188"/>
                  </a:cubicBezTo>
                  <a:cubicBezTo>
                    <a:pt x="4130" y="18188"/>
                    <a:pt x="4164" y="18154"/>
                    <a:pt x="4164" y="18120"/>
                  </a:cubicBezTo>
                  <a:lnTo>
                    <a:pt x="4164" y="17983"/>
                  </a:lnTo>
                  <a:cubicBezTo>
                    <a:pt x="4164" y="17949"/>
                    <a:pt x="4130" y="17915"/>
                    <a:pt x="4096" y="17915"/>
                  </a:cubicBezTo>
                  <a:close/>
                  <a:moveTo>
                    <a:pt x="4096" y="18461"/>
                  </a:moveTo>
                  <a:cubicBezTo>
                    <a:pt x="4027" y="18461"/>
                    <a:pt x="3993" y="18529"/>
                    <a:pt x="3993" y="18563"/>
                  </a:cubicBezTo>
                  <a:lnTo>
                    <a:pt x="3993" y="18666"/>
                  </a:lnTo>
                  <a:cubicBezTo>
                    <a:pt x="3993" y="18734"/>
                    <a:pt x="4027" y="18768"/>
                    <a:pt x="4096" y="18768"/>
                  </a:cubicBezTo>
                  <a:cubicBezTo>
                    <a:pt x="4130" y="18768"/>
                    <a:pt x="4164" y="18734"/>
                    <a:pt x="4164" y="18666"/>
                  </a:cubicBezTo>
                  <a:lnTo>
                    <a:pt x="4164" y="18563"/>
                  </a:lnTo>
                  <a:cubicBezTo>
                    <a:pt x="4164" y="18529"/>
                    <a:pt x="4130" y="18461"/>
                    <a:pt x="4096" y="18461"/>
                  </a:cubicBezTo>
                  <a:close/>
                  <a:moveTo>
                    <a:pt x="4096" y="19041"/>
                  </a:moveTo>
                  <a:cubicBezTo>
                    <a:pt x="4027" y="19041"/>
                    <a:pt x="3993" y="19075"/>
                    <a:pt x="3993" y="19143"/>
                  </a:cubicBezTo>
                  <a:lnTo>
                    <a:pt x="3993" y="19246"/>
                  </a:lnTo>
                  <a:cubicBezTo>
                    <a:pt x="3993" y="19314"/>
                    <a:pt x="4027" y="19348"/>
                    <a:pt x="4096" y="19348"/>
                  </a:cubicBezTo>
                  <a:cubicBezTo>
                    <a:pt x="4130" y="19348"/>
                    <a:pt x="4164" y="19314"/>
                    <a:pt x="4164" y="19246"/>
                  </a:cubicBezTo>
                  <a:lnTo>
                    <a:pt x="4164" y="19143"/>
                  </a:lnTo>
                  <a:cubicBezTo>
                    <a:pt x="4164" y="19075"/>
                    <a:pt x="4130" y="19041"/>
                    <a:pt x="4096" y="19041"/>
                  </a:cubicBezTo>
                  <a:close/>
                  <a:moveTo>
                    <a:pt x="4096" y="19621"/>
                  </a:moveTo>
                  <a:cubicBezTo>
                    <a:pt x="4027" y="19621"/>
                    <a:pt x="3993" y="19655"/>
                    <a:pt x="3993" y="19723"/>
                  </a:cubicBezTo>
                  <a:lnTo>
                    <a:pt x="3993" y="19826"/>
                  </a:lnTo>
                  <a:cubicBezTo>
                    <a:pt x="3993" y="19860"/>
                    <a:pt x="4027" y="19894"/>
                    <a:pt x="4096" y="19894"/>
                  </a:cubicBezTo>
                  <a:cubicBezTo>
                    <a:pt x="4130" y="19894"/>
                    <a:pt x="4164" y="19860"/>
                    <a:pt x="4164" y="19826"/>
                  </a:cubicBezTo>
                  <a:lnTo>
                    <a:pt x="4164" y="19723"/>
                  </a:lnTo>
                  <a:cubicBezTo>
                    <a:pt x="4164" y="19655"/>
                    <a:pt x="4130" y="19621"/>
                    <a:pt x="4096" y="19621"/>
                  </a:cubicBezTo>
                  <a:close/>
                  <a:moveTo>
                    <a:pt x="4096" y="20201"/>
                  </a:moveTo>
                  <a:cubicBezTo>
                    <a:pt x="4027" y="20201"/>
                    <a:pt x="3993" y="20235"/>
                    <a:pt x="3993" y="20269"/>
                  </a:cubicBezTo>
                  <a:lnTo>
                    <a:pt x="3993" y="20406"/>
                  </a:lnTo>
                  <a:cubicBezTo>
                    <a:pt x="3993" y="20440"/>
                    <a:pt x="4027" y="20474"/>
                    <a:pt x="4096" y="20474"/>
                  </a:cubicBezTo>
                  <a:cubicBezTo>
                    <a:pt x="4130" y="20474"/>
                    <a:pt x="4164" y="20440"/>
                    <a:pt x="4164" y="20406"/>
                  </a:cubicBezTo>
                  <a:lnTo>
                    <a:pt x="4164" y="20269"/>
                  </a:lnTo>
                  <a:cubicBezTo>
                    <a:pt x="4164" y="20235"/>
                    <a:pt x="4130" y="20201"/>
                    <a:pt x="4096" y="20201"/>
                  </a:cubicBezTo>
                  <a:close/>
                  <a:moveTo>
                    <a:pt x="4096" y="20781"/>
                  </a:moveTo>
                  <a:cubicBezTo>
                    <a:pt x="4027" y="20781"/>
                    <a:pt x="3993" y="20815"/>
                    <a:pt x="3993" y="20849"/>
                  </a:cubicBezTo>
                  <a:lnTo>
                    <a:pt x="3993" y="20952"/>
                  </a:lnTo>
                  <a:cubicBezTo>
                    <a:pt x="3993" y="21020"/>
                    <a:pt x="4027" y="21054"/>
                    <a:pt x="4096" y="21054"/>
                  </a:cubicBezTo>
                  <a:cubicBezTo>
                    <a:pt x="4130" y="21054"/>
                    <a:pt x="4164" y="21020"/>
                    <a:pt x="4164" y="20952"/>
                  </a:cubicBezTo>
                  <a:lnTo>
                    <a:pt x="4164" y="20849"/>
                  </a:lnTo>
                  <a:cubicBezTo>
                    <a:pt x="4164" y="20815"/>
                    <a:pt x="4130" y="20781"/>
                    <a:pt x="4096" y="20781"/>
                  </a:cubicBezTo>
                  <a:close/>
                  <a:moveTo>
                    <a:pt x="4096" y="21327"/>
                  </a:moveTo>
                  <a:cubicBezTo>
                    <a:pt x="4027" y="21327"/>
                    <a:pt x="3993" y="21395"/>
                    <a:pt x="3993" y="21430"/>
                  </a:cubicBezTo>
                  <a:lnTo>
                    <a:pt x="3993" y="21532"/>
                  </a:lnTo>
                  <a:cubicBezTo>
                    <a:pt x="3993" y="21600"/>
                    <a:pt x="4027" y="21634"/>
                    <a:pt x="4096" y="21634"/>
                  </a:cubicBezTo>
                  <a:cubicBezTo>
                    <a:pt x="4130" y="21634"/>
                    <a:pt x="4164" y="21600"/>
                    <a:pt x="4164" y="21532"/>
                  </a:cubicBezTo>
                  <a:lnTo>
                    <a:pt x="4164" y="21430"/>
                  </a:lnTo>
                  <a:cubicBezTo>
                    <a:pt x="4164" y="21395"/>
                    <a:pt x="4130" y="21327"/>
                    <a:pt x="4096" y="21327"/>
                  </a:cubicBezTo>
                  <a:close/>
                  <a:moveTo>
                    <a:pt x="4096" y="21907"/>
                  </a:moveTo>
                  <a:cubicBezTo>
                    <a:pt x="4027" y="21907"/>
                    <a:pt x="3993" y="21941"/>
                    <a:pt x="3993" y="22010"/>
                  </a:cubicBezTo>
                  <a:lnTo>
                    <a:pt x="3993" y="22112"/>
                  </a:lnTo>
                  <a:cubicBezTo>
                    <a:pt x="3993" y="22146"/>
                    <a:pt x="4027" y="22214"/>
                    <a:pt x="4096" y="22214"/>
                  </a:cubicBezTo>
                  <a:cubicBezTo>
                    <a:pt x="4130" y="22214"/>
                    <a:pt x="4164" y="22146"/>
                    <a:pt x="4164" y="22112"/>
                  </a:cubicBezTo>
                  <a:lnTo>
                    <a:pt x="4164" y="22010"/>
                  </a:lnTo>
                  <a:cubicBezTo>
                    <a:pt x="4164" y="21941"/>
                    <a:pt x="4130" y="21907"/>
                    <a:pt x="4096" y="21907"/>
                  </a:cubicBezTo>
                  <a:close/>
                  <a:moveTo>
                    <a:pt x="4096" y="22487"/>
                  </a:moveTo>
                  <a:cubicBezTo>
                    <a:pt x="4027" y="22487"/>
                    <a:pt x="3993" y="22521"/>
                    <a:pt x="3993" y="22556"/>
                  </a:cubicBezTo>
                  <a:lnTo>
                    <a:pt x="3993" y="22692"/>
                  </a:lnTo>
                  <a:cubicBezTo>
                    <a:pt x="3993" y="22726"/>
                    <a:pt x="4027" y="22760"/>
                    <a:pt x="4096" y="22760"/>
                  </a:cubicBezTo>
                  <a:cubicBezTo>
                    <a:pt x="4130" y="22760"/>
                    <a:pt x="4164" y="22726"/>
                    <a:pt x="4164" y="22692"/>
                  </a:cubicBezTo>
                  <a:lnTo>
                    <a:pt x="4164" y="22556"/>
                  </a:lnTo>
                  <a:cubicBezTo>
                    <a:pt x="4164" y="22521"/>
                    <a:pt x="4130" y="22487"/>
                    <a:pt x="4096" y="22487"/>
                  </a:cubicBezTo>
                  <a:close/>
                  <a:moveTo>
                    <a:pt x="4096" y="23067"/>
                  </a:moveTo>
                  <a:cubicBezTo>
                    <a:pt x="4027" y="23067"/>
                    <a:pt x="3993" y="23102"/>
                    <a:pt x="3993" y="23136"/>
                  </a:cubicBezTo>
                  <a:lnTo>
                    <a:pt x="3993" y="23272"/>
                  </a:lnTo>
                  <a:cubicBezTo>
                    <a:pt x="3993" y="23306"/>
                    <a:pt x="4027" y="23340"/>
                    <a:pt x="4096" y="23340"/>
                  </a:cubicBezTo>
                  <a:cubicBezTo>
                    <a:pt x="4130" y="23340"/>
                    <a:pt x="4164" y="23306"/>
                    <a:pt x="4164" y="23272"/>
                  </a:cubicBezTo>
                  <a:lnTo>
                    <a:pt x="4164" y="23136"/>
                  </a:lnTo>
                  <a:cubicBezTo>
                    <a:pt x="4164" y="23102"/>
                    <a:pt x="4130" y="23067"/>
                    <a:pt x="4096" y="23067"/>
                  </a:cubicBezTo>
                  <a:close/>
                  <a:moveTo>
                    <a:pt x="4096" y="23613"/>
                  </a:moveTo>
                  <a:cubicBezTo>
                    <a:pt x="4027" y="23613"/>
                    <a:pt x="3993" y="23682"/>
                    <a:pt x="3993" y="23716"/>
                  </a:cubicBezTo>
                  <a:lnTo>
                    <a:pt x="3993" y="23818"/>
                  </a:lnTo>
                  <a:cubicBezTo>
                    <a:pt x="3993" y="23886"/>
                    <a:pt x="4027" y="23921"/>
                    <a:pt x="4096" y="23921"/>
                  </a:cubicBezTo>
                  <a:cubicBezTo>
                    <a:pt x="4130" y="23921"/>
                    <a:pt x="4164" y="23886"/>
                    <a:pt x="4164" y="23818"/>
                  </a:cubicBezTo>
                  <a:lnTo>
                    <a:pt x="4164" y="23716"/>
                  </a:lnTo>
                  <a:cubicBezTo>
                    <a:pt x="4164" y="23682"/>
                    <a:pt x="4130" y="23613"/>
                    <a:pt x="4096" y="23613"/>
                  </a:cubicBezTo>
                  <a:close/>
                  <a:moveTo>
                    <a:pt x="4096" y="24194"/>
                  </a:moveTo>
                  <a:cubicBezTo>
                    <a:pt x="4027" y="24194"/>
                    <a:pt x="3993" y="24228"/>
                    <a:pt x="3993" y="24296"/>
                  </a:cubicBezTo>
                  <a:lnTo>
                    <a:pt x="3993" y="24398"/>
                  </a:lnTo>
                  <a:cubicBezTo>
                    <a:pt x="3993" y="24467"/>
                    <a:pt x="4027" y="24501"/>
                    <a:pt x="4096" y="24501"/>
                  </a:cubicBezTo>
                  <a:cubicBezTo>
                    <a:pt x="4130" y="24501"/>
                    <a:pt x="4164" y="24467"/>
                    <a:pt x="4164" y="24398"/>
                  </a:cubicBezTo>
                  <a:lnTo>
                    <a:pt x="4164" y="24296"/>
                  </a:lnTo>
                  <a:cubicBezTo>
                    <a:pt x="4164" y="24228"/>
                    <a:pt x="4130" y="24194"/>
                    <a:pt x="4096" y="24194"/>
                  </a:cubicBezTo>
                  <a:close/>
                  <a:moveTo>
                    <a:pt x="4096" y="24774"/>
                  </a:moveTo>
                  <a:cubicBezTo>
                    <a:pt x="4027" y="24774"/>
                    <a:pt x="3993" y="24808"/>
                    <a:pt x="3993" y="24876"/>
                  </a:cubicBezTo>
                  <a:lnTo>
                    <a:pt x="3993" y="24978"/>
                  </a:lnTo>
                  <a:cubicBezTo>
                    <a:pt x="3993" y="25012"/>
                    <a:pt x="4027" y="25047"/>
                    <a:pt x="4096" y="25047"/>
                  </a:cubicBezTo>
                  <a:cubicBezTo>
                    <a:pt x="4130" y="25047"/>
                    <a:pt x="4164" y="25012"/>
                    <a:pt x="4164" y="24978"/>
                  </a:cubicBezTo>
                  <a:lnTo>
                    <a:pt x="4164" y="24876"/>
                  </a:lnTo>
                  <a:cubicBezTo>
                    <a:pt x="4164" y="24808"/>
                    <a:pt x="4130" y="24774"/>
                    <a:pt x="4096" y="24774"/>
                  </a:cubicBezTo>
                  <a:close/>
                  <a:moveTo>
                    <a:pt x="4096" y="25354"/>
                  </a:moveTo>
                  <a:cubicBezTo>
                    <a:pt x="4027" y="25354"/>
                    <a:pt x="3993" y="25388"/>
                    <a:pt x="3993" y="25422"/>
                  </a:cubicBezTo>
                  <a:lnTo>
                    <a:pt x="3993" y="25558"/>
                  </a:lnTo>
                  <a:cubicBezTo>
                    <a:pt x="3993" y="25593"/>
                    <a:pt x="4027" y="25627"/>
                    <a:pt x="4096" y="25627"/>
                  </a:cubicBezTo>
                  <a:cubicBezTo>
                    <a:pt x="4130" y="25627"/>
                    <a:pt x="4164" y="25593"/>
                    <a:pt x="4164" y="25558"/>
                  </a:cubicBezTo>
                  <a:lnTo>
                    <a:pt x="4164" y="25422"/>
                  </a:lnTo>
                  <a:cubicBezTo>
                    <a:pt x="4164" y="25388"/>
                    <a:pt x="4130" y="25354"/>
                    <a:pt x="4096" y="25354"/>
                  </a:cubicBezTo>
                  <a:close/>
                  <a:moveTo>
                    <a:pt x="4096" y="25934"/>
                  </a:moveTo>
                  <a:cubicBezTo>
                    <a:pt x="4027" y="25934"/>
                    <a:pt x="3993" y="25968"/>
                    <a:pt x="3993" y="26002"/>
                  </a:cubicBezTo>
                  <a:lnTo>
                    <a:pt x="3993" y="26104"/>
                  </a:lnTo>
                  <a:cubicBezTo>
                    <a:pt x="3993" y="26173"/>
                    <a:pt x="4027" y="26207"/>
                    <a:pt x="4096" y="26207"/>
                  </a:cubicBezTo>
                  <a:cubicBezTo>
                    <a:pt x="4130" y="26207"/>
                    <a:pt x="4164" y="26173"/>
                    <a:pt x="4164" y="26104"/>
                  </a:cubicBezTo>
                  <a:lnTo>
                    <a:pt x="4164" y="26002"/>
                  </a:lnTo>
                  <a:cubicBezTo>
                    <a:pt x="4164" y="25968"/>
                    <a:pt x="4130" y="25934"/>
                    <a:pt x="4096" y="25934"/>
                  </a:cubicBezTo>
                  <a:close/>
                  <a:moveTo>
                    <a:pt x="4096" y="26480"/>
                  </a:moveTo>
                  <a:cubicBezTo>
                    <a:pt x="4027" y="26480"/>
                    <a:pt x="3993" y="26514"/>
                    <a:pt x="3993" y="26582"/>
                  </a:cubicBezTo>
                  <a:lnTo>
                    <a:pt x="3993" y="26685"/>
                  </a:lnTo>
                  <a:cubicBezTo>
                    <a:pt x="3993" y="26753"/>
                    <a:pt x="4027" y="26787"/>
                    <a:pt x="4096" y="26787"/>
                  </a:cubicBezTo>
                  <a:cubicBezTo>
                    <a:pt x="4130" y="26787"/>
                    <a:pt x="4164" y="26753"/>
                    <a:pt x="4164" y="26685"/>
                  </a:cubicBezTo>
                  <a:lnTo>
                    <a:pt x="4164" y="26582"/>
                  </a:lnTo>
                  <a:cubicBezTo>
                    <a:pt x="4164" y="26514"/>
                    <a:pt x="4130" y="26480"/>
                    <a:pt x="4096" y="26480"/>
                  </a:cubicBezTo>
                  <a:close/>
                  <a:moveTo>
                    <a:pt x="4096" y="27060"/>
                  </a:moveTo>
                  <a:cubicBezTo>
                    <a:pt x="4027" y="27060"/>
                    <a:pt x="3993" y="27094"/>
                    <a:pt x="3993" y="27162"/>
                  </a:cubicBezTo>
                  <a:lnTo>
                    <a:pt x="3993" y="27265"/>
                  </a:lnTo>
                  <a:cubicBezTo>
                    <a:pt x="3993" y="27299"/>
                    <a:pt x="4027" y="27367"/>
                    <a:pt x="4096" y="27367"/>
                  </a:cubicBezTo>
                  <a:cubicBezTo>
                    <a:pt x="4130" y="27367"/>
                    <a:pt x="4164" y="27299"/>
                    <a:pt x="4164" y="27265"/>
                  </a:cubicBezTo>
                  <a:lnTo>
                    <a:pt x="4164" y="27162"/>
                  </a:lnTo>
                  <a:cubicBezTo>
                    <a:pt x="4164" y="27094"/>
                    <a:pt x="4130" y="27060"/>
                    <a:pt x="4096" y="27060"/>
                  </a:cubicBezTo>
                  <a:close/>
                  <a:moveTo>
                    <a:pt x="4096" y="27640"/>
                  </a:moveTo>
                  <a:cubicBezTo>
                    <a:pt x="4027" y="27640"/>
                    <a:pt x="3993" y="27674"/>
                    <a:pt x="3993" y="27708"/>
                  </a:cubicBezTo>
                  <a:lnTo>
                    <a:pt x="3993" y="27845"/>
                  </a:lnTo>
                  <a:cubicBezTo>
                    <a:pt x="3993" y="27879"/>
                    <a:pt x="4027" y="27913"/>
                    <a:pt x="4096" y="27913"/>
                  </a:cubicBezTo>
                  <a:cubicBezTo>
                    <a:pt x="4130" y="27913"/>
                    <a:pt x="4164" y="27879"/>
                    <a:pt x="4164" y="27845"/>
                  </a:cubicBezTo>
                  <a:lnTo>
                    <a:pt x="4164" y="27708"/>
                  </a:lnTo>
                  <a:cubicBezTo>
                    <a:pt x="4164" y="27674"/>
                    <a:pt x="4130" y="27640"/>
                    <a:pt x="4096" y="27640"/>
                  </a:cubicBezTo>
                  <a:close/>
                  <a:moveTo>
                    <a:pt x="4096" y="28220"/>
                  </a:moveTo>
                  <a:cubicBezTo>
                    <a:pt x="4027" y="28220"/>
                    <a:pt x="3993" y="28254"/>
                    <a:pt x="3993" y="28288"/>
                  </a:cubicBezTo>
                  <a:lnTo>
                    <a:pt x="3993" y="28425"/>
                  </a:lnTo>
                  <a:cubicBezTo>
                    <a:pt x="3993" y="28459"/>
                    <a:pt x="4027" y="28493"/>
                    <a:pt x="4096" y="28493"/>
                  </a:cubicBezTo>
                  <a:cubicBezTo>
                    <a:pt x="4130" y="28493"/>
                    <a:pt x="4164" y="28459"/>
                    <a:pt x="4164" y="28425"/>
                  </a:cubicBezTo>
                  <a:lnTo>
                    <a:pt x="4164" y="28288"/>
                  </a:lnTo>
                  <a:cubicBezTo>
                    <a:pt x="4164" y="28254"/>
                    <a:pt x="4130" y="28220"/>
                    <a:pt x="4096" y="28220"/>
                  </a:cubicBezTo>
                  <a:close/>
                  <a:moveTo>
                    <a:pt x="4096" y="28766"/>
                  </a:moveTo>
                  <a:cubicBezTo>
                    <a:pt x="4027" y="28766"/>
                    <a:pt x="3993" y="28834"/>
                    <a:pt x="3993" y="28868"/>
                  </a:cubicBezTo>
                  <a:lnTo>
                    <a:pt x="3993" y="28971"/>
                  </a:lnTo>
                  <a:cubicBezTo>
                    <a:pt x="3993" y="29039"/>
                    <a:pt x="4027" y="29073"/>
                    <a:pt x="4096" y="29073"/>
                  </a:cubicBezTo>
                  <a:cubicBezTo>
                    <a:pt x="4130" y="29073"/>
                    <a:pt x="4164" y="29039"/>
                    <a:pt x="4164" y="28971"/>
                  </a:cubicBezTo>
                  <a:lnTo>
                    <a:pt x="4164" y="28868"/>
                  </a:lnTo>
                  <a:cubicBezTo>
                    <a:pt x="4164" y="28834"/>
                    <a:pt x="4130" y="28766"/>
                    <a:pt x="4096" y="28766"/>
                  </a:cubicBezTo>
                  <a:close/>
                  <a:moveTo>
                    <a:pt x="4096" y="29346"/>
                  </a:moveTo>
                  <a:cubicBezTo>
                    <a:pt x="4027" y="29346"/>
                    <a:pt x="3993" y="29380"/>
                    <a:pt x="3993" y="29448"/>
                  </a:cubicBezTo>
                  <a:lnTo>
                    <a:pt x="3993" y="29551"/>
                  </a:lnTo>
                  <a:cubicBezTo>
                    <a:pt x="3993" y="29619"/>
                    <a:pt x="4027" y="29653"/>
                    <a:pt x="4096" y="29653"/>
                  </a:cubicBezTo>
                  <a:cubicBezTo>
                    <a:pt x="4130" y="29653"/>
                    <a:pt x="4164" y="29619"/>
                    <a:pt x="4164" y="29551"/>
                  </a:cubicBezTo>
                  <a:lnTo>
                    <a:pt x="4164" y="29448"/>
                  </a:lnTo>
                  <a:cubicBezTo>
                    <a:pt x="4164" y="29380"/>
                    <a:pt x="4130" y="29346"/>
                    <a:pt x="4096" y="29346"/>
                  </a:cubicBezTo>
                  <a:close/>
                  <a:moveTo>
                    <a:pt x="4096" y="29926"/>
                  </a:moveTo>
                  <a:cubicBezTo>
                    <a:pt x="4027" y="29926"/>
                    <a:pt x="3993" y="29960"/>
                    <a:pt x="3993" y="30029"/>
                  </a:cubicBezTo>
                  <a:lnTo>
                    <a:pt x="3993" y="30131"/>
                  </a:lnTo>
                  <a:cubicBezTo>
                    <a:pt x="3993" y="30165"/>
                    <a:pt x="4027" y="30199"/>
                    <a:pt x="4096" y="30199"/>
                  </a:cubicBezTo>
                  <a:cubicBezTo>
                    <a:pt x="4130" y="30199"/>
                    <a:pt x="4164" y="30165"/>
                    <a:pt x="4164" y="30131"/>
                  </a:cubicBezTo>
                  <a:lnTo>
                    <a:pt x="4164" y="30029"/>
                  </a:lnTo>
                  <a:cubicBezTo>
                    <a:pt x="4164" y="29960"/>
                    <a:pt x="4130" y="29926"/>
                    <a:pt x="4096" y="29926"/>
                  </a:cubicBezTo>
                  <a:close/>
                  <a:moveTo>
                    <a:pt x="4096" y="30506"/>
                  </a:moveTo>
                  <a:cubicBezTo>
                    <a:pt x="4027" y="30506"/>
                    <a:pt x="3993" y="30540"/>
                    <a:pt x="3993" y="30575"/>
                  </a:cubicBezTo>
                  <a:lnTo>
                    <a:pt x="3993" y="30711"/>
                  </a:lnTo>
                  <a:cubicBezTo>
                    <a:pt x="3993" y="30745"/>
                    <a:pt x="4027" y="30779"/>
                    <a:pt x="4096" y="30779"/>
                  </a:cubicBezTo>
                  <a:cubicBezTo>
                    <a:pt x="4130" y="30779"/>
                    <a:pt x="4164" y="30745"/>
                    <a:pt x="4164" y="30711"/>
                  </a:cubicBezTo>
                  <a:lnTo>
                    <a:pt x="4164" y="30575"/>
                  </a:lnTo>
                  <a:cubicBezTo>
                    <a:pt x="4164" y="30540"/>
                    <a:pt x="4130" y="30506"/>
                    <a:pt x="4096" y="30506"/>
                  </a:cubicBezTo>
                  <a:close/>
                  <a:moveTo>
                    <a:pt x="4096" y="31086"/>
                  </a:moveTo>
                  <a:cubicBezTo>
                    <a:pt x="4027" y="31086"/>
                    <a:pt x="3993" y="31121"/>
                    <a:pt x="3993" y="31155"/>
                  </a:cubicBezTo>
                  <a:lnTo>
                    <a:pt x="3993" y="31257"/>
                  </a:lnTo>
                  <a:cubicBezTo>
                    <a:pt x="3993" y="31325"/>
                    <a:pt x="4027" y="31359"/>
                    <a:pt x="4096" y="31359"/>
                  </a:cubicBezTo>
                  <a:cubicBezTo>
                    <a:pt x="4130" y="31359"/>
                    <a:pt x="4164" y="31325"/>
                    <a:pt x="4164" y="31257"/>
                  </a:cubicBezTo>
                  <a:lnTo>
                    <a:pt x="4164" y="31155"/>
                  </a:lnTo>
                  <a:cubicBezTo>
                    <a:pt x="4164" y="31121"/>
                    <a:pt x="4130" y="31086"/>
                    <a:pt x="4096" y="31086"/>
                  </a:cubicBezTo>
                  <a:close/>
                  <a:moveTo>
                    <a:pt x="4096" y="31632"/>
                  </a:moveTo>
                  <a:cubicBezTo>
                    <a:pt x="4027" y="31632"/>
                    <a:pt x="3993" y="31666"/>
                    <a:pt x="3993" y="31735"/>
                  </a:cubicBezTo>
                  <a:lnTo>
                    <a:pt x="3993" y="31837"/>
                  </a:lnTo>
                  <a:cubicBezTo>
                    <a:pt x="3993" y="31905"/>
                    <a:pt x="4027" y="31939"/>
                    <a:pt x="4096" y="31939"/>
                  </a:cubicBezTo>
                  <a:cubicBezTo>
                    <a:pt x="4130" y="31939"/>
                    <a:pt x="4164" y="31905"/>
                    <a:pt x="4164" y="31837"/>
                  </a:cubicBezTo>
                  <a:lnTo>
                    <a:pt x="4164" y="31735"/>
                  </a:lnTo>
                  <a:cubicBezTo>
                    <a:pt x="4164" y="31666"/>
                    <a:pt x="4130" y="31632"/>
                    <a:pt x="4096" y="31632"/>
                  </a:cubicBezTo>
                  <a:close/>
                  <a:moveTo>
                    <a:pt x="4096" y="32212"/>
                  </a:moveTo>
                  <a:cubicBezTo>
                    <a:pt x="4027" y="32212"/>
                    <a:pt x="3993" y="32247"/>
                    <a:pt x="3993" y="32315"/>
                  </a:cubicBezTo>
                  <a:lnTo>
                    <a:pt x="3993" y="32417"/>
                  </a:lnTo>
                  <a:cubicBezTo>
                    <a:pt x="3993" y="32451"/>
                    <a:pt x="4027" y="32520"/>
                    <a:pt x="4096" y="32520"/>
                  </a:cubicBezTo>
                  <a:cubicBezTo>
                    <a:pt x="4130" y="32520"/>
                    <a:pt x="4164" y="32451"/>
                    <a:pt x="4164" y="32417"/>
                  </a:cubicBezTo>
                  <a:lnTo>
                    <a:pt x="4164" y="32315"/>
                  </a:lnTo>
                  <a:cubicBezTo>
                    <a:pt x="4164" y="32247"/>
                    <a:pt x="4130" y="32212"/>
                    <a:pt x="4096" y="32212"/>
                  </a:cubicBezTo>
                  <a:close/>
                  <a:moveTo>
                    <a:pt x="4096" y="32793"/>
                  </a:moveTo>
                  <a:cubicBezTo>
                    <a:pt x="4027" y="32793"/>
                    <a:pt x="3993" y="32827"/>
                    <a:pt x="3993" y="32861"/>
                  </a:cubicBezTo>
                  <a:lnTo>
                    <a:pt x="3993" y="32997"/>
                  </a:lnTo>
                  <a:cubicBezTo>
                    <a:pt x="3993" y="33031"/>
                    <a:pt x="4027" y="33066"/>
                    <a:pt x="4096" y="33066"/>
                  </a:cubicBezTo>
                  <a:cubicBezTo>
                    <a:pt x="4130" y="33066"/>
                    <a:pt x="4164" y="33031"/>
                    <a:pt x="4164" y="32997"/>
                  </a:cubicBezTo>
                  <a:lnTo>
                    <a:pt x="4164" y="32861"/>
                  </a:lnTo>
                  <a:cubicBezTo>
                    <a:pt x="4164" y="32827"/>
                    <a:pt x="4130" y="32793"/>
                    <a:pt x="4096" y="32793"/>
                  </a:cubicBezTo>
                  <a:close/>
                  <a:moveTo>
                    <a:pt x="4096" y="33373"/>
                  </a:moveTo>
                  <a:cubicBezTo>
                    <a:pt x="4027" y="33373"/>
                    <a:pt x="3993" y="33407"/>
                    <a:pt x="3993" y="33441"/>
                  </a:cubicBezTo>
                  <a:lnTo>
                    <a:pt x="3993" y="33577"/>
                  </a:lnTo>
                  <a:cubicBezTo>
                    <a:pt x="3993" y="33612"/>
                    <a:pt x="4027" y="33646"/>
                    <a:pt x="4096" y="33646"/>
                  </a:cubicBezTo>
                  <a:cubicBezTo>
                    <a:pt x="4130" y="33646"/>
                    <a:pt x="4164" y="33612"/>
                    <a:pt x="4164" y="33577"/>
                  </a:cubicBezTo>
                  <a:lnTo>
                    <a:pt x="4164" y="33441"/>
                  </a:lnTo>
                  <a:cubicBezTo>
                    <a:pt x="4164" y="33407"/>
                    <a:pt x="4130" y="33373"/>
                    <a:pt x="4096" y="33373"/>
                  </a:cubicBezTo>
                  <a:close/>
                  <a:moveTo>
                    <a:pt x="4096" y="33919"/>
                  </a:moveTo>
                  <a:cubicBezTo>
                    <a:pt x="4027" y="33919"/>
                    <a:pt x="3993" y="33987"/>
                    <a:pt x="3993" y="34021"/>
                  </a:cubicBezTo>
                  <a:lnTo>
                    <a:pt x="3993" y="34123"/>
                  </a:lnTo>
                  <a:cubicBezTo>
                    <a:pt x="3993" y="34192"/>
                    <a:pt x="4027" y="34226"/>
                    <a:pt x="4096" y="34226"/>
                  </a:cubicBezTo>
                  <a:cubicBezTo>
                    <a:pt x="4130" y="34226"/>
                    <a:pt x="4164" y="34192"/>
                    <a:pt x="4164" y="34123"/>
                  </a:cubicBezTo>
                  <a:lnTo>
                    <a:pt x="4164" y="34021"/>
                  </a:lnTo>
                  <a:cubicBezTo>
                    <a:pt x="4164" y="33987"/>
                    <a:pt x="4130" y="33919"/>
                    <a:pt x="4096" y="33919"/>
                  </a:cubicBezTo>
                  <a:close/>
                  <a:moveTo>
                    <a:pt x="4096" y="34499"/>
                  </a:moveTo>
                  <a:cubicBezTo>
                    <a:pt x="4027" y="34499"/>
                    <a:pt x="3993" y="34533"/>
                    <a:pt x="3993" y="34601"/>
                  </a:cubicBezTo>
                  <a:lnTo>
                    <a:pt x="3993" y="34703"/>
                  </a:lnTo>
                  <a:cubicBezTo>
                    <a:pt x="3993" y="34772"/>
                    <a:pt x="4027" y="34806"/>
                    <a:pt x="4096" y="34806"/>
                  </a:cubicBezTo>
                  <a:cubicBezTo>
                    <a:pt x="4130" y="34806"/>
                    <a:pt x="4164" y="34772"/>
                    <a:pt x="4164" y="34703"/>
                  </a:cubicBezTo>
                  <a:lnTo>
                    <a:pt x="4164" y="34601"/>
                  </a:lnTo>
                  <a:cubicBezTo>
                    <a:pt x="4164" y="34533"/>
                    <a:pt x="4130" y="34499"/>
                    <a:pt x="4096" y="34499"/>
                  </a:cubicBezTo>
                  <a:close/>
                  <a:moveTo>
                    <a:pt x="4096" y="35079"/>
                  </a:moveTo>
                  <a:cubicBezTo>
                    <a:pt x="4027" y="35079"/>
                    <a:pt x="3993" y="35113"/>
                    <a:pt x="3993" y="35181"/>
                  </a:cubicBezTo>
                  <a:lnTo>
                    <a:pt x="3993" y="35284"/>
                  </a:lnTo>
                  <a:cubicBezTo>
                    <a:pt x="3993" y="35318"/>
                    <a:pt x="4027" y="35352"/>
                    <a:pt x="4096" y="35352"/>
                  </a:cubicBezTo>
                  <a:cubicBezTo>
                    <a:pt x="4130" y="35352"/>
                    <a:pt x="4164" y="35318"/>
                    <a:pt x="4164" y="35284"/>
                  </a:cubicBezTo>
                  <a:lnTo>
                    <a:pt x="4164" y="35181"/>
                  </a:lnTo>
                  <a:cubicBezTo>
                    <a:pt x="4164" y="35113"/>
                    <a:pt x="4130" y="35079"/>
                    <a:pt x="4096" y="35079"/>
                  </a:cubicBezTo>
                  <a:close/>
                  <a:moveTo>
                    <a:pt x="4096" y="35659"/>
                  </a:moveTo>
                  <a:cubicBezTo>
                    <a:pt x="4027" y="35659"/>
                    <a:pt x="3993" y="35693"/>
                    <a:pt x="3993" y="35727"/>
                  </a:cubicBezTo>
                  <a:lnTo>
                    <a:pt x="3993" y="35864"/>
                  </a:lnTo>
                  <a:cubicBezTo>
                    <a:pt x="3993" y="35898"/>
                    <a:pt x="4027" y="35932"/>
                    <a:pt x="4096" y="35932"/>
                  </a:cubicBezTo>
                  <a:cubicBezTo>
                    <a:pt x="4130" y="35932"/>
                    <a:pt x="4164" y="35898"/>
                    <a:pt x="4164" y="35864"/>
                  </a:cubicBezTo>
                  <a:lnTo>
                    <a:pt x="4164" y="35727"/>
                  </a:lnTo>
                  <a:cubicBezTo>
                    <a:pt x="4164" y="35693"/>
                    <a:pt x="4130" y="35659"/>
                    <a:pt x="4096" y="35659"/>
                  </a:cubicBezTo>
                  <a:close/>
                  <a:moveTo>
                    <a:pt x="4096" y="36239"/>
                  </a:moveTo>
                  <a:cubicBezTo>
                    <a:pt x="4027" y="36239"/>
                    <a:pt x="3993" y="36273"/>
                    <a:pt x="3993" y="36307"/>
                  </a:cubicBezTo>
                  <a:lnTo>
                    <a:pt x="3993" y="36410"/>
                  </a:lnTo>
                  <a:cubicBezTo>
                    <a:pt x="3993" y="36478"/>
                    <a:pt x="4027" y="36512"/>
                    <a:pt x="4096" y="36512"/>
                  </a:cubicBezTo>
                  <a:cubicBezTo>
                    <a:pt x="4130" y="36512"/>
                    <a:pt x="4164" y="36478"/>
                    <a:pt x="4164" y="36410"/>
                  </a:cubicBezTo>
                  <a:lnTo>
                    <a:pt x="4164" y="36307"/>
                  </a:lnTo>
                  <a:cubicBezTo>
                    <a:pt x="4164" y="36273"/>
                    <a:pt x="4130" y="36239"/>
                    <a:pt x="4096" y="36239"/>
                  </a:cubicBezTo>
                  <a:close/>
                  <a:moveTo>
                    <a:pt x="4096" y="36785"/>
                  </a:moveTo>
                  <a:cubicBezTo>
                    <a:pt x="4027" y="36785"/>
                    <a:pt x="3993" y="36819"/>
                    <a:pt x="3993" y="36887"/>
                  </a:cubicBezTo>
                  <a:lnTo>
                    <a:pt x="3993" y="36990"/>
                  </a:lnTo>
                  <a:cubicBezTo>
                    <a:pt x="3993" y="37058"/>
                    <a:pt x="4027" y="37092"/>
                    <a:pt x="4096" y="37092"/>
                  </a:cubicBezTo>
                  <a:cubicBezTo>
                    <a:pt x="4130" y="37092"/>
                    <a:pt x="4164" y="37058"/>
                    <a:pt x="4164" y="36990"/>
                  </a:cubicBezTo>
                  <a:lnTo>
                    <a:pt x="4164" y="36887"/>
                  </a:lnTo>
                  <a:cubicBezTo>
                    <a:pt x="4164" y="36819"/>
                    <a:pt x="4130" y="36785"/>
                    <a:pt x="4096" y="36785"/>
                  </a:cubicBezTo>
                  <a:close/>
                  <a:moveTo>
                    <a:pt x="4096" y="37365"/>
                  </a:moveTo>
                  <a:cubicBezTo>
                    <a:pt x="4027" y="37365"/>
                    <a:pt x="3993" y="37399"/>
                    <a:pt x="3993" y="37467"/>
                  </a:cubicBezTo>
                  <a:lnTo>
                    <a:pt x="3993" y="37570"/>
                  </a:lnTo>
                  <a:cubicBezTo>
                    <a:pt x="3993" y="37604"/>
                    <a:pt x="4027" y="37672"/>
                    <a:pt x="4096" y="37672"/>
                  </a:cubicBezTo>
                  <a:cubicBezTo>
                    <a:pt x="4130" y="37672"/>
                    <a:pt x="4164" y="37604"/>
                    <a:pt x="4164" y="37570"/>
                  </a:cubicBezTo>
                  <a:lnTo>
                    <a:pt x="4164" y="37467"/>
                  </a:lnTo>
                  <a:cubicBezTo>
                    <a:pt x="4164" y="37399"/>
                    <a:pt x="4130" y="37365"/>
                    <a:pt x="4096" y="37365"/>
                  </a:cubicBezTo>
                  <a:close/>
                  <a:moveTo>
                    <a:pt x="4096" y="37945"/>
                  </a:moveTo>
                  <a:cubicBezTo>
                    <a:pt x="4027" y="37945"/>
                    <a:pt x="3993" y="37979"/>
                    <a:pt x="3993" y="38013"/>
                  </a:cubicBezTo>
                  <a:lnTo>
                    <a:pt x="3993" y="38150"/>
                  </a:lnTo>
                  <a:cubicBezTo>
                    <a:pt x="3993" y="38184"/>
                    <a:pt x="4027" y="38218"/>
                    <a:pt x="4096" y="38218"/>
                  </a:cubicBezTo>
                  <a:cubicBezTo>
                    <a:pt x="4130" y="38218"/>
                    <a:pt x="4164" y="38184"/>
                    <a:pt x="4164" y="38150"/>
                  </a:cubicBezTo>
                  <a:lnTo>
                    <a:pt x="4164" y="38013"/>
                  </a:lnTo>
                  <a:cubicBezTo>
                    <a:pt x="4164" y="37979"/>
                    <a:pt x="4130" y="37945"/>
                    <a:pt x="4096" y="37945"/>
                  </a:cubicBezTo>
                  <a:close/>
                  <a:moveTo>
                    <a:pt x="4096" y="38525"/>
                  </a:moveTo>
                  <a:cubicBezTo>
                    <a:pt x="4027" y="38525"/>
                    <a:pt x="3993" y="38559"/>
                    <a:pt x="3993" y="38593"/>
                  </a:cubicBezTo>
                  <a:lnTo>
                    <a:pt x="3993" y="38730"/>
                  </a:lnTo>
                  <a:cubicBezTo>
                    <a:pt x="3993" y="38764"/>
                    <a:pt x="4027" y="38798"/>
                    <a:pt x="4096" y="38798"/>
                  </a:cubicBezTo>
                  <a:cubicBezTo>
                    <a:pt x="4130" y="38798"/>
                    <a:pt x="4164" y="38764"/>
                    <a:pt x="4164" y="38730"/>
                  </a:cubicBezTo>
                  <a:lnTo>
                    <a:pt x="4164" y="38593"/>
                  </a:lnTo>
                  <a:cubicBezTo>
                    <a:pt x="4164" y="38559"/>
                    <a:pt x="4130" y="38525"/>
                    <a:pt x="4096" y="38525"/>
                  </a:cubicBezTo>
                  <a:close/>
                  <a:moveTo>
                    <a:pt x="4096" y="39071"/>
                  </a:moveTo>
                  <a:cubicBezTo>
                    <a:pt x="4027" y="39071"/>
                    <a:pt x="3993" y="39139"/>
                    <a:pt x="3993" y="39174"/>
                  </a:cubicBezTo>
                  <a:lnTo>
                    <a:pt x="3993" y="39276"/>
                  </a:lnTo>
                  <a:cubicBezTo>
                    <a:pt x="3993" y="39344"/>
                    <a:pt x="4027" y="39378"/>
                    <a:pt x="4096" y="39378"/>
                  </a:cubicBezTo>
                  <a:cubicBezTo>
                    <a:pt x="4130" y="39378"/>
                    <a:pt x="4164" y="39344"/>
                    <a:pt x="4164" y="39276"/>
                  </a:cubicBezTo>
                  <a:lnTo>
                    <a:pt x="4164" y="39174"/>
                  </a:lnTo>
                  <a:cubicBezTo>
                    <a:pt x="4164" y="39139"/>
                    <a:pt x="4130" y="39071"/>
                    <a:pt x="4096" y="39071"/>
                  </a:cubicBezTo>
                  <a:close/>
                  <a:moveTo>
                    <a:pt x="4096" y="39651"/>
                  </a:moveTo>
                  <a:cubicBezTo>
                    <a:pt x="4027" y="39651"/>
                    <a:pt x="3993" y="39685"/>
                    <a:pt x="3993" y="39754"/>
                  </a:cubicBezTo>
                  <a:lnTo>
                    <a:pt x="3993" y="39856"/>
                  </a:lnTo>
                  <a:cubicBezTo>
                    <a:pt x="3993" y="39890"/>
                    <a:pt x="4027" y="39958"/>
                    <a:pt x="4096" y="39958"/>
                  </a:cubicBezTo>
                  <a:cubicBezTo>
                    <a:pt x="4130" y="39958"/>
                    <a:pt x="4164" y="39890"/>
                    <a:pt x="4164" y="39856"/>
                  </a:cubicBezTo>
                  <a:lnTo>
                    <a:pt x="4164" y="39754"/>
                  </a:lnTo>
                  <a:cubicBezTo>
                    <a:pt x="4164" y="39685"/>
                    <a:pt x="4130" y="39651"/>
                    <a:pt x="4096" y="39651"/>
                  </a:cubicBezTo>
                  <a:close/>
                  <a:moveTo>
                    <a:pt x="4096" y="40231"/>
                  </a:moveTo>
                  <a:cubicBezTo>
                    <a:pt x="4027" y="40231"/>
                    <a:pt x="3993" y="40266"/>
                    <a:pt x="3993" y="40334"/>
                  </a:cubicBezTo>
                  <a:lnTo>
                    <a:pt x="3993" y="40436"/>
                  </a:lnTo>
                  <a:cubicBezTo>
                    <a:pt x="3993" y="40470"/>
                    <a:pt x="4027" y="40504"/>
                    <a:pt x="4096" y="40504"/>
                  </a:cubicBezTo>
                  <a:cubicBezTo>
                    <a:pt x="4130" y="40504"/>
                    <a:pt x="4164" y="40470"/>
                    <a:pt x="4164" y="40436"/>
                  </a:cubicBezTo>
                  <a:lnTo>
                    <a:pt x="4164" y="40334"/>
                  </a:lnTo>
                  <a:cubicBezTo>
                    <a:pt x="4164" y="40266"/>
                    <a:pt x="4130" y="40231"/>
                    <a:pt x="4096" y="40231"/>
                  </a:cubicBezTo>
                  <a:close/>
                  <a:moveTo>
                    <a:pt x="4096" y="40811"/>
                  </a:moveTo>
                  <a:cubicBezTo>
                    <a:pt x="4027" y="40811"/>
                    <a:pt x="3993" y="40846"/>
                    <a:pt x="3993" y="40880"/>
                  </a:cubicBezTo>
                  <a:lnTo>
                    <a:pt x="3993" y="41016"/>
                  </a:lnTo>
                  <a:cubicBezTo>
                    <a:pt x="3993" y="41050"/>
                    <a:pt x="4027" y="41084"/>
                    <a:pt x="4096" y="41084"/>
                  </a:cubicBezTo>
                  <a:cubicBezTo>
                    <a:pt x="4130" y="41084"/>
                    <a:pt x="4164" y="41050"/>
                    <a:pt x="4164" y="41016"/>
                  </a:cubicBezTo>
                  <a:lnTo>
                    <a:pt x="4164" y="40880"/>
                  </a:lnTo>
                  <a:cubicBezTo>
                    <a:pt x="4164" y="40846"/>
                    <a:pt x="4130" y="40811"/>
                    <a:pt x="4096" y="40811"/>
                  </a:cubicBezTo>
                  <a:close/>
                  <a:moveTo>
                    <a:pt x="4096" y="41392"/>
                  </a:moveTo>
                  <a:cubicBezTo>
                    <a:pt x="4027" y="41392"/>
                    <a:pt x="3993" y="41426"/>
                    <a:pt x="3993" y="41460"/>
                  </a:cubicBezTo>
                  <a:lnTo>
                    <a:pt x="3993" y="41562"/>
                  </a:lnTo>
                  <a:cubicBezTo>
                    <a:pt x="3993" y="41630"/>
                    <a:pt x="4027" y="41665"/>
                    <a:pt x="4096" y="41665"/>
                  </a:cubicBezTo>
                  <a:cubicBezTo>
                    <a:pt x="4130" y="41665"/>
                    <a:pt x="4164" y="41630"/>
                    <a:pt x="4164" y="41562"/>
                  </a:cubicBezTo>
                  <a:lnTo>
                    <a:pt x="4164" y="41460"/>
                  </a:lnTo>
                  <a:cubicBezTo>
                    <a:pt x="4164" y="41426"/>
                    <a:pt x="4130" y="41392"/>
                    <a:pt x="4096" y="41392"/>
                  </a:cubicBezTo>
                  <a:close/>
                  <a:moveTo>
                    <a:pt x="4096" y="41938"/>
                  </a:moveTo>
                  <a:cubicBezTo>
                    <a:pt x="4027" y="41938"/>
                    <a:pt x="3993" y="41972"/>
                    <a:pt x="3993" y="42040"/>
                  </a:cubicBezTo>
                  <a:lnTo>
                    <a:pt x="3993" y="42142"/>
                  </a:lnTo>
                  <a:cubicBezTo>
                    <a:pt x="3993" y="42211"/>
                    <a:pt x="4027" y="42245"/>
                    <a:pt x="4096" y="42245"/>
                  </a:cubicBezTo>
                  <a:cubicBezTo>
                    <a:pt x="4130" y="42245"/>
                    <a:pt x="4164" y="42211"/>
                    <a:pt x="4164" y="42142"/>
                  </a:cubicBezTo>
                  <a:lnTo>
                    <a:pt x="4164" y="42040"/>
                  </a:lnTo>
                  <a:cubicBezTo>
                    <a:pt x="4164" y="41972"/>
                    <a:pt x="4130" y="41938"/>
                    <a:pt x="4096" y="41938"/>
                  </a:cubicBezTo>
                  <a:close/>
                  <a:moveTo>
                    <a:pt x="4096" y="42518"/>
                  </a:moveTo>
                  <a:cubicBezTo>
                    <a:pt x="4027" y="42518"/>
                    <a:pt x="3993" y="42552"/>
                    <a:pt x="3993" y="42620"/>
                  </a:cubicBezTo>
                  <a:lnTo>
                    <a:pt x="3993" y="42722"/>
                  </a:lnTo>
                  <a:cubicBezTo>
                    <a:pt x="3993" y="42757"/>
                    <a:pt x="4027" y="42825"/>
                    <a:pt x="4096" y="42825"/>
                  </a:cubicBezTo>
                  <a:cubicBezTo>
                    <a:pt x="4130" y="42825"/>
                    <a:pt x="4164" y="42757"/>
                    <a:pt x="4164" y="42722"/>
                  </a:cubicBezTo>
                  <a:lnTo>
                    <a:pt x="4164" y="42620"/>
                  </a:lnTo>
                  <a:cubicBezTo>
                    <a:pt x="4164" y="42552"/>
                    <a:pt x="4130" y="42518"/>
                    <a:pt x="4096" y="42518"/>
                  </a:cubicBezTo>
                  <a:close/>
                  <a:moveTo>
                    <a:pt x="4096" y="43098"/>
                  </a:moveTo>
                  <a:cubicBezTo>
                    <a:pt x="4027" y="43098"/>
                    <a:pt x="3993" y="43132"/>
                    <a:pt x="3993" y="43166"/>
                  </a:cubicBezTo>
                  <a:lnTo>
                    <a:pt x="3993" y="43302"/>
                  </a:lnTo>
                  <a:cubicBezTo>
                    <a:pt x="3993" y="43337"/>
                    <a:pt x="4027" y="43371"/>
                    <a:pt x="4096" y="43371"/>
                  </a:cubicBezTo>
                  <a:cubicBezTo>
                    <a:pt x="4130" y="43371"/>
                    <a:pt x="4164" y="43337"/>
                    <a:pt x="4164" y="43302"/>
                  </a:cubicBezTo>
                  <a:lnTo>
                    <a:pt x="4164" y="43166"/>
                  </a:lnTo>
                  <a:cubicBezTo>
                    <a:pt x="4164" y="43132"/>
                    <a:pt x="4130" y="43098"/>
                    <a:pt x="4096" y="43098"/>
                  </a:cubicBezTo>
                  <a:close/>
                  <a:moveTo>
                    <a:pt x="4096" y="43678"/>
                  </a:moveTo>
                  <a:cubicBezTo>
                    <a:pt x="4027" y="43678"/>
                    <a:pt x="3993" y="43712"/>
                    <a:pt x="3993" y="43746"/>
                  </a:cubicBezTo>
                  <a:lnTo>
                    <a:pt x="3993" y="43883"/>
                  </a:lnTo>
                  <a:cubicBezTo>
                    <a:pt x="3993" y="43917"/>
                    <a:pt x="4027" y="43951"/>
                    <a:pt x="4096" y="43951"/>
                  </a:cubicBezTo>
                  <a:cubicBezTo>
                    <a:pt x="4130" y="43951"/>
                    <a:pt x="4164" y="43917"/>
                    <a:pt x="4164" y="43883"/>
                  </a:cubicBezTo>
                  <a:lnTo>
                    <a:pt x="4164" y="43746"/>
                  </a:lnTo>
                  <a:cubicBezTo>
                    <a:pt x="4164" y="43712"/>
                    <a:pt x="4130" y="43678"/>
                    <a:pt x="4096" y="43678"/>
                  </a:cubicBezTo>
                  <a:close/>
                  <a:moveTo>
                    <a:pt x="4096" y="44224"/>
                  </a:moveTo>
                  <a:cubicBezTo>
                    <a:pt x="4027" y="44224"/>
                    <a:pt x="3993" y="44292"/>
                    <a:pt x="3993" y="44326"/>
                  </a:cubicBezTo>
                  <a:lnTo>
                    <a:pt x="3993" y="44429"/>
                  </a:lnTo>
                  <a:cubicBezTo>
                    <a:pt x="3993" y="44497"/>
                    <a:pt x="4027" y="44531"/>
                    <a:pt x="4096" y="44531"/>
                  </a:cubicBezTo>
                  <a:cubicBezTo>
                    <a:pt x="4130" y="44531"/>
                    <a:pt x="4164" y="44497"/>
                    <a:pt x="4164" y="44429"/>
                  </a:cubicBezTo>
                  <a:lnTo>
                    <a:pt x="4164" y="44326"/>
                  </a:lnTo>
                  <a:cubicBezTo>
                    <a:pt x="4164" y="44292"/>
                    <a:pt x="4130" y="44224"/>
                    <a:pt x="4096" y="44224"/>
                  </a:cubicBezTo>
                  <a:close/>
                  <a:moveTo>
                    <a:pt x="4096" y="44804"/>
                  </a:moveTo>
                  <a:cubicBezTo>
                    <a:pt x="4027" y="44804"/>
                    <a:pt x="3993" y="44838"/>
                    <a:pt x="3993" y="44906"/>
                  </a:cubicBezTo>
                  <a:lnTo>
                    <a:pt x="3993" y="45009"/>
                  </a:lnTo>
                  <a:cubicBezTo>
                    <a:pt x="3993" y="45043"/>
                    <a:pt x="4027" y="45111"/>
                    <a:pt x="4096" y="45111"/>
                  </a:cubicBezTo>
                  <a:cubicBezTo>
                    <a:pt x="4130" y="45111"/>
                    <a:pt x="4164" y="45043"/>
                    <a:pt x="4164" y="45009"/>
                  </a:cubicBezTo>
                  <a:lnTo>
                    <a:pt x="4164" y="44906"/>
                  </a:lnTo>
                  <a:cubicBezTo>
                    <a:pt x="4164" y="44838"/>
                    <a:pt x="4130" y="44804"/>
                    <a:pt x="4096" y="44804"/>
                  </a:cubicBezTo>
                  <a:close/>
                  <a:moveTo>
                    <a:pt x="4096" y="45384"/>
                  </a:moveTo>
                  <a:cubicBezTo>
                    <a:pt x="4027" y="45384"/>
                    <a:pt x="3993" y="45418"/>
                    <a:pt x="3993" y="45486"/>
                  </a:cubicBezTo>
                  <a:lnTo>
                    <a:pt x="3993" y="45589"/>
                  </a:lnTo>
                  <a:cubicBezTo>
                    <a:pt x="3993" y="45623"/>
                    <a:pt x="4027" y="45657"/>
                    <a:pt x="4096" y="45657"/>
                  </a:cubicBezTo>
                  <a:cubicBezTo>
                    <a:pt x="4130" y="45657"/>
                    <a:pt x="4164" y="45623"/>
                    <a:pt x="4164" y="45589"/>
                  </a:cubicBezTo>
                  <a:lnTo>
                    <a:pt x="4164" y="45486"/>
                  </a:lnTo>
                  <a:cubicBezTo>
                    <a:pt x="4164" y="45418"/>
                    <a:pt x="4130" y="45384"/>
                    <a:pt x="4096" y="45384"/>
                  </a:cubicBezTo>
                  <a:close/>
                  <a:moveTo>
                    <a:pt x="4096" y="45964"/>
                  </a:moveTo>
                  <a:cubicBezTo>
                    <a:pt x="4027" y="45964"/>
                    <a:pt x="3993" y="45998"/>
                    <a:pt x="3993" y="46032"/>
                  </a:cubicBezTo>
                  <a:lnTo>
                    <a:pt x="3993" y="46169"/>
                  </a:lnTo>
                  <a:cubicBezTo>
                    <a:pt x="3993" y="46203"/>
                    <a:pt x="4027" y="46237"/>
                    <a:pt x="4096" y="46237"/>
                  </a:cubicBezTo>
                  <a:cubicBezTo>
                    <a:pt x="4130" y="46237"/>
                    <a:pt x="4164" y="46203"/>
                    <a:pt x="4164" y="46169"/>
                  </a:cubicBezTo>
                  <a:lnTo>
                    <a:pt x="4164" y="46032"/>
                  </a:lnTo>
                  <a:cubicBezTo>
                    <a:pt x="4164" y="45998"/>
                    <a:pt x="4130" y="45964"/>
                    <a:pt x="4096" y="45964"/>
                  </a:cubicBezTo>
                  <a:close/>
                  <a:moveTo>
                    <a:pt x="4096" y="46544"/>
                  </a:moveTo>
                  <a:cubicBezTo>
                    <a:pt x="4027" y="46544"/>
                    <a:pt x="3993" y="46578"/>
                    <a:pt x="3993" y="46612"/>
                  </a:cubicBezTo>
                  <a:lnTo>
                    <a:pt x="3993" y="46715"/>
                  </a:lnTo>
                  <a:cubicBezTo>
                    <a:pt x="3993" y="46783"/>
                    <a:pt x="4027" y="46817"/>
                    <a:pt x="4096" y="46817"/>
                  </a:cubicBezTo>
                  <a:cubicBezTo>
                    <a:pt x="4130" y="46817"/>
                    <a:pt x="4164" y="46783"/>
                    <a:pt x="4164" y="46715"/>
                  </a:cubicBezTo>
                  <a:lnTo>
                    <a:pt x="4164" y="46612"/>
                  </a:lnTo>
                  <a:cubicBezTo>
                    <a:pt x="4164" y="46578"/>
                    <a:pt x="4130" y="46544"/>
                    <a:pt x="4096" y="46544"/>
                  </a:cubicBezTo>
                  <a:close/>
                  <a:moveTo>
                    <a:pt x="4096" y="47090"/>
                  </a:moveTo>
                  <a:cubicBezTo>
                    <a:pt x="4027" y="47090"/>
                    <a:pt x="3993" y="47124"/>
                    <a:pt x="3993" y="47193"/>
                  </a:cubicBezTo>
                  <a:lnTo>
                    <a:pt x="3993" y="47295"/>
                  </a:lnTo>
                  <a:cubicBezTo>
                    <a:pt x="3993" y="47363"/>
                    <a:pt x="4027" y="47397"/>
                    <a:pt x="4096" y="47397"/>
                  </a:cubicBezTo>
                  <a:cubicBezTo>
                    <a:pt x="4130" y="47397"/>
                    <a:pt x="4164" y="47363"/>
                    <a:pt x="4164" y="47295"/>
                  </a:cubicBezTo>
                  <a:lnTo>
                    <a:pt x="4164" y="47193"/>
                  </a:lnTo>
                  <a:cubicBezTo>
                    <a:pt x="4164" y="47124"/>
                    <a:pt x="4130" y="47090"/>
                    <a:pt x="4096" y="47090"/>
                  </a:cubicBezTo>
                  <a:close/>
                  <a:moveTo>
                    <a:pt x="4096" y="47670"/>
                  </a:moveTo>
                  <a:cubicBezTo>
                    <a:pt x="4027" y="47670"/>
                    <a:pt x="3993" y="47704"/>
                    <a:pt x="3993" y="47773"/>
                  </a:cubicBezTo>
                  <a:lnTo>
                    <a:pt x="3993" y="47875"/>
                  </a:lnTo>
                  <a:cubicBezTo>
                    <a:pt x="3993" y="47909"/>
                    <a:pt x="4027" y="47943"/>
                    <a:pt x="4096" y="47943"/>
                  </a:cubicBezTo>
                  <a:cubicBezTo>
                    <a:pt x="4130" y="47943"/>
                    <a:pt x="4164" y="47909"/>
                    <a:pt x="4164" y="47875"/>
                  </a:cubicBezTo>
                  <a:lnTo>
                    <a:pt x="4164" y="47773"/>
                  </a:lnTo>
                  <a:cubicBezTo>
                    <a:pt x="4164" y="47704"/>
                    <a:pt x="4130" y="47670"/>
                    <a:pt x="4096" y="47670"/>
                  </a:cubicBezTo>
                  <a:close/>
                  <a:moveTo>
                    <a:pt x="4096" y="48250"/>
                  </a:moveTo>
                  <a:cubicBezTo>
                    <a:pt x="4027" y="48250"/>
                    <a:pt x="3993" y="48284"/>
                    <a:pt x="3993" y="48319"/>
                  </a:cubicBezTo>
                  <a:lnTo>
                    <a:pt x="3993" y="48455"/>
                  </a:lnTo>
                  <a:cubicBezTo>
                    <a:pt x="3993" y="48489"/>
                    <a:pt x="4027" y="48523"/>
                    <a:pt x="4096" y="48523"/>
                  </a:cubicBezTo>
                  <a:cubicBezTo>
                    <a:pt x="4130" y="48523"/>
                    <a:pt x="4164" y="48489"/>
                    <a:pt x="4164" y="48455"/>
                  </a:cubicBezTo>
                  <a:lnTo>
                    <a:pt x="4164" y="48319"/>
                  </a:lnTo>
                  <a:cubicBezTo>
                    <a:pt x="4164" y="48284"/>
                    <a:pt x="4130" y="48250"/>
                    <a:pt x="4096" y="48250"/>
                  </a:cubicBezTo>
                  <a:close/>
                  <a:moveTo>
                    <a:pt x="4096" y="48830"/>
                  </a:moveTo>
                  <a:cubicBezTo>
                    <a:pt x="4027" y="48830"/>
                    <a:pt x="3993" y="48865"/>
                    <a:pt x="3993" y="48899"/>
                  </a:cubicBezTo>
                  <a:lnTo>
                    <a:pt x="3993" y="49035"/>
                  </a:lnTo>
                  <a:cubicBezTo>
                    <a:pt x="3993" y="49069"/>
                    <a:pt x="4027" y="49103"/>
                    <a:pt x="4096" y="49103"/>
                  </a:cubicBezTo>
                  <a:cubicBezTo>
                    <a:pt x="4130" y="49103"/>
                    <a:pt x="4164" y="49069"/>
                    <a:pt x="4164" y="49035"/>
                  </a:cubicBezTo>
                  <a:lnTo>
                    <a:pt x="4164" y="48899"/>
                  </a:lnTo>
                  <a:cubicBezTo>
                    <a:pt x="4164" y="48865"/>
                    <a:pt x="4130" y="48830"/>
                    <a:pt x="4096" y="48830"/>
                  </a:cubicBezTo>
                  <a:close/>
                  <a:moveTo>
                    <a:pt x="4096" y="49376"/>
                  </a:moveTo>
                  <a:cubicBezTo>
                    <a:pt x="4027" y="49376"/>
                    <a:pt x="3993" y="49445"/>
                    <a:pt x="3993" y="49479"/>
                  </a:cubicBezTo>
                  <a:lnTo>
                    <a:pt x="3993" y="49581"/>
                  </a:lnTo>
                  <a:cubicBezTo>
                    <a:pt x="3993" y="49649"/>
                    <a:pt x="4027" y="49683"/>
                    <a:pt x="4096" y="49683"/>
                  </a:cubicBezTo>
                  <a:cubicBezTo>
                    <a:pt x="4130" y="49683"/>
                    <a:pt x="4164" y="49649"/>
                    <a:pt x="4164" y="49581"/>
                  </a:cubicBezTo>
                  <a:lnTo>
                    <a:pt x="4164" y="49479"/>
                  </a:lnTo>
                  <a:cubicBezTo>
                    <a:pt x="4164" y="49445"/>
                    <a:pt x="4130" y="49376"/>
                    <a:pt x="4096" y="49376"/>
                  </a:cubicBezTo>
                  <a:close/>
                  <a:moveTo>
                    <a:pt x="4096" y="49956"/>
                  </a:moveTo>
                  <a:cubicBezTo>
                    <a:pt x="4027" y="49956"/>
                    <a:pt x="3993" y="49991"/>
                    <a:pt x="3993" y="50059"/>
                  </a:cubicBezTo>
                  <a:lnTo>
                    <a:pt x="3993" y="50161"/>
                  </a:lnTo>
                  <a:cubicBezTo>
                    <a:pt x="3993" y="50195"/>
                    <a:pt x="4027" y="50264"/>
                    <a:pt x="4096" y="50264"/>
                  </a:cubicBezTo>
                  <a:cubicBezTo>
                    <a:pt x="4130" y="50264"/>
                    <a:pt x="4164" y="50195"/>
                    <a:pt x="4164" y="50161"/>
                  </a:cubicBezTo>
                  <a:lnTo>
                    <a:pt x="4164" y="50059"/>
                  </a:lnTo>
                  <a:cubicBezTo>
                    <a:pt x="4164" y="49991"/>
                    <a:pt x="4130" y="49956"/>
                    <a:pt x="4096" y="49956"/>
                  </a:cubicBezTo>
                  <a:close/>
                  <a:moveTo>
                    <a:pt x="4096" y="50537"/>
                  </a:moveTo>
                  <a:cubicBezTo>
                    <a:pt x="4027" y="50537"/>
                    <a:pt x="3993" y="50571"/>
                    <a:pt x="3993" y="50639"/>
                  </a:cubicBezTo>
                  <a:lnTo>
                    <a:pt x="3993" y="50741"/>
                  </a:lnTo>
                  <a:cubicBezTo>
                    <a:pt x="3993" y="50775"/>
                    <a:pt x="4027" y="50810"/>
                    <a:pt x="4096" y="50810"/>
                  </a:cubicBezTo>
                  <a:cubicBezTo>
                    <a:pt x="4130" y="50810"/>
                    <a:pt x="4164" y="50775"/>
                    <a:pt x="4164" y="50741"/>
                  </a:cubicBezTo>
                  <a:lnTo>
                    <a:pt x="4164" y="50639"/>
                  </a:lnTo>
                  <a:cubicBezTo>
                    <a:pt x="4164" y="50571"/>
                    <a:pt x="4130" y="50537"/>
                    <a:pt x="4096" y="50537"/>
                  </a:cubicBezTo>
                  <a:close/>
                  <a:moveTo>
                    <a:pt x="4096" y="51117"/>
                  </a:moveTo>
                  <a:cubicBezTo>
                    <a:pt x="4027" y="51117"/>
                    <a:pt x="3993" y="51151"/>
                    <a:pt x="3993" y="51185"/>
                  </a:cubicBezTo>
                  <a:lnTo>
                    <a:pt x="3993" y="51321"/>
                  </a:lnTo>
                  <a:cubicBezTo>
                    <a:pt x="3993" y="51356"/>
                    <a:pt x="4027" y="51390"/>
                    <a:pt x="4096" y="51390"/>
                  </a:cubicBezTo>
                  <a:cubicBezTo>
                    <a:pt x="4130" y="51390"/>
                    <a:pt x="4164" y="51356"/>
                    <a:pt x="4164" y="51321"/>
                  </a:cubicBezTo>
                  <a:lnTo>
                    <a:pt x="4164" y="51185"/>
                  </a:lnTo>
                  <a:cubicBezTo>
                    <a:pt x="4164" y="51151"/>
                    <a:pt x="4130" y="51117"/>
                    <a:pt x="4096" y="51117"/>
                  </a:cubicBezTo>
                  <a:close/>
                  <a:moveTo>
                    <a:pt x="4096" y="51697"/>
                  </a:moveTo>
                  <a:cubicBezTo>
                    <a:pt x="4027" y="51697"/>
                    <a:pt x="3993" y="51731"/>
                    <a:pt x="3993" y="51765"/>
                  </a:cubicBezTo>
                  <a:lnTo>
                    <a:pt x="3993" y="51867"/>
                  </a:lnTo>
                  <a:cubicBezTo>
                    <a:pt x="3993" y="51936"/>
                    <a:pt x="4027" y="51970"/>
                    <a:pt x="4096" y="51970"/>
                  </a:cubicBezTo>
                  <a:cubicBezTo>
                    <a:pt x="4130" y="51970"/>
                    <a:pt x="4164" y="51936"/>
                    <a:pt x="4164" y="51867"/>
                  </a:cubicBezTo>
                  <a:lnTo>
                    <a:pt x="4164" y="51765"/>
                  </a:lnTo>
                  <a:cubicBezTo>
                    <a:pt x="4164" y="51731"/>
                    <a:pt x="4130" y="51697"/>
                    <a:pt x="4096" y="51697"/>
                  </a:cubicBezTo>
                  <a:close/>
                  <a:moveTo>
                    <a:pt x="4096" y="52243"/>
                  </a:moveTo>
                  <a:cubicBezTo>
                    <a:pt x="4027" y="52243"/>
                    <a:pt x="3993" y="52277"/>
                    <a:pt x="3993" y="52345"/>
                  </a:cubicBezTo>
                  <a:lnTo>
                    <a:pt x="3993" y="52447"/>
                  </a:lnTo>
                  <a:cubicBezTo>
                    <a:pt x="3993" y="52516"/>
                    <a:pt x="4027" y="52550"/>
                    <a:pt x="4096" y="52550"/>
                  </a:cubicBezTo>
                  <a:cubicBezTo>
                    <a:pt x="4130" y="52550"/>
                    <a:pt x="4164" y="52516"/>
                    <a:pt x="4164" y="52447"/>
                  </a:cubicBezTo>
                  <a:lnTo>
                    <a:pt x="4164" y="52345"/>
                  </a:lnTo>
                  <a:cubicBezTo>
                    <a:pt x="4164" y="52277"/>
                    <a:pt x="4130" y="52243"/>
                    <a:pt x="4096" y="52243"/>
                  </a:cubicBezTo>
                  <a:close/>
                  <a:moveTo>
                    <a:pt x="4096" y="52823"/>
                  </a:moveTo>
                  <a:cubicBezTo>
                    <a:pt x="4027" y="52823"/>
                    <a:pt x="3993" y="52857"/>
                    <a:pt x="3993" y="52925"/>
                  </a:cubicBezTo>
                  <a:lnTo>
                    <a:pt x="3993" y="53028"/>
                  </a:lnTo>
                  <a:cubicBezTo>
                    <a:pt x="3993" y="53062"/>
                    <a:pt x="4027" y="53096"/>
                    <a:pt x="4096" y="53096"/>
                  </a:cubicBezTo>
                  <a:cubicBezTo>
                    <a:pt x="4130" y="53096"/>
                    <a:pt x="4164" y="53062"/>
                    <a:pt x="4164" y="53028"/>
                  </a:cubicBezTo>
                  <a:lnTo>
                    <a:pt x="4164" y="52925"/>
                  </a:lnTo>
                  <a:cubicBezTo>
                    <a:pt x="4164" y="52857"/>
                    <a:pt x="4130" y="52823"/>
                    <a:pt x="4096" y="52823"/>
                  </a:cubicBezTo>
                  <a:close/>
                  <a:moveTo>
                    <a:pt x="4096" y="53403"/>
                  </a:moveTo>
                  <a:cubicBezTo>
                    <a:pt x="4027" y="53403"/>
                    <a:pt x="3993" y="53437"/>
                    <a:pt x="3993" y="53471"/>
                  </a:cubicBezTo>
                  <a:lnTo>
                    <a:pt x="3993" y="53608"/>
                  </a:lnTo>
                  <a:cubicBezTo>
                    <a:pt x="3993" y="53642"/>
                    <a:pt x="4027" y="53676"/>
                    <a:pt x="4096" y="53676"/>
                  </a:cubicBezTo>
                  <a:cubicBezTo>
                    <a:pt x="4130" y="53676"/>
                    <a:pt x="4164" y="53642"/>
                    <a:pt x="4164" y="53608"/>
                  </a:cubicBezTo>
                  <a:lnTo>
                    <a:pt x="4164" y="53471"/>
                  </a:lnTo>
                  <a:cubicBezTo>
                    <a:pt x="4164" y="53437"/>
                    <a:pt x="4130" y="53403"/>
                    <a:pt x="4096" y="53403"/>
                  </a:cubicBezTo>
                  <a:close/>
                  <a:moveTo>
                    <a:pt x="4096" y="53983"/>
                  </a:moveTo>
                  <a:cubicBezTo>
                    <a:pt x="4027" y="53983"/>
                    <a:pt x="3993" y="54017"/>
                    <a:pt x="3993" y="54051"/>
                  </a:cubicBezTo>
                  <a:lnTo>
                    <a:pt x="3993" y="54188"/>
                  </a:lnTo>
                  <a:cubicBezTo>
                    <a:pt x="3993" y="54222"/>
                    <a:pt x="4027" y="54256"/>
                    <a:pt x="4096" y="54256"/>
                  </a:cubicBezTo>
                  <a:cubicBezTo>
                    <a:pt x="4130" y="54256"/>
                    <a:pt x="4164" y="54222"/>
                    <a:pt x="4164" y="54188"/>
                  </a:cubicBezTo>
                  <a:lnTo>
                    <a:pt x="4164" y="54051"/>
                  </a:lnTo>
                  <a:cubicBezTo>
                    <a:pt x="4164" y="54017"/>
                    <a:pt x="4130" y="53983"/>
                    <a:pt x="4096" y="53983"/>
                  </a:cubicBezTo>
                  <a:close/>
                  <a:moveTo>
                    <a:pt x="4096" y="54529"/>
                  </a:moveTo>
                  <a:cubicBezTo>
                    <a:pt x="4027" y="54529"/>
                    <a:pt x="3993" y="54597"/>
                    <a:pt x="3993" y="54631"/>
                  </a:cubicBezTo>
                  <a:lnTo>
                    <a:pt x="3993" y="54734"/>
                  </a:lnTo>
                  <a:cubicBezTo>
                    <a:pt x="3993" y="54802"/>
                    <a:pt x="4027" y="54836"/>
                    <a:pt x="4096" y="54836"/>
                  </a:cubicBezTo>
                  <a:cubicBezTo>
                    <a:pt x="4130" y="54836"/>
                    <a:pt x="4164" y="54802"/>
                    <a:pt x="4164" y="54734"/>
                  </a:cubicBezTo>
                  <a:lnTo>
                    <a:pt x="4164" y="54631"/>
                  </a:lnTo>
                  <a:cubicBezTo>
                    <a:pt x="4164" y="54597"/>
                    <a:pt x="4130" y="54529"/>
                    <a:pt x="4096" y="54529"/>
                  </a:cubicBezTo>
                  <a:close/>
                  <a:moveTo>
                    <a:pt x="4096" y="55109"/>
                  </a:moveTo>
                  <a:cubicBezTo>
                    <a:pt x="4027" y="55109"/>
                    <a:pt x="3993" y="55143"/>
                    <a:pt x="3993" y="55211"/>
                  </a:cubicBezTo>
                  <a:lnTo>
                    <a:pt x="3993" y="55314"/>
                  </a:lnTo>
                  <a:cubicBezTo>
                    <a:pt x="3993" y="55348"/>
                    <a:pt x="4027" y="55416"/>
                    <a:pt x="4096" y="55416"/>
                  </a:cubicBezTo>
                  <a:cubicBezTo>
                    <a:pt x="4130" y="55416"/>
                    <a:pt x="4164" y="55348"/>
                    <a:pt x="4164" y="55314"/>
                  </a:cubicBezTo>
                  <a:lnTo>
                    <a:pt x="4164" y="55211"/>
                  </a:lnTo>
                  <a:cubicBezTo>
                    <a:pt x="4164" y="55143"/>
                    <a:pt x="4130" y="55109"/>
                    <a:pt x="4096" y="55109"/>
                  </a:cubicBezTo>
                  <a:close/>
                  <a:moveTo>
                    <a:pt x="4096" y="55689"/>
                  </a:moveTo>
                  <a:cubicBezTo>
                    <a:pt x="4027" y="55689"/>
                    <a:pt x="3993" y="55723"/>
                    <a:pt x="3993" y="55792"/>
                  </a:cubicBezTo>
                  <a:lnTo>
                    <a:pt x="3993" y="55894"/>
                  </a:lnTo>
                  <a:cubicBezTo>
                    <a:pt x="3993" y="55928"/>
                    <a:pt x="4027" y="55962"/>
                    <a:pt x="4096" y="55962"/>
                  </a:cubicBezTo>
                  <a:cubicBezTo>
                    <a:pt x="4130" y="55962"/>
                    <a:pt x="4164" y="55928"/>
                    <a:pt x="4164" y="55894"/>
                  </a:cubicBezTo>
                  <a:lnTo>
                    <a:pt x="4164" y="55792"/>
                  </a:lnTo>
                  <a:cubicBezTo>
                    <a:pt x="4164" y="55723"/>
                    <a:pt x="4130" y="55689"/>
                    <a:pt x="4096" y="55689"/>
                  </a:cubicBezTo>
                  <a:close/>
                  <a:moveTo>
                    <a:pt x="4096" y="56269"/>
                  </a:moveTo>
                  <a:cubicBezTo>
                    <a:pt x="4027" y="56269"/>
                    <a:pt x="3993" y="56303"/>
                    <a:pt x="3993" y="56338"/>
                  </a:cubicBezTo>
                  <a:lnTo>
                    <a:pt x="3993" y="56474"/>
                  </a:lnTo>
                  <a:cubicBezTo>
                    <a:pt x="3993" y="56508"/>
                    <a:pt x="4027" y="56542"/>
                    <a:pt x="4096" y="56542"/>
                  </a:cubicBezTo>
                  <a:cubicBezTo>
                    <a:pt x="4130" y="56542"/>
                    <a:pt x="4164" y="56508"/>
                    <a:pt x="4164" y="56474"/>
                  </a:cubicBezTo>
                  <a:lnTo>
                    <a:pt x="4164" y="56338"/>
                  </a:lnTo>
                  <a:cubicBezTo>
                    <a:pt x="4164" y="56303"/>
                    <a:pt x="4130" y="56269"/>
                    <a:pt x="4096" y="56269"/>
                  </a:cubicBezTo>
                  <a:close/>
                  <a:moveTo>
                    <a:pt x="4096" y="56849"/>
                  </a:moveTo>
                  <a:cubicBezTo>
                    <a:pt x="4027" y="56849"/>
                    <a:pt x="3993" y="56883"/>
                    <a:pt x="3993" y="56918"/>
                  </a:cubicBezTo>
                  <a:lnTo>
                    <a:pt x="3993" y="57020"/>
                  </a:lnTo>
                  <a:cubicBezTo>
                    <a:pt x="3993" y="57088"/>
                    <a:pt x="4027" y="57122"/>
                    <a:pt x="4096" y="57122"/>
                  </a:cubicBezTo>
                  <a:cubicBezTo>
                    <a:pt x="4130" y="57122"/>
                    <a:pt x="4164" y="57088"/>
                    <a:pt x="4164" y="57020"/>
                  </a:cubicBezTo>
                  <a:lnTo>
                    <a:pt x="4164" y="56918"/>
                  </a:lnTo>
                  <a:cubicBezTo>
                    <a:pt x="4164" y="56883"/>
                    <a:pt x="4130" y="56849"/>
                    <a:pt x="4096" y="56849"/>
                  </a:cubicBezTo>
                  <a:close/>
                  <a:moveTo>
                    <a:pt x="4096" y="57395"/>
                  </a:moveTo>
                  <a:cubicBezTo>
                    <a:pt x="4027" y="57395"/>
                    <a:pt x="3993" y="57429"/>
                    <a:pt x="3993" y="57498"/>
                  </a:cubicBezTo>
                  <a:lnTo>
                    <a:pt x="3993" y="57600"/>
                  </a:lnTo>
                  <a:cubicBezTo>
                    <a:pt x="3993" y="57668"/>
                    <a:pt x="4027" y="57702"/>
                    <a:pt x="4096" y="57702"/>
                  </a:cubicBezTo>
                  <a:cubicBezTo>
                    <a:pt x="4130" y="57702"/>
                    <a:pt x="4164" y="57668"/>
                    <a:pt x="4164" y="57600"/>
                  </a:cubicBezTo>
                  <a:lnTo>
                    <a:pt x="4164" y="57498"/>
                  </a:lnTo>
                  <a:cubicBezTo>
                    <a:pt x="4164" y="57429"/>
                    <a:pt x="4130" y="57395"/>
                    <a:pt x="4096" y="57395"/>
                  </a:cubicBezTo>
                  <a:close/>
                  <a:moveTo>
                    <a:pt x="4096" y="57975"/>
                  </a:moveTo>
                  <a:cubicBezTo>
                    <a:pt x="4027" y="57975"/>
                    <a:pt x="3993" y="58010"/>
                    <a:pt x="3993" y="58078"/>
                  </a:cubicBezTo>
                  <a:lnTo>
                    <a:pt x="3993" y="58180"/>
                  </a:lnTo>
                  <a:cubicBezTo>
                    <a:pt x="3993" y="58214"/>
                    <a:pt x="4027" y="58248"/>
                    <a:pt x="4096" y="58248"/>
                  </a:cubicBezTo>
                  <a:cubicBezTo>
                    <a:pt x="4130" y="58248"/>
                    <a:pt x="4164" y="58214"/>
                    <a:pt x="4164" y="58180"/>
                  </a:cubicBezTo>
                  <a:lnTo>
                    <a:pt x="4164" y="58078"/>
                  </a:lnTo>
                  <a:cubicBezTo>
                    <a:pt x="4164" y="58010"/>
                    <a:pt x="4130" y="57975"/>
                    <a:pt x="4096" y="57975"/>
                  </a:cubicBezTo>
                  <a:close/>
                  <a:moveTo>
                    <a:pt x="4096" y="58556"/>
                  </a:moveTo>
                  <a:cubicBezTo>
                    <a:pt x="4027" y="58556"/>
                    <a:pt x="3993" y="58590"/>
                    <a:pt x="3993" y="58624"/>
                  </a:cubicBezTo>
                  <a:lnTo>
                    <a:pt x="3993" y="58760"/>
                  </a:lnTo>
                  <a:cubicBezTo>
                    <a:pt x="3993" y="58794"/>
                    <a:pt x="4027" y="58828"/>
                    <a:pt x="4096" y="58828"/>
                  </a:cubicBezTo>
                  <a:cubicBezTo>
                    <a:pt x="4130" y="58828"/>
                    <a:pt x="4164" y="58794"/>
                    <a:pt x="4164" y="58760"/>
                  </a:cubicBezTo>
                  <a:lnTo>
                    <a:pt x="4164" y="58624"/>
                  </a:lnTo>
                  <a:cubicBezTo>
                    <a:pt x="4164" y="58590"/>
                    <a:pt x="4130" y="58556"/>
                    <a:pt x="4096" y="58556"/>
                  </a:cubicBezTo>
                  <a:close/>
                  <a:moveTo>
                    <a:pt x="4096" y="59136"/>
                  </a:moveTo>
                  <a:cubicBezTo>
                    <a:pt x="4027" y="59136"/>
                    <a:pt x="3993" y="59170"/>
                    <a:pt x="3993" y="59204"/>
                  </a:cubicBezTo>
                  <a:lnTo>
                    <a:pt x="3993" y="59340"/>
                  </a:lnTo>
                  <a:cubicBezTo>
                    <a:pt x="3993" y="59374"/>
                    <a:pt x="4027" y="59409"/>
                    <a:pt x="4096" y="59409"/>
                  </a:cubicBezTo>
                  <a:cubicBezTo>
                    <a:pt x="4130" y="59409"/>
                    <a:pt x="4164" y="59374"/>
                    <a:pt x="4164" y="59340"/>
                  </a:cubicBezTo>
                  <a:lnTo>
                    <a:pt x="4164" y="59204"/>
                  </a:lnTo>
                  <a:cubicBezTo>
                    <a:pt x="4164" y="59170"/>
                    <a:pt x="4130" y="59136"/>
                    <a:pt x="4096" y="59136"/>
                  </a:cubicBezTo>
                  <a:close/>
                  <a:moveTo>
                    <a:pt x="4096" y="59682"/>
                  </a:moveTo>
                  <a:cubicBezTo>
                    <a:pt x="4027" y="59682"/>
                    <a:pt x="3993" y="59750"/>
                    <a:pt x="3993" y="59784"/>
                  </a:cubicBezTo>
                  <a:lnTo>
                    <a:pt x="3993" y="59886"/>
                  </a:lnTo>
                  <a:cubicBezTo>
                    <a:pt x="3993" y="59955"/>
                    <a:pt x="4027" y="59989"/>
                    <a:pt x="4096" y="59989"/>
                  </a:cubicBezTo>
                  <a:cubicBezTo>
                    <a:pt x="4130" y="59989"/>
                    <a:pt x="4164" y="59955"/>
                    <a:pt x="4164" y="59886"/>
                  </a:cubicBezTo>
                  <a:lnTo>
                    <a:pt x="4164" y="59784"/>
                  </a:lnTo>
                  <a:cubicBezTo>
                    <a:pt x="4164" y="59750"/>
                    <a:pt x="4130" y="59682"/>
                    <a:pt x="4096" y="59682"/>
                  </a:cubicBezTo>
                  <a:close/>
                  <a:moveTo>
                    <a:pt x="4096" y="60262"/>
                  </a:moveTo>
                  <a:cubicBezTo>
                    <a:pt x="4027" y="60262"/>
                    <a:pt x="3993" y="60296"/>
                    <a:pt x="3993" y="60364"/>
                  </a:cubicBezTo>
                  <a:lnTo>
                    <a:pt x="3993" y="60466"/>
                  </a:lnTo>
                  <a:cubicBezTo>
                    <a:pt x="3993" y="60501"/>
                    <a:pt x="4027" y="60569"/>
                    <a:pt x="4096" y="60569"/>
                  </a:cubicBezTo>
                  <a:cubicBezTo>
                    <a:pt x="4130" y="60569"/>
                    <a:pt x="4164" y="60501"/>
                    <a:pt x="4164" y="60466"/>
                  </a:cubicBezTo>
                  <a:lnTo>
                    <a:pt x="4164" y="60364"/>
                  </a:lnTo>
                  <a:cubicBezTo>
                    <a:pt x="4164" y="60296"/>
                    <a:pt x="4130" y="60262"/>
                    <a:pt x="4096" y="60262"/>
                  </a:cubicBezTo>
                  <a:close/>
                  <a:moveTo>
                    <a:pt x="4096" y="60842"/>
                  </a:moveTo>
                  <a:cubicBezTo>
                    <a:pt x="4027" y="60842"/>
                    <a:pt x="3993" y="60876"/>
                    <a:pt x="3993" y="60944"/>
                  </a:cubicBezTo>
                  <a:lnTo>
                    <a:pt x="3993" y="61046"/>
                  </a:lnTo>
                  <a:cubicBezTo>
                    <a:pt x="3993" y="61081"/>
                    <a:pt x="4027" y="61115"/>
                    <a:pt x="4096" y="61115"/>
                  </a:cubicBezTo>
                  <a:cubicBezTo>
                    <a:pt x="4130" y="61115"/>
                    <a:pt x="4164" y="61081"/>
                    <a:pt x="4164" y="61046"/>
                  </a:cubicBezTo>
                  <a:lnTo>
                    <a:pt x="4164" y="60944"/>
                  </a:lnTo>
                  <a:cubicBezTo>
                    <a:pt x="4164" y="60876"/>
                    <a:pt x="4130" y="60842"/>
                    <a:pt x="4096" y="60842"/>
                  </a:cubicBezTo>
                  <a:close/>
                  <a:moveTo>
                    <a:pt x="4096" y="61422"/>
                  </a:moveTo>
                  <a:cubicBezTo>
                    <a:pt x="4027" y="61422"/>
                    <a:pt x="3993" y="61456"/>
                    <a:pt x="3993" y="61490"/>
                  </a:cubicBezTo>
                  <a:lnTo>
                    <a:pt x="3993" y="61627"/>
                  </a:lnTo>
                  <a:cubicBezTo>
                    <a:pt x="3993" y="61661"/>
                    <a:pt x="4027" y="61695"/>
                    <a:pt x="4096" y="61695"/>
                  </a:cubicBezTo>
                  <a:cubicBezTo>
                    <a:pt x="4130" y="61695"/>
                    <a:pt x="4164" y="61661"/>
                    <a:pt x="4164" y="61627"/>
                  </a:cubicBezTo>
                  <a:lnTo>
                    <a:pt x="4164" y="61490"/>
                  </a:lnTo>
                  <a:cubicBezTo>
                    <a:pt x="4164" y="61456"/>
                    <a:pt x="4130" y="61422"/>
                    <a:pt x="4096" y="61422"/>
                  </a:cubicBezTo>
                  <a:close/>
                  <a:moveTo>
                    <a:pt x="4096" y="62002"/>
                  </a:moveTo>
                  <a:cubicBezTo>
                    <a:pt x="4027" y="62002"/>
                    <a:pt x="3993" y="62036"/>
                    <a:pt x="3993" y="62070"/>
                  </a:cubicBezTo>
                  <a:lnTo>
                    <a:pt x="3993" y="62173"/>
                  </a:lnTo>
                  <a:cubicBezTo>
                    <a:pt x="3993" y="62241"/>
                    <a:pt x="4027" y="62275"/>
                    <a:pt x="4096" y="62275"/>
                  </a:cubicBezTo>
                  <a:cubicBezTo>
                    <a:pt x="4130" y="62275"/>
                    <a:pt x="4164" y="62241"/>
                    <a:pt x="4164" y="62173"/>
                  </a:cubicBezTo>
                  <a:lnTo>
                    <a:pt x="4164" y="62070"/>
                  </a:lnTo>
                  <a:cubicBezTo>
                    <a:pt x="4164" y="62036"/>
                    <a:pt x="4130" y="62002"/>
                    <a:pt x="4096" y="62002"/>
                  </a:cubicBezTo>
                  <a:close/>
                  <a:moveTo>
                    <a:pt x="3938" y="62398"/>
                  </a:moveTo>
                  <a:cubicBezTo>
                    <a:pt x="3925" y="62398"/>
                    <a:pt x="3909" y="62402"/>
                    <a:pt x="3891" y="62411"/>
                  </a:cubicBezTo>
                  <a:lnTo>
                    <a:pt x="3789" y="62411"/>
                  </a:lnTo>
                  <a:cubicBezTo>
                    <a:pt x="3754" y="62411"/>
                    <a:pt x="3720" y="62446"/>
                    <a:pt x="3720" y="62514"/>
                  </a:cubicBezTo>
                  <a:cubicBezTo>
                    <a:pt x="3720" y="62548"/>
                    <a:pt x="3754" y="62582"/>
                    <a:pt x="3789" y="62582"/>
                  </a:cubicBezTo>
                  <a:lnTo>
                    <a:pt x="3925" y="62582"/>
                  </a:lnTo>
                  <a:cubicBezTo>
                    <a:pt x="3959" y="62548"/>
                    <a:pt x="3993" y="62514"/>
                    <a:pt x="3993" y="62480"/>
                  </a:cubicBezTo>
                  <a:cubicBezTo>
                    <a:pt x="3993" y="62430"/>
                    <a:pt x="3975" y="62398"/>
                    <a:pt x="3938" y="62398"/>
                  </a:cubicBezTo>
                  <a:close/>
                  <a:moveTo>
                    <a:pt x="3345" y="62446"/>
                  </a:moveTo>
                  <a:lnTo>
                    <a:pt x="3208" y="62480"/>
                  </a:lnTo>
                  <a:cubicBezTo>
                    <a:pt x="3174" y="62480"/>
                    <a:pt x="3140" y="62514"/>
                    <a:pt x="3140" y="62548"/>
                  </a:cubicBezTo>
                  <a:cubicBezTo>
                    <a:pt x="3140" y="62616"/>
                    <a:pt x="3174" y="62650"/>
                    <a:pt x="3243" y="62650"/>
                  </a:cubicBezTo>
                  <a:lnTo>
                    <a:pt x="3345" y="62616"/>
                  </a:lnTo>
                  <a:cubicBezTo>
                    <a:pt x="3413" y="62616"/>
                    <a:pt x="3447" y="62582"/>
                    <a:pt x="3413" y="62514"/>
                  </a:cubicBezTo>
                  <a:cubicBezTo>
                    <a:pt x="3413" y="62480"/>
                    <a:pt x="3379" y="62446"/>
                    <a:pt x="3345" y="62446"/>
                  </a:cubicBezTo>
                  <a:close/>
                  <a:moveTo>
                    <a:pt x="2662" y="62514"/>
                  </a:moveTo>
                  <a:cubicBezTo>
                    <a:pt x="2594" y="62514"/>
                    <a:pt x="2560" y="62582"/>
                    <a:pt x="2560" y="62616"/>
                  </a:cubicBezTo>
                  <a:cubicBezTo>
                    <a:pt x="2560" y="62650"/>
                    <a:pt x="2628" y="62684"/>
                    <a:pt x="2662" y="62684"/>
                  </a:cubicBezTo>
                  <a:lnTo>
                    <a:pt x="2765" y="62684"/>
                  </a:lnTo>
                  <a:cubicBezTo>
                    <a:pt x="2833" y="62684"/>
                    <a:pt x="2867" y="62650"/>
                    <a:pt x="2867" y="62582"/>
                  </a:cubicBezTo>
                  <a:cubicBezTo>
                    <a:pt x="2867" y="62548"/>
                    <a:pt x="2799" y="62514"/>
                    <a:pt x="2765" y="62514"/>
                  </a:cubicBezTo>
                  <a:close/>
                  <a:moveTo>
                    <a:pt x="2232" y="62569"/>
                  </a:moveTo>
                  <a:cubicBezTo>
                    <a:pt x="2219" y="62569"/>
                    <a:pt x="2203" y="62573"/>
                    <a:pt x="2185" y="62582"/>
                  </a:cubicBezTo>
                  <a:lnTo>
                    <a:pt x="2082" y="62582"/>
                  </a:lnTo>
                  <a:cubicBezTo>
                    <a:pt x="2048" y="62582"/>
                    <a:pt x="2014" y="62616"/>
                    <a:pt x="2014" y="62684"/>
                  </a:cubicBezTo>
                  <a:cubicBezTo>
                    <a:pt x="2014" y="62719"/>
                    <a:pt x="2048" y="62753"/>
                    <a:pt x="2082" y="62753"/>
                  </a:cubicBezTo>
                  <a:lnTo>
                    <a:pt x="2219" y="62753"/>
                  </a:lnTo>
                  <a:cubicBezTo>
                    <a:pt x="2253" y="62719"/>
                    <a:pt x="2287" y="62684"/>
                    <a:pt x="2287" y="62650"/>
                  </a:cubicBezTo>
                  <a:cubicBezTo>
                    <a:pt x="2287" y="62600"/>
                    <a:pt x="2269" y="62569"/>
                    <a:pt x="2232" y="62569"/>
                  </a:cubicBezTo>
                  <a:close/>
                  <a:moveTo>
                    <a:pt x="1639" y="62616"/>
                  </a:moveTo>
                  <a:lnTo>
                    <a:pt x="1502" y="62650"/>
                  </a:lnTo>
                  <a:cubicBezTo>
                    <a:pt x="1468" y="62650"/>
                    <a:pt x="1434" y="62684"/>
                    <a:pt x="1434" y="62719"/>
                  </a:cubicBezTo>
                  <a:cubicBezTo>
                    <a:pt x="1434" y="62787"/>
                    <a:pt x="1468" y="62821"/>
                    <a:pt x="1502" y="62821"/>
                  </a:cubicBezTo>
                  <a:lnTo>
                    <a:pt x="1536" y="62821"/>
                  </a:lnTo>
                  <a:lnTo>
                    <a:pt x="1639" y="62787"/>
                  </a:lnTo>
                  <a:cubicBezTo>
                    <a:pt x="1673" y="62787"/>
                    <a:pt x="1707" y="62753"/>
                    <a:pt x="1707" y="62684"/>
                  </a:cubicBezTo>
                  <a:cubicBezTo>
                    <a:pt x="1707" y="62650"/>
                    <a:pt x="1673" y="62616"/>
                    <a:pt x="1639" y="62616"/>
                  </a:cubicBezTo>
                  <a:close/>
                  <a:moveTo>
                    <a:pt x="956" y="62684"/>
                  </a:moveTo>
                  <a:cubicBezTo>
                    <a:pt x="888" y="62684"/>
                    <a:pt x="854" y="62753"/>
                    <a:pt x="854" y="62787"/>
                  </a:cubicBezTo>
                  <a:cubicBezTo>
                    <a:pt x="854" y="62821"/>
                    <a:pt x="922" y="62855"/>
                    <a:pt x="956" y="62855"/>
                  </a:cubicBezTo>
                  <a:lnTo>
                    <a:pt x="1059" y="62855"/>
                  </a:lnTo>
                  <a:cubicBezTo>
                    <a:pt x="1127" y="62855"/>
                    <a:pt x="1161" y="62821"/>
                    <a:pt x="1161" y="62753"/>
                  </a:cubicBezTo>
                  <a:cubicBezTo>
                    <a:pt x="1127" y="62719"/>
                    <a:pt x="1093" y="62684"/>
                    <a:pt x="1059" y="62684"/>
                  </a:cubicBezTo>
                  <a:close/>
                  <a:moveTo>
                    <a:pt x="526" y="62739"/>
                  </a:moveTo>
                  <a:cubicBezTo>
                    <a:pt x="513" y="62739"/>
                    <a:pt x="497" y="62744"/>
                    <a:pt x="479" y="62753"/>
                  </a:cubicBezTo>
                  <a:lnTo>
                    <a:pt x="376" y="62753"/>
                  </a:lnTo>
                  <a:cubicBezTo>
                    <a:pt x="308" y="62753"/>
                    <a:pt x="274" y="62787"/>
                    <a:pt x="308" y="62855"/>
                  </a:cubicBezTo>
                  <a:cubicBezTo>
                    <a:pt x="308" y="62889"/>
                    <a:pt x="342" y="62923"/>
                    <a:pt x="376" y="62923"/>
                  </a:cubicBezTo>
                  <a:lnTo>
                    <a:pt x="513" y="62923"/>
                  </a:lnTo>
                  <a:cubicBezTo>
                    <a:pt x="547" y="62889"/>
                    <a:pt x="581" y="62855"/>
                    <a:pt x="581" y="62821"/>
                  </a:cubicBezTo>
                  <a:cubicBezTo>
                    <a:pt x="581" y="62771"/>
                    <a:pt x="563" y="62739"/>
                    <a:pt x="526" y="6273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7" name="Google Shape;1789;p45">
              <a:extLst>
                <a:ext uri="{FF2B5EF4-FFF2-40B4-BE49-F238E27FC236}">
                  <a16:creationId xmlns:a16="http://schemas.microsoft.com/office/drawing/2014/main" id="{39C99027-5C9B-02E2-600A-279C2AED9A0D}"/>
                </a:ext>
              </a:extLst>
            </p:cNvPr>
            <p:cNvSpPr/>
            <p:nvPr/>
          </p:nvSpPr>
          <p:spPr>
            <a:xfrm>
              <a:off x="1544309" y="1278785"/>
              <a:ext cx="2168776" cy="558172"/>
            </a:xfrm>
            <a:custGeom>
              <a:avLst/>
              <a:gdLst/>
              <a:ahLst/>
              <a:cxnLst/>
              <a:rect l="l" t="t" r="r" b="b"/>
              <a:pathLst>
                <a:path w="97320" h="25047" extrusionOk="0">
                  <a:moveTo>
                    <a:pt x="56986" y="0"/>
                  </a:moveTo>
                  <a:lnTo>
                    <a:pt x="56884" y="34"/>
                  </a:lnTo>
                  <a:cubicBezTo>
                    <a:pt x="56850" y="34"/>
                    <a:pt x="56815" y="68"/>
                    <a:pt x="56815" y="137"/>
                  </a:cubicBezTo>
                  <a:cubicBezTo>
                    <a:pt x="56815" y="171"/>
                    <a:pt x="56850" y="205"/>
                    <a:pt x="56918" y="205"/>
                  </a:cubicBezTo>
                  <a:lnTo>
                    <a:pt x="57020" y="171"/>
                  </a:lnTo>
                  <a:cubicBezTo>
                    <a:pt x="57088" y="171"/>
                    <a:pt x="57123" y="103"/>
                    <a:pt x="57088" y="68"/>
                  </a:cubicBezTo>
                  <a:cubicBezTo>
                    <a:pt x="57088" y="34"/>
                    <a:pt x="57054" y="0"/>
                    <a:pt x="56986" y="0"/>
                  </a:cubicBezTo>
                  <a:close/>
                  <a:moveTo>
                    <a:pt x="56440" y="103"/>
                  </a:moveTo>
                  <a:lnTo>
                    <a:pt x="56338" y="137"/>
                  </a:lnTo>
                  <a:cubicBezTo>
                    <a:pt x="56269" y="137"/>
                    <a:pt x="56235" y="171"/>
                    <a:pt x="56269" y="239"/>
                  </a:cubicBezTo>
                  <a:cubicBezTo>
                    <a:pt x="56269" y="273"/>
                    <a:pt x="56304" y="307"/>
                    <a:pt x="56338" y="307"/>
                  </a:cubicBezTo>
                  <a:lnTo>
                    <a:pt x="56474" y="273"/>
                  </a:lnTo>
                  <a:cubicBezTo>
                    <a:pt x="56508" y="273"/>
                    <a:pt x="56542" y="239"/>
                    <a:pt x="56542" y="171"/>
                  </a:cubicBezTo>
                  <a:cubicBezTo>
                    <a:pt x="56542" y="137"/>
                    <a:pt x="56474" y="103"/>
                    <a:pt x="56440" y="103"/>
                  </a:cubicBezTo>
                  <a:close/>
                  <a:moveTo>
                    <a:pt x="55860" y="205"/>
                  </a:moveTo>
                  <a:lnTo>
                    <a:pt x="55758" y="239"/>
                  </a:lnTo>
                  <a:cubicBezTo>
                    <a:pt x="55724" y="239"/>
                    <a:pt x="55689" y="307"/>
                    <a:pt x="55689" y="341"/>
                  </a:cubicBezTo>
                  <a:cubicBezTo>
                    <a:pt x="55689" y="376"/>
                    <a:pt x="55724" y="410"/>
                    <a:pt x="55792" y="410"/>
                  </a:cubicBezTo>
                  <a:lnTo>
                    <a:pt x="55894" y="376"/>
                  </a:lnTo>
                  <a:cubicBezTo>
                    <a:pt x="55962" y="376"/>
                    <a:pt x="55997" y="341"/>
                    <a:pt x="55962" y="273"/>
                  </a:cubicBezTo>
                  <a:cubicBezTo>
                    <a:pt x="55962" y="239"/>
                    <a:pt x="55928" y="205"/>
                    <a:pt x="55860" y="205"/>
                  </a:cubicBezTo>
                  <a:close/>
                  <a:moveTo>
                    <a:pt x="55347" y="328"/>
                  </a:moveTo>
                  <a:cubicBezTo>
                    <a:pt x="55335" y="328"/>
                    <a:pt x="55323" y="332"/>
                    <a:pt x="55314" y="341"/>
                  </a:cubicBezTo>
                  <a:lnTo>
                    <a:pt x="55212" y="341"/>
                  </a:lnTo>
                  <a:cubicBezTo>
                    <a:pt x="55143" y="341"/>
                    <a:pt x="55109" y="410"/>
                    <a:pt x="55143" y="444"/>
                  </a:cubicBezTo>
                  <a:cubicBezTo>
                    <a:pt x="55143" y="478"/>
                    <a:pt x="55178" y="512"/>
                    <a:pt x="55212" y="512"/>
                  </a:cubicBezTo>
                  <a:lnTo>
                    <a:pt x="55348" y="512"/>
                  </a:lnTo>
                  <a:cubicBezTo>
                    <a:pt x="55382" y="478"/>
                    <a:pt x="55416" y="444"/>
                    <a:pt x="55416" y="410"/>
                  </a:cubicBezTo>
                  <a:cubicBezTo>
                    <a:pt x="55416" y="360"/>
                    <a:pt x="55380" y="328"/>
                    <a:pt x="55347" y="328"/>
                  </a:cubicBezTo>
                  <a:close/>
                  <a:moveTo>
                    <a:pt x="54781" y="430"/>
                  </a:moveTo>
                  <a:cubicBezTo>
                    <a:pt x="54768" y="430"/>
                    <a:pt x="54752" y="435"/>
                    <a:pt x="54734" y="444"/>
                  </a:cubicBezTo>
                  <a:lnTo>
                    <a:pt x="54632" y="444"/>
                  </a:lnTo>
                  <a:cubicBezTo>
                    <a:pt x="54597" y="478"/>
                    <a:pt x="54563" y="512"/>
                    <a:pt x="54563" y="546"/>
                  </a:cubicBezTo>
                  <a:cubicBezTo>
                    <a:pt x="54563" y="614"/>
                    <a:pt x="54597" y="614"/>
                    <a:pt x="54666" y="614"/>
                  </a:cubicBezTo>
                  <a:lnTo>
                    <a:pt x="54768" y="614"/>
                  </a:lnTo>
                  <a:cubicBezTo>
                    <a:pt x="54836" y="580"/>
                    <a:pt x="54870" y="546"/>
                    <a:pt x="54836" y="512"/>
                  </a:cubicBezTo>
                  <a:cubicBezTo>
                    <a:pt x="54836" y="462"/>
                    <a:pt x="54818" y="430"/>
                    <a:pt x="54781" y="430"/>
                  </a:cubicBezTo>
                  <a:close/>
                  <a:moveTo>
                    <a:pt x="57123" y="341"/>
                  </a:moveTo>
                  <a:cubicBezTo>
                    <a:pt x="57088" y="341"/>
                    <a:pt x="57020" y="376"/>
                    <a:pt x="57020" y="410"/>
                  </a:cubicBezTo>
                  <a:lnTo>
                    <a:pt x="57054" y="546"/>
                  </a:lnTo>
                  <a:cubicBezTo>
                    <a:pt x="57054" y="580"/>
                    <a:pt x="57088" y="614"/>
                    <a:pt x="57123" y="614"/>
                  </a:cubicBezTo>
                  <a:cubicBezTo>
                    <a:pt x="57157" y="614"/>
                    <a:pt x="57225" y="580"/>
                    <a:pt x="57225" y="546"/>
                  </a:cubicBezTo>
                  <a:lnTo>
                    <a:pt x="57225" y="410"/>
                  </a:lnTo>
                  <a:cubicBezTo>
                    <a:pt x="57225" y="376"/>
                    <a:pt x="57157" y="341"/>
                    <a:pt x="57123" y="341"/>
                  </a:cubicBezTo>
                  <a:close/>
                  <a:moveTo>
                    <a:pt x="54188" y="546"/>
                  </a:moveTo>
                  <a:lnTo>
                    <a:pt x="54086" y="580"/>
                  </a:lnTo>
                  <a:cubicBezTo>
                    <a:pt x="54017" y="580"/>
                    <a:pt x="53983" y="614"/>
                    <a:pt x="54017" y="648"/>
                  </a:cubicBezTo>
                  <a:cubicBezTo>
                    <a:pt x="54017" y="717"/>
                    <a:pt x="54051" y="751"/>
                    <a:pt x="54086" y="751"/>
                  </a:cubicBezTo>
                  <a:cubicBezTo>
                    <a:pt x="54086" y="751"/>
                    <a:pt x="54086" y="717"/>
                    <a:pt x="54120" y="717"/>
                  </a:cubicBezTo>
                  <a:lnTo>
                    <a:pt x="54222" y="717"/>
                  </a:lnTo>
                  <a:cubicBezTo>
                    <a:pt x="54256" y="717"/>
                    <a:pt x="54290" y="648"/>
                    <a:pt x="54290" y="614"/>
                  </a:cubicBezTo>
                  <a:cubicBezTo>
                    <a:pt x="54290" y="580"/>
                    <a:pt x="54222" y="546"/>
                    <a:pt x="54188" y="546"/>
                  </a:cubicBezTo>
                  <a:close/>
                  <a:moveTo>
                    <a:pt x="53608" y="648"/>
                  </a:moveTo>
                  <a:lnTo>
                    <a:pt x="53506" y="683"/>
                  </a:lnTo>
                  <a:cubicBezTo>
                    <a:pt x="53471" y="683"/>
                    <a:pt x="53437" y="717"/>
                    <a:pt x="53437" y="785"/>
                  </a:cubicBezTo>
                  <a:cubicBezTo>
                    <a:pt x="53437" y="819"/>
                    <a:pt x="53471" y="853"/>
                    <a:pt x="53540" y="853"/>
                  </a:cubicBezTo>
                  <a:lnTo>
                    <a:pt x="53642" y="819"/>
                  </a:lnTo>
                  <a:cubicBezTo>
                    <a:pt x="53710" y="819"/>
                    <a:pt x="53744" y="751"/>
                    <a:pt x="53710" y="717"/>
                  </a:cubicBezTo>
                  <a:cubicBezTo>
                    <a:pt x="53710" y="683"/>
                    <a:pt x="53676" y="648"/>
                    <a:pt x="53608" y="648"/>
                  </a:cubicBezTo>
                  <a:close/>
                  <a:moveTo>
                    <a:pt x="53062" y="751"/>
                  </a:moveTo>
                  <a:lnTo>
                    <a:pt x="52960" y="785"/>
                  </a:lnTo>
                  <a:cubicBezTo>
                    <a:pt x="52891" y="785"/>
                    <a:pt x="52857" y="819"/>
                    <a:pt x="52891" y="887"/>
                  </a:cubicBezTo>
                  <a:cubicBezTo>
                    <a:pt x="52891" y="921"/>
                    <a:pt x="52925" y="956"/>
                    <a:pt x="52960" y="956"/>
                  </a:cubicBezTo>
                  <a:lnTo>
                    <a:pt x="52994" y="956"/>
                  </a:lnTo>
                  <a:lnTo>
                    <a:pt x="53096" y="921"/>
                  </a:lnTo>
                  <a:cubicBezTo>
                    <a:pt x="53130" y="921"/>
                    <a:pt x="53164" y="887"/>
                    <a:pt x="53164" y="819"/>
                  </a:cubicBezTo>
                  <a:cubicBezTo>
                    <a:pt x="53164" y="785"/>
                    <a:pt x="53096" y="751"/>
                    <a:pt x="53062" y="751"/>
                  </a:cubicBezTo>
                  <a:close/>
                  <a:moveTo>
                    <a:pt x="52516" y="853"/>
                  </a:moveTo>
                  <a:lnTo>
                    <a:pt x="52379" y="887"/>
                  </a:lnTo>
                  <a:cubicBezTo>
                    <a:pt x="52345" y="887"/>
                    <a:pt x="52311" y="956"/>
                    <a:pt x="52311" y="990"/>
                  </a:cubicBezTo>
                  <a:cubicBezTo>
                    <a:pt x="52311" y="1024"/>
                    <a:pt x="52345" y="1058"/>
                    <a:pt x="52414" y="1058"/>
                  </a:cubicBezTo>
                  <a:lnTo>
                    <a:pt x="52516" y="1024"/>
                  </a:lnTo>
                  <a:cubicBezTo>
                    <a:pt x="52584" y="1024"/>
                    <a:pt x="52618" y="990"/>
                    <a:pt x="52584" y="921"/>
                  </a:cubicBezTo>
                  <a:cubicBezTo>
                    <a:pt x="52584" y="887"/>
                    <a:pt x="52550" y="853"/>
                    <a:pt x="52516" y="853"/>
                  </a:cubicBezTo>
                  <a:close/>
                  <a:moveTo>
                    <a:pt x="51969" y="976"/>
                  </a:moveTo>
                  <a:cubicBezTo>
                    <a:pt x="51957" y="976"/>
                    <a:pt x="51945" y="981"/>
                    <a:pt x="51936" y="990"/>
                  </a:cubicBezTo>
                  <a:lnTo>
                    <a:pt x="51833" y="990"/>
                  </a:lnTo>
                  <a:cubicBezTo>
                    <a:pt x="51765" y="990"/>
                    <a:pt x="51731" y="1058"/>
                    <a:pt x="51765" y="1092"/>
                  </a:cubicBezTo>
                  <a:cubicBezTo>
                    <a:pt x="51765" y="1126"/>
                    <a:pt x="51799" y="1160"/>
                    <a:pt x="51833" y="1160"/>
                  </a:cubicBezTo>
                  <a:lnTo>
                    <a:pt x="51868" y="1160"/>
                  </a:lnTo>
                  <a:lnTo>
                    <a:pt x="51970" y="1126"/>
                  </a:lnTo>
                  <a:cubicBezTo>
                    <a:pt x="52004" y="1126"/>
                    <a:pt x="52038" y="1092"/>
                    <a:pt x="52038" y="1058"/>
                  </a:cubicBezTo>
                  <a:cubicBezTo>
                    <a:pt x="52038" y="1008"/>
                    <a:pt x="52002" y="976"/>
                    <a:pt x="51969" y="976"/>
                  </a:cubicBezTo>
                  <a:close/>
                  <a:moveTo>
                    <a:pt x="57123" y="887"/>
                  </a:moveTo>
                  <a:cubicBezTo>
                    <a:pt x="57088" y="921"/>
                    <a:pt x="57054" y="956"/>
                    <a:pt x="57054" y="990"/>
                  </a:cubicBezTo>
                  <a:lnTo>
                    <a:pt x="57054" y="1092"/>
                  </a:lnTo>
                  <a:cubicBezTo>
                    <a:pt x="57054" y="1160"/>
                    <a:pt x="57088" y="1194"/>
                    <a:pt x="57123" y="1194"/>
                  </a:cubicBezTo>
                  <a:cubicBezTo>
                    <a:pt x="57191" y="1194"/>
                    <a:pt x="57225" y="1160"/>
                    <a:pt x="57225" y="1092"/>
                  </a:cubicBezTo>
                  <a:lnTo>
                    <a:pt x="57225" y="990"/>
                  </a:lnTo>
                  <a:cubicBezTo>
                    <a:pt x="57225" y="956"/>
                    <a:pt x="57191" y="887"/>
                    <a:pt x="57123" y="887"/>
                  </a:cubicBezTo>
                  <a:close/>
                  <a:moveTo>
                    <a:pt x="51417" y="1079"/>
                  </a:moveTo>
                  <a:cubicBezTo>
                    <a:pt x="51408" y="1079"/>
                    <a:pt x="51399" y="1083"/>
                    <a:pt x="51390" y="1092"/>
                  </a:cubicBezTo>
                  <a:lnTo>
                    <a:pt x="51253" y="1092"/>
                  </a:lnTo>
                  <a:cubicBezTo>
                    <a:pt x="51219" y="1126"/>
                    <a:pt x="51185" y="1160"/>
                    <a:pt x="51185" y="1194"/>
                  </a:cubicBezTo>
                  <a:cubicBezTo>
                    <a:pt x="51185" y="1229"/>
                    <a:pt x="51253" y="1263"/>
                    <a:pt x="51288" y="1263"/>
                  </a:cubicBezTo>
                  <a:lnTo>
                    <a:pt x="51390" y="1263"/>
                  </a:lnTo>
                  <a:cubicBezTo>
                    <a:pt x="51458" y="1229"/>
                    <a:pt x="51492" y="1194"/>
                    <a:pt x="51458" y="1160"/>
                  </a:cubicBezTo>
                  <a:cubicBezTo>
                    <a:pt x="51458" y="1110"/>
                    <a:pt x="51440" y="1079"/>
                    <a:pt x="51417" y="1079"/>
                  </a:cubicBezTo>
                  <a:close/>
                  <a:moveTo>
                    <a:pt x="50707" y="1194"/>
                  </a:moveTo>
                  <a:cubicBezTo>
                    <a:pt x="50639" y="1229"/>
                    <a:pt x="50639" y="1263"/>
                    <a:pt x="50639" y="1297"/>
                  </a:cubicBezTo>
                  <a:cubicBezTo>
                    <a:pt x="50639" y="1365"/>
                    <a:pt x="50673" y="1365"/>
                    <a:pt x="50707" y="1365"/>
                  </a:cubicBezTo>
                  <a:lnTo>
                    <a:pt x="50844" y="1365"/>
                  </a:lnTo>
                  <a:cubicBezTo>
                    <a:pt x="50878" y="1331"/>
                    <a:pt x="50912" y="1297"/>
                    <a:pt x="50912" y="1263"/>
                  </a:cubicBezTo>
                  <a:cubicBezTo>
                    <a:pt x="50912" y="1194"/>
                    <a:pt x="50844" y="1194"/>
                    <a:pt x="50810" y="1194"/>
                  </a:cubicBezTo>
                  <a:close/>
                  <a:moveTo>
                    <a:pt x="50264" y="1297"/>
                  </a:moveTo>
                  <a:lnTo>
                    <a:pt x="50127" y="1331"/>
                  </a:lnTo>
                  <a:cubicBezTo>
                    <a:pt x="50093" y="1331"/>
                    <a:pt x="50059" y="1365"/>
                    <a:pt x="50059" y="1433"/>
                  </a:cubicBezTo>
                  <a:cubicBezTo>
                    <a:pt x="50093" y="1467"/>
                    <a:pt x="50127" y="1502"/>
                    <a:pt x="50161" y="1502"/>
                  </a:cubicBezTo>
                  <a:lnTo>
                    <a:pt x="50298" y="1467"/>
                  </a:lnTo>
                  <a:cubicBezTo>
                    <a:pt x="50332" y="1467"/>
                    <a:pt x="50366" y="1399"/>
                    <a:pt x="50366" y="1365"/>
                  </a:cubicBezTo>
                  <a:cubicBezTo>
                    <a:pt x="50332" y="1331"/>
                    <a:pt x="50298" y="1297"/>
                    <a:pt x="50264" y="1297"/>
                  </a:cubicBezTo>
                  <a:close/>
                  <a:moveTo>
                    <a:pt x="49684" y="1399"/>
                  </a:moveTo>
                  <a:lnTo>
                    <a:pt x="49581" y="1433"/>
                  </a:lnTo>
                  <a:cubicBezTo>
                    <a:pt x="49513" y="1433"/>
                    <a:pt x="49513" y="1467"/>
                    <a:pt x="49513" y="1536"/>
                  </a:cubicBezTo>
                  <a:cubicBezTo>
                    <a:pt x="49513" y="1570"/>
                    <a:pt x="49547" y="1604"/>
                    <a:pt x="49581" y="1604"/>
                  </a:cubicBezTo>
                  <a:lnTo>
                    <a:pt x="49615" y="1604"/>
                  </a:lnTo>
                  <a:lnTo>
                    <a:pt x="49718" y="1570"/>
                  </a:lnTo>
                  <a:cubicBezTo>
                    <a:pt x="49752" y="1570"/>
                    <a:pt x="49786" y="1536"/>
                    <a:pt x="49786" y="1467"/>
                  </a:cubicBezTo>
                  <a:cubicBezTo>
                    <a:pt x="49786" y="1433"/>
                    <a:pt x="49752" y="1399"/>
                    <a:pt x="49684" y="1399"/>
                  </a:cubicBezTo>
                  <a:close/>
                  <a:moveTo>
                    <a:pt x="49138" y="1502"/>
                  </a:moveTo>
                  <a:lnTo>
                    <a:pt x="49001" y="1536"/>
                  </a:lnTo>
                  <a:cubicBezTo>
                    <a:pt x="48967" y="1536"/>
                    <a:pt x="48933" y="1604"/>
                    <a:pt x="48933" y="1638"/>
                  </a:cubicBezTo>
                  <a:cubicBezTo>
                    <a:pt x="48967" y="1672"/>
                    <a:pt x="49001" y="1706"/>
                    <a:pt x="49035" y="1706"/>
                  </a:cubicBezTo>
                  <a:lnTo>
                    <a:pt x="49172" y="1672"/>
                  </a:lnTo>
                  <a:cubicBezTo>
                    <a:pt x="49206" y="1672"/>
                    <a:pt x="49240" y="1638"/>
                    <a:pt x="49240" y="1570"/>
                  </a:cubicBezTo>
                  <a:cubicBezTo>
                    <a:pt x="49206" y="1536"/>
                    <a:pt x="49172" y="1502"/>
                    <a:pt x="49138" y="1502"/>
                  </a:cubicBezTo>
                  <a:close/>
                  <a:moveTo>
                    <a:pt x="57123" y="1467"/>
                  </a:moveTo>
                  <a:cubicBezTo>
                    <a:pt x="57088" y="1467"/>
                    <a:pt x="57054" y="1502"/>
                    <a:pt x="57054" y="1570"/>
                  </a:cubicBezTo>
                  <a:lnTo>
                    <a:pt x="57054" y="1672"/>
                  </a:lnTo>
                  <a:cubicBezTo>
                    <a:pt x="57054" y="1740"/>
                    <a:pt x="57088" y="1775"/>
                    <a:pt x="57123" y="1775"/>
                  </a:cubicBezTo>
                  <a:cubicBezTo>
                    <a:pt x="57191" y="1775"/>
                    <a:pt x="57225" y="1740"/>
                    <a:pt x="57225" y="1672"/>
                  </a:cubicBezTo>
                  <a:lnTo>
                    <a:pt x="57225" y="1570"/>
                  </a:lnTo>
                  <a:cubicBezTo>
                    <a:pt x="57225" y="1502"/>
                    <a:pt x="57191" y="1467"/>
                    <a:pt x="57123" y="1467"/>
                  </a:cubicBezTo>
                  <a:close/>
                  <a:moveTo>
                    <a:pt x="48558" y="1604"/>
                  </a:moveTo>
                  <a:lnTo>
                    <a:pt x="48455" y="1638"/>
                  </a:lnTo>
                  <a:cubicBezTo>
                    <a:pt x="48421" y="1638"/>
                    <a:pt x="48387" y="1706"/>
                    <a:pt x="48387" y="1740"/>
                  </a:cubicBezTo>
                  <a:cubicBezTo>
                    <a:pt x="48387" y="1775"/>
                    <a:pt x="48421" y="1809"/>
                    <a:pt x="48455" y="1809"/>
                  </a:cubicBezTo>
                  <a:lnTo>
                    <a:pt x="48489" y="1809"/>
                  </a:lnTo>
                  <a:lnTo>
                    <a:pt x="48592" y="1775"/>
                  </a:lnTo>
                  <a:cubicBezTo>
                    <a:pt x="48626" y="1775"/>
                    <a:pt x="48660" y="1740"/>
                    <a:pt x="48660" y="1672"/>
                  </a:cubicBezTo>
                  <a:cubicBezTo>
                    <a:pt x="48660" y="1638"/>
                    <a:pt x="48626" y="1604"/>
                    <a:pt x="48558" y="1604"/>
                  </a:cubicBezTo>
                  <a:close/>
                  <a:moveTo>
                    <a:pt x="48039" y="1727"/>
                  </a:moveTo>
                  <a:cubicBezTo>
                    <a:pt x="48030" y="1727"/>
                    <a:pt x="48021" y="1731"/>
                    <a:pt x="48012" y="1740"/>
                  </a:cubicBezTo>
                  <a:lnTo>
                    <a:pt x="47875" y="1740"/>
                  </a:lnTo>
                  <a:cubicBezTo>
                    <a:pt x="47841" y="1740"/>
                    <a:pt x="47807" y="1809"/>
                    <a:pt x="47807" y="1843"/>
                  </a:cubicBezTo>
                  <a:cubicBezTo>
                    <a:pt x="47841" y="1877"/>
                    <a:pt x="47875" y="1911"/>
                    <a:pt x="47909" y="1911"/>
                  </a:cubicBezTo>
                  <a:lnTo>
                    <a:pt x="48046" y="1911"/>
                  </a:lnTo>
                  <a:cubicBezTo>
                    <a:pt x="48080" y="1877"/>
                    <a:pt x="48114" y="1843"/>
                    <a:pt x="48114" y="1809"/>
                  </a:cubicBezTo>
                  <a:cubicBezTo>
                    <a:pt x="48089" y="1759"/>
                    <a:pt x="48064" y="1727"/>
                    <a:pt x="48039" y="1727"/>
                  </a:cubicBezTo>
                  <a:close/>
                  <a:moveTo>
                    <a:pt x="47479" y="1829"/>
                  </a:moveTo>
                  <a:cubicBezTo>
                    <a:pt x="47466" y="1829"/>
                    <a:pt x="47450" y="1834"/>
                    <a:pt x="47432" y="1843"/>
                  </a:cubicBezTo>
                  <a:lnTo>
                    <a:pt x="47329" y="1843"/>
                  </a:lnTo>
                  <a:cubicBezTo>
                    <a:pt x="47295" y="1877"/>
                    <a:pt x="47261" y="1911"/>
                    <a:pt x="47261" y="1945"/>
                  </a:cubicBezTo>
                  <a:cubicBezTo>
                    <a:pt x="47261" y="2013"/>
                    <a:pt x="47295" y="2013"/>
                    <a:pt x="47329" y="2013"/>
                  </a:cubicBezTo>
                  <a:lnTo>
                    <a:pt x="47466" y="2013"/>
                  </a:lnTo>
                  <a:cubicBezTo>
                    <a:pt x="47534" y="1979"/>
                    <a:pt x="47534" y="1945"/>
                    <a:pt x="47534" y="1911"/>
                  </a:cubicBezTo>
                  <a:cubicBezTo>
                    <a:pt x="47534" y="1861"/>
                    <a:pt x="47516" y="1829"/>
                    <a:pt x="47479" y="1829"/>
                  </a:cubicBezTo>
                  <a:close/>
                  <a:moveTo>
                    <a:pt x="46886" y="1945"/>
                  </a:moveTo>
                  <a:lnTo>
                    <a:pt x="46749" y="1979"/>
                  </a:lnTo>
                  <a:cubicBezTo>
                    <a:pt x="46715" y="1979"/>
                    <a:pt x="46681" y="2013"/>
                    <a:pt x="46681" y="2048"/>
                  </a:cubicBezTo>
                  <a:cubicBezTo>
                    <a:pt x="46715" y="2116"/>
                    <a:pt x="46749" y="2150"/>
                    <a:pt x="46783" y="2150"/>
                  </a:cubicBezTo>
                  <a:cubicBezTo>
                    <a:pt x="46783" y="2150"/>
                    <a:pt x="46783" y="2150"/>
                    <a:pt x="46783" y="2116"/>
                  </a:cubicBezTo>
                  <a:lnTo>
                    <a:pt x="46920" y="2116"/>
                  </a:lnTo>
                  <a:cubicBezTo>
                    <a:pt x="46954" y="2116"/>
                    <a:pt x="46988" y="2048"/>
                    <a:pt x="46988" y="2013"/>
                  </a:cubicBezTo>
                  <a:cubicBezTo>
                    <a:pt x="46954" y="1979"/>
                    <a:pt x="46920" y="1945"/>
                    <a:pt x="46886" y="1945"/>
                  </a:cubicBezTo>
                  <a:close/>
                  <a:moveTo>
                    <a:pt x="46306" y="2048"/>
                  </a:moveTo>
                  <a:lnTo>
                    <a:pt x="46203" y="2082"/>
                  </a:lnTo>
                  <a:cubicBezTo>
                    <a:pt x="46169" y="2082"/>
                    <a:pt x="46135" y="2116"/>
                    <a:pt x="46135" y="2184"/>
                  </a:cubicBezTo>
                  <a:cubicBezTo>
                    <a:pt x="46135" y="2218"/>
                    <a:pt x="46169" y="2252"/>
                    <a:pt x="46203" y="2252"/>
                  </a:cubicBezTo>
                  <a:lnTo>
                    <a:pt x="46237" y="2252"/>
                  </a:lnTo>
                  <a:lnTo>
                    <a:pt x="46340" y="2218"/>
                  </a:lnTo>
                  <a:cubicBezTo>
                    <a:pt x="46408" y="2218"/>
                    <a:pt x="46408" y="2150"/>
                    <a:pt x="46408" y="2116"/>
                  </a:cubicBezTo>
                  <a:cubicBezTo>
                    <a:pt x="46408" y="2082"/>
                    <a:pt x="46374" y="2048"/>
                    <a:pt x="46306" y="2048"/>
                  </a:cubicBezTo>
                  <a:close/>
                  <a:moveTo>
                    <a:pt x="57157" y="2048"/>
                  </a:moveTo>
                  <a:cubicBezTo>
                    <a:pt x="57088" y="2048"/>
                    <a:pt x="57054" y="2082"/>
                    <a:pt x="57054" y="2150"/>
                  </a:cubicBezTo>
                  <a:lnTo>
                    <a:pt x="57054" y="2252"/>
                  </a:lnTo>
                  <a:cubicBezTo>
                    <a:pt x="57054" y="2286"/>
                    <a:pt x="57088" y="2321"/>
                    <a:pt x="57157" y="2321"/>
                  </a:cubicBezTo>
                  <a:cubicBezTo>
                    <a:pt x="57191" y="2321"/>
                    <a:pt x="57225" y="2286"/>
                    <a:pt x="57225" y="2252"/>
                  </a:cubicBezTo>
                  <a:lnTo>
                    <a:pt x="57225" y="2150"/>
                  </a:lnTo>
                  <a:cubicBezTo>
                    <a:pt x="57225" y="2082"/>
                    <a:pt x="57191" y="2048"/>
                    <a:pt x="57157" y="2048"/>
                  </a:cubicBezTo>
                  <a:close/>
                  <a:moveTo>
                    <a:pt x="45760" y="2150"/>
                  </a:moveTo>
                  <a:lnTo>
                    <a:pt x="45623" y="2184"/>
                  </a:lnTo>
                  <a:cubicBezTo>
                    <a:pt x="45589" y="2184"/>
                    <a:pt x="45555" y="2218"/>
                    <a:pt x="45555" y="2286"/>
                  </a:cubicBezTo>
                  <a:cubicBezTo>
                    <a:pt x="45589" y="2321"/>
                    <a:pt x="45623" y="2355"/>
                    <a:pt x="45657" y="2355"/>
                  </a:cubicBezTo>
                  <a:lnTo>
                    <a:pt x="45794" y="2321"/>
                  </a:lnTo>
                  <a:cubicBezTo>
                    <a:pt x="45828" y="2321"/>
                    <a:pt x="45862" y="2286"/>
                    <a:pt x="45862" y="2218"/>
                  </a:cubicBezTo>
                  <a:cubicBezTo>
                    <a:pt x="45828" y="2184"/>
                    <a:pt x="45794" y="2150"/>
                    <a:pt x="45760" y="2150"/>
                  </a:cubicBezTo>
                  <a:close/>
                  <a:moveTo>
                    <a:pt x="45180" y="2252"/>
                  </a:moveTo>
                  <a:lnTo>
                    <a:pt x="45077" y="2286"/>
                  </a:lnTo>
                  <a:cubicBezTo>
                    <a:pt x="45043" y="2286"/>
                    <a:pt x="45009" y="2355"/>
                    <a:pt x="45009" y="2389"/>
                  </a:cubicBezTo>
                  <a:cubicBezTo>
                    <a:pt x="45009" y="2423"/>
                    <a:pt x="45043" y="2457"/>
                    <a:pt x="45077" y="2457"/>
                  </a:cubicBezTo>
                  <a:lnTo>
                    <a:pt x="45111" y="2457"/>
                  </a:lnTo>
                  <a:lnTo>
                    <a:pt x="45214" y="2423"/>
                  </a:lnTo>
                  <a:cubicBezTo>
                    <a:pt x="45282" y="2423"/>
                    <a:pt x="45316" y="2389"/>
                    <a:pt x="45282" y="2321"/>
                  </a:cubicBezTo>
                  <a:cubicBezTo>
                    <a:pt x="45282" y="2286"/>
                    <a:pt x="45248" y="2252"/>
                    <a:pt x="45180" y="2252"/>
                  </a:cubicBezTo>
                  <a:close/>
                  <a:moveTo>
                    <a:pt x="44666" y="2375"/>
                  </a:moveTo>
                  <a:cubicBezTo>
                    <a:pt x="44654" y="2375"/>
                    <a:pt x="44643" y="2380"/>
                    <a:pt x="44634" y="2389"/>
                  </a:cubicBezTo>
                  <a:lnTo>
                    <a:pt x="44531" y="2389"/>
                  </a:lnTo>
                  <a:cubicBezTo>
                    <a:pt x="44463" y="2389"/>
                    <a:pt x="44429" y="2457"/>
                    <a:pt x="44463" y="2491"/>
                  </a:cubicBezTo>
                  <a:cubicBezTo>
                    <a:pt x="44463" y="2525"/>
                    <a:pt x="44497" y="2559"/>
                    <a:pt x="44531" y="2559"/>
                  </a:cubicBezTo>
                  <a:lnTo>
                    <a:pt x="44668" y="2525"/>
                  </a:lnTo>
                  <a:cubicBezTo>
                    <a:pt x="44702" y="2525"/>
                    <a:pt x="44736" y="2491"/>
                    <a:pt x="44736" y="2457"/>
                  </a:cubicBezTo>
                  <a:cubicBezTo>
                    <a:pt x="44736" y="2407"/>
                    <a:pt x="44699" y="2375"/>
                    <a:pt x="44666" y="2375"/>
                  </a:cubicBezTo>
                  <a:close/>
                  <a:moveTo>
                    <a:pt x="44101" y="2478"/>
                  </a:moveTo>
                  <a:cubicBezTo>
                    <a:pt x="44088" y="2478"/>
                    <a:pt x="44072" y="2482"/>
                    <a:pt x="44053" y="2491"/>
                  </a:cubicBezTo>
                  <a:lnTo>
                    <a:pt x="43951" y="2491"/>
                  </a:lnTo>
                  <a:cubicBezTo>
                    <a:pt x="43917" y="2525"/>
                    <a:pt x="43883" y="2559"/>
                    <a:pt x="43883" y="2594"/>
                  </a:cubicBezTo>
                  <a:cubicBezTo>
                    <a:pt x="43883" y="2628"/>
                    <a:pt x="43917" y="2662"/>
                    <a:pt x="43985" y="2662"/>
                  </a:cubicBezTo>
                  <a:lnTo>
                    <a:pt x="44088" y="2662"/>
                  </a:lnTo>
                  <a:cubicBezTo>
                    <a:pt x="44156" y="2628"/>
                    <a:pt x="44190" y="2594"/>
                    <a:pt x="44156" y="2559"/>
                  </a:cubicBezTo>
                  <a:cubicBezTo>
                    <a:pt x="44156" y="2509"/>
                    <a:pt x="44138" y="2478"/>
                    <a:pt x="44101" y="2478"/>
                  </a:cubicBezTo>
                  <a:close/>
                  <a:moveTo>
                    <a:pt x="43507" y="2594"/>
                  </a:moveTo>
                  <a:lnTo>
                    <a:pt x="43405" y="2628"/>
                  </a:lnTo>
                  <a:cubicBezTo>
                    <a:pt x="43337" y="2628"/>
                    <a:pt x="43303" y="2662"/>
                    <a:pt x="43337" y="2696"/>
                  </a:cubicBezTo>
                  <a:cubicBezTo>
                    <a:pt x="43337" y="2764"/>
                    <a:pt x="43371" y="2764"/>
                    <a:pt x="43405" y="2764"/>
                  </a:cubicBezTo>
                  <a:lnTo>
                    <a:pt x="43542" y="2764"/>
                  </a:lnTo>
                  <a:cubicBezTo>
                    <a:pt x="43576" y="2764"/>
                    <a:pt x="43610" y="2696"/>
                    <a:pt x="43610" y="2662"/>
                  </a:cubicBezTo>
                  <a:cubicBezTo>
                    <a:pt x="43610" y="2628"/>
                    <a:pt x="43542" y="2594"/>
                    <a:pt x="43507" y="2594"/>
                  </a:cubicBezTo>
                  <a:close/>
                  <a:moveTo>
                    <a:pt x="42927" y="2696"/>
                  </a:moveTo>
                  <a:lnTo>
                    <a:pt x="42825" y="2730"/>
                  </a:lnTo>
                  <a:cubicBezTo>
                    <a:pt x="42791" y="2730"/>
                    <a:pt x="42757" y="2764"/>
                    <a:pt x="42757" y="2832"/>
                  </a:cubicBezTo>
                  <a:cubicBezTo>
                    <a:pt x="42757" y="2867"/>
                    <a:pt x="42791" y="2901"/>
                    <a:pt x="42859" y="2901"/>
                  </a:cubicBezTo>
                  <a:lnTo>
                    <a:pt x="42962" y="2867"/>
                  </a:lnTo>
                  <a:cubicBezTo>
                    <a:pt x="43030" y="2867"/>
                    <a:pt x="43064" y="2798"/>
                    <a:pt x="43030" y="2764"/>
                  </a:cubicBezTo>
                  <a:cubicBezTo>
                    <a:pt x="43030" y="2730"/>
                    <a:pt x="42996" y="2696"/>
                    <a:pt x="42927" y="2696"/>
                  </a:cubicBezTo>
                  <a:close/>
                  <a:moveTo>
                    <a:pt x="57157" y="2628"/>
                  </a:moveTo>
                  <a:cubicBezTo>
                    <a:pt x="57088" y="2628"/>
                    <a:pt x="57054" y="2662"/>
                    <a:pt x="57054" y="2696"/>
                  </a:cubicBezTo>
                  <a:lnTo>
                    <a:pt x="57054" y="2832"/>
                  </a:lnTo>
                  <a:cubicBezTo>
                    <a:pt x="57054" y="2867"/>
                    <a:pt x="57088" y="2901"/>
                    <a:pt x="57157" y="2901"/>
                  </a:cubicBezTo>
                  <a:cubicBezTo>
                    <a:pt x="57191" y="2901"/>
                    <a:pt x="57225" y="2867"/>
                    <a:pt x="57225" y="2832"/>
                  </a:cubicBezTo>
                  <a:lnTo>
                    <a:pt x="57225" y="2696"/>
                  </a:lnTo>
                  <a:cubicBezTo>
                    <a:pt x="57225" y="2662"/>
                    <a:pt x="57191" y="2628"/>
                    <a:pt x="57157" y="2628"/>
                  </a:cubicBezTo>
                  <a:close/>
                  <a:moveTo>
                    <a:pt x="42381" y="2798"/>
                  </a:moveTo>
                  <a:lnTo>
                    <a:pt x="42279" y="2832"/>
                  </a:lnTo>
                  <a:cubicBezTo>
                    <a:pt x="42211" y="2832"/>
                    <a:pt x="42177" y="2867"/>
                    <a:pt x="42211" y="2935"/>
                  </a:cubicBezTo>
                  <a:cubicBezTo>
                    <a:pt x="42211" y="2969"/>
                    <a:pt x="42245" y="3003"/>
                    <a:pt x="42279" y="3003"/>
                  </a:cubicBezTo>
                  <a:lnTo>
                    <a:pt x="42313" y="3003"/>
                  </a:lnTo>
                  <a:lnTo>
                    <a:pt x="42416" y="2969"/>
                  </a:lnTo>
                  <a:cubicBezTo>
                    <a:pt x="42450" y="2969"/>
                    <a:pt x="42484" y="2935"/>
                    <a:pt x="42484" y="2867"/>
                  </a:cubicBezTo>
                  <a:cubicBezTo>
                    <a:pt x="42484" y="2832"/>
                    <a:pt x="42416" y="2798"/>
                    <a:pt x="42381" y="2798"/>
                  </a:cubicBezTo>
                  <a:close/>
                  <a:moveTo>
                    <a:pt x="41801" y="2901"/>
                  </a:moveTo>
                  <a:lnTo>
                    <a:pt x="41699" y="2935"/>
                  </a:lnTo>
                  <a:cubicBezTo>
                    <a:pt x="41665" y="2935"/>
                    <a:pt x="41631" y="3003"/>
                    <a:pt x="41631" y="3037"/>
                  </a:cubicBezTo>
                  <a:cubicBezTo>
                    <a:pt x="41631" y="3071"/>
                    <a:pt x="41665" y="3105"/>
                    <a:pt x="41733" y="3105"/>
                  </a:cubicBezTo>
                  <a:lnTo>
                    <a:pt x="41835" y="3071"/>
                  </a:lnTo>
                  <a:cubicBezTo>
                    <a:pt x="41904" y="3071"/>
                    <a:pt x="41938" y="3037"/>
                    <a:pt x="41904" y="2969"/>
                  </a:cubicBezTo>
                  <a:cubicBezTo>
                    <a:pt x="41904" y="2935"/>
                    <a:pt x="41870" y="2901"/>
                    <a:pt x="41801" y="2901"/>
                  </a:cubicBezTo>
                  <a:close/>
                  <a:moveTo>
                    <a:pt x="41255" y="3003"/>
                  </a:moveTo>
                  <a:lnTo>
                    <a:pt x="41153" y="3037"/>
                  </a:lnTo>
                  <a:cubicBezTo>
                    <a:pt x="41085" y="3037"/>
                    <a:pt x="41051" y="3105"/>
                    <a:pt x="41085" y="3139"/>
                  </a:cubicBezTo>
                  <a:cubicBezTo>
                    <a:pt x="41085" y="3174"/>
                    <a:pt x="41119" y="3208"/>
                    <a:pt x="41153" y="3208"/>
                  </a:cubicBezTo>
                  <a:lnTo>
                    <a:pt x="41187" y="3208"/>
                  </a:lnTo>
                  <a:lnTo>
                    <a:pt x="41289" y="3174"/>
                  </a:lnTo>
                  <a:cubicBezTo>
                    <a:pt x="41324" y="3174"/>
                    <a:pt x="41358" y="3139"/>
                    <a:pt x="41358" y="3071"/>
                  </a:cubicBezTo>
                  <a:cubicBezTo>
                    <a:pt x="41358" y="3037"/>
                    <a:pt x="41289" y="3003"/>
                    <a:pt x="41255" y="3003"/>
                  </a:cubicBezTo>
                  <a:close/>
                  <a:moveTo>
                    <a:pt x="40723" y="3126"/>
                  </a:moveTo>
                  <a:cubicBezTo>
                    <a:pt x="40709" y="3126"/>
                    <a:pt x="40694" y="3130"/>
                    <a:pt x="40675" y="3139"/>
                  </a:cubicBezTo>
                  <a:lnTo>
                    <a:pt x="40573" y="3139"/>
                  </a:lnTo>
                  <a:cubicBezTo>
                    <a:pt x="40539" y="3174"/>
                    <a:pt x="40505" y="3208"/>
                    <a:pt x="40505" y="3242"/>
                  </a:cubicBezTo>
                  <a:cubicBezTo>
                    <a:pt x="40505" y="3276"/>
                    <a:pt x="40539" y="3310"/>
                    <a:pt x="40607" y="3310"/>
                  </a:cubicBezTo>
                  <a:lnTo>
                    <a:pt x="40709" y="3310"/>
                  </a:lnTo>
                  <a:cubicBezTo>
                    <a:pt x="40778" y="3276"/>
                    <a:pt x="40812" y="3242"/>
                    <a:pt x="40778" y="3208"/>
                  </a:cubicBezTo>
                  <a:cubicBezTo>
                    <a:pt x="40778" y="3158"/>
                    <a:pt x="40759" y="3126"/>
                    <a:pt x="40723" y="3126"/>
                  </a:cubicBezTo>
                  <a:close/>
                  <a:moveTo>
                    <a:pt x="40027" y="3242"/>
                  </a:moveTo>
                  <a:cubicBezTo>
                    <a:pt x="39959" y="3276"/>
                    <a:pt x="39925" y="3310"/>
                    <a:pt x="39959" y="3344"/>
                  </a:cubicBezTo>
                  <a:cubicBezTo>
                    <a:pt x="39959" y="3412"/>
                    <a:pt x="39993" y="3412"/>
                    <a:pt x="40027" y="3412"/>
                  </a:cubicBezTo>
                  <a:lnTo>
                    <a:pt x="40163" y="3412"/>
                  </a:lnTo>
                  <a:cubicBezTo>
                    <a:pt x="40198" y="3378"/>
                    <a:pt x="40232" y="3344"/>
                    <a:pt x="40232" y="3310"/>
                  </a:cubicBezTo>
                  <a:cubicBezTo>
                    <a:pt x="40232" y="3242"/>
                    <a:pt x="40163" y="3242"/>
                    <a:pt x="40129" y="3242"/>
                  </a:cubicBezTo>
                  <a:close/>
                  <a:moveTo>
                    <a:pt x="57157" y="3208"/>
                  </a:moveTo>
                  <a:cubicBezTo>
                    <a:pt x="57123" y="3208"/>
                    <a:pt x="57054" y="3242"/>
                    <a:pt x="57054" y="3276"/>
                  </a:cubicBezTo>
                  <a:lnTo>
                    <a:pt x="57054" y="3378"/>
                  </a:lnTo>
                  <a:cubicBezTo>
                    <a:pt x="57054" y="3447"/>
                    <a:pt x="57123" y="3481"/>
                    <a:pt x="57157" y="3481"/>
                  </a:cubicBezTo>
                  <a:cubicBezTo>
                    <a:pt x="57191" y="3481"/>
                    <a:pt x="57225" y="3447"/>
                    <a:pt x="57225" y="3378"/>
                  </a:cubicBezTo>
                  <a:lnTo>
                    <a:pt x="57225" y="3276"/>
                  </a:lnTo>
                  <a:cubicBezTo>
                    <a:pt x="57225" y="3242"/>
                    <a:pt x="57191" y="3208"/>
                    <a:pt x="57157" y="3208"/>
                  </a:cubicBezTo>
                  <a:close/>
                  <a:moveTo>
                    <a:pt x="39583" y="3344"/>
                  </a:moveTo>
                  <a:lnTo>
                    <a:pt x="39447" y="3378"/>
                  </a:lnTo>
                  <a:cubicBezTo>
                    <a:pt x="39413" y="3378"/>
                    <a:pt x="39379" y="3412"/>
                    <a:pt x="39379" y="3481"/>
                  </a:cubicBezTo>
                  <a:cubicBezTo>
                    <a:pt x="39379" y="3515"/>
                    <a:pt x="39447" y="3549"/>
                    <a:pt x="39481" y="3549"/>
                  </a:cubicBezTo>
                  <a:lnTo>
                    <a:pt x="39583" y="3515"/>
                  </a:lnTo>
                  <a:cubicBezTo>
                    <a:pt x="39652" y="3515"/>
                    <a:pt x="39686" y="3447"/>
                    <a:pt x="39652" y="3412"/>
                  </a:cubicBezTo>
                  <a:cubicBezTo>
                    <a:pt x="39652" y="3378"/>
                    <a:pt x="39617" y="3344"/>
                    <a:pt x="39583" y="3344"/>
                  </a:cubicBezTo>
                  <a:close/>
                  <a:moveTo>
                    <a:pt x="39003" y="3447"/>
                  </a:moveTo>
                  <a:lnTo>
                    <a:pt x="38901" y="3481"/>
                  </a:lnTo>
                  <a:cubicBezTo>
                    <a:pt x="38833" y="3481"/>
                    <a:pt x="38798" y="3515"/>
                    <a:pt x="38833" y="3583"/>
                  </a:cubicBezTo>
                  <a:cubicBezTo>
                    <a:pt x="38833" y="3617"/>
                    <a:pt x="38867" y="3651"/>
                    <a:pt x="38901" y="3651"/>
                  </a:cubicBezTo>
                  <a:lnTo>
                    <a:pt x="38935" y="3651"/>
                  </a:lnTo>
                  <a:lnTo>
                    <a:pt x="39037" y="3617"/>
                  </a:lnTo>
                  <a:cubicBezTo>
                    <a:pt x="39071" y="3617"/>
                    <a:pt x="39106" y="3549"/>
                    <a:pt x="39106" y="3515"/>
                  </a:cubicBezTo>
                  <a:cubicBezTo>
                    <a:pt x="39106" y="3481"/>
                    <a:pt x="39037" y="3447"/>
                    <a:pt x="39003" y="3447"/>
                  </a:cubicBezTo>
                  <a:close/>
                  <a:moveTo>
                    <a:pt x="38457" y="3549"/>
                  </a:moveTo>
                  <a:lnTo>
                    <a:pt x="38321" y="3583"/>
                  </a:lnTo>
                  <a:cubicBezTo>
                    <a:pt x="38287" y="3583"/>
                    <a:pt x="38253" y="3617"/>
                    <a:pt x="38253" y="3685"/>
                  </a:cubicBezTo>
                  <a:cubicBezTo>
                    <a:pt x="38287" y="3720"/>
                    <a:pt x="38321" y="3754"/>
                    <a:pt x="38355" y="3754"/>
                  </a:cubicBezTo>
                  <a:lnTo>
                    <a:pt x="38491" y="3720"/>
                  </a:lnTo>
                  <a:cubicBezTo>
                    <a:pt x="38526" y="3720"/>
                    <a:pt x="38560" y="3685"/>
                    <a:pt x="38560" y="3617"/>
                  </a:cubicBezTo>
                  <a:cubicBezTo>
                    <a:pt x="38526" y="3583"/>
                    <a:pt x="38491" y="3549"/>
                    <a:pt x="38457" y="3549"/>
                  </a:cubicBezTo>
                  <a:close/>
                  <a:moveTo>
                    <a:pt x="37877" y="3651"/>
                  </a:moveTo>
                  <a:lnTo>
                    <a:pt x="37775" y="3685"/>
                  </a:lnTo>
                  <a:cubicBezTo>
                    <a:pt x="37707" y="3685"/>
                    <a:pt x="37707" y="3754"/>
                    <a:pt x="37707" y="3788"/>
                  </a:cubicBezTo>
                  <a:cubicBezTo>
                    <a:pt x="37707" y="3822"/>
                    <a:pt x="37741" y="3856"/>
                    <a:pt x="37775" y="3856"/>
                  </a:cubicBezTo>
                  <a:lnTo>
                    <a:pt x="37809" y="3856"/>
                  </a:lnTo>
                  <a:lnTo>
                    <a:pt x="37911" y="3822"/>
                  </a:lnTo>
                  <a:cubicBezTo>
                    <a:pt x="37945" y="3822"/>
                    <a:pt x="37980" y="3788"/>
                    <a:pt x="37980" y="3720"/>
                  </a:cubicBezTo>
                  <a:cubicBezTo>
                    <a:pt x="37980" y="3685"/>
                    <a:pt x="37911" y="3651"/>
                    <a:pt x="37877" y="3651"/>
                  </a:cubicBezTo>
                  <a:close/>
                  <a:moveTo>
                    <a:pt x="37359" y="3774"/>
                  </a:moveTo>
                  <a:cubicBezTo>
                    <a:pt x="37349" y="3774"/>
                    <a:pt x="37340" y="3779"/>
                    <a:pt x="37331" y="3788"/>
                  </a:cubicBezTo>
                  <a:lnTo>
                    <a:pt x="37195" y="3788"/>
                  </a:lnTo>
                  <a:cubicBezTo>
                    <a:pt x="37161" y="3788"/>
                    <a:pt x="37126" y="3856"/>
                    <a:pt x="37126" y="3890"/>
                  </a:cubicBezTo>
                  <a:cubicBezTo>
                    <a:pt x="37161" y="3924"/>
                    <a:pt x="37195" y="3958"/>
                    <a:pt x="37229" y="3958"/>
                  </a:cubicBezTo>
                  <a:lnTo>
                    <a:pt x="37365" y="3958"/>
                  </a:lnTo>
                  <a:cubicBezTo>
                    <a:pt x="37399" y="3924"/>
                    <a:pt x="37434" y="3890"/>
                    <a:pt x="37434" y="3856"/>
                  </a:cubicBezTo>
                  <a:cubicBezTo>
                    <a:pt x="37409" y="3806"/>
                    <a:pt x="37384" y="3774"/>
                    <a:pt x="37359" y="3774"/>
                  </a:cubicBezTo>
                  <a:close/>
                  <a:moveTo>
                    <a:pt x="36799" y="3877"/>
                  </a:moveTo>
                  <a:cubicBezTo>
                    <a:pt x="36785" y="3877"/>
                    <a:pt x="36769" y="3881"/>
                    <a:pt x="36751" y="3890"/>
                  </a:cubicBezTo>
                  <a:lnTo>
                    <a:pt x="36649" y="3890"/>
                  </a:lnTo>
                  <a:cubicBezTo>
                    <a:pt x="36581" y="3924"/>
                    <a:pt x="36581" y="3958"/>
                    <a:pt x="36581" y="3993"/>
                  </a:cubicBezTo>
                  <a:cubicBezTo>
                    <a:pt x="36581" y="4061"/>
                    <a:pt x="36615" y="4061"/>
                    <a:pt x="36649" y="4061"/>
                  </a:cubicBezTo>
                  <a:lnTo>
                    <a:pt x="36785" y="4061"/>
                  </a:lnTo>
                  <a:cubicBezTo>
                    <a:pt x="36819" y="4027"/>
                    <a:pt x="36853" y="3993"/>
                    <a:pt x="36853" y="3958"/>
                  </a:cubicBezTo>
                  <a:cubicBezTo>
                    <a:pt x="36853" y="3908"/>
                    <a:pt x="36835" y="3877"/>
                    <a:pt x="36799" y="3877"/>
                  </a:cubicBezTo>
                  <a:close/>
                  <a:moveTo>
                    <a:pt x="57157" y="3754"/>
                  </a:moveTo>
                  <a:cubicBezTo>
                    <a:pt x="57123" y="3754"/>
                    <a:pt x="57088" y="3822"/>
                    <a:pt x="57088" y="3856"/>
                  </a:cubicBezTo>
                  <a:lnTo>
                    <a:pt x="57088" y="3958"/>
                  </a:lnTo>
                  <a:cubicBezTo>
                    <a:pt x="57088" y="4027"/>
                    <a:pt x="57123" y="4061"/>
                    <a:pt x="57157" y="4061"/>
                  </a:cubicBezTo>
                  <a:cubicBezTo>
                    <a:pt x="57225" y="4061"/>
                    <a:pt x="57259" y="4027"/>
                    <a:pt x="57259" y="3958"/>
                  </a:cubicBezTo>
                  <a:lnTo>
                    <a:pt x="57259" y="3856"/>
                  </a:lnTo>
                  <a:cubicBezTo>
                    <a:pt x="57259" y="3788"/>
                    <a:pt x="57225" y="3754"/>
                    <a:pt x="57157" y="3754"/>
                  </a:cubicBezTo>
                  <a:close/>
                  <a:moveTo>
                    <a:pt x="36205" y="3993"/>
                  </a:moveTo>
                  <a:lnTo>
                    <a:pt x="36069" y="4027"/>
                  </a:lnTo>
                  <a:cubicBezTo>
                    <a:pt x="36035" y="4027"/>
                    <a:pt x="36000" y="4061"/>
                    <a:pt x="36000" y="4095"/>
                  </a:cubicBezTo>
                  <a:cubicBezTo>
                    <a:pt x="36035" y="4163"/>
                    <a:pt x="36069" y="4197"/>
                    <a:pt x="36103" y="4197"/>
                  </a:cubicBezTo>
                  <a:cubicBezTo>
                    <a:pt x="36103" y="4197"/>
                    <a:pt x="36103" y="4197"/>
                    <a:pt x="36103" y="4163"/>
                  </a:cubicBezTo>
                  <a:lnTo>
                    <a:pt x="36239" y="4163"/>
                  </a:lnTo>
                  <a:cubicBezTo>
                    <a:pt x="36273" y="4163"/>
                    <a:pt x="36308" y="4095"/>
                    <a:pt x="36308" y="4061"/>
                  </a:cubicBezTo>
                  <a:cubicBezTo>
                    <a:pt x="36273" y="4027"/>
                    <a:pt x="36239" y="3993"/>
                    <a:pt x="36205" y="3993"/>
                  </a:cubicBezTo>
                  <a:close/>
                  <a:moveTo>
                    <a:pt x="35625" y="4095"/>
                  </a:moveTo>
                  <a:lnTo>
                    <a:pt x="35523" y="4129"/>
                  </a:lnTo>
                  <a:cubicBezTo>
                    <a:pt x="35489" y="4129"/>
                    <a:pt x="35454" y="4163"/>
                    <a:pt x="35454" y="4231"/>
                  </a:cubicBezTo>
                  <a:cubicBezTo>
                    <a:pt x="35454" y="4266"/>
                    <a:pt x="35489" y="4300"/>
                    <a:pt x="35523" y="4300"/>
                  </a:cubicBezTo>
                  <a:lnTo>
                    <a:pt x="35557" y="4300"/>
                  </a:lnTo>
                  <a:lnTo>
                    <a:pt x="35659" y="4266"/>
                  </a:lnTo>
                  <a:cubicBezTo>
                    <a:pt x="35693" y="4266"/>
                    <a:pt x="35727" y="4197"/>
                    <a:pt x="35727" y="4163"/>
                  </a:cubicBezTo>
                  <a:cubicBezTo>
                    <a:pt x="35727" y="4129"/>
                    <a:pt x="35693" y="4095"/>
                    <a:pt x="35625" y="4095"/>
                  </a:cubicBezTo>
                  <a:close/>
                  <a:moveTo>
                    <a:pt x="35079" y="4197"/>
                  </a:moveTo>
                  <a:lnTo>
                    <a:pt x="34943" y="4231"/>
                  </a:lnTo>
                  <a:cubicBezTo>
                    <a:pt x="34908" y="4231"/>
                    <a:pt x="34874" y="4266"/>
                    <a:pt x="34874" y="4334"/>
                  </a:cubicBezTo>
                  <a:cubicBezTo>
                    <a:pt x="34908" y="4368"/>
                    <a:pt x="34943" y="4402"/>
                    <a:pt x="34977" y="4402"/>
                  </a:cubicBezTo>
                  <a:lnTo>
                    <a:pt x="35113" y="4368"/>
                  </a:lnTo>
                  <a:cubicBezTo>
                    <a:pt x="35147" y="4368"/>
                    <a:pt x="35181" y="4334"/>
                    <a:pt x="35181" y="4266"/>
                  </a:cubicBezTo>
                  <a:cubicBezTo>
                    <a:pt x="35147" y="4231"/>
                    <a:pt x="35113" y="4197"/>
                    <a:pt x="35079" y="4197"/>
                  </a:cubicBezTo>
                  <a:close/>
                  <a:moveTo>
                    <a:pt x="34499" y="4300"/>
                  </a:moveTo>
                  <a:lnTo>
                    <a:pt x="34397" y="4334"/>
                  </a:lnTo>
                  <a:cubicBezTo>
                    <a:pt x="34363" y="4334"/>
                    <a:pt x="34328" y="4402"/>
                    <a:pt x="34328" y="4436"/>
                  </a:cubicBezTo>
                  <a:cubicBezTo>
                    <a:pt x="34328" y="4470"/>
                    <a:pt x="34363" y="4504"/>
                    <a:pt x="34397" y="4504"/>
                  </a:cubicBezTo>
                  <a:lnTo>
                    <a:pt x="34431" y="4504"/>
                  </a:lnTo>
                  <a:lnTo>
                    <a:pt x="34533" y="4470"/>
                  </a:lnTo>
                  <a:cubicBezTo>
                    <a:pt x="34601" y="4470"/>
                    <a:pt x="34601" y="4436"/>
                    <a:pt x="34601" y="4368"/>
                  </a:cubicBezTo>
                  <a:cubicBezTo>
                    <a:pt x="34601" y="4334"/>
                    <a:pt x="34567" y="4300"/>
                    <a:pt x="34499" y="4300"/>
                  </a:cubicBezTo>
                  <a:close/>
                  <a:moveTo>
                    <a:pt x="33980" y="4423"/>
                  </a:moveTo>
                  <a:cubicBezTo>
                    <a:pt x="33971" y="4423"/>
                    <a:pt x="33962" y="4427"/>
                    <a:pt x="33953" y="4436"/>
                  </a:cubicBezTo>
                  <a:lnTo>
                    <a:pt x="33817" y="4436"/>
                  </a:lnTo>
                  <a:cubicBezTo>
                    <a:pt x="33782" y="4436"/>
                    <a:pt x="33748" y="4504"/>
                    <a:pt x="33748" y="4539"/>
                  </a:cubicBezTo>
                  <a:cubicBezTo>
                    <a:pt x="33782" y="4573"/>
                    <a:pt x="33817" y="4607"/>
                    <a:pt x="33851" y="4607"/>
                  </a:cubicBezTo>
                  <a:lnTo>
                    <a:pt x="33987" y="4573"/>
                  </a:lnTo>
                  <a:cubicBezTo>
                    <a:pt x="34021" y="4573"/>
                    <a:pt x="34055" y="4539"/>
                    <a:pt x="34055" y="4504"/>
                  </a:cubicBezTo>
                  <a:cubicBezTo>
                    <a:pt x="34030" y="4454"/>
                    <a:pt x="34005" y="4423"/>
                    <a:pt x="33980" y="4423"/>
                  </a:cubicBezTo>
                  <a:close/>
                  <a:moveTo>
                    <a:pt x="57157" y="4334"/>
                  </a:moveTo>
                  <a:cubicBezTo>
                    <a:pt x="57123" y="4334"/>
                    <a:pt x="57088" y="4368"/>
                    <a:pt x="57088" y="4436"/>
                  </a:cubicBezTo>
                  <a:lnTo>
                    <a:pt x="57088" y="4539"/>
                  </a:lnTo>
                  <a:cubicBezTo>
                    <a:pt x="57088" y="4573"/>
                    <a:pt x="57123" y="4641"/>
                    <a:pt x="57157" y="4641"/>
                  </a:cubicBezTo>
                  <a:cubicBezTo>
                    <a:pt x="57225" y="4641"/>
                    <a:pt x="57259" y="4573"/>
                    <a:pt x="57259" y="4539"/>
                  </a:cubicBezTo>
                  <a:lnTo>
                    <a:pt x="57259" y="4436"/>
                  </a:lnTo>
                  <a:cubicBezTo>
                    <a:pt x="57259" y="4368"/>
                    <a:pt x="57225" y="4334"/>
                    <a:pt x="57157" y="4334"/>
                  </a:cubicBezTo>
                  <a:close/>
                  <a:moveTo>
                    <a:pt x="33420" y="4525"/>
                  </a:moveTo>
                  <a:cubicBezTo>
                    <a:pt x="33407" y="4525"/>
                    <a:pt x="33391" y="4529"/>
                    <a:pt x="33373" y="4539"/>
                  </a:cubicBezTo>
                  <a:lnTo>
                    <a:pt x="33271" y="4539"/>
                  </a:lnTo>
                  <a:cubicBezTo>
                    <a:pt x="33236" y="4573"/>
                    <a:pt x="33202" y="4607"/>
                    <a:pt x="33202" y="4641"/>
                  </a:cubicBezTo>
                  <a:cubicBezTo>
                    <a:pt x="33202" y="4675"/>
                    <a:pt x="33236" y="4709"/>
                    <a:pt x="33271" y="4709"/>
                  </a:cubicBezTo>
                  <a:lnTo>
                    <a:pt x="33407" y="4709"/>
                  </a:lnTo>
                  <a:cubicBezTo>
                    <a:pt x="33475" y="4675"/>
                    <a:pt x="33475" y="4641"/>
                    <a:pt x="33475" y="4607"/>
                  </a:cubicBezTo>
                  <a:cubicBezTo>
                    <a:pt x="33475" y="4557"/>
                    <a:pt x="33457" y="4525"/>
                    <a:pt x="33420" y="4525"/>
                  </a:cubicBezTo>
                  <a:close/>
                  <a:moveTo>
                    <a:pt x="32690" y="4641"/>
                  </a:moveTo>
                  <a:cubicBezTo>
                    <a:pt x="32656" y="4675"/>
                    <a:pt x="32622" y="4709"/>
                    <a:pt x="32622" y="4743"/>
                  </a:cubicBezTo>
                  <a:cubicBezTo>
                    <a:pt x="32656" y="4812"/>
                    <a:pt x="32690" y="4812"/>
                    <a:pt x="32725" y="4812"/>
                  </a:cubicBezTo>
                  <a:lnTo>
                    <a:pt x="32861" y="4812"/>
                  </a:lnTo>
                  <a:cubicBezTo>
                    <a:pt x="32895" y="4812"/>
                    <a:pt x="32929" y="4743"/>
                    <a:pt x="32929" y="4709"/>
                  </a:cubicBezTo>
                  <a:cubicBezTo>
                    <a:pt x="32895" y="4641"/>
                    <a:pt x="32861" y="4641"/>
                    <a:pt x="32827" y="4641"/>
                  </a:cubicBezTo>
                  <a:close/>
                  <a:moveTo>
                    <a:pt x="32247" y="4743"/>
                  </a:moveTo>
                  <a:lnTo>
                    <a:pt x="32145" y="4777"/>
                  </a:lnTo>
                  <a:cubicBezTo>
                    <a:pt x="32110" y="4777"/>
                    <a:pt x="32076" y="4812"/>
                    <a:pt x="32076" y="4880"/>
                  </a:cubicBezTo>
                  <a:cubicBezTo>
                    <a:pt x="32076" y="4914"/>
                    <a:pt x="32110" y="4948"/>
                    <a:pt x="32145" y="4948"/>
                  </a:cubicBezTo>
                  <a:lnTo>
                    <a:pt x="32179" y="4948"/>
                  </a:lnTo>
                  <a:lnTo>
                    <a:pt x="32281" y="4914"/>
                  </a:lnTo>
                  <a:cubicBezTo>
                    <a:pt x="32349" y="4914"/>
                    <a:pt x="32383" y="4846"/>
                    <a:pt x="32349" y="4812"/>
                  </a:cubicBezTo>
                  <a:cubicBezTo>
                    <a:pt x="32349" y="4777"/>
                    <a:pt x="32315" y="4743"/>
                    <a:pt x="32247" y="4743"/>
                  </a:cubicBezTo>
                  <a:close/>
                  <a:moveTo>
                    <a:pt x="31701" y="4846"/>
                  </a:moveTo>
                  <a:lnTo>
                    <a:pt x="31599" y="4880"/>
                  </a:lnTo>
                  <a:cubicBezTo>
                    <a:pt x="31530" y="4880"/>
                    <a:pt x="31496" y="4914"/>
                    <a:pt x="31530" y="4982"/>
                  </a:cubicBezTo>
                  <a:cubicBezTo>
                    <a:pt x="31530" y="5016"/>
                    <a:pt x="31564" y="5050"/>
                    <a:pt x="31599" y="5050"/>
                  </a:cubicBezTo>
                  <a:lnTo>
                    <a:pt x="31735" y="5016"/>
                  </a:lnTo>
                  <a:cubicBezTo>
                    <a:pt x="31769" y="5016"/>
                    <a:pt x="31803" y="4982"/>
                    <a:pt x="31803" y="4914"/>
                  </a:cubicBezTo>
                  <a:cubicBezTo>
                    <a:pt x="31803" y="4880"/>
                    <a:pt x="31735" y="4846"/>
                    <a:pt x="31701" y="4846"/>
                  </a:cubicBezTo>
                  <a:close/>
                  <a:moveTo>
                    <a:pt x="31121" y="4948"/>
                  </a:moveTo>
                  <a:lnTo>
                    <a:pt x="31018" y="4982"/>
                  </a:lnTo>
                  <a:cubicBezTo>
                    <a:pt x="30984" y="4982"/>
                    <a:pt x="30950" y="5050"/>
                    <a:pt x="30950" y="5085"/>
                  </a:cubicBezTo>
                  <a:cubicBezTo>
                    <a:pt x="30950" y="5119"/>
                    <a:pt x="30984" y="5153"/>
                    <a:pt x="31053" y="5153"/>
                  </a:cubicBezTo>
                  <a:lnTo>
                    <a:pt x="31155" y="5119"/>
                  </a:lnTo>
                  <a:cubicBezTo>
                    <a:pt x="31223" y="5119"/>
                    <a:pt x="31257" y="5085"/>
                    <a:pt x="31223" y="5016"/>
                  </a:cubicBezTo>
                  <a:cubicBezTo>
                    <a:pt x="31223" y="4982"/>
                    <a:pt x="31189" y="4948"/>
                    <a:pt x="31121" y="4948"/>
                  </a:cubicBezTo>
                  <a:close/>
                  <a:moveTo>
                    <a:pt x="57157" y="4914"/>
                  </a:moveTo>
                  <a:cubicBezTo>
                    <a:pt x="57123" y="4914"/>
                    <a:pt x="57088" y="4948"/>
                    <a:pt x="57088" y="4982"/>
                  </a:cubicBezTo>
                  <a:lnTo>
                    <a:pt x="57088" y="5119"/>
                  </a:lnTo>
                  <a:cubicBezTo>
                    <a:pt x="57088" y="5153"/>
                    <a:pt x="57123" y="5187"/>
                    <a:pt x="57191" y="5187"/>
                  </a:cubicBezTo>
                  <a:cubicBezTo>
                    <a:pt x="57225" y="5187"/>
                    <a:pt x="57259" y="5153"/>
                    <a:pt x="57259" y="5119"/>
                  </a:cubicBezTo>
                  <a:lnTo>
                    <a:pt x="57259" y="4982"/>
                  </a:lnTo>
                  <a:cubicBezTo>
                    <a:pt x="57259" y="4948"/>
                    <a:pt x="57225" y="4914"/>
                    <a:pt x="57157" y="4914"/>
                  </a:cubicBezTo>
                  <a:close/>
                  <a:moveTo>
                    <a:pt x="30575" y="5050"/>
                  </a:moveTo>
                  <a:lnTo>
                    <a:pt x="30472" y="5085"/>
                  </a:lnTo>
                  <a:cubicBezTo>
                    <a:pt x="30404" y="5085"/>
                    <a:pt x="30370" y="5153"/>
                    <a:pt x="30404" y="5187"/>
                  </a:cubicBezTo>
                  <a:cubicBezTo>
                    <a:pt x="30404" y="5221"/>
                    <a:pt x="30438" y="5255"/>
                    <a:pt x="30472" y="5255"/>
                  </a:cubicBezTo>
                  <a:lnTo>
                    <a:pt x="30507" y="5255"/>
                  </a:lnTo>
                  <a:lnTo>
                    <a:pt x="30609" y="5221"/>
                  </a:lnTo>
                  <a:cubicBezTo>
                    <a:pt x="30643" y="5221"/>
                    <a:pt x="30677" y="5187"/>
                    <a:pt x="30677" y="5119"/>
                  </a:cubicBezTo>
                  <a:cubicBezTo>
                    <a:pt x="30677" y="5085"/>
                    <a:pt x="30609" y="5050"/>
                    <a:pt x="30575" y="5050"/>
                  </a:cubicBezTo>
                  <a:close/>
                  <a:moveTo>
                    <a:pt x="30042" y="5173"/>
                  </a:moveTo>
                  <a:cubicBezTo>
                    <a:pt x="30029" y="5173"/>
                    <a:pt x="30013" y="5178"/>
                    <a:pt x="29995" y="5187"/>
                  </a:cubicBezTo>
                  <a:lnTo>
                    <a:pt x="29892" y="5187"/>
                  </a:lnTo>
                  <a:cubicBezTo>
                    <a:pt x="29858" y="5221"/>
                    <a:pt x="29824" y="5255"/>
                    <a:pt x="29824" y="5289"/>
                  </a:cubicBezTo>
                  <a:cubicBezTo>
                    <a:pt x="29824" y="5323"/>
                    <a:pt x="29858" y="5357"/>
                    <a:pt x="29927" y="5357"/>
                  </a:cubicBezTo>
                  <a:lnTo>
                    <a:pt x="30029" y="5357"/>
                  </a:lnTo>
                  <a:cubicBezTo>
                    <a:pt x="30097" y="5323"/>
                    <a:pt x="30131" y="5289"/>
                    <a:pt x="30097" y="5255"/>
                  </a:cubicBezTo>
                  <a:cubicBezTo>
                    <a:pt x="30097" y="5205"/>
                    <a:pt x="30079" y="5173"/>
                    <a:pt x="30042" y="5173"/>
                  </a:cubicBezTo>
                  <a:close/>
                  <a:moveTo>
                    <a:pt x="29346" y="5289"/>
                  </a:moveTo>
                  <a:cubicBezTo>
                    <a:pt x="29278" y="5323"/>
                    <a:pt x="29244" y="5357"/>
                    <a:pt x="29278" y="5392"/>
                  </a:cubicBezTo>
                  <a:cubicBezTo>
                    <a:pt x="29278" y="5460"/>
                    <a:pt x="29312" y="5460"/>
                    <a:pt x="29346" y="5460"/>
                  </a:cubicBezTo>
                  <a:lnTo>
                    <a:pt x="29483" y="5460"/>
                  </a:lnTo>
                  <a:cubicBezTo>
                    <a:pt x="29517" y="5426"/>
                    <a:pt x="29551" y="5392"/>
                    <a:pt x="29551" y="5357"/>
                  </a:cubicBezTo>
                  <a:cubicBezTo>
                    <a:pt x="29551" y="5289"/>
                    <a:pt x="29483" y="5289"/>
                    <a:pt x="29449" y="5289"/>
                  </a:cubicBezTo>
                  <a:close/>
                  <a:moveTo>
                    <a:pt x="57348" y="5344"/>
                  </a:moveTo>
                  <a:cubicBezTo>
                    <a:pt x="57311" y="5344"/>
                    <a:pt x="57293" y="5376"/>
                    <a:pt x="57293" y="5426"/>
                  </a:cubicBezTo>
                  <a:cubicBezTo>
                    <a:pt x="57259" y="5460"/>
                    <a:pt x="57293" y="5494"/>
                    <a:pt x="57327" y="5528"/>
                  </a:cubicBezTo>
                  <a:lnTo>
                    <a:pt x="57430" y="5562"/>
                  </a:lnTo>
                  <a:lnTo>
                    <a:pt x="57464" y="5562"/>
                  </a:lnTo>
                  <a:cubicBezTo>
                    <a:pt x="57498" y="5562"/>
                    <a:pt x="57532" y="5528"/>
                    <a:pt x="57566" y="5494"/>
                  </a:cubicBezTo>
                  <a:cubicBezTo>
                    <a:pt x="57566" y="5460"/>
                    <a:pt x="57532" y="5392"/>
                    <a:pt x="57498" y="5392"/>
                  </a:cubicBezTo>
                  <a:lnTo>
                    <a:pt x="57396" y="5357"/>
                  </a:lnTo>
                  <a:cubicBezTo>
                    <a:pt x="57377" y="5348"/>
                    <a:pt x="57361" y="5344"/>
                    <a:pt x="57348" y="5344"/>
                  </a:cubicBezTo>
                  <a:close/>
                  <a:moveTo>
                    <a:pt x="28869" y="5392"/>
                  </a:moveTo>
                  <a:lnTo>
                    <a:pt x="28766" y="5426"/>
                  </a:lnTo>
                  <a:cubicBezTo>
                    <a:pt x="28732" y="5426"/>
                    <a:pt x="28698" y="5460"/>
                    <a:pt x="28698" y="5528"/>
                  </a:cubicBezTo>
                  <a:cubicBezTo>
                    <a:pt x="28698" y="5562"/>
                    <a:pt x="28732" y="5596"/>
                    <a:pt x="28800" y="5596"/>
                  </a:cubicBezTo>
                  <a:lnTo>
                    <a:pt x="28903" y="5562"/>
                  </a:lnTo>
                  <a:cubicBezTo>
                    <a:pt x="28971" y="5562"/>
                    <a:pt x="29005" y="5494"/>
                    <a:pt x="28971" y="5460"/>
                  </a:cubicBezTo>
                  <a:cubicBezTo>
                    <a:pt x="28971" y="5426"/>
                    <a:pt x="28937" y="5392"/>
                    <a:pt x="28869" y="5392"/>
                  </a:cubicBezTo>
                  <a:close/>
                  <a:moveTo>
                    <a:pt x="28323" y="5494"/>
                  </a:moveTo>
                  <a:lnTo>
                    <a:pt x="28220" y="5528"/>
                  </a:lnTo>
                  <a:cubicBezTo>
                    <a:pt x="28152" y="5528"/>
                    <a:pt x="28118" y="5562"/>
                    <a:pt x="28152" y="5630"/>
                  </a:cubicBezTo>
                  <a:cubicBezTo>
                    <a:pt x="28152" y="5665"/>
                    <a:pt x="28186" y="5699"/>
                    <a:pt x="28220" y="5699"/>
                  </a:cubicBezTo>
                  <a:lnTo>
                    <a:pt x="28254" y="5699"/>
                  </a:lnTo>
                  <a:lnTo>
                    <a:pt x="28357" y="5665"/>
                  </a:lnTo>
                  <a:cubicBezTo>
                    <a:pt x="28391" y="5665"/>
                    <a:pt x="28425" y="5596"/>
                    <a:pt x="28425" y="5562"/>
                  </a:cubicBezTo>
                  <a:cubicBezTo>
                    <a:pt x="28425" y="5528"/>
                    <a:pt x="28357" y="5494"/>
                    <a:pt x="28323" y="5494"/>
                  </a:cubicBezTo>
                  <a:close/>
                  <a:moveTo>
                    <a:pt x="57942" y="5528"/>
                  </a:moveTo>
                  <a:cubicBezTo>
                    <a:pt x="57873" y="5528"/>
                    <a:pt x="57839" y="5528"/>
                    <a:pt x="57839" y="5596"/>
                  </a:cubicBezTo>
                  <a:cubicBezTo>
                    <a:pt x="57805" y="5630"/>
                    <a:pt x="57839" y="5665"/>
                    <a:pt x="57873" y="5699"/>
                  </a:cubicBezTo>
                  <a:lnTo>
                    <a:pt x="57976" y="5733"/>
                  </a:lnTo>
                  <a:lnTo>
                    <a:pt x="58010" y="5733"/>
                  </a:lnTo>
                  <a:cubicBezTo>
                    <a:pt x="58044" y="5733"/>
                    <a:pt x="58078" y="5699"/>
                    <a:pt x="58112" y="5665"/>
                  </a:cubicBezTo>
                  <a:cubicBezTo>
                    <a:pt x="58112" y="5630"/>
                    <a:pt x="58078" y="5596"/>
                    <a:pt x="58044" y="5562"/>
                  </a:cubicBezTo>
                  <a:lnTo>
                    <a:pt x="57942" y="5528"/>
                  </a:lnTo>
                  <a:close/>
                  <a:moveTo>
                    <a:pt x="27777" y="5596"/>
                  </a:moveTo>
                  <a:lnTo>
                    <a:pt x="27640" y="5630"/>
                  </a:lnTo>
                  <a:cubicBezTo>
                    <a:pt x="27606" y="5630"/>
                    <a:pt x="27572" y="5665"/>
                    <a:pt x="27572" y="5733"/>
                  </a:cubicBezTo>
                  <a:cubicBezTo>
                    <a:pt x="27572" y="5767"/>
                    <a:pt x="27606" y="5801"/>
                    <a:pt x="27674" y="5801"/>
                  </a:cubicBezTo>
                  <a:lnTo>
                    <a:pt x="27777" y="5767"/>
                  </a:lnTo>
                  <a:cubicBezTo>
                    <a:pt x="27845" y="5767"/>
                    <a:pt x="27879" y="5733"/>
                    <a:pt x="27845" y="5665"/>
                  </a:cubicBezTo>
                  <a:cubicBezTo>
                    <a:pt x="27845" y="5630"/>
                    <a:pt x="27811" y="5596"/>
                    <a:pt x="27777" y="5596"/>
                  </a:cubicBezTo>
                  <a:close/>
                  <a:moveTo>
                    <a:pt x="27197" y="5699"/>
                  </a:moveTo>
                  <a:lnTo>
                    <a:pt x="27094" y="5733"/>
                  </a:lnTo>
                  <a:cubicBezTo>
                    <a:pt x="27026" y="5733"/>
                    <a:pt x="26992" y="5801"/>
                    <a:pt x="27026" y="5835"/>
                  </a:cubicBezTo>
                  <a:cubicBezTo>
                    <a:pt x="27026" y="5869"/>
                    <a:pt x="27060" y="5903"/>
                    <a:pt x="27094" y="5903"/>
                  </a:cubicBezTo>
                  <a:lnTo>
                    <a:pt x="27128" y="5903"/>
                  </a:lnTo>
                  <a:lnTo>
                    <a:pt x="27231" y="5869"/>
                  </a:lnTo>
                  <a:cubicBezTo>
                    <a:pt x="27265" y="5869"/>
                    <a:pt x="27299" y="5835"/>
                    <a:pt x="27299" y="5767"/>
                  </a:cubicBezTo>
                  <a:cubicBezTo>
                    <a:pt x="27299" y="5733"/>
                    <a:pt x="27231" y="5699"/>
                    <a:pt x="27197" y="5699"/>
                  </a:cubicBezTo>
                  <a:close/>
                  <a:moveTo>
                    <a:pt x="58487" y="5699"/>
                  </a:moveTo>
                  <a:cubicBezTo>
                    <a:pt x="58419" y="5699"/>
                    <a:pt x="58385" y="5733"/>
                    <a:pt x="58385" y="5767"/>
                  </a:cubicBezTo>
                  <a:cubicBezTo>
                    <a:pt x="58351" y="5801"/>
                    <a:pt x="58385" y="5869"/>
                    <a:pt x="58419" y="5869"/>
                  </a:cubicBezTo>
                  <a:lnTo>
                    <a:pt x="58522" y="5903"/>
                  </a:lnTo>
                  <a:lnTo>
                    <a:pt x="58556" y="5903"/>
                  </a:lnTo>
                  <a:cubicBezTo>
                    <a:pt x="58590" y="5903"/>
                    <a:pt x="58624" y="5903"/>
                    <a:pt x="58658" y="5835"/>
                  </a:cubicBezTo>
                  <a:cubicBezTo>
                    <a:pt x="58658" y="5801"/>
                    <a:pt x="58624" y="5767"/>
                    <a:pt x="58590" y="5733"/>
                  </a:cubicBezTo>
                  <a:lnTo>
                    <a:pt x="58487" y="5699"/>
                  </a:lnTo>
                  <a:close/>
                  <a:moveTo>
                    <a:pt x="26677" y="5822"/>
                  </a:moveTo>
                  <a:cubicBezTo>
                    <a:pt x="26669" y="5822"/>
                    <a:pt x="26660" y="5826"/>
                    <a:pt x="26651" y="5835"/>
                  </a:cubicBezTo>
                  <a:lnTo>
                    <a:pt x="26514" y="5835"/>
                  </a:lnTo>
                  <a:cubicBezTo>
                    <a:pt x="26480" y="5835"/>
                    <a:pt x="26446" y="5903"/>
                    <a:pt x="26446" y="5938"/>
                  </a:cubicBezTo>
                  <a:cubicBezTo>
                    <a:pt x="26446" y="5972"/>
                    <a:pt x="26514" y="6006"/>
                    <a:pt x="26548" y="6006"/>
                  </a:cubicBezTo>
                  <a:lnTo>
                    <a:pt x="26651" y="6006"/>
                  </a:lnTo>
                  <a:cubicBezTo>
                    <a:pt x="26719" y="5972"/>
                    <a:pt x="26753" y="5938"/>
                    <a:pt x="26719" y="5903"/>
                  </a:cubicBezTo>
                  <a:cubicBezTo>
                    <a:pt x="26719" y="5853"/>
                    <a:pt x="26701" y="5822"/>
                    <a:pt x="26677" y="5822"/>
                  </a:cubicBezTo>
                  <a:close/>
                  <a:moveTo>
                    <a:pt x="59033" y="5869"/>
                  </a:moveTo>
                  <a:cubicBezTo>
                    <a:pt x="58965" y="5869"/>
                    <a:pt x="58931" y="5903"/>
                    <a:pt x="58897" y="5938"/>
                  </a:cubicBezTo>
                  <a:cubicBezTo>
                    <a:pt x="58897" y="5972"/>
                    <a:pt x="58931" y="6040"/>
                    <a:pt x="58965" y="6040"/>
                  </a:cubicBezTo>
                  <a:lnTo>
                    <a:pt x="59068" y="6074"/>
                  </a:lnTo>
                  <a:lnTo>
                    <a:pt x="59102" y="6074"/>
                  </a:lnTo>
                  <a:cubicBezTo>
                    <a:pt x="59136" y="6074"/>
                    <a:pt x="59170" y="6074"/>
                    <a:pt x="59170" y="6040"/>
                  </a:cubicBezTo>
                  <a:cubicBezTo>
                    <a:pt x="59204" y="5972"/>
                    <a:pt x="59170" y="5938"/>
                    <a:pt x="59136" y="5903"/>
                  </a:cubicBezTo>
                  <a:lnTo>
                    <a:pt x="59033" y="5869"/>
                  </a:lnTo>
                  <a:close/>
                  <a:moveTo>
                    <a:pt x="25968" y="5938"/>
                  </a:moveTo>
                  <a:cubicBezTo>
                    <a:pt x="25900" y="5972"/>
                    <a:pt x="25900" y="6006"/>
                    <a:pt x="25900" y="6040"/>
                  </a:cubicBezTo>
                  <a:cubicBezTo>
                    <a:pt x="25900" y="6108"/>
                    <a:pt x="25934" y="6108"/>
                    <a:pt x="25968" y="6108"/>
                  </a:cubicBezTo>
                  <a:lnTo>
                    <a:pt x="26105" y="6108"/>
                  </a:lnTo>
                  <a:cubicBezTo>
                    <a:pt x="26139" y="6074"/>
                    <a:pt x="26173" y="6040"/>
                    <a:pt x="26173" y="6006"/>
                  </a:cubicBezTo>
                  <a:cubicBezTo>
                    <a:pt x="26173" y="5938"/>
                    <a:pt x="26105" y="5938"/>
                    <a:pt x="26071" y="5938"/>
                  </a:cubicBezTo>
                  <a:close/>
                  <a:moveTo>
                    <a:pt x="25525" y="6040"/>
                  </a:moveTo>
                  <a:lnTo>
                    <a:pt x="25388" y="6074"/>
                  </a:lnTo>
                  <a:cubicBezTo>
                    <a:pt x="25354" y="6074"/>
                    <a:pt x="25320" y="6108"/>
                    <a:pt x="25320" y="6142"/>
                  </a:cubicBezTo>
                  <a:cubicBezTo>
                    <a:pt x="25354" y="6211"/>
                    <a:pt x="25388" y="6245"/>
                    <a:pt x="25422" y="6245"/>
                  </a:cubicBezTo>
                  <a:cubicBezTo>
                    <a:pt x="25422" y="6245"/>
                    <a:pt x="25422" y="6245"/>
                    <a:pt x="25422" y="6211"/>
                  </a:cubicBezTo>
                  <a:lnTo>
                    <a:pt x="25559" y="6211"/>
                  </a:lnTo>
                  <a:cubicBezTo>
                    <a:pt x="25593" y="6211"/>
                    <a:pt x="25627" y="6142"/>
                    <a:pt x="25627" y="6108"/>
                  </a:cubicBezTo>
                  <a:cubicBezTo>
                    <a:pt x="25593" y="6074"/>
                    <a:pt x="25559" y="6040"/>
                    <a:pt x="25525" y="6040"/>
                  </a:cubicBezTo>
                  <a:close/>
                  <a:moveTo>
                    <a:pt x="59527" y="6060"/>
                  </a:moveTo>
                  <a:cubicBezTo>
                    <a:pt x="59491" y="6060"/>
                    <a:pt x="59467" y="6084"/>
                    <a:pt x="59443" y="6108"/>
                  </a:cubicBezTo>
                  <a:cubicBezTo>
                    <a:pt x="59443" y="6176"/>
                    <a:pt x="59477" y="6211"/>
                    <a:pt x="59511" y="6211"/>
                  </a:cubicBezTo>
                  <a:lnTo>
                    <a:pt x="59614" y="6245"/>
                  </a:lnTo>
                  <a:cubicBezTo>
                    <a:pt x="59614" y="6279"/>
                    <a:pt x="59648" y="6279"/>
                    <a:pt x="59648" y="6279"/>
                  </a:cubicBezTo>
                  <a:cubicBezTo>
                    <a:pt x="59682" y="6279"/>
                    <a:pt x="59716" y="6245"/>
                    <a:pt x="59716" y="6211"/>
                  </a:cubicBezTo>
                  <a:cubicBezTo>
                    <a:pt x="59750" y="6176"/>
                    <a:pt x="59716" y="6108"/>
                    <a:pt x="59682" y="6108"/>
                  </a:cubicBezTo>
                  <a:lnTo>
                    <a:pt x="59579" y="6074"/>
                  </a:lnTo>
                  <a:cubicBezTo>
                    <a:pt x="59559" y="6064"/>
                    <a:pt x="59542" y="6060"/>
                    <a:pt x="59527" y="6060"/>
                  </a:cubicBezTo>
                  <a:close/>
                  <a:moveTo>
                    <a:pt x="24945" y="6142"/>
                  </a:moveTo>
                  <a:lnTo>
                    <a:pt x="24842" y="6176"/>
                  </a:lnTo>
                  <a:cubicBezTo>
                    <a:pt x="24774" y="6176"/>
                    <a:pt x="24774" y="6211"/>
                    <a:pt x="24774" y="6279"/>
                  </a:cubicBezTo>
                  <a:cubicBezTo>
                    <a:pt x="24774" y="6313"/>
                    <a:pt x="24808" y="6347"/>
                    <a:pt x="24842" y="6347"/>
                  </a:cubicBezTo>
                  <a:lnTo>
                    <a:pt x="24876" y="6347"/>
                  </a:lnTo>
                  <a:lnTo>
                    <a:pt x="24979" y="6313"/>
                  </a:lnTo>
                  <a:cubicBezTo>
                    <a:pt x="25013" y="6313"/>
                    <a:pt x="25047" y="6245"/>
                    <a:pt x="25047" y="6211"/>
                  </a:cubicBezTo>
                  <a:cubicBezTo>
                    <a:pt x="25047" y="6176"/>
                    <a:pt x="25013" y="6142"/>
                    <a:pt x="24945" y="6142"/>
                  </a:cubicBezTo>
                  <a:close/>
                  <a:moveTo>
                    <a:pt x="24399" y="6245"/>
                  </a:moveTo>
                  <a:lnTo>
                    <a:pt x="24262" y="6279"/>
                  </a:lnTo>
                  <a:cubicBezTo>
                    <a:pt x="24228" y="6279"/>
                    <a:pt x="24194" y="6313"/>
                    <a:pt x="24194" y="6381"/>
                  </a:cubicBezTo>
                  <a:cubicBezTo>
                    <a:pt x="24228" y="6415"/>
                    <a:pt x="24262" y="6449"/>
                    <a:pt x="24296" y="6449"/>
                  </a:cubicBezTo>
                  <a:lnTo>
                    <a:pt x="24433" y="6415"/>
                  </a:lnTo>
                  <a:cubicBezTo>
                    <a:pt x="24467" y="6415"/>
                    <a:pt x="24501" y="6381"/>
                    <a:pt x="24501" y="6313"/>
                  </a:cubicBezTo>
                  <a:cubicBezTo>
                    <a:pt x="24467" y="6279"/>
                    <a:pt x="24433" y="6245"/>
                    <a:pt x="24399" y="6245"/>
                  </a:cubicBezTo>
                  <a:close/>
                  <a:moveTo>
                    <a:pt x="60073" y="6231"/>
                  </a:moveTo>
                  <a:cubicBezTo>
                    <a:pt x="60037" y="6231"/>
                    <a:pt x="60013" y="6255"/>
                    <a:pt x="59989" y="6279"/>
                  </a:cubicBezTo>
                  <a:cubicBezTo>
                    <a:pt x="59989" y="6347"/>
                    <a:pt x="60023" y="6381"/>
                    <a:pt x="60057" y="6415"/>
                  </a:cubicBezTo>
                  <a:lnTo>
                    <a:pt x="60160" y="6449"/>
                  </a:lnTo>
                  <a:lnTo>
                    <a:pt x="60194" y="6449"/>
                  </a:lnTo>
                  <a:cubicBezTo>
                    <a:pt x="60228" y="6449"/>
                    <a:pt x="60262" y="6415"/>
                    <a:pt x="60262" y="6381"/>
                  </a:cubicBezTo>
                  <a:cubicBezTo>
                    <a:pt x="60296" y="6347"/>
                    <a:pt x="60262" y="6279"/>
                    <a:pt x="60228" y="6279"/>
                  </a:cubicBezTo>
                  <a:lnTo>
                    <a:pt x="60125" y="6245"/>
                  </a:lnTo>
                  <a:cubicBezTo>
                    <a:pt x="60105" y="6235"/>
                    <a:pt x="60088" y="6231"/>
                    <a:pt x="60073" y="6231"/>
                  </a:cubicBezTo>
                  <a:close/>
                  <a:moveTo>
                    <a:pt x="23818" y="6347"/>
                  </a:moveTo>
                  <a:lnTo>
                    <a:pt x="23716" y="6381"/>
                  </a:lnTo>
                  <a:cubicBezTo>
                    <a:pt x="23648" y="6381"/>
                    <a:pt x="23648" y="6449"/>
                    <a:pt x="23648" y="6484"/>
                  </a:cubicBezTo>
                  <a:cubicBezTo>
                    <a:pt x="23648" y="6518"/>
                    <a:pt x="23682" y="6552"/>
                    <a:pt x="23716" y="6552"/>
                  </a:cubicBezTo>
                  <a:lnTo>
                    <a:pt x="23750" y="6552"/>
                  </a:lnTo>
                  <a:lnTo>
                    <a:pt x="23853" y="6518"/>
                  </a:lnTo>
                  <a:cubicBezTo>
                    <a:pt x="23887" y="6518"/>
                    <a:pt x="23921" y="6484"/>
                    <a:pt x="23921" y="6415"/>
                  </a:cubicBezTo>
                  <a:cubicBezTo>
                    <a:pt x="23921" y="6381"/>
                    <a:pt x="23887" y="6347"/>
                    <a:pt x="23818" y="6347"/>
                  </a:cubicBezTo>
                  <a:close/>
                  <a:moveTo>
                    <a:pt x="60671" y="6415"/>
                  </a:moveTo>
                  <a:cubicBezTo>
                    <a:pt x="60603" y="6415"/>
                    <a:pt x="60569" y="6415"/>
                    <a:pt x="60535" y="6484"/>
                  </a:cubicBezTo>
                  <a:cubicBezTo>
                    <a:pt x="60535" y="6518"/>
                    <a:pt x="60569" y="6552"/>
                    <a:pt x="60603" y="6586"/>
                  </a:cubicBezTo>
                  <a:lnTo>
                    <a:pt x="60705" y="6620"/>
                  </a:lnTo>
                  <a:lnTo>
                    <a:pt x="60740" y="6620"/>
                  </a:lnTo>
                  <a:cubicBezTo>
                    <a:pt x="60774" y="6620"/>
                    <a:pt x="60808" y="6586"/>
                    <a:pt x="60808" y="6552"/>
                  </a:cubicBezTo>
                  <a:cubicBezTo>
                    <a:pt x="60842" y="6518"/>
                    <a:pt x="60808" y="6449"/>
                    <a:pt x="60774" y="6449"/>
                  </a:cubicBezTo>
                  <a:lnTo>
                    <a:pt x="60671" y="6415"/>
                  </a:lnTo>
                  <a:close/>
                  <a:moveTo>
                    <a:pt x="23300" y="6470"/>
                  </a:moveTo>
                  <a:cubicBezTo>
                    <a:pt x="23291" y="6470"/>
                    <a:pt x="23282" y="6474"/>
                    <a:pt x="23273" y="6484"/>
                  </a:cubicBezTo>
                  <a:lnTo>
                    <a:pt x="23136" y="6484"/>
                  </a:lnTo>
                  <a:cubicBezTo>
                    <a:pt x="23102" y="6484"/>
                    <a:pt x="23068" y="6552"/>
                    <a:pt x="23068" y="6586"/>
                  </a:cubicBezTo>
                  <a:cubicBezTo>
                    <a:pt x="23102" y="6620"/>
                    <a:pt x="23136" y="6654"/>
                    <a:pt x="23170" y="6654"/>
                  </a:cubicBezTo>
                  <a:lnTo>
                    <a:pt x="23307" y="6620"/>
                  </a:lnTo>
                  <a:cubicBezTo>
                    <a:pt x="23341" y="6620"/>
                    <a:pt x="23375" y="6586"/>
                    <a:pt x="23375" y="6552"/>
                  </a:cubicBezTo>
                  <a:cubicBezTo>
                    <a:pt x="23350" y="6502"/>
                    <a:pt x="23325" y="6470"/>
                    <a:pt x="23300" y="6470"/>
                  </a:cubicBezTo>
                  <a:close/>
                  <a:moveTo>
                    <a:pt x="22740" y="6573"/>
                  </a:moveTo>
                  <a:cubicBezTo>
                    <a:pt x="22727" y="6573"/>
                    <a:pt x="22711" y="6577"/>
                    <a:pt x="22692" y="6586"/>
                  </a:cubicBezTo>
                  <a:lnTo>
                    <a:pt x="22590" y="6586"/>
                  </a:lnTo>
                  <a:cubicBezTo>
                    <a:pt x="22556" y="6620"/>
                    <a:pt x="22522" y="6654"/>
                    <a:pt x="22522" y="6688"/>
                  </a:cubicBezTo>
                  <a:cubicBezTo>
                    <a:pt x="22522" y="6722"/>
                    <a:pt x="22556" y="6757"/>
                    <a:pt x="22590" y="6757"/>
                  </a:cubicBezTo>
                  <a:lnTo>
                    <a:pt x="22727" y="6757"/>
                  </a:lnTo>
                  <a:cubicBezTo>
                    <a:pt x="22795" y="6722"/>
                    <a:pt x="22795" y="6688"/>
                    <a:pt x="22795" y="6654"/>
                  </a:cubicBezTo>
                  <a:cubicBezTo>
                    <a:pt x="22795" y="6604"/>
                    <a:pt x="22777" y="6573"/>
                    <a:pt x="22740" y="6573"/>
                  </a:cubicBezTo>
                  <a:close/>
                  <a:moveTo>
                    <a:pt x="61183" y="6586"/>
                  </a:moveTo>
                  <a:cubicBezTo>
                    <a:pt x="61149" y="6586"/>
                    <a:pt x="61115" y="6586"/>
                    <a:pt x="61081" y="6654"/>
                  </a:cubicBezTo>
                  <a:cubicBezTo>
                    <a:pt x="61081" y="6688"/>
                    <a:pt x="61115" y="6757"/>
                    <a:pt x="61149" y="6757"/>
                  </a:cubicBezTo>
                  <a:lnTo>
                    <a:pt x="61251" y="6791"/>
                  </a:lnTo>
                  <a:lnTo>
                    <a:pt x="61286" y="6791"/>
                  </a:lnTo>
                  <a:cubicBezTo>
                    <a:pt x="61320" y="6791"/>
                    <a:pt x="61354" y="6757"/>
                    <a:pt x="61354" y="6722"/>
                  </a:cubicBezTo>
                  <a:cubicBezTo>
                    <a:pt x="61388" y="6688"/>
                    <a:pt x="61354" y="6654"/>
                    <a:pt x="61320" y="6620"/>
                  </a:cubicBezTo>
                  <a:lnTo>
                    <a:pt x="61183" y="6586"/>
                  </a:lnTo>
                  <a:close/>
                  <a:moveTo>
                    <a:pt x="22010" y="6688"/>
                  </a:moveTo>
                  <a:cubicBezTo>
                    <a:pt x="21976" y="6722"/>
                    <a:pt x="21942" y="6757"/>
                    <a:pt x="21942" y="6791"/>
                  </a:cubicBezTo>
                  <a:cubicBezTo>
                    <a:pt x="21976" y="6859"/>
                    <a:pt x="22010" y="6859"/>
                    <a:pt x="22044" y="6859"/>
                  </a:cubicBezTo>
                  <a:lnTo>
                    <a:pt x="22181" y="6859"/>
                  </a:lnTo>
                  <a:cubicBezTo>
                    <a:pt x="22215" y="6859"/>
                    <a:pt x="22249" y="6791"/>
                    <a:pt x="22249" y="6757"/>
                  </a:cubicBezTo>
                  <a:cubicBezTo>
                    <a:pt x="22215" y="6688"/>
                    <a:pt x="22181" y="6688"/>
                    <a:pt x="22146" y="6688"/>
                  </a:cubicBezTo>
                  <a:close/>
                  <a:moveTo>
                    <a:pt x="61729" y="6757"/>
                  </a:moveTo>
                  <a:cubicBezTo>
                    <a:pt x="61695" y="6757"/>
                    <a:pt x="61661" y="6791"/>
                    <a:pt x="61627" y="6825"/>
                  </a:cubicBezTo>
                  <a:cubicBezTo>
                    <a:pt x="61627" y="6859"/>
                    <a:pt x="61661" y="6927"/>
                    <a:pt x="61695" y="6927"/>
                  </a:cubicBezTo>
                  <a:lnTo>
                    <a:pt x="61797" y="6961"/>
                  </a:lnTo>
                  <a:lnTo>
                    <a:pt x="61832" y="6961"/>
                  </a:lnTo>
                  <a:cubicBezTo>
                    <a:pt x="61866" y="6961"/>
                    <a:pt x="61900" y="6961"/>
                    <a:pt x="61900" y="6927"/>
                  </a:cubicBezTo>
                  <a:cubicBezTo>
                    <a:pt x="61934" y="6859"/>
                    <a:pt x="61900" y="6825"/>
                    <a:pt x="61866" y="6791"/>
                  </a:cubicBezTo>
                  <a:lnTo>
                    <a:pt x="61729" y="6757"/>
                  </a:lnTo>
                  <a:close/>
                  <a:moveTo>
                    <a:pt x="21566" y="6791"/>
                  </a:moveTo>
                  <a:lnTo>
                    <a:pt x="21464" y="6825"/>
                  </a:lnTo>
                  <a:cubicBezTo>
                    <a:pt x="21430" y="6825"/>
                    <a:pt x="21396" y="6859"/>
                    <a:pt x="21396" y="6927"/>
                  </a:cubicBezTo>
                  <a:cubicBezTo>
                    <a:pt x="21396" y="6961"/>
                    <a:pt x="21430" y="6995"/>
                    <a:pt x="21464" y="6995"/>
                  </a:cubicBezTo>
                  <a:lnTo>
                    <a:pt x="21498" y="6995"/>
                  </a:lnTo>
                  <a:lnTo>
                    <a:pt x="21600" y="6961"/>
                  </a:lnTo>
                  <a:cubicBezTo>
                    <a:pt x="21669" y="6961"/>
                    <a:pt x="21669" y="6893"/>
                    <a:pt x="21669" y="6859"/>
                  </a:cubicBezTo>
                  <a:cubicBezTo>
                    <a:pt x="21669" y="6825"/>
                    <a:pt x="21635" y="6791"/>
                    <a:pt x="21566" y="6791"/>
                  </a:cubicBezTo>
                  <a:close/>
                  <a:moveTo>
                    <a:pt x="21020" y="6893"/>
                  </a:moveTo>
                  <a:lnTo>
                    <a:pt x="20884" y="6927"/>
                  </a:lnTo>
                  <a:cubicBezTo>
                    <a:pt x="20850" y="6927"/>
                    <a:pt x="20816" y="6961"/>
                    <a:pt x="20816" y="7030"/>
                  </a:cubicBezTo>
                  <a:cubicBezTo>
                    <a:pt x="20850" y="7064"/>
                    <a:pt x="20884" y="7098"/>
                    <a:pt x="20918" y="7098"/>
                  </a:cubicBezTo>
                  <a:lnTo>
                    <a:pt x="21055" y="7064"/>
                  </a:lnTo>
                  <a:cubicBezTo>
                    <a:pt x="21089" y="7064"/>
                    <a:pt x="21123" y="7030"/>
                    <a:pt x="21123" y="6961"/>
                  </a:cubicBezTo>
                  <a:cubicBezTo>
                    <a:pt x="21089" y="6927"/>
                    <a:pt x="21055" y="6893"/>
                    <a:pt x="21020" y="6893"/>
                  </a:cubicBezTo>
                  <a:close/>
                  <a:moveTo>
                    <a:pt x="62245" y="6947"/>
                  </a:moveTo>
                  <a:cubicBezTo>
                    <a:pt x="62221" y="6947"/>
                    <a:pt x="62197" y="6971"/>
                    <a:pt x="62173" y="6995"/>
                  </a:cubicBezTo>
                  <a:cubicBezTo>
                    <a:pt x="62173" y="7030"/>
                    <a:pt x="62207" y="7098"/>
                    <a:pt x="62241" y="7098"/>
                  </a:cubicBezTo>
                  <a:lnTo>
                    <a:pt x="62343" y="7132"/>
                  </a:lnTo>
                  <a:lnTo>
                    <a:pt x="62378" y="7132"/>
                  </a:lnTo>
                  <a:cubicBezTo>
                    <a:pt x="62412" y="7132"/>
                    <a:pt x="62446" y="7132"/>
                    <a:pt x="62446" y="7098"/>
                  </a:cubicBezTo>
                  <a:cubicBezTo>
                    <a:pt x="62480" y="7030"/>
                    <a:pt x="62446" y="6995"/>
                    <a:pt x="62412" y="6995"/>
                  </a:cubicBezTo>
                  <a:lnTo>
                    <a:pt x="62275" y="6961"/>
                  </a:lnTo>
                  <a:cubicBezTo>
                    <a:pt x="62265" y="6951"/>
                    <a:pt x="62255" y="6947"/>
                    <a:pt x="62245" y="6947"/>
                  </a:cubicBezTo>
                  <a:close/>
                  <a:moveTo>
                    <a:pt x="20440" y="6995"/>
                  </a:moveTo>
                  <a:lnTo>
                    <a:pt x="20338" y="7030"/>
                  </a:lnTo>
                  <a:cubicBezTo>
                    <a:pt x="20304" y="7030"/>
                    <a:pt x="20270" y="7098"/>
                    <a:pt x="20270" y="7132"/>
                  </a:cubicBezTo>
                  <a:cubicBezTo>
                    <a:pt x="20270" y="7166"/>
                    <a:pt x="20304" y="7200"/>
                    <a:pt x="20338" y="7200"/>
                  </a:cubicBezTo>
                  <a:lnTo>
                    <a:pt x="20372" y="7200"/>
                  </a:lnTo>
                  <a:lnTo>
                    <a:pt x="20474" y="7166"/>
                  </a:lnTo>
                  <a:cubicBezTo>
                    <a:pt x="20543" y="7166"/>
                    <a:pt x="20577" y="7132"/>
                    <a:pt x="20543" y="7064"/>
                  </a:cubicBezTo>
                  <a:cubicBezTo>
                    <a:pt x="20543" y="7030"/>
                    <a:pt x="20509" y="6995"/>
                    <a:pt x="20440" y="6995"/>
                  </a:cubicBezTo>
                  <a:close/>
                  <a:moveTo>
                    <a:pt x="19894" y="7098"/>
                  </a:moveTo>
                  <a:lnTo>
                    <a:pt x="19792" y="7132"/>
                  </a:lnTo>
                  <a:cubicBezTo>
                    <a:pt x="19724" y="7132"/>
                    <a:pt x="19690" y="7200"/>
                    <a:pt x="19724" y="7234"/>
                  </a:cubicBezTo>
                  <a:cubicBezTo>
                    <a:pt x="19724" y="7268"/>
                    <a:pt x="19758" y="7303"/>
                    <a:pt x="19792" y="7303"/>
                  </a:cubicBezTo>
                  <a:lnTo>
                    <a:pt x="19928" y="7268"/>
                  </a:lnTo>
                  <a:cubicBezTo>
                    <a:pt x="19963" y="7268"/>
                    <a:pt x="19997" y="7234"/>
                    <a:pt x="19997" y="7166"/>
                  </a:cubicBezTo>
                  <a:cubicBezTo>
                    <a:pt x="19997" y="7132"/>
                    <a:pt x="19928" y="7098"/>
                    <a:pt x="19894" y="7098"/>
                  </a:cubicBezTo>
                  <a:close/>
                  <a:moveTo>
                    <a:pt x="62791" y="7118"/>
                  </a:moveTo>
                  <a:cubicBezTo>
                    <a:pt x="62767" y="7118"/>
                    <a:pt x="62743" y="7142"/>
                    <a:pt x="62719" y="7166"/>
                  </a:cubicBezTo>
                  <a:cubicBezTo>
                    <a:pt x="62719" y="7234"/>
                    <a:pt x="62719" y="7268"/>
                    <a:pt x="62787" y="7268"/>
                  </a:cubicBezTo>
                  <a:lnTo>
                    <a:pt x="62889" y="7337"/>
                  </a:lnTo>
                  <a:lnTo>
                    <a:pt x="62923" y="7337"/>
                  </a:lnTo>
                  <a:cubicBezTo>
                    <a:pt x="62958" y="7337"/>
                    <a:pt x="62992" y="7303"/>
                    <a:pt x="62992" y="7268"/>
                  </a:cubicBezTo>
                  <a:cubicBezTo>
                    <a:pt x="63026" y="7234"/>
                    <a:pt x="62992" y="7166"/>
                    <a:pt x="62958" y="7166"/>
                  </a:cubicBezTo>
                  <a:lnTo>
                    <a:pt x="62821" y="7132"/>
                  </a:lnTo>
                  <a:cubicBezTo>
                    <a:pt x="62811" y="7122"/>
                    <a:pt x="62801" y="7118"/>
                    <a:pt x="62791" y="7118"/>
                  </a:cubicBezTo>
                  <a:close/>
                  <a:moveTo>
                    <a:pt x="19362" y="7221"/>
                  </a:moveTo>
                  <a:cubicBezTo>
                    <a:pt x="19348" y="7221"/>
                    <a:pt x="19333" y="7225"/>
                    <a:pt x="19314" y="7234"/>
                  </a:cubicBezTo>
                  <a:lnTo>
                    <a:pt x="19212" y="7234"/>
                  </a:lnTo>
                  <a:cubicBezTo>
                    <a:pt x="19178" y="7268"/>
                    <a:pt x="19144" y="7303"/>
                    <a:pt x="19144" y="7337"/>
                  </a:cubicBezTo>
                  <a:cubicBezTo>
                    <a:pt x="19144" y="7371"/>
                    <a:pt x="19178" y="7405"/>
                    <a:pt x="19246" y="7405"/>
                  </a:cubicBezTo>
                  <a:lnTo>
                    <a:pt x="19348" y="7405"/>
                  </a:lnTo>
                  <a:cubicBezTo>
                    <a:pt x="19417" y="7371"/>
                    <a:pt x="19451" y="7337"/>
                    <a:pt x="19417" y="7303"/>
                  </a:cubicBezTo>
                  <a:cubicBezTo>
                    <a:pt x="19417" y="7253"/>
                    <a:pt x="19398" y="7221"/>
                    <a:pt x="19362" y="7221"/>
                  </a:cubicBezTo>
                  <a:close/>
                  <a:moveTo>
                    <a:pt x="18666" y="7337"/>
                  </a:moveTo>
                  <a:cubicBezTo>
                    <a:pt x="18598" y="7371"/>
                    <a:pt x="18564" y="7405"/>
                    <a:pt x="18598" y="7439"/>
                  </a:cubicBezTo>
                  <a:cubicBezTo>
                    <a:pt x="18598" y="7507"/>
                    <a:pt x="18632" y="7507"/>
                    <a:pt x="18666" y="7507"/>
                  </a:cubicBezTo>
                  <a:lnTo>
                    <a:pt x="18802" y="7507"/>
                  </a:lnTo>
                  <a:cubicBezTo>
                    <a:pt x="18837" y="7473"/>
                    <a:pt x="18871" y="7439"/>
                    <a:pt x="18871" y="7405"/>
                  </a:cubicBezTo>
                  <a:cubicBezTo>
                    <a:pt x="18871" y="7337"/>
                    <a:pt x="18802" y="7337"/>
                    <a:pt x="18768" y="7337"/>
                  </a:cubicBezTo>
                  <a:close/>
                  <a:moveTo>
                    <a:pt x="63337" y="7288"/>
                  </a:moveTo>
                  <a:cubicBezTo>
                    <a:pt x="63313" y="7288"/>
                    <a:pt x="63289" y="7313"/>
                    <a:pt x="63265" y="7337"/>
                  </a:cubicBezTo>
                  <a:cubicBezTo>
                    <a:pt x="63265" y="7405"/>
                    <a:pt x="63265" y="7439"/>
                    <a:pt x="63333" y="7473"/>
                  </a:cubicBezTo>
                  <a:lnTo>
                    <a:pt x="63435" y="7507"/>
                  </a:lnTo>
                  <a:lnTo>
                    <a:pt x="63469" y="7507"/>
                  </a:lnTo>
                  <a:cubicBezTo>
                    <a:pt x="63504" y="7507"/>
                    <a:pt x="63538" y="7473"/>
                    <a:pt x="63538" y="7439"/>
                  </a:cubicBezTo>
                  <a:cubicBezTo>
                    <a:pt x="63572" y="7405"/>
                    <a:pt x="63538" y="7337"/>
                    <a:pt x="63469" y="7337"/>
                  </a:cubicBezTo>
                  <a:lnTo>
                    <a:pt x="63367" y="7303"/>
                  </a:lnTo>
                  <a:cubicBezTo>
                    <a:pt x="63357" y="7293"/>
                    <a:pt x="63347" y="7288"/>
                    <a:pt x="63337" y="7288"/>
                  </a:cubicBezTo>
                  <a:close/>
                  <a:moveTo>
                    <a:pt x="18188" y="7439"/>
                  </a:moveTo>
                  <a:lnTo>
                    <a:pt x="18086" y="7473"/>
                  </a:lnTo>
                  <a:cubicBezTo>
                    <a:pt x="18052" y="7473"/>
                    <a:pt x="18018" y="7507"/>
                    <a:pt x="18018" y="7575"/>
                  </a:cubicBezTo>
                  <a:cubicBezTo>
                    <a:pt x="18018" y="7610"/>
                    <a:pt x="18052" y="7644"/>
                    <a:pt x="18120" y="7644"/>
                  </a:cubicBezTo>
                  <a:lnTo>
                    <a:pt x="18222" y="7610"/>
                  </a:lnTo>
                  <a:cubicBezTo>
                    <a:pt x="18291" y="7610"/>
                    <a:pt x="18325" y="7541"/>
                    <a:pt x="18291" y="7507"/>
                  </a:cubicBezTo>
                  <a:cubicBezTo>
                    <a:pt x="18291" y="7473"/>
                    <a:pt x="18256" y="7439"/>
                    <a:pt x="18188" y="7439"/>
                  </a:cubicBezTo>
                  <a:close/>
                  <a:moveTo>
                    <a:pt x="63913" y="7473"/>
                  </a:moveTo>
                  <a:cubicBezTo>
                    <a:pt x="63879" y="7473"/>
                    <a:pt x="63845" y="7473"/>
                    <a:pt x="63811" y="7541"/>
                  </a:cubicBezTo>
                  <a:cubicBezTo>
                    <a:pt x="63811" y="7575"/>
                    <a:pt x="63811" y="7610"/>
                    <a:pt x="63879" y="7644"/>
                  </a:cubicBezTo>
                  <a:lnTo>
                    <a:pt x="63981" y="7678"/>
                  </a:lnTo>
                  <a:lnTo>
                    <a:pt x="64015" y="7678"/>
                  </a:lnTo>
                  <a:cubicBezTo>
                    <a:pt x="64050" y="7678"/>
                    <a:pt x="64084" y="7644"/>
                    <a:pt x="64084" y="7610"/>
                  </a:cubicBezTo>
                  <a:cubicBezTo>
                    <a:pt x="64084" y="7575"/>
                    <a:pt x="64084" y="7541"/>
                    <a:pt x="64015" y="7507"/>
                  </a:cubicBezTo>
                  <a:lnTo>
                    <a:pt x="63913" y="7473"/>
                  </a:lnTo>
                  <a:close/>
                  <a:moveTo>
                    <a:pt x="17642" y="7541"/>
                  </a:moveTo>
                  <a:lnTo>
                    <a:pt x="17540" y="7575"/>
                  </a:lnTo>
                  <a:cubicBezTo>
                    <a:pt x="17472" y="7575"/>
                    <a:pt x="17437" y="7610"/>
                    <a:pt x="17472" y="7678"/>
                  </a:cubicBezTo>
                  <a:cubicBezTo>
                    <a:pt x="17472" y="7712"/>
                    <a:pt x="17506" y="7746"/>
                    <a:pt x="17540" y="7746"/>
                  </a:cubicBezTo>
                  <a:lnTo>
                    <a:pt x="17574" y="7746"/>
                  </a:lnTo>
                  <a:lnTo>
                    <a:pt x="17676" y="7712"/>
                  </a:lnTo>
                  <a:cubicBezTo>
                    <a:pt x="17710" y="7712"/>
                    <a:pt x="17745" y="7644"/>
                    <a:pt x="17745" y="7610"/>
                  </a:cubicBezTo>
                  <a:cubicBezTo>
                    <a:pt x="17745" y="7575"/>
                    <a:pt x="17676" y="7541"/>
                    <a:pt x="17642" y="7541"/>
                  </a:cubicBezTo>
                  <a:close/>
                  <a:moveTo>
                    <a:pt x="17062" y="7644"/>
                  </a:moveTo>
                  <a:lnTo>
                    <a:pt x="16960" y="7678"/>
                  </a:lnTo>
                  <a:cubicBezTo>
                    <a:pt x="16926" y="7678"/>
                    <a:pt x="16892" y="7712"/>
                    <a:pt x="16892" y="7780"/>
                  </a:cubicBezTo>
                  <a:cubicBezTo>
                    <a:pt x="16892" y="7814"/>
                    <a:pt x="16926" y="7848"/>
                    <a:pt x="16994" y="7848"/>
                  </a:cubicBezTo>
                  <a:lnTo>
                    <a:pt x="17096" y="7814"/>
                  </a:lnTo>
                  <a:cubicBezTo>
                    <a:pt x="17165" y="7814"/>
                    <a:pt x="17199" y="7780"/>
                    <a:pt x="17165" y="7712"/>
                  </a:cubicBezTo>
                  <a:cubicBezTo>
                    <a:pt x="17165" y="7678"/>
                    <a:pt x="17130" y="7644"/>
                    <a:pt x="17062" y="7644"/>
                  </a:cubicBezTo>
                  <a:close/>
                  <a:moveTo>
                    <a:pt x="64459" y="7644"/>
                  </a:moveTo>
                  <a:cubicBezTo>
                    <a:pt x="64425" y="7644"/>
                    <a:pt x="64357" y="7678"/>
                    <a:pt x="64357" y="7712"/>
                  </a:cubicBezTo>
                  <a:cubicBezTo>
                    <a:pt x="64357" y="7746"/>
                    <a:pt x="64357" y="7814"/>
                    <a:pt x="64425" y="7814"/>
                  </a:cubicBezTo>
                  <a:lnTo>
                    <a:pt x="64527" y="7848"/>
                  </a:lnTo>
                  <a:lnTo>
                    <a:pt x="64561" y="7848"/>
                  </a:lnTo>
                  <a:cubicBezTo>
                    <a:pt x="64596" y="7848"/>
                    <a:pt x="64630" y="7814"/>
                    <a:pt x="64630" y="7780"/>
                  </a:cubicBezTo>
                  <a:cubicBezTo>
                    <a:pt x="64630" y="7746"/>
                    <a:pt x="64630" y="7712"/>
                    <a:pt x="64561" y="7678"/>
                  </a:cubicBezTo>
                  <a:lnTo>
                    <a:pt x="64459" y="7644"/>
                  </a:lnTo>
                  <a:close/>
                  <a:moveTo>
                    <a:pt x="16516" y="7746"/>
                  </a:moveTo>
                  <a:lnTo>
                    <a:pt x="16414" y="7780"/>
                  </a:lnTo>
                  <a:cubicBezTo>
                    <a:pt x="16346" y="7780"/>
                    <a:pt x="16311" y="7848"/>
                    <a:pt x="16346" y="7883"/>
                  </a:cubicBezTo>
                  <a:cubicBezTo>
                    <a:pt x="16346" y="7917"/>
                    <a:pt x="16380" y="7951"/>
                    <a:pt x="16414" y="7951"/>
                  </a:cubicBezTo>
                  <a:lnTo>
                    <a:pt x="16448" y="7951"/>
                  </a:lnTo>
                  <a:lnTo>
                    <a:pt x="16550" y="7917"/>
                  </a:lnTo>
                  <a:cubicBezTo>
                    <a:pt x="16584" y="7917"/>
                    <a:pt x="16619" y="7883"/>
                    <a:pt x="16619" y="7814"/>
                  </a:cubicBezTo>
                  <a:cubicBezTo>
                    <a:pt x="16619" y="7780"/>
                    <a:pt x="16550" y="7746"/>
                    <a:pt x="16516" y="7746"/>
                  </a:cubicBezTo>
                  <a:close/>
                  <a:moveTo>
                    <a:pt x="65005" y="7814"/>
                  </a:moveTo>
                  <a:cubicBezTo>
                    <a:pt x="64971" y="7814"/>
                    <a:pt x="64903" y="7848"/>
                    <a:pt x="64903" y="7883"/>
                  </a:cubicBezTo>
                  <a:cubicBezTo>
                    <a:pt x="64903" y="7917"/>
                    <a:pt x="64903" y="7985"/>
                    <a:pt x="64971" y="7985"/>
                  </a:cubicBezTo>
                  <a:lnTo>
                    <a:pt x="65073" y="8019"/>
                  </a:lnTo>
                  <a:lnTo>
                    <a:pt x="65107" y="8019"/>
                  </a:lnTo>
                  <a:cubicBezTo>
                    <a:pt x="65141" y="8019"/>
                    <a:pt x="65176" y="8019"/>
                    <a:pt x="65176" y="7985"/>
                  </a:cubicBezTo>
                  <a:cubicBezTo>
                    <a:pt x="65176" y="7917"/>
                    <a:pt x="65176" y="7883"/>
                    <a:pt x="65107" y="7848"/>
                  </a:cubicBezTo>
                  <a:lnTo>
                    <a:pt x="65005" y="7814"/>
                  </a:lnTo>
                  <a:close/>
                  <a:moveTo>
                    <a:pt x="15984" y="7869"/>
                  </a:moveTo>
                  <a:cubicBezTo>
                    <a:pt x="15970" y="7869"/>
                    <a:pt x="15954" y="7873"/>
                    <a:pt x="15936" y="7883"/>
                  </a:cubicBezTo>
                  <a:lnTo>
                    <a:pt x="15834" y="7883"/>
                  </a:lnTo>
                  <a:cubicBezTo>
                    <a:pt x="15800" y="7883"/>
                    <a:pt x="15765" y="7951"/>
                    <a:pt x="15765" y="7985"/>
                  </a:cubicBezTo>
                  <a:cubicBezTo>
                    <a:pt x="15765" y="8019"/>
                    <a:pt x="15800" y="8053"/>
                    <a:pt x="15868" y="8053"/>
                  </a:cubicBezTo>
                  <a:lnTo>
                    <a:pt x="15970" y="8053"/>
                  </a:lnTo>
                  <a:cubicBezTo>
                    <a:pt x="16038" y="8019"/>
                    <a:pt x="16073" y="7985"/>
                    <a:pt x="16038" y="7951"/>
                  </a:cubicBezTo>
                  <a:cubicBezTo>
                    <a:pt x="16038" y="7901"/>
                    <a:pt x="16020" y="7869"/>
                    <a:pt x="15984" y="7869"/>
                  </a:cubicBezTo>
                  <a:close/>
                  <a:moveTo>
                    <a:pt x="15423" y="7972"/>
                  </a:moveTo>
                  <a:cubicBezTo>
                    <a:pt x="15411" y="7972"/>
                    <a:pt x="15399" y="7976"/>
                    <a:pt x="15390" y="7985"/>
                  </a:cubicBezTo>
                  <a:lnTo>
                    <a:pt x="15288" y="7985"/>
                  </a:lnTo>
                  <a:cubicBezTo>
                    <a:pt x="15219" y="8019"/>
                    <a:pt x="15185" y="8053"/>
                    <a:pt x="15219" y="8087"/>
                  </a:cubicBezTo>
                  <a:cubicBezTo>
                    <a:pt x="15219" y="8156"/>
                    <a:pt x="15254" y="8156"/>
                    <a:pt x="15288" y="8156"/>
                  </a:cubicBezTo>
                  <a:lnTo>
                    <a:pt x="15424" y="8156"/>
                  </a:lnTo>
                  <a:cubicBezTo>
                    <a:pt x="15458" y="8121"/>
                    <a:pt x="15492" y="8087"/>
                    <a:pt x="15492" y="8053"/>
                  </a:cubicBezTo>
                  <a:cubicBezTo>
                    <a:pt x="15492" y="8003"/>
                    <a:pt x="15456" y="7972"/>
                    <a:pt x="15423" y="7972"/>
                  </a:cubicBezTo>
                  <a:close/>
                  <a:moveTo>
                    <a:pt x="65515" y="8005"/>
                  </a:moveTo>
                  <a:cubicBezTo>
                    <a:pt x="65483" y="8005"/>
                    <a:pt x="65449" y="8029"/>
                    <a:pt x="65449" y="8053"/>
                  </a:cubicBezTo>
                  <a:cubicBezTo>
                    <a:pt x="65449" y="8121"/>
                    <a:pt x="65449" y="8156"/>
                    <a:pt x="65517" y="8156"/>
                  </a:cubicBezTo>
                  <a:lnTo>
                    <a:pt x="65619" y="8190"/>
                  </a:lnTo>
                  <a:cubicBezTo>
                    <a:pt x="65619" y="8190"/>
                    <a:pt x="65619" y="8224"/>
                    <a:pt x="65653" y="8224"/>
                  </a:cubicBezTo>
                  <a:cubicBezTo>
                    <a:pt x="65687" y="8224"/>
                    <a:pt x="65722" y="8190"/>
                    <a:pt x="65722" y="8156"/>
                  </a:cubicBezTo>
                  <a:cubicBezTo>
                    <a:pt x="65722" y="8087"/>
                    <a:pt x="65722" y="8053"/>
                    <a:pt x="65653" y="8053"/>
                  </a:cubicBezTo>
                  <a:lnTo>
                    <a:pt x="65551" y="8019"/>
                  </a:lnTo>
                  <a:cubicBezTo>
                    <a:pt x="65541" y="8009"/>
                    <a:pt x="65528" y="8005"/>
                    <a:pt x="65515" y="8005"/>
                  </a:cubicBezTo>
                  <a:close/>
                  <a:moveTo>
                    <a:pt x="14844" y="8087"/>
                  </a:moveTo>
                  <a:lnTo>
                    <a:pt x="14708" y="8121"/>
                  </a:lnTo>
                  <a:cubicBezTo>
                    <a:pt x="14674" y="8121"/>
                    <a:pt x="14639" y="8156"/>
                    <a:pt x="14639" y="8190"/>
                  </a:cubicBezTo>
                  <a:cubicBezTo>
                    <a:pt x="14639" y="8258"/>
                    <a:pt x="14708" y="8292"/>
                    <a:pt x="14742" y="8292"/>
                  </a:cubicBezTo>
                  <a:cubicBezTo>
                    <a:pt x="14742" y="8292"/>
                    <a:pt x="14742" y="8292"/>
                    <a:pt x="14742" y="8258"/>
                  </a:cubicBezTo>
                  <a:lnTo>
                    <a:pt x="14844" y="8258"/>
                  </a:lnTo>
                  <a:cubicBezTo>
                    <a:pt x="14912" y="8258"/>
                    <a:pt x="14947" y="8190"/>
                    <a:pt x="14912" y="8156"/>
                  </a:cubicBezTo>
                  <a:cubicBezTo>
                    <a:pt x="14912" y="8121"/>
                    <a:pt x="14878" y="8087"/>
                    <a:pt x="14844" y="8087"/>
                  </a:cubicBezTo>
                  <a:close/>
                  <a:moveTo>
                    <a:pt x="14264" y="8190"/>
                  </a:moveTo>
                  <a:lnTo>
                    <a:pt x="14162" y="8224"/>
                  </a:lnTo>
                  <a:cubicBezTo>
                    <a:pt x="14093" y="8224"/>
                    <a:pt x="14059" y="8258"/>
                    <a:pt x="14093" y="8326"/>
                  </a:cubicBezTo>
                  <a:cubicBezTo>
                    <a:pt x="14093" y="8360"/>
                    <a:pt x="14128" y="8394"/>
                    <a:pt x="14162" y="8394"/>
                  </a:cubicBezTo>
                  <a:lnTo>
                    <a:pt x="14196" y="8394"/>
                  </a:lnTo>
                  <a:lnTo>
                    <a:pt x="14298" y="8360"/>
                  </a:lnTo>
                  <a:cubicBezTo>
                    <a:pt x="14332" y="8360"/>
                    <a:pt x="14366" y="8292"/>
                    <a:pt x="14366" y="8258"/>
                  </a:cubicBezTo>
                  <a:cubicBezTo>
                    <a:pt x="14366" y="8224"/>
                    <a:pt x="14298" y="8190"/>
                    <a:pt x="14264" y="8190"/>
                  </a:cubicBezTo>
                  <a:close/>
                  <a:moveTo>
                    <a:pt x="66061" y="8176"/>
                  </a:moveTo>
                  <a:cubicBezTo>
                    <a:pt x="66029" y="8176"/>
                    <a:pt x="65995" y="8200"/>
                    <a:pt x="65995" y="8224"/>
                  </a:cubicBezTo>
                  <a:cubicBezTo>
                    <a:pt x="65995" y="8292"/>
                    <a:pt x="65995" y="8326"/>
                    <a:pt x="66063" y="8360"/>
                  </a:cubicBezTo>
                  <a:lnTo>
                    <a:pt x="66165" y="8394"/>
                  </a:lnTo>
                  <a:lnTo>
                    <a:pt x="66199" y="8394"/>
                  </a:lnTo>
                  <a:cubicBezTo>
                    <a:pt x="66233" y="8394"/>
                    <a:pt x="66268" y="8360"/>
                    <a:pt x="66268" y="8326"/>
                  </a:cubicBezTo>
                  <a:cubicBezTo>
                    <a:pt x="66268" y="8292"/>
                    <a:pt x="66268" y="8224"/>
                    <a:pt x="66199" y="8224"/>
                  </a:cubicBezTo>
                  <a:lnTo>
                    <a:pt x="66097" y="8190"/>
                  </a:lnTo>
                  <a:cubicBezTo>
                    <a:pt x="66087" y="8180"/>
                    <a:pt x="66074" y="8176"/>
                    <a:pt x="66061" y="8176"/>
                  </a:cubicBezTo>
                  <a:close/>
                  <a:moveTo>
                    <a:pt x="13718" y="8292"/>
                  </a:moveTo>
                  <a:lnTo>
                    <a:pt x="13582" y="8326"/>
                  </a:lnTo>
                  <a:cubicBezTo>
                    <a:pt x="13547" y="8326"/>
                    <a:pt x="13513" y="8360"/>
                    <a:pt x="13513" y="8429"/>
                  </a:cubicBezTo>
                  <a:cubicBezTo>
                    <a:pt x="13547" y="8463"/>
                    <a:pt x="13582" y="8497"/>
                    <a:pt x="13616" y="8497"/>
                  </a:cubicBezTo>
                  <a:lnTo>
                    <a:pt x="13752" y="8463"/>
                  </a:lnTo>
                  <a:cubicBezTo>
                    <a:pt x="13786" y="8463"/>
                    <a:pt x="13820" y="8429"/>
                    <a:pt x="13820" y="8360"/>
                  </a:cubicBezTo>
                  <a:cubicBezTo>
                    <a:pt x="13786" y="8326"/>
                    <a:pt x="13752" y="8292"/>
                    <a:pt x="13718" y="8292"/>
                  </a:cubicBezTo>
                  <a:close/>
                  <a:moveTo>
                    <a:pt x="66610" y="8347"/>
                  </a:moveTo>
                  <a:cubicBezTo>
                    <a:pt x="66577" y="8347"/>
                    <a:pt x="66541" y="8379"/>
                    <a:pt x="66541" y="8429"/>
                  </a:cubicBezTo>
                  <a:cubicBezTo>
                    <a:pt x="66506" y="8463"/>
                    <a:pt x="66541" y="8497"/>
                    <a:pt x="66609" y="8531"/>
                  </a:cubicBezTo>
                  <a:lnTo>
                    <a:pt x="66711" y="8565"/>
                  </a:lnTo>
                  <a:cubicBezTo>
                    <a:pt x="66779" y="8565"/>
                    <a:pt x="66813" y="8531"/>
                    <a:pt x="66813" y="8497"/>
                  </a:cubicBezTo>
                  <a:cubicBezTo>
                    <a:pt x="66813" y="8463"/>
                    <a:pt x="66813" y="8394"/>
                    <a:pt x="66745" y="8394"/>
                  </a:cubicBezTo>
                  <a:lnTo>
                    <a:pt x="66643" y="8360"/>
                  </a:lnTo>
                  <a:cubicBezTo>
                    <a:pt x="66634" y="8351"/>
                    <a:pt x="66622" y="8347"/>
                    <a:pt x="66610" y="8347"/>
                  </a:cubicBezTo>
                  <a:close/>
                  <a:moveTo>
                    <a:pt x="13138" y="8394"/>
                  </a:moveTo>
                  <a:lnTo>
                    <a:pt x="13036" y="8429"/>
                  </a:lnTo>
                  <a:cubicBezTo>
                    <a:pt x="12967" y="8429"/>
                    <a:pt x="12967" y="8497"/>
                    <a:pt x="12967" y="8531"/>
                  </a:cubicBezTo>
                  <a:cubicBezTo>
                    <a:pt x="12967" y="8565"/>
                    <a:pt x="13001" y="8599"/>
                    <a:pt x="13036" y="8599"/>
                  </a:cubicBezTo>
                  <a:lnTo>
                    <a:pt x="13070" y="8599"/>
                  </a:lnTo>
                  <a:lnTo>
                    <a:pt x="13172" y="8565"/>
                  </a:lnTo>
                  <a:cubicBezTo>
                    <a:pt x="13206" y="8565"/>
                    <a:pt x="13240" y="8531"/>
                    <a:pt x="13240" y="8463"/>
                  </a:cubicBezTo>
                  <a:cubicBezTo>
                    <a:pt x="13240" y="8429"/>
                    <a:pt x="13172" y="8394"/>
                    <a:pt x="13138" y="8394"/>
                  </a:cubicBezTo>
                  <a:close/>
                  <a:moveTo>
                    <a:pt x="12619" y="8518"/>
                  </a:moveTo>
                  <a:cubicBezTo>
                    <a:pt x="12610" y="8518"/>
                    <a:pt x="12601" y="8522"/>
                    <a:pt x="12592" y="8531"/>
                  </a:cubicBezTo>
                  <a:lnTo>
                    <a:pt x="12456" y="8531"/>
                  </a:lnTo>
                  <a:cubicBezTo>
                    <a:pt x="12421" y="8531"/>
                    <a:pt x="12387" y="8599"/>
                    <a:pt x="12387" y="8633"/>
                  </a:cubicBezTo>
                  <a:cubicBezTo>
                    <a:pt x="12421" y="8667"/>
                    <a:pt x="12456" y="8702"/>
                    <a:pt x="12490" y="8702"/>
                  </a:cubicBezTo>
                  <a:lnTo>
                    <a:pt x="12626" y="8667"/>
                  </a:lnTo>
                  <a:cubicBezTo>
                    <a:pt x="12660" y="8667"/>
                    <a:pt x="12694" y="8633"/>
                    <a:pt x="12694" y="8599"/>
                  </a:cubicBezTo>
                  <a:cubicBezTo>
                    <a:pt x="12669" y="8549"/>
                    <a:pt x="12644" y="8518"/>
                    <a:pt x="12619" y="8518"/>
                  </a:cubicBezTo>
                  <a:close/>
                  <a:moveTo>
                    <a:pt x="67189" y="8531"/>
                  </a:moveTo>
                  <a:cubicBezTo>
                    <a:pt x="67155" y="8531"/>
                    <a:pt x="67086" y="8531"/>
                    <a:pt x="67086" y="8599"/>
                  </a:cubicBezTo>
                  <a:cubicBezTo>
                    <a:pt x="67052" y="8633"/>
                    <a:pt x="67086" y="8667"/>
                    <a:pt x="67121" y="8702"/>
                  </a:cubicBezTo>
                  <a:lnTo>
                    <a:pt x="67257" y="8736"/>
                  </a:lnTo>
                  <a:cubicBezTo>
                    <a:pt x="67291" y="8736"/>
                    <a:pt x="67325" y="8702"/>
                    <a:pt x="67359" y="8667"/>
                  </a:cubicBezTo>
                  <a:cubicBezTo>
                    <a:pt x="67359" y="8633"/>
                    <a:pt x="67359" y="8599"/>
                    <a:pt x="67291" y="8565"/>
                  </a:cubicBezTo>
                  <a:lnTo>
                    <a:pt x="67189" y="8531"/>
                  </a:lnTo>
                  <a:close/>
                  <a:moveTo>
                    <a:pt x="12059" y="8620"/>
                  </a:moveTo>
                  <a:cubicBezTo>
                    <a:pt x="12046" y="8620"/>
                    <a:pt x="12030" y="8624"/>
                    <a:pt x="12012" y="8633"/>
                  </a:cubicBezTo>
                  <a:lnTo>
                    <a:pt x="11910" y="8633"/>
                  </a:lnTo>
                  <a:cubicBezTo>
                    <a:pt x="11841" y="8667"/>
                    <a:pt x="11841" y="8702"/>
                    <a:pt x="11841" y="8736"/>
                  </a:cubicBezTo>
                  <a:cubicBezTo>
                    <a:pt x="11841" y="8770"/>
                    <a:pt x="11875" y="8804"/>
                    <a:pt x="11910" y="8804"/>
                  </a:cubicBezTo>
                  <a:lnTo>
                    <a:pt x="12046" y="8804"/>
                  </a:lnTo>
                  <a:cubicBezTo>
                    <a:pt x="12080" y="8770"/>
                    <a:pt x="12114" y="8736"/>
                    <a:pt x="12114" y="8702"/>
                  </a:cubicBezTo>
                  <a:cubicBezTo>
                    <a:pt x="12114" y="8652"/>
                    <a:pt x="12096" y="8620"/>
                    <a:pt x="12059" y="8620"/>
                  </a:cubicBezTo>
                  <a:close/>
                  <a:moveTo>
                    <a:pt x="11329" y="8736"/>
                  </a:moveTo>
                  <a:cubicBezTo>
                    <a:pt x="11295" y="8770"/>
                    <a:pt x="11261" y="8804"/>
                    <a:pt x="11261" y="8838"/>
                  </a:cubicBezTo>
                  <a:cubicBezTo>
                    <a:pt x="11295" y="8906"/>
                    <a:pt x="11329" y="8906"/>
                    <a:pt x="11364" y="8906"/>
                  </a:cubicBezTo>
                  <a:lnTo>
                    <a:pt x="11500" y="8906"/>
                  </a:lnTo>
                  <a:cubicBezTo>
                    <a:pt x="11534" y="8906"/>
                    <a:pt x="11568" y="8838"/>
                    <a:pt x="11568" y="8804"/>
                  </a:cubicBezTo>
                  <a:cubicBezTo>
                    <a:pt x="11534" y="8736"/>
                    <a:pt x="11500" y="8736"/>
                    <a:pt x="11466" y="8736"/>
                  </a:cubicBezTo>
                  <a:close/>
                  <a:moveTo>
                    <a:pt x="67735" y="8702"/>
                  </a:moveTo>
                  <a:cubicBezTo>
                    <a:pt x="67701" y="8702"/>
                    <a:pt x="67632" y="8736"/>
                    <a:pt x="67632" y="8770"/>
                  </a:cubicBezTo>
                  <a:cubicBezTo>
                    <a:pt x="67598" y="8804"/>
                    <a:pt x="67632" y="8872"/>
                    <a:pt x="67667" y="8872"/>
                  </a:cubicBezTo>
                  <a:lnTo>
                    <a:pt x="67803" y="8906"/>
                  </a:lnTo>
                  <a:cubicBezTo>
                    <a:pt x="67837" y="8906"/>
                    <a:pt x="67871" y="8906"/>
                    <a:pt x="67905" y="8838"/>
                  </a:cubicBezTo>
                  <a:cubicBezTo>
                    <a:pt x="67905" y="8804"/>
                    <a:pt x="67871" y="8770"/>
                    <a:pt x="67837" y="8736"/>
                  </a:cubicBezTo>
                  <a:lnTo>
                    <a:pt x="67735" y="8702"/>
                  </a:lnTo>
                  <a:close/>
                  <a:moveTo>
                    <a:pt x="10886" y="8838"/>
                  </a:moveTo>
                  <a:lnTo>
                    <a:pt x="10783" y="8872"/>
                  </a:lnTo>
                  <a:cubicBezTo>
                    <a:pt x="10749" y="8872"/>
                    <a:pt x="10715" y="8906"/>
                    <a:pt x="10715" y="8975"/>
                  </a:cubicBezTo>
                  <a:cubicBezTo>
                    <a:pt x="10715" y="9009"/>
                    <a:pt x="10749" y="9043"/>
                    <a:pt x="10783" y="9043"/>
                  </a:cubicBezTo>
                  <a:lnTo>
                    <a:pt x="10818" y="9043"/>
                  </a:lnTo>
                  <a:lnTo>
                    <a:pt x="10920" y="9009"/>
                  </a:lnTo>
                  <a:cubicBezTo>
                    <a:pt x="10954" y="9009"/>
                    <a:pt x="10988" y="8940"/>
                    <a:pt x="10988" y="8906"/>
                  </a:cubicBezTo>
                  <a:cubicBezTo>
                    <a:pt x="10988" y="8872"/>
                    <a:pt x="10954" y="8838"/>
                    <a:pt x="10886" y="8838"/>
                  </a:cubicBezTo>
                  <a:close/>
                  <a:moveTo>
                    <a:pt x="68281" y="8872"/>
                  </a:moveTo>
                  <a:cubicBezTo>
                    <a:pt x="68247" y="8872"/>
                    <a:pt x="68178" y="8906"/>
                    <a:pt x="68178" y="8940"/>
                  </a:cubicBezTo>
                  <a:cubicBezTo>
                    <a:pt x="68144" y="8975"/>
                    <a:pt x="68178" y="9043"/>
                    <a:pt x="68213" y="9043"/>
                  </a:cubicBezTo>
                  <a:lnTo>
                    <a:pt x="68349" y="9077"/>
                  </a:lnTo>
                  <a:cubicBezTo>
                    <a:pt x="68383" y="9077"/>
                    <a:pt x="68417" y="9077"/>
                    <a:pt x="68451" y="9043"/>
                  </a:cubicBezTo>
                  <a:cubicBezTo>
                    <a:pt x="68451" y="8975"/>
                    <a:pt x="68417" y="8940"/>
                    <a:pt x="68383" y="8906"/>
                  </a:cubicBezTo>
                  <a:lnTo>
                    <a:pt x="68281" y="8872"/>
                  </a:lnTo>
                  <a:close/>
                  <a:moveTo>
                    <a:pt x="10340" y="8940"/>
                  </a:moveTo>
                  <a:lnTo>
                    <a:pt x="10203" y="8975"/>
                  </a:lnTo>
                  <a:cubicBezTo>
                    <a:pt x="10169" y="8975"/>
                    <a:pt x="10135" y="9009"/>
                    <a:pt x="10135" y="9077"/>
                  </a:cubicBezTo>
                  <a:cubicBezTo>
                    <a:pt x="10169" y="9111"/>
                    <a:pt x="10203" y="9145"/>
                    <a:pt x="10238" y="9145"/>
                  </a:cubicBezTo>
                  <a:lnTo>
                    <a:pt x="10374" y="9111"/>
                  </a:lnTo>
                  <a:cubicBezTo>
                    <a:pt x="10408" y="9111"/>
                    <a:pt x="10442" y="9077"/>
                    <a:pt x="10442" y="9009"/>
                  </a:cubicBezTo>
                  <a:cubicBezTo>
                    <a:pt x="10408" y="8975"/>
                    <a:pt x="10374" y="8940"/>
                    <a:pt x="10340" y="8940"/>
                  </a:cubicBezTo>
                  <a:close/>
                  <a:moveTo>
                    <a:pt x="9760" y="9043"/>
                  </a:moveTo>
                  <a:lnTo>
                    <a:pt x="9657" y="9077"/>
                  </a:lnTo>
                  <a:cubicBezTo>
                    <a:pt x="9623" y="9077"/>
                    <a:pt x="9589" y="9145"/>
                    <a:pt x="9589" y="9179"/>
                  </a:cubicBezTo>
                  <a:cubicBezTo>
                    <a:pt x="9589" y="9213"/>
                    <a:pt x="9623" y="9248"/>
                    <a:pt x="9657" y="9248"/>
                  </a:cubicBezTo>
                  <a:lnTo>
                    <a:pt x="9692" y="9248"/>
                  </a:lnTo>
                  <a:lnTo>
                    <a:pt x="9794" y="9213"/>
                  </a:lnTo>
                  <a:cubicBezTo>
                    <a:pt x="9862" y="9213"/>
                    <a:pt x="9862" y="9179"/>
                    <a:pt x="9862" y="9111"/>
                  </a:cubicBezTo>
                  <a:cubicBezTo>
                    <a:pt x="9862" y="9077"/>
                    <a:pt x="9828" y="9043"/>
                    <a:pt x="9760" y="9043"/>
                  </a:cubicBezTo>
                  <a:close/>
                  <a:moveTo>
                    <a:pt x="68791" y="9063"/>
                  </a:moveTo>
                  <a:cubicBezTo>
                    <a:pt x="68759" y="9063"/>
                    <a:pt x="68724" y="9087"/>
                    <a:pt x="68724" y="9111"/>
                  </a:cubicBezTo>
                  <a:cubicBezTo>
                    <a:pt x="68690" y="9179"/>
                    <a:pt x="68724" y="9213"/>
                    <a:pt x="68759" y="9213"/>
                  </a:cubicBezTo>
                  <a:lnTo>
                    <a:pt x="68895" y="9248"/>
                  </a:lnTo>
                  <a:cubicBezTo>
                    <a:pt x="68895" y="9282"/>
                    <a:pt x="68895" y="9282"/>
                    <a:pt x="68895" y="9282"/>
                  </a:cubicBezTo>
                  <a:cubicBezTo>
                    <a:pt x="68929" y="9282"/>
                    <a:pt x="68963" y="9248"/>
                    <a:pt x="68997" y="9213"/>
                  </a:cubicBezTo>
                  <a:cubicBezTo>
                    <a:pt x="68997" y="9179"/>
                    <a:pt x="68963" y="9111"/>
                    <a:pt x="68929" y="9111"/>
                  </a:cubicBezTo>
                  <a:lnTo>
                    <a:pt x="68827" y="9077"/>
                  </a:lnTo>
                  <a:cubicBezTo>
                    <a:pt x="68817" y="9067"/>
                    <a:pt x="68804" y="9063"/>
                    <a:pt x="68791" y="9063"/>
                  </a:cubicBezTo>
                  <a:close/>
                  <a:moveTo>
                    <a:pt x="9214" y="9145"/>
                  </a:moveTo>
                  <a:lnTo>
                    <a:pt x="9077" y="9179"/>
                  </a:lnTo>
                  <a:cubicBezTo>
                    <a:pt x="9043" y="9179"/>
                    <a:pt x="9009" y="9248"/>
                    <a:pt x="9009" y="9282"/>
                  </a:cubicBezTo>
                  <a:cubicBezTo>
                    <a:pt x="9043" y="9316"/>
                    <a:pt x="9077" y="9350"/>
                    <a:pt x="9111" y="9350"/>
                  </a:cubicBezTo>
                  <a:lnTo>
                    <a:pt x="9248" y="9316"/>
                  </a:lnTo>
                  <a:cubicBezTo>
                    <a:pt x="9282" y="9316"/>
                    <a:pt x="9316" y="9282"/>
                    <a:pt x="9316" y="9213"/>
                  </a:cubicBezTo>
                  <a:cubicBezTo>
                    <a:pt x="9282" y="9179"/>
                    <a:pt x="9248" y="9145"/>
                    <a:pt x="9214" y="9145"/>
                  </a:cubicBezTo>
                  <a:close/>
                  <a:moveTo>
                    <a:pt x="8681" y="9268"/>
                  </a:moveTo>
                  <a:cubicBezTo>
                    <a:pt x="8668" y="9268"/>
                    <a:pt x="8652" y="9273"/>
                    <a:pt x="8634" y="9282"/>
                  </a:cubicBezTo>
                  <a:lnTo>
                    <a:pt x="8531" y="9282"/>
                  </a:lnTo>
                  <a:cubicBezTo>
                    <a:pt x="8497" y="9316"/>
                    <a:pt x="8463" y="9350"/>
                    <a:pt x="8463" y="9384"/>
                  </a:cubicBezTo>
                  <a:cubicBezTo>
                    <a:pt x="8463" y="9418"/>
                    <a:pt x="8497" y="9452"/>
                    <a:pt x="8531" y="9452"/>
                  </a:cubicBezTo>
                  <a:lnTo>
                    <a:pt x="8668" y="9452"/>
                  </a:lnTo>
                  <a:cubicBezTo>
                    <a:pt x="8736" y="9418"/>
                    <a:pt x="8736" y="9384"/>
                    <a:pt x="8736" y="9350"/>
                  </a:cubicBezTo>
                  <a:cubicBezTo>
                    <a:pt x="8736" y="9300"/>
                    <a:pt x="8718" y="9268"/>
                    <a:pt x="8681" y="9268"/>
                  </a:cubicBezTo>
                  <a:close/>
                  <a:moveTo>
                    <a:pt x="69337" y="9233"/>
                  </a:moveTo>
                  <a:cubicBezTo>
                    <a:pt x="69304" y="9233"/>
                    <a:pt x="69270" y="9258"/>
                    <a:pt x="69270" y="9282"/>
                  </a:cubicBezTo>
                  <a:cubicBezTo>
                    <a:pt x="69236" y="9350"/>
                    <a:pt x="69270" y="9384"/>
                    <a:pt x="69304" y="9418"/>
                  </a:cubicBezTo>
                  <a:lnTo>
                    <a:pt x="69407" y="9452"/>
                  </a:lnTo>
                  <a:lnTo>
                    <a:pt x="69441" y="9452"/>
                  </a:lnTo>
                  <a:cubicBezTo>
                    <a:pt x="69475" y="9452"/>
                    <a:pt x="69509" y="9418"/>
                    <a:pt x="69543" y="9384"/>
                  </a:cubicBezTo>
                  <a:cubicBezTo>
                    <a:pt x="69543" y="9350"/>
                    <a:pt x="69509" y="9282"/>
                    <a:pt x="69475" y="9282"/>
                  </a:cubicBezTo>
                  <a:lnTo>
                    <a:pt x="69373" y="9248"/>
                  </a:lnTo>
                  <a:cubicBezTo>
                    <a:pt x="69363" y="9238"/>
                    <a:pt x="69350" y="9233"/>
                    <a:pt x="69337" y="9233"/>
                  </a:cubicBezTo>
                  <a:close/>
                  <a:moveTo>
                    <a:pt x="8115" y="9371"/>
                  </a:moveTo>
                  <a:cubicBezTo>
                    <a:pt x="8106" y="9371"/>
                    <a:pt x="8097" y="9375"/>
                    <a:pt x="8088" y="9384"/>
                  </a:cubicBezTo>
                  <a:lnTo>
                    <a:pt x="7951" y="9384"/>
                  </a:lnTo>
                  <a:cubicBezTo>
                    <a:pt x="7917" y="9418"/>
                    <a:pt x="7883" y="9452"/>
                    <a:pt x="7883" y="9486"/>
                  </a:cubicBezTo>
                  <a:cubicBezTo>
                    <a:pt x="7917" y="9555"/>
                    <a:pt x="7951" y="9555"/>
                    <a:pt x="7985" y="9555"/>
                  </a:cubicBezTo>
                  <a:lnTo>
                    <a:pt x="8122" y="9555"/>
                  </a:lnTo>
                  <a:cubicBezTo>
                    <a:pt x="8156" y="9521"/>
                    <a:pt x="8190" y="9486"/>
                    <a:pt x="8190" y="9452"/>
                  </a:cubicBezTo>
                  <a:cubicBezTo>
                    <a:pt x="8165" y="9402"/>
                    <a:pt x="8140" y="9371"/>
                    <a:pt x="8115" y="9371"/>
                  </a:cubicBezTo>
                  <a:close/>
                  <a:moveTo>
                    <a:pt x="69919" y="9418"/>
                  </a:moveTo>
                  <a:cubicBezTo>
                    <a:pt x="69850" y="9418"/>
                    <a:pt x="69816" y="9418"/>
                    <a:pt x="69816" y="9486"/>
                  </a:cubicBezTo>
                  <a:cubicBezTo>
                    <a:pt x="69782" y="9521"/>
                    <a:pt x="69816" y="9555"/>
                    <a:pt x="69850" y="9589"/>
                  </a:cubicBezTo>
                  <a:lnTo>
                    <a:pt x="69953" y="9623"/>
                  </a:lnTo>
                  <a:lnTo>
                    <a:pt x="69987" y="9623"/>
                  </a:lnTo>
                  <a:cubicBezTo>
                    <a:pt x="70021" y="9623"/>
                    <a:pt x="70055" y="9589"/>
                    <a:pt x="70089" y="9555"/>
                  </a:cubicBezTo>
                  <a:cubicBezTo>
                    <a:pt x="70089" y="9521"/>
                    <a:pt x="70055" y="9452"/>
                    <a:pt x="70021" y="9452"/>
                  </a:cubicBezTo>
                  <a:lnTo>
                    <a:pt x="69919" y="9418"/>
                  </a:lnTo>
                  <a:close/>
                  <a:moveTo>
                    <a:pt x="7508" y="9486"/>
                  </a:moveTo>
                  <a:lnTo>
                    <a:pt x="7405" y="9521"/>
                  </a:lnTo>
                  <a:cubicBezTo>
                    <a:pt x="7371" y="9521"/>
                    <a:pt x="7337" y="9555"/>
                    <a:pt x="7337" y="9623"/>
                  </a:cubicBezTo>
                  <a:cubicBezTo>
                    <a:pt x="7337" y="9657"/>
                    <a:pt x="7371" y="9691"/>
                    <a:pt x="7405" y="9691"/>
                  </a:cubicBezTo>
                  <a:lnTo>
                    <a:pt x="7439" y="9691"/>
                  </a:lnTo>
                  <a:lnTo>
                    <a:pt x="7542" y="9657"/>
                  </a:lnTo>
                  <a:cubicBezTo>
                    <a:pt x="7610" y="9657"/>
                    <a:pt x="7644" y="9589"/>
                    <a:pt x="7610" y="9555"/>
                  </a:cubicBezTo>
                  <a:cubicBezTo>
                    <a:pt x="7610" y="9521"/>
                    <a:pt x="7576" y="9486"/>
                    <a:pt x="7508" y="9486"/>
                  </a:cubicBezTo>
                  <a:close/>
                  <a:moveTo>
                    <a:pt x="6962" y="9589"/>
                  </a:moveTo>
                  <a:lnTo>
                    <a:pt x="6859" y="9623"/>
                  </a:lnTo>
                  <a:cubicBezTo>
                    <a:pt x="6791" y="9623"/>
                    <a:pt x="6757" y="9657"/>
                    <a:pt x="6791" y="9725"/>
                  </a:cubicBezTo>
                  <a:cubicBezTo>
                    <a:pt x="6791" y="9759"/>
                    <a:pt x="6825" y="9793"/>
                    <a:pt x="6859" y="9793"/>
                  </a:cubicBezTo>
                  <a:lnTo>
                    <a:pt x="6996" y="9759"/>
                  </a:lnTo>
                  <a:cubicBezTo>
                    <a:pt x="7030" y="9759"/>
                    <a:pt x="7064" y="9691"/>
                    <a:pt x="7064" y="9657"/>
                  </a:cubicBezTo>
                  <a:cubicBezTo>
                    <a:pt x="7064" y="9623"/>
                    <a:pt x="6996" y="9589"/>
                    <a:pt x="6962" y="9589"/>
                  </a:cubicBezTo>
                  <a:close/>
                  <a:moveTo>
                    <a:pt x="70465" y="9589"/>
                  </a:moveTo>
                  <a:cubicBezTo>
                    <a:pt x="70396" y="9589"/>
                    <a:pt x="70362" y="9589"/>
                    <a:pt x="70362" y="9657"/>
                  </a:cubicBezTo>
                  <a:cubicBezTo>
                    <a:pt x="70328" y="9691"/>
                    <a:pt x="70362" y="9759"/>
                    <a:pt x="70396" y="9759"/>
                  </a:cubicBezTo>
                  <a:lnTo>
                    <a:pt x="70499" y="9793"/>
                  </a:lnTo>
                  <a:lnTo>
                    <a:pt x="70533" y="9793"/>
                  </a:lnTo>
                  <a:cubicBezTo>
                    <a:pt x="70567" y="9793"/>
                    <a:pt x="70601" y="9759"/>
                    <a:pt x="70635" y="9725"/>
                  </a:cubicBezTo>
                  <a:cubicBezTo>
                    <a:pt x="70635" y="9691"/>
                    <a:pt x="70601" y="9657"/>
                    <a:pt x="70567" y="9623"/>
                  </a:cubicBezTo>
                  <a:lnTo>
                    <a:pt x="70465" y="9589"/>
                  </a:lnTo>
                  <a:close/>
                  <a:moveTo>
                    <a:pt x="6382" y="9691"/>
                  </a:moveTo>
                  <a:lnTo>
                    <a:pt x="6279" y="9725"/>
                  </a:lnTo>
                  <a:cubicBezTo>
                    <a:pt x="6245" y="9725"/>
                    <a:pt x="6211" y="9759"/>
                    <a:pt x="6211" y="9828"/>
                  </a:cubicBezTo>
                  <a:cubicBezTo>
                    <a:pt x="6211" y="9862"/>
                    <a:pt x="6245" y="9896"/>
                    <a:pt x="6313" y="9896"/>
                  </a:cubicBezTo>
                  <a:lnTo>
                    <a:pt x="6416" y="9862"/>
                  </a:lnTo>
                  <a:cubicBezTo>
                    <a:pt x="6484" y="9862"/>
                    <a:pt x="6518" y="9828"/>
                    <a:pt x="6484" y="9759"/>
                  </a:cubicBezTo>
                  <a:cubicBezTo>
                    <a:pt x="6484" y="9725"/>
                    <a:pt x="6450" y="9691"/>
                    <a:pt x="6382" y="9691"/>
                  </a:cubicBezTo>
                  <a:close/>
                  <a:moveTo>
                    <a:pt x="71011" y="9759"/>
                  </a:moveTo>
                  <a:cubicBezTo>
                    <a:pt x="70942" y="9759"/>
                    <a:pt x="70908" y="9793"/>
                    <a:pt x="70908" y="9828"/>
                  </a:cubicBezTo>
                  <a:cubicBezTo>
                    <a:pt x="70874" y="9862"/>
                    <a:pt x="70908" y="9930"/>
                    <a:pt x="70942" y="9930"/>
                  </a:cubicBezTo>
                  <a:lnTo>
                    <a:pt x="71045" y="9964"/>
                  </a:lnTo>
                  <a:lnTo>
                    <a:pt x="71079" y="9964"/>
                  </a:lnTo>
                  <a:cubicBezTo>
                    <a:pt x="71113" y="9964"/>
                    <a:pt x="71147" y="9964"/>
                    <a:pt x="71181" y="9930"/>
                  </a:cubicBezTo>
                  <a:cubicBezTo>
                    <a:pt x="71181" y="9862"/>
                    <a:pt x="71147" y="9828"/>
                    <a:pt x="71113" y="9793"/>
                  </a:cubicBezTo>
                  <a:lnTo>
                    <a:pt x="71011" y="9759"/>
                  </a:lnTo>
                  <a:close/>
                  <a:moveTo>
                    <a:pt x="5836" y="9793"/>
                  </a:moveTo>
                  <a:lnTo>
                    <a:pt x="5733" y="9828"/>
                  </a:lnTo>
                  <a:cubicBezTo>
                    <a:pt x="5665" y="9828"/>
                    <a:pt x="5631" y="9896"/>
                    <a:pt x="5665" y="9930"/>
                  </a:cubicBezTo>
                  <a:cubicBezTo>
                    <a:pt x="5665" y="9964"/>
                    <a:pt x="5699" y="9998"/>
                    <a:pt x="5733" y="9998"/>
                  </a:cubicBezTo>
                  <a:lnTo>
                    <a:pt x="5767" y="9998"/>
                  </a:lnTo>
                  <a:lnTo>
                    <a:pt x="5870" y="9964"/>
                  </a:lnTo>
                  <a:cubicBezTo>
                    <a:pt x="5904" y="9964"/>
                    <a:pt x="5938" y="9930"/>
                    <a:pt x="5938" y="9862"/>
                  </a:cubicBezTo>
                  <a:cubicBezTo>
                    <a:pt x="5938" y="9828"/>
                    <a:pt x="5870" y="9793"/>
                    <a:pt x="5836" y="9793"/>
                  </a:cubicBezTo>
                  <a:close/>
                  <a:moveTo>
                    <a:pt x="5303" y="9917"/>
                  </a:moveTo>
                  <a:cubicBezTo>
                    <a:pt x="5290" y="9917"/>
                    <a:pt x="5274" y="9921"/>
                    <a:pt x="5256" y="9930"/>
                  </a:cubicBezTo>
                  <a:lnTo>
                    <a:pt x="5153" y="9930"/>
                  </a:lnTo>
                  <a:cubicBezTo>
                    <a:pt x="5119" y="9930"/>
                    <a:pt x="5085" y="9998"/>
                    <a:pt x="5085" y="10032"/>
                  </a:cubicBezTo>
                  <a:cubicBezTo>
                    <a:pt x="5085" y="10066"/>
                    <a:pt x="5119" y="10101"/>
                    <a:pt x="5187" y="10101"/>
                  </a:cubicBezTo>
                  <a:lnTo>
                    <a:pt x="5290" y="10066"/>
                  </a:lnTo>
                  <a:cubicBezTo>
                    <a:pt x="5358" y="10066"/>
                    <a:pt x="5392" y="10032"/>
                    <a:pt x="5358" y="9998"/>
                  </a:cubicBezTo>
                  <a:cubicBezTo>
                    <a:pt x="5358" y="9948"/>
                    <a:pt x="5340" y="9917"/>
                    <a:pt x="5303" y="9917"/>
                  </a:cubicBezTo>
                  <a:close/>
                  <a:moveTo>
                    <a:pt x="71505" y="9950"/>
                  </a:moveTo>
                  <a:cubicBezTo>
                    <a:pt x="71471" y="9950"/>
                    <a:pt x="71454" y="9974"/>
                    <a:pt x="71454" y="9998"/>
                  </a:cubicBezTo>
                  <a:cubicBezTo>
                    <a:pt x="71420" y="10032"/>
                    <a:pt x="71454" y="10101"/>
                    <a:pt x="71488" y="10101"/>
                  </a:cubicBezTo>
                  <a:lnTo>
                    <a:pt x="71591" y="10135"/>
                  </a:lnTo>
                  <a:lnTo>
                    <a:pt x="71625" y="10135"/>
                  </a:lnTo>
                  <a:cubicBezTo>
                    <a:pt x="71659" y="10135"/>
                    <a:pt x="71693" y="10135"/>
                    <a:pt x="71727" y="10101"/>
                  </a:cubicBezTo>
                  <a:cubicBezTo>
                    <a:pt x="71727" y="10032"/>
                    <a:pt x="71693" y="9998"/>
                    <a:pt x="71659" y="9998"/>
                  </a:cubicBezTo>
                  <a:lnTo>
                    <a:pt x="71557" y="9964"/>
                  </a:lnTo>
                  <a:cubicBezTo>
                    <a:pt x="71537" y="9954"/>
                    <a:pt x="71520" y="9950"/>
                    <a:pt x="71505" y="9950"/>
                  </a:cubicBezTo>
                  <a:close/>
                  <a:moveTo>
                    <a:pt x="4742" y="10019"/>
                  </a:moveTo>
                  <a:cubicBezTo>
                    <a:pt x="4730" y="10019"/>
                    <a:pt x="4719" y="10023"/>
                    <a:pt x="4710" y="10032"/>
                  </a:cubicBezTo>
                  <a:lnTo>
                    <a:pt x="4607" y="10032"/>
                  </a:lnTo>
                  <a:cubicBezTo>
                    <a:pt x="4539" y="10066"/>
                    <a:pt x="4505" y="10101"/>
                    <a:pt x="4539" y="10135"/>
                  </a:cubicBezTo>
                  <a:cubicBezTo>
                    <a:pt x="4539" y="10203"/>
                    <a:pt x="4573" y="10203"/>
                    <a:pt x="4607" y="10203"/>
                  </a:cubicBezTo>
                  <a:lnTo>
                    <a:pt x="4744" y="10203"/>
                  </a:lnTo>
                  <a:cubicBezTo>
                    <a:pt x="4778" y="10169"/>
                    <a:pt x="4812" y="10135"/>
                    <a:pt x="4812" y="10101"/>
                  </a:cubicBezTo>
                  <a:cubicBezTo>
                    <a:pt x="4812" y="10051"/>
                    <a:pt x="4775" y="10019"/>
                    <a:pt x="4742" y="10019"/>
                  </a:cubicBezTo>
                  <a:close/>
                  <a:moveTo>
                    <a:pt x="4130" y="10135"/>
                  </a:moveTo>
                  <a:lnTo>
                    <a:pt x="4027" y="10169"/>
                  </a:lnTo>
                  <a:cubicBezTo>
                    <a:pt x="3993" y="10169"/>
                    <a:pt x="3959" y="10203"/>
                    <a:pt x="3959" y="10237"/>
                  </a:cubicBezTo>
                  <a:cubicBezTo>
                    <a:pt x="3959" y="10305"/>
                    <a:pt x="3993" y="10305"/>
                    <a:pt x="4061" y="10305"/>
                  </a:cubicBezTo>
                  <a:lnTo>
                    <a:pt x="4164" y="10305"/>
                  </a:lnTo>
                  <a:cubicBezTo>
                    <a:pt x="4232" y="10305"/>
                    <a:pt x="4266" y="10237"/>
                    <a:pt x="4232" y="10203"/>
                  </a:cubicBezTo>
                  <a:cubicBezTo>
                    <a:pt x="4232" y="10169"/>
                    <a:pt x="4198" y="10135"/>
                    <a:pt x="4130" y="10135"/>
                  </a:cubicBezTo>
                  <a:close/>
                  <a:moveTo>
                    <a:pt x="72051" y="10121"/>
                  </a:moveTo>
                  <a:cubicBezTo>
                    <a:pt x="72014" y="10121"/>
                    <a:pt x="71990" y="10145"/>
                    <a:pt x="71966" y="10169"/>
                  </a:cubicBezTo>
                  <a:cubicBezTo>
                    <a:pt x="71966" y="10237"/>
                    <a:pt x="72000" y="10271"/>
                    <a:pt x="72034" y="10271"/>
                  </a:cubicBezTo>
                  <a:lnTo>
                    <a:pt x="72137" y="10339"/>
                  </a:lnTo>
                  <a:lnTo>
                    <a:pt x="72171" y="10339"/>
                  </a:lnTo>
                  <a:cubicBezTo>
                    <a:pt x="72205" y="10339"/>
                    <a:pt x="72239" y="10305"/>
                    <a:pt x="72239" y="10271"/>
                  </a:cubicBezTo>
                  <a:cubicBezTo>
                    <a:pt x="72273" y="10237"/>
                    <a:pt x="72239" y="10169"/>
                    <a:pt x="72205" y="10169"/>
                  </a:cubicBezTo>
                  <a:lnTo>
                    <a:pt x="72103" y="10135"/>
                  </a:lnTo>
                  <a:cubicBezTo>
                    <a:pt x="72083" y="10125"/>
                    <a:pt x="72066" y="10121"/>
                    <a:pt x="72051" y="10121"/>
                  </a:cubicBezTo>
                  <a:close/>
                  <a:moveTo>
                    <a:pt x="3584" y="10237"/>
                  </a:moveTo>
                  <a:lnTo>
                    <a:pt x="3481" y="10271"/>
                  </a:lnTo>
                  <a:cubicBezTo>
                    <a:pt x="3413" y="10271"/>
                    <a:pt x="3379" y="10305"/>
                    <a:pt x="3413" y="10374"/>
                  </a:cubicBezTo>
                  <a:cubicBezTo>
                    <a:pt x="3413" y="10408"/>
                    <a:pt x="3447" y="10442"/>
                    <a:pt x="3481" y="10442"/>
                  </a:cubicBezTo>
                  <a:lnTo>
                    <a:pt x="3515" y="10442"/>
                  </a:lnTo>
                  <a:lnTo>
                    <a:pt x="3618" y="10408"/>
                  </a:lnTo>
                  <a:cubicBezTo>
                    <a:pt x="3652" y="10408"/>
                    <a:pt x="3686" y="10339"/>
                    <a:pt x="3686" y="10305"/>
                  </a:cubicBezTo>
                  <a:cubicBezTo>
                    <a:pt x="3686" y="10271"/>
                    <a:pt x="3618" y="10237"/>
                    <a:pt x="3584" y="10237"/>
                  </a:cubicBezTo>
                  <a:close/>
                  <a:moveTo>
                    <a:pt x="72600" y="10292"/>
                  </a:moveTo>
                  <a:cubicBezTo>
                    <a:pt x="72562" y="10292"/>
                    <a:pt x="72537" y="10324"/>
                    <a:pt x="72512" y="10374"/>
                  </a:cubicBezTo>
                  <a:cubicBezTo>
                    <a:pt x="72512" y="10408"/>
                    <a:pt x="72546" y="10442"/>
                    <a:pt x="72580" y="10476"/>
                  </a:cubicBezTo>
                  <a:lnTo>
                    <a:pt x="72683" y="10510"/>
                  </a:lnTo>
                  <a:lnTo>
                    <a:pt x="72717" y="10510"/>
                  </a:lnTo>
                  <a:cubicBezTo>
                    <a:pt x="72751" y="10510"/>
                    <a:pt x="72785" y="10476"/>
                    <a:pt x="72785" y="10442"/>
                  </a:cubicBezTo>
                  <a:cubicBezTo>
                    <a:pt x="72819" y="10408"/>
                    <a:pt x="72785" y="10339"/>
                    <a:pt x="72751" y="10339"/>
                  </a:cubicBezTo>
                  <a:lnTo>
                    <a:pt x="72649" y="10305"/>
                  </a:lnTo>
                  <a:cubicBezTo>
                    <a:pt x="72630" y="10296"/>
                    <a:pt x="72614" y="10292"/>
                    <a:pt x="72600" y="10292"/>
                  </a:cubicBezTo>
                  <a:close/>
                  <a:moveTo>
                    <a:pt x="3038" y="10339"/>
                  </a:moveTo>
                  <a:lnTo>
                    <a:pt x="2901" y="10374"/>
                  </a:lnTo>
                  <a:cubicBezTo>
                    <a:pt x="2867" y="10374"/>
                    <a:pt x="2833" y="10408"/>
                    <a:pt x="2833" y="10476"/>
                  </a:cubicBezTo>
                  <a:cubicBezTo>
                    <a:pt x="2833" y="10510"/>
                    <a:pt x="2867" y="10544"/>
                    <a:pt x="2935" y="10544"/>
                  </a:cubicBezTo>
                  <a:lnTo>
                    <a:pt x="3038" y="10510"/>
                  </a:lnTo>
                  <a:cubicBezTo>
                    <a:pt x="3106" y="10510"/>
                    <a:pt x="3140" y="10476"/>
                    <a:pt x="3106" y="10408"/>
                  </a:cubicBezTo>
                  <a:cubicBezTo>
                    <a:pt x="3106" y="10374"/>
                    <a:pt x="3072" y="10339"/>
                    <a:pt x="3038" y="10339"/>
                  </a:cubicBezTo>
                  <a:close/>
                  <a:moveTo>
                    <a:pt x="2457" y="10442"/>
                  </a:moveTo>
                  <a:lnTo>
                    <a:pt x="2355" y="10476"/>
                  </a:lnTo>
                  <a:cubicBezTo>
                    <a:pt x="2287" y="10476"/>
                    <a:pt x="2253" y="10544"/>
                    <a:pt x="2287" y="10578"/>
                  </a:cubicBezTo>
                  <a:cubicBezTo>
                    <a:pt x="2287" y="10612"/>
                    <a:pt x="2321" y="10647"/>
                    <a:pt x="2355" y="10647"/>
                  </a:cubicBezTo>
                  <a:lnTo>
                    <a:pt x="2389" y="10647"/>
                  </a:lnTo>
                  <a:lnTo>
                    <a:pt x="2492" y="10612"/>
                  </a:lnTo>
                  <a:cubicBezTo>
                    <a:pt x="2526" y="10612"/>
                    <a:pt x="2560" y="10578"/>
                    <a:pt x="2560" y="10510"/>
                  </a:cubicBezTo>
                  <a:cubicBezTo>
                    <a:pt x="2560" y="10476"/>
                    <a:pt x="2492" y="10442"/>
                    <a:pt x="2457" y="10442"/>
                  </a:cubicBezTo>
                  <a:close/>
                  <a:moveTo>
                    <a:pt x="73195" y="10476"/>
                  </a:moveTo>
                  <a:cubicBezTo>
                    <a:pt x="73126" y="10476"/>
                    <a:pt x="73092" y="10476"/>
                    <a:pt x="73058" y="10544"/>
                  </a:cubicBezTo>
                  <a:cubicBezTo>
                    <a:pt x="73058" y="10578"/>
                    <a:pt x="73092" y="10612"/>
                    <a:pt x="73126" y="10647"/>
                  </a:cubicBezTo>
                  <a:lnTo>
                    <a:pt x="73229" y="10681"/>
                  </a:lnTo>
                  <a:lnTo>
                    <a:pt x="73263" y="10681"/>
                  </a:lnTo>
                  <a:cubicBezTo>
                    <a:pt x="73297" y="10681"/>
                    <a:pt x="73331" y="10647"/>
                    <a:pt x="73331" y="10612"/>
                  </a:cubicBezTo>
                  <a:cubicBezTo>
                    <a:pt x="73365" y="10578"/>
                    <a:pt x="73331" y="10544"/>
                    <a:pt x="73297" y="10510"/>
                  </a:cubicBezTo>
                  <a:lnTo>
                    <a:pt x="73195" y="10476"/>
                  </a:lnTo>
                  <a:close/>
                  <a:moveTo>
                    <a:pt x="1938" y="10565"/>
                  </a:moveTo>
                  <a:cubicBezTo>
                    <a:pt x="1930" y="10565"/>
                    <a:pt x="1921" y="10569"/>
                    <a:pt x="1912" y="10578"/>
                  </a:cubicBezTo>
                  <a:lnTo>
                    <a:pt x="1775" y="10578"/>
                  </a:lnTo>
                  <a:cubicBezTo>
                    <a:pt x="1741" y="10578"/>
                    <a:pt x="1707" y="10647"/>
                    <a:pt x="1707" y="10681"/>
                  </a:cubicBezTo>
                  <a:cubicBezTo>
                    <a:pt x="1707" y="10715"/>
                    <a:pt x="1775" y="10749"/>
                    <a:pt x="1809" y="10749"/>
                  </a:cubicBezTo>
                  <a:lnTo>
                    <a:pt x="1912" y="10715"/>
                  </a:lnTo>
                  <a:cubicBezTo>
                    <a:pt x="1980" y="10715"/>
                    <a:pt x="2014" y="10681"/>
                    <a:pt x="1980" y="10647"/>
                  </a:cubicBezTo>
                  <a:cubicBezTo>
                    <a:pt x="1980" y="10597"/>
                    <a:pt x="1961" y="10565"/>
                    <a:pt x="1938" y="10565"/>
                  </a:cubicBezTo>
                  <a:close/>
                  <a:moveTo>
                    <a:pt x="1364" y="10667"/>
                  </a:moveTo>
                  <a:cubicBezTo>
                    <a:pt x="1352" y="10667"/>
                    <a:pt x="1341" y="10672"/>
                    <a:pt x="1331" y="10681"/>
                  </a:cubicBezTo>
                  <a:lnTo>
                    <a:pt x="1229" y="10681"/>
                  </a:lnTo>
                  <a:cubicBezTo>
                    <a:pt x="1161" y="10715"/>
                    <a:pt x="1161" y="10749"/>
                    <a:pt x="1161" y="10783"/>
                  </a:cubicBezTo>
                  <a:cubicBezTo>
                    <a:pt x="1161" y="10817"/>
                    <a:pt x="1195" y="10851"/>
                    <a:pt x="1229" y="10851"/>
                  </a:cubicBezTo>
                  <a:lnTo>
                    <a:pt x="1366" y="10851"/>
                  </a:lnTo>
                  <a:cubicBezTo>
                    <a:pt x="1400" y="10817"/>
                    <a:pt x="1434" y="10783"/>
                    <a:pt x="1434" y="10749"/>
                  </a:cubicBezTo>
                  <a:cubicBezTo>
                    <a:pt x="1434" y="10699"/>
                    <a:pt x="1397" y="10667"/>
                    <a:pt x="1364" y="10667"/>
                  </a:cubicBezTo>
                  <a:close/>
                  <a:moveTo>
                    <a:pt x="73740" y="10647"/>
                  </a:moveTo>
                  <a:cubicBezTo>
                    <a:pt x="73672" y="10647"/>
                    <a:pt x="73638" y="10681"/>
                    <a:pt x="73604" y="10715"/>
                  </a:cubicBezTo>
                  <a:cubicBezTo>
                    <a:pt x="73604" y="10749"/>
                    <a:pt x="73638" y="10817"/>
                    <a:pt x="73672" y="10817"/>
                  </a:cubicBezTo>
                  <a:lnTo>
                    <a:pt x="73775" y="10851"/>
                  </a:lnTo>
                  <a:lnTo>
                    <a:pt x="73809" y="10851"/>
                  </a:lnTo>
                  <a:cubicBezTo>
                    <a:pt x="73843" y="10851"/>
                    <a:pt x="73877" y="10851"/>
                    <a:pt x="73877" y="10783"/>
                  </a:cubicBezTo>
                  <a:cubicBezTo>
                    <a:pt x="73911" y="10749"/>
                    <a:pt x="73877" y="10715"/>
                    <a:pt x="73843" y="10681"/>
                  </a:cubicBezTo>
                  <a:lnTo>
                    <a:pt x="73740" y="10647"/>
                  </a:lnTo>
                  <a:close/>
                  <a:moveTo>
                    <a:pt x="649" y="10783"/>
                  </a:moveTo>
                  <a:cubicBezTo>
                    <a:pt x="615" y="10817"/>
                    <a:pt x="581" y="10851"/>
                    <a:pt x="581" y="10885"/>
                  </a:cubicBezTo>
                  <a:cubicBezTo>
                    <a:pt x="615" y="10954"/>
                    <a:pt x="649" y="10954"/>
                    <a:pt x="683" y="10954"/>
                  </a:cubicBezTo>
                  <a:lnTo>
                    <a:pt x="820" y="10954"/>
                  </a:lnTo>
                  <a:cubicBezTo>
                    <a:pt x="854" y="10954"/>
                    <a:pt x="888" y="10885"/>
                    <a:pt x="888" y="10851"/>
                  </a:cubicBezTo>
                  <a:cubicBezTo>
                    <a:pt x="854" y="10783"/>
                    <a:pt x="820" y="10783"/>
                    <a:pt x="785" y="10783"/>
                  </a:cubicBezTo>
                  <a:close/>
                  <a:moveTo>
                    <a:pt x="74252" y="10817"/>
                  </a:moveTo>
                  <a:cubicBezTo>
                    <a:pt x="74218" y="10817"/>
                    <a:pt x="74184" y="10851"/>
                    <a:pt x="74150" y="10885"/>
                  </a:cubicBezTo>
                  <a:cubicBezTo>
                    <a:pt x="74150" y="10920"/>
                    <a:pt x="74184" y="10988"/>
                    <a:pt x="74218" y="10988"/>
                  </a:cubicBezTo>
                  <a:lnTo>
                    <a:pt x="74321" y="11022"/>
                  </a:lnTo>
                  <a:lnTo>
                    <a:pt x="74355" y="11022"/>
                  </a:lnTo>
                  <a:cubicBezTo>
                    <a:pt x="74389" y="11022"/>
                    <a:pt x="74423" y="11022"/>
                    <a:pt x="74423" y="10988"/>
                  </a:cubicBezTo>
                  <a:cubicBezTo>
                    <a:pt x="74457" y="10920"/>
                    <a:pt x="74423" y="10885"/>
                    <a:pt x="74389" y="10851"/>
                  </a:cubicBezTo>
                  <a:lnTo>
                    <a:pt x="74252" y="10817"/>
                  </a:lnTo>
                  <a:close/>
                  <a:moveTo>
                    <a:pt x="205" y="10885"/>
                  </a:moveTo>
                  <a:lnTo>
                    <a:pt x="103" y="10920"/>
                  </a:lnTo>
                  <a:lnTo>
                    <a:pt x="69" y="10920"/>
                  </a:lnTo>
                  <a:cubicBezTo>
                    <a:pt x="35" y="10920"/>
                    <a:pt x="1" y="10954"/>
                    <a:pt x="1" y="10988"/>
                  </a:cubicBezTo>
                  <a:lnTo>
                    <a:pt x="1" y="11124"/>
                  </a:lnTo>
                  <a:cubicBezTo>
                    <a:pt x="1" y="11158"/>
                    <a:pt x="35" y="11193"/>
                    <a:pt x="69" y="11193"/>
                  </a:cubicBezTo>
                  <a:cubicBezTo>
                    <a:pt x="103" y="11193"/>
                    <a:pt x="171" y="11158"/>
                    <a:pt x="171" y="11124"/>
                  </a:cubicBezTo>
                  <a:lnTo>
                    <a:pt x="171" y="11056"/>
                  </a:lnTo>
                  <a:lnTo>
                    <a:pt x="239" y="11056"/>
                  </a:lnTo>
                  <a:cubicBezTo>
                    <a:pt x="274" y="11056"/>
                    <a:pt x="308" y="10988"/>
                    <a:pt x="308" y="10954"/>
                  </a:cubicBezTo>
                  <a:cubicBezTo>
                    <a:pt x="308" y="10920"/>
                    <a:pt x="274" y="10885"/>
                    <a:pt x="205" y="10885"/>
                  </a:cubicBezTo>
                  <a:close/>
                  <a:moveTo>
                    <a:pt x="74768" y="11008"/>
                  </a:moveTo>
                  <a:cubicBezTo>
                    <a:pt x="74744" y="11008"/>
                    <a:pt x="74720" y="11032"/>
                    <a:pt x="74696" y="11056"/>
                  </a:cubicBezTo>
                  <a:cubicBezTo>
                    <a:pt x="74696" y="11124"/>
                    <a:pt x="74730" y="11158"/>
                    <a:pt x="74764" y="11158"/>
                  </a:cubicBezTo>
                  <a:lnTo>
                    <a:pt x="74867" y="11193"/>
                  </a:lnTo>
                  <a:cubicBezTo>
                    <a:pt x="74867" y="11193"/>
                    <a:pt x="74901" y="11227"/>
                    <a:pt x="74901" y="11227"/>
                  </a:cubicBezTo>
                  <a:cubicBezTo>
                    <a:pt x="74935" y="11227"/>
                    <a:pt x="74969" y="11193"/>
                    <a:pt x="74969" y="11158"/>
                  </a:cubicBezTo>
                  <a:cubicBezTo>
                    <a:pt x="75003" y="11090"/>
                    <a:pt x="74969" y="11056"/>
                    <a:pt x="74935" y="11056"/>
                  </a:cubicBezTo>
                  <a:lnTo>
                    <a:pt x="74798" y="11022"/>
                  </a:lnTo>
                  <a:cubicBezTo>
                    <a:pt x="74788" y="11012"/>
                    <a:pt x="74778" y="11008"/>
                    <a:pt x="74768" y="11008"/>
                  </a:cubicBezTo>
                  <a:close/>
                  <a:moveTo>
                    <a:pt x="75314" y="11178"/>
                  </a:moveTo>
                  <a:cubicBezTo>
                    <a:pt x="75290" y="11178"/>
                    <a:pt x="75266" y="11203"/>
                    <a:pt x="75242" y="11227"/>
                  </a:cubicBezTo>
                  <a:cubicBezTo>
                    <a:pt x="75242" y="11295"/>
                    <a:pt x="75276" y="11329"/>
                    <a:pt x="75310" y="11363"/>
                  </a:cubicBezTo>
                  <a:lnTo>
                    <a:pt x="75412" y="11397"/>
                  </a:lnTo>
                  <a:lnTo>
                    <a:pt x="75447" y="11397"/>
                  </a:lnTo>
                  <a:cubicBezTo>
                    <a:pt x="75481" y="11397"/>
                    <a:pt x="75515" y="11363"/>
                    <a:pt x="75515" y="11329"/>
                  </a:cubicBezTo>
                  <a:cubicBezTo>
                    <a:pt x="75549" y="11295"/>
                    <a:pt x="75515" y="11227"/>
                    <a:pt x="75481" y="11227"/>
                  </a:cubicBezTo>
                  <a:lnTo>
                    <a:pt x="75344" y="11193"/>
                  </a:lnTo>
                  <a:cubicBezTo>
                    <a:pt x="75334" y="11183"/>
                    <a:pt x="75324" y="11178"/>
                    <a:pt x="75314" y="11178"/>
                  </a:cubicBezTo>
                  <a:close/>
                  <a:moveTo>
                    <a:pt x="75890" y="11363"/>
                  </a:moveTo>
                  <a:cubicBezTo>
                    <a:pt x="75856" y="11363"/>
                    <a:pt x="75822" y="11363"/>
                    <a:pt x="75788" y="11431"/>
                  </a:cubicBezTo>
                  <a:cubicBezTo>
                    <a:pt x="75788" y="11466"/>
                    <a:pt x="75788" y="11500"/>
                    <a:pt x="75856" y="11534"/>
                  </a:cubicBezTo>
                  <a:lnTo>
                    <a:pt x="75958" y="11568"/>
                  </a:lnTo>
                  <a:lnTo>
                    <a:pt x="75993" y="11568"/>
                  </a:lnTo>
                  <a:cubicBezTo>
                    <a:pt x="76027" y="11568"/>
                    <a:pt x="76061" y="11534"/>
                    <a:pt x="76061" y="11500"/>
                  </a:cubicBezTo>
                  <a:cubicBezTo>
                    <a:pt x="76095" y="11466"/>
                    <a:pt x="76061" y="11397"/>
                    <a:pt x="76027" y="11397"/>
                  </a:cubicBezTo>
                  <a:lnTo>
                    <a:pt x="75890" y="11363"/>
                  </a:lnTo>
                  <a:close/>
                  <a:moveTo>
                    <a:pt x="76436" y="11534"/>
                  </a:moveTo>
                  <a:cubicBezTo>
                    <a:pt x="76402" y="11534"/>
                    <a:pt x="76368" y="11534"/>
                    <a:pt x="76334" y="11602"/>
                  </a:cubicBezTo>
                  <a:cubicBezTo>
                    <a:pt x="76334" y="11636"/>
                    <a:pt x="76334" y="11670"/>
                    <a:pt x="76402" y="11704"/>
                  </a:cubicBezTo>
                  <a:lnTo>
                    <a:pt x="76504" y="11739"/>
                  </a:lnTo>
                  <a:lnTo>
                    <a:pt x="76539" y="11739"/>
                  </a:lnTo>
                  <a:cubicBezTo>
                    <a:pt x="76573" y="11739"/>
                    <a:pt x="76607" y="11704"/>
                    <a:pt x="76607" y="11670"/>
                  </a:cubicBezTo>
                  <a:cubicBezTo>
                    <a:pt x="76641" y="11636"/>
                    <a:pt x="76607" y="11602"/>
                    <a:pt x="76573" y="11568"/>
                  </a:cubicBezTo>
                  <a:lnTo>
                    <a:pt x="76436" y="11534"/>
                  </a:lnTo>
                  <a:close/>
                  <a:moveTo>
                    <a:pt x="69" y="11500"/>
                  </a:moveTo>
                  <a:cubicBezTo>
                    <a:pt x="35" y="11500"/>
                    <a:pt x="1" y="11534"/>
                    <a:pt x="1" y="11568"/>
                  </a:cubicBezTo>
                  <a:lnTo>
                    <a:pt x="1" y="11670"/>
                  </a:lnTo>
                  <a:cubicBezTo>
                    <a:pt x="1" y="11739"/>
                    <a:pt x="35" y="11773"/>
                    <a:pt x="69" y="11773"/>
                  </a:cubicBezTo>
                  <a:cubicBezTo>
                    <a:pt x="103" y="11773"/>
                    <a:pt x="171" y="11739"/>
                    <a:pt x="171" y="11670"/>
                  </a:cubicBezTo>
                  <a:lnTo>
                    <a:pt x="171" y="11568"/>
                  </a:lnTo>
                  <a:cubicBezTo>
                    <a:pt x="171" y="11534"/>
                    <a:pt x="103" y="11500"/>
                    <a:pt x="69" y="11500"/>
                  </a:cubicBezTo>
                  <a:close/>
                  <a:moveTo>
                    <a:pt x="76982" y="11704"/>
                  </a:moveTo>
                  <a:cubicBezTo>
                    <a:pt x="76948" y="11704"/>
                    <a:pt x="76914" y="11739"/>
                    <a:pt x="76880" y="11773"/>
                  </a:cubicBezTo>
                  <a:cubicBezTo>
                    <a:pt x="76880" y="11807"/>
                    <a:pt x="76880" y="11875"/>
                    <a:pt x="76948" y="11875"/>
                  </a:cubicBezTo>
                  <a:lnTo>
                    <a:pt x="77050" y="11909"/>
                  </a:lnTo>
                  <a:lnTo>
                    <a:pt x="77085" y="11909"/>
                  </a:lnTo>
                  <a:cubicBezTo>
                    <a:pt x="77119" y="11909"/>
                    <a:pt x="77153" y="11909"/>
                    <a:pt x="77153" y="11841"/>
                  </a:cubicBezTo>
                  <a:cubicBezTo>
                    <a:pt x="77187" y="11807"/>
                    <a:pt x="77153" y="11773"/>
                    <a:pt x="77085" y="11739"/>
                  </a:cubicBezTo>
                  <a:lnTo>
                    <a:pt x="76982" y="11704"/>
                  </a:lnTo>
                  <a:close/>
                  <a:moveTo>
                    <a:pt x="77528" y="11875"/>
                  </a:moveTo>
                  <a:cubicBezTo>
                    <a:pt x="77494" y="11875"/>
                    <a:pt x="77426" y="11909"/>
                    <a:pt x="77426" y="11943"/>
                  </a:cubicBezTo>
                  <a:cubicBezTo>
                    <a:pt x="77426" y="11977"/>
                    <a:pt x="77426" y="12046"/>
                    <a:pt x="77494" y="12046"/>
                  </a:cubicBezTo>
                  <a:lnTo>
                    <a:pt x="77596" y="12080"/>
                  </a:lnTo>
                  <a:lnTo>
                    <a:pt x="77630" y="12080"/>
                  </a:lnTo>
                  <a:cubicBezTo>
                    <a:pt x="77665" y="12080"/>
                    <a:pt x="77699" y="12080"/>
                    <a:pt x="77699" y="12046"/>
                  </a:cubicBezTo>
                  <a:cubicBezTo>
                    <a:pt x="77699" y="11977"/>
                    <a:pt x="77699" y="11943"/>
                    <a:pt x="77630" y="11943"/>
                  </a:cubicBezTo>
                  <a:lnTo>
                    <a:pt x="77528" y="11875"/>
                  </a:lnTo>
                  <a:close/>
                  <a:moveTo>
                    <a:pt x="78038" y="12066"/>
                  </a:moveTo>
                  <a:cubicBezTo>
                    <a:pt x="78006" y="12066"/>
                    <a:pt x="77972" y="12090"/>
                    <a:pt x="77972" y="12114"/>
                  </a:cubicBezTo>
                  <a:cubicBezTo>
                    <a:pt x="77972" y="12182"/>
                    <a:pt x="77972" y="12216"/>
                    <a:pt x="78040" y="12216"/>
                  </a:cubicBezTo>
                  <a:lnTo>
                    <a:pt x="78142" y="12250"/>
                  </a:lnTo>
                  <a:cubicBezTo>
                    <a:pt x="78142" y="12284"/>
                    <a:pt x="78142" y="12284"/>
                    <a:pt x="78176" y="12284"/>
                  </a:cubicBezTo>
                  <a:cubicBezTo>
                    <a:pt x="78211" y="12284"/>
                    <a:pt x="78245" y="12250"/>
                    <a:pt x="78245" y="12216"/>
                  </a:cubicBezTo>
                  <a:cubicBezTo>
                    <a:pt x="78245" y="12182"/>
                    <a:pt x="78245" y="12114"/>
                    <a:pt x="78176" y="12114"/>
                  </a:cubicBezTo>
                  <a:lnTo>
                    <a:pt x="78074" y="12080"/>
                  </a:lnTo>
                  <a:cubicBezTo>
                    <a:pt x="78064" y="12070"/>
                    <a:pt x="78051" y="12066"/>
                    <a:pt x="78038" y="12066"/>
                  </a:cubicBezTo>
                  <a:close/>
                  <a:moveTo>
                    <a:pt x="69" y="12046"/>
                  </a:moveTo>
                  <a:cubicBezTo>
                    <a:pt x="35" y="12046"/>
                    <a:pt x="1" y="12114"/>
                    <a:pt x="1" y="12148"/>
                  </a:cubicBezTo>
                  <a:lnTo>
                    <a:pt x="1" y="12250"/>
                  </a:lnTo>
                  <a:cubicBezTo>
                    <a:pt x="1" y="12319"/>
                    <a:pt x="35" y="12353"/>
                    <a:pt x="69" y="12353"/>
                  </a:cubicBezTo>
                  <a:cubicBezTo>
                    <a:pt x="103" y="12353"/>
                    <a:pt x="171" y="12319"/>
                    <a:pt x="171" y="12250"/>
                  </a:cubicBezTo>
                  <a:lnTo>
                    <a:pt x="171" y="12148"/>
                  </a:lnTo>
                  <a:cubicBezTo>
                    <a:pt x="171" y="12114"/>
                    <a:pt x="103" y="12046"/>
                    <a:pt x="69" y="12046"/>
                  </a:cubicBezTo>
                  <a:close/>
                  <a:moveTo>
                    <a:pt x="78584" y="12236"/>
                  </a:moveTo>
                  <a:cubicBezTo>
                    <a:pt x="78552" y="12236"/>
                    <a:pt x="78518" y="12260"/>
                    <a:pt x="78518" y="12284"/>
                  </a:cubicBezTo>
                  <a:cubicBezTo>
                    <a:pt x="78518" y="12353"/>
                    <a:pt x="78518" y="12387"/>
                    <a:pt x="78586" y="12421"/>
                  </a:cubicBezTo>
                  <a:lnTo>
                    <a:pt x="78688" y="12455"/>
                  </a:lnTo>
                  <a:lnTo>
                    <a:pt x="78722" y="12455"/>
                  </a:lnTo>
                  <a:cubicBezTo>
                    <a:pt x="78757" y="12455"/>
                    <a:pt x="78791" y="12421"/>
                    <a:pt x="78791" y="12387"/>
                  </a:cubicBezTo>
                  <a:cubicBezTo>
                    <a:pt x="78791" y="12353"/>
                    <a:pt x="78791" y="12284"/>
                    <a:pt x="78722" y="12284"/>
                  </a:cubicBezTo>
                  <a:lnTo>
                    <a:pt x="78620" y="12250"/>
                  </a:lnTo>
                  <a:cubicBezTo>
                    <a:pt x="78610" y="12240"/>
                    <a:pt x="78597" y="12236"/>
                    <a:pt x="78584" y="12236"/>
                  </a:cubicBezTo>
                  <a:close/>
                  <a:moveTo>
                    <a:pt x="79166" y="12421"/>
                  </a:moveTo>
                  <a:cubicBezTo>
                    <a:pt x="79132" y="12421"/>
                    <a:pt x="79064" y="12421"/>
                    <a:pt x="79064" y="12489"/>
                  </a:cubicBezTo>
                  <a:cubicBezTo>
                    <a:pt x="79064" y="12523"/>
                    <a:pt x="79064" y="12557"/>
                    <a:pt x="79132" y="12592"/>
                  </a:cubicBezTo>
                  <a:lnTo>
                    <a:pt x="79234" y="12626"/>
                  </a:lnTo>
                  <a:lnTo>
                    <a:pt x="79268" y="12626"/>
                  </a:lnTo>
                  <a:cubicBezTo>
                    <a:pt x="79303" y="12626"/>
                    <a:pt x="79337" y="12592"/>
                    <a:pt x="79337" y="12557"/>
                  </a:cubicBezTo>
                  <a:cubicBezTo>
                    <a:pt x="79337" y="12523"/>
                    <a:pt x="79337" y="12455"/>
                    <a:pt x="79268" y="12455"/>
                  </a:cubicBezTo>
                  <a:lnTo>
                    <a:pt x="79166" y="12421"/>
                  </a:lnTo>
                  <a:close/>
                  <a:moveTo>
                    <a:pt x="79712" y="12592"/>
                  </a:moveTo>
                  <a:cubicBezTo>
                    <a:pt x="79678" y="12592"/>
                    <a:pt x="79610" y="12592"/>
                    <a:pt x="79610" y="12660"/>
                  </a:cubicBezTo>
                  <a:cubicBezTo>
                    <a:pt x="79576" y="12694"/>
                    <a:pt x="79610" y="12762"/>
                    <a:pt x="79678" y="12762"/>
                  </a:cubicBezTo>
                  <a:lnTo>
                    <a:pt x="79780" y="12796"/>
                  </a:lnTo>
                  <a:cubicBezTo>
                    <a:pt x="79848" y="12796"/>
                    <a:pt x="79883" y="12762"/>
                    <a:pt x="79883" y="12728"/>
                  </a:cubicBezTo>
                  <a:cubicBezTo>
                    <a:pt x="79883" y="12694"/>
                    <a:pt x="79883" y="12660"/>
                    <a:pt x="79814" y="12626"/>
                  </a:cubicBezTo>
                  <a:lnTo>
                    <a:pt x="79712" y="12592"/>
                  </a:lnTo>
                  <a:close/>
                  <a:moveTo>
                    <a:pt x="69" y="12626"/>
                  </a:moveTo>
                  <a:cubicBezTo>
                    <a:pt x="35" y="12626"/>
                    <a:pt x="1" y="12660"/>
                    <a:pt x="1" y="12728"/>
                  </a:cubicBezTo>
                  <a:lnTo>
                    <a:pt x="1" y="12830"/>
                  </a:lnTo>
                  <a:cubicBezTo>
                    <a:pt x="1" y="12865"/>
                    <a:pt x="35" y="12933"/>
                    <a:pt x="69" y="12933"/>
                  </a:cubicBezTo>
                  <a:cubicBezTo>
                    <a:pt x="103" y="12933"/>
                    <a:pt x="171" y="12865"/>
                    <a:pt x="171" y="12830"/>
                  </a:cubicBezTo>
                  <a:lnTo>
                    <a:pt x="171" y="12728"/>
                  </a:lnTo>
                  <a:cubicBezTo>
                    <a:pt x="171" y="12660"/>
                    <a:pt x="103" y="12626"/>
                    <a:pt x="69" y="12626"/>
                  </a:cubicBezTo>
                  <a:close/>
                  <a:moveTo>
                    <a:pt x="80258" y="12762"/>
                  </a:moveTo>
                  <a:cubicBezTo>
                    <a:pt x="80224" y="12762"/>
                    <a:pt x="80156" y="12796"/>
                    <a:pt x="80156" y="12830"/>
                  </a:cubicBezTo>
                  <a:cubicBezTo>
                    <a:pt x="80121" y="12865"/>
                    <a:pt x="80156" y="12933"/>
                    <a:pt x="80190" y="12933"/>
                  </a:cubicBezTo>
                  <a:lnTo>
                    <a:pt x="80326" y="12967"/>
                  </a:lnTo>
                  <a:cubicBezTo>
                    <a:pt x="80360" y="12967"/>
                    <a:pt x="80394" y="12967"/>
                    <a:pt x="80429" y="12933"/>
                  </a:cubicBezTo>
                  <a:cubicBezTo>
                    <a:pt x="80429" y="12865"/>
                    <a:pt x="80429" y="12830"/>
                    <a:pt x="80360" y="12796"/>
                  </a:cubicBezTo>
                  <a:lnTo>
                    <a:pt x="80258" y="12762"/>
                  </a:lnTo>
                  <a:close/>
                  <a:moveTo>
                    <a:pt x="80768" y="12953"/>
                  </a:moveTo>
                  <a:cubicBezTo>
                    <a:pt x="80736" y="12953"/>
                    <a:pt x="80702" y="12977"/>
                    <a:pt x="80702" y="13001"/>
                  </a:cubicBezTo>
                  <a:cubicBezTo>
                    <a:pt x="80667" y="13035"/>
                    <a:pt x="80702" y="13103"/>
                    <a:pt x="80736" y="13103"/>
                  </a:cubicBezTo>
                  <a:lnTo>
                    <a:pt x="80872" y="13138"/>
                  </a:lnTo>
                  <a:cubicBezTo>
                    <a:pt x="80906" y="13138"/>
                    <a:pt x="80940" y="13138"/>
                    <a:pt x="80975" y="13103"/>
                  </a:cubicBezTo>
                  <a:cubicBezTo>
                    <a:pt x="80975" y="13035"/>
                    <a:pt x="80940" y="13001"/>
                    <a:pt x="80906" y="13001"/>
                  </a:cubicBezTo>
                  <a:lnTo>
                    <a:pt x="80804" y="12967"/>
                  </a:lnTo>
                  <a:cubicBezTo>
                    <a:pt x="80794" y="12957"/>
                    <a:pt x="80781" y="12953"/>
                    <a:pt x="80768" y="12953"/>
                  </a:cubicBezTo>
                  <a:close/>
                  <a:moveTo>
                    <a:pt x="81314" y="13123"/>
                  </a:moveTo>
                  <a:cubicBezTo>
                    <a:pt x="81282" y="13123"/>
                    <a:pt x="81248" y="13148"/>
                    <a:pt x="81248" y="13172"/>
                  </a:cubicBezTo>
                  <a:cubicBezTo>
                    <a:pt x="81213" y="13240"/>
                    <a:pt x="81248" y="13274"/>
                    <a:pt x="81282" y="13274"/>
                  </a:cubicBezTo>
                  <a:lnTo>
                    <a:pt x="81418" y="13342"/>
                  </a:lnTo>
                  <a:cubicBezTo>
                    <a:pt x="81452" y="13342"/>
                    <a:pt x="81486" y="13308"/>
                    <a:pt x="81521" y="13274"/>
                  </a:cubicBezTo>
                  <a:cubicBezTo>
                    <a:pt x="81521" y="13240"/>
                    <a:pt x="81486" y="13172"/>
                    <a:pt x="81452" y="13172"/>
                  </a:cubicBezTo>
                  <a:lnTo>
                    <a:pt x="81350" y="13138"/>
                  </a:lnTo>
                  <a:cubicBezTo>
                    <a:pt x="81340" y="13128"/>
                    <a:pt x="81327" y="13123"/>
                    <a:pt x="81314" y="13123"/>
                  </a:cubicBezTo>
                  <a:close/>
                  <a:moveTo>
                    <a:pt x="69" y="13206"/>
                  </a:moveTo>
                  <a:cubicBezTo>
                    <a:pt x="35" y="13206"/>
                    <a:pt x="1" y="13240"/>
                    <a:pt x="1" y="13274"/>
                  </a:cubicBezTo>
                  <a:lnTo>
                    <a:pt x="1" y="13411"/>
                  </a:lnTo>
                  <a:cubicBezTo>
                    <a:pt x="1" y="13445"/>
                    <a:pt x="35" y="13479"/>
                    <a:pt x="69" y="13479"/>
                  </a:cubicBezTo>
                  <a:cubicBezTo>
                    <a:pt x="103" y="13479"/>
                    <a:pt x="171" y="13445"/>
                    <a:pt x="171" y="13411"/>
                  </a:cubicBezTo>
                  <a:lnTo>
                    <a:pt x="171" y="13274"/>
                  </a:lnTo>
                  <a:cubicBezTo>
                    <a:pt x="171" y="13240"/>
                    <a:pt x="103" y="13206"/>
                    <a:pt x="69" y="13206"/>
                  </a:cubicBezTo>
                  <a:close/>
                  <a:moveTo>
                    <a:pt x="81863" y="13295"/>
                  </a:moveTo>
                  <a:cubicBezTo>
                    <a:pt x="81830" y="13295"/>
                    <a:pt x="81794" y="13326"/>
                    <a:pt x="81794" y="13376"/>
                  </a:cubicBezTo>
                  <a:cubicBezTo>
                    <a:pt x="81759" y="13411"/>
                    <a:pt x="81794" y="13445"/>
                    <a:pt x="81828" y="13479"/>
                  </a:cubicBezTo>
                  <a:lnTo>
                    <a:pt x="81964" y="13513"/>
                  </a:lnTo>
                  <a:cubicBezTo>
                    <a:pt x="81998" y="13513"/>
                    <a:pt x="82032" y="13479"/>
                    <a:pt x="82066" y="13445"/>
                  </a:cubicBezTo>
                  <a:cubicBezTo>
                    <a:pt x="82066" y="13411"/>
                    <a:pt x="82032" y="13342"/>
                    <a:pt x="81998" y="13342"/>
                  </a:cubicBezTo>
                  <a:lnTo>
                    <a:pt x="81896" y="13308"/>
                  </a:lnTo>
                  <a:cubicBezTo>
                    <a:pt x="81887" y="13299"/>
                    <a:pt x="81875" y="13295"/>
                    <a:pt x="81863" y="13295"/>
                  </a:cubicBezTo>
                  <a:close/>
                  <a:moveTo>
                    <a:pt x="82442" y="13479"/>
                  </a:moveTo>
                  <a:cubicBezTo>
                    <a:pt x="82408" y="13479"/>
                    <a:pt x="82339" y="13479"/>
                    <a:pt x="82339" y="13547"/>
                  </a:cubicBezTo>
                  <a:cubicBezTo>
                    <a:pt x="82305" y="13581"/>
                    <a:pt x="82339" y="13615"/>
                    <a:pt x="82374" y="13649"/>
                  </a:cubicBezTo>
                  <a:lnTo>
                    <a:pt x="82476" y="13684"/>
                  </a:lnTo>
                  <a:lnTo>
                    <a:pt x="82510" y="13684"/>
                  </a:lnTo>
                  <a:cubicBezTo>
                    <a:pt x="82544" y="13684"/>
                    <a:pt x="82578" y="13649"/>
                    <a:pt x="82612" y="13615"/>
                  </a:cubicBezTo>
                  <a:cubicBezTo>
                    <a:pt x="82612" y="13581"/>
                    <a:pt x="82578" y="13547"/>
                    <a:pt x="82544" y="13513"/>
                  </a:cubicBezTo>
                  <a:lnTo>
                    <a:pt x="82442" y="13479"/>
                  </a:lnTo>
                  <a:close/>
                  <a:moveTo>
                    <a:pt x="82988" y="13649"/>
                  </a:moveTo>
                  <a:cubicBezTo>
                    <a:pt x="82920" y="13649"/>
                    <a:pt x="82885" y="13684"/>
                    <a:pt x="82885" y="13718"/>
                  </a:cubicBezTo>
                  <a:cubicBezTo>
                    <a:pt x="82851" y="13752"/>
                    <a:pt x="82885" y="13820"/>
                    <a:pt x="82920" y="13820"/>
                  </a:cubicBezTo>
                  <a:lnTo>
                    <a:pt x="83022" y="13854"/>
                  </a:lnTo>
                  <a:lnTo>
                    <a:pt x="83056" y="13854"/>
                  </a:lnTo>
                  <a:cubicBezTo>
                    <a:pt x="83090" y="13854"/>
                    <a:pt x="83124" y="13854"/>
                    <a:pt x="83158" y="13786"/>
                  </a:cubicBezTo>
                  <a:cubicBezTo>
                    <a:pt x="83158" y="13752"/>
                    <a:pt x="83124" y="13718"/>
                    <a:pt x="83090" y="13684"/>
                  </a:cubicBezTo>
                  <a:lnTo>
                    <a:pt x="82988" y="13649"/>
                  </a:lnTo>
                  <a:close/>
                  <a:moveTo>
                    <a:pt x="83534" y="13820"/>
                  </a:moveTo>
                  <a:cubicBezTo>
                    <a:pt x="83466" y="13820"/>
                    <a:pt x="83431" y="13854"/>
                    <a:pt x="83431" y="13888"/>
                  </a:cubicBezTo>
                  <a:cubicBezTo>
                    <a:pt x="83397" y="13922"/>
                    <a:pt x="83431" y="13991"/>
                    <a:pt x="83466" y="13991"/>
                  </a:cubicBezTo>
                  <a:lnTo>
                    <a:pt x="83568" y="14025"/>
                  </a:lnTo>
                  <a:lnTo>
                    <a:pt x="83602" y="14025"/>
                  </a:lnTo>
                  <a:cubicBezTo>
                    <a:pt x="83636" y="14025"/>
                    <a:pt x="83670" y="14025"/>
                    <a:pt x="83704" y="13991"/>
                  </a:cubicBezTo>
                  <a:cubicBezTo>
                    <a:pt x="83704" y="13922"/>
                    <a:pt x="83670" y="13888"/>
                    <a:pt x="83636" y="13854"/>
                  </a:cubicBezTo>
                  <a:lnTo>
                    <a:pt x="83534" y="13820"/>
                  </a:lnTo>
                  <a:close/>
                  <a:moveTo>
                    <a:pt x="69" y="13786"/>
                  </a:moveTo>
                  <a:cubicBezTo>
                    <a:pt x="35" y="13786"/>
                    <a:pt x="1" y="13820"/>
                    <a:pt x="1" y="13854"/>
                  </a:cubicBezTo>
                  <a:lnTo>
                    <a:pt x="1" y="13991"/>
                  </a:lnTo>
                  <a:cubicBezTo>
                    <a:pt x="1" y="14025"/>
                    <a:pt x="35" y="14059"/>
                    <a:pt x="69" y="14059"/>
                  </a:cubicBezTo>
                  <a:cubicBezTo>
                    <a:pt x="103" y="14059"/>
                    <a:pt x="171" y="14025"/>
                    <a:pt x="171" y="13991"/>
                  </a:cubicBezTo>
                  <a:lnTo>
                    <a:pt x="171" y="13854"/>
                  </a:lnTo>
                  <a:cubicBezTo>
                    <a:pt x="171" y="13820"/>
                    <a:pt x="103" y="13786"/>
                    <a:pt x="69" y="13786"/>
                  </a:cubicBezTo>
                  <a:close/>
                  <a:moveTo>
                    <a:pt x="84029" y="14011"/>
                  </a:moveTo>
                  <a:cubicBezTo>
                    <a:pt x="83994" y="14011"/>
                    <a:pt x="83977" y="14035"/>
                    <a:pt x="83977" y="14059"/>
                  </a:cubicBezTo>
                  <a:cubicBezTo>
                    <a:pt x="83943" y="14127"/>
                    <a:pt x="83977" y="14161"/>
                    <a:pt x="84012" y="14161"/>
                  </a:cubicBezTo>
                  <a:lnTo>
                    <a:pt x="84114" y="14195"/>
                  </a:lnTo>
                  <a:cubicBezTo>
                    <a:pt x="84148" y="14229"/>
                    <a:pt x="84148" y="14229"/>
                    <a:pt x="84148" y="14229"/>
                  </a:cubicBezTo>
                  <a:cubicBezTo>
                    <a:pt x="84182" y="14229"/>
                    <a:pt x="84216" y="14195"/>
                    <a:pt x="84250" y="14161"/>
                  </a:cubicBezTo>
                  <a:cubicBezTo>
                    <a:pt x="84250" y="14093"/>
                    <a:pt x="84216" y="14059"/>
                    <a:pt x="84182" y="14059"/>
                  </a:cubicBezTo>
                  <a:lnTo>
                    <a:pt x="84080" y="14025"/>
                  </a:lnTo>
                  <a:cubicBezTo>
                    <a:pt x="84060" y="14015"/>
                    <a:pt x="84043" y="14011"/>
                    <a:pt x="84029" y="14011"/>
                  </a:cubicBezTo>
                  <a:close/>
                  <a:moveTo>
                    <a:pt x="84575" y="14181"/>
                  </a:moveTo>
                  <a:cubicBezTo>
                    <a:pt x="84540" y="14181"/>
                    <a:pt x="84523" y="14205"/>
                    <a:pt x="84523" y="14229"/>
                  </a:cubicBezTo>
                  <a:cubicBezTo>
                    <a:pt x="84489" y="14298"/>
                    <a:pt x="84523" y="14332"/>
                    <a:pt x="84557" y="14366"/>
                  </a:cubicBezTo>
                  <a:lnTo>
                    <a:pt x="84660" y="14400"/>
                  </a:lnTo>
                  <a:lnTo>
                    <a:pt x="84694" y="14400"/>
                  </a:lnTo>
                  <a:cubicBezTo>
                    <a:pt x="84728" y="14400"/>
                    <a:pt x="84762" y="14366"/>
                    <a:pt x="84762" y="14332"/>
                  </a:cubicBezTo>
                  <a:cubicBezTo>
                    <a:pt x="84796" y="14298"/>
                    <a:pt x="84762" y="14229"/>
                    <a:pt x="84728" y="14229"/>
                  </a:cubicBezTo>
                  <a:lnTo>
                    <a:pt x="84626" y="14195"/>
                  </a:lnTo>
                  <a:cubicBezTo>
                    <a:pt x="84606" y="14185"/>
                    <a:pt x="84589" y="14181"/>
                    <a:pt x="84575" y="14181"/>
                  </a:cubicBezTo>
                  <a:close/>
                  <a:moveTo>
                    <a:pt x="85172" y="14366"/>
                  </a:moveTo>
                  <a:cubicBezTo>
                    <a:pt x="85103" y="14366"/>
                    <a:pt x="85069" y="14366"/>
                    <a:pt x="85035" y="14434"/>
                  </a:cubicBezTo>
                  <a:cubicBezTo>
                    <a:pt x="85035" y="14468"/>
                    <a:pt x="85069" y="14502"/>
                    <a:pt x="85103" y="14537"/>
                  </a:cubicBezTo>
                  <a:lnTo>
                    <a:pt x="85206" y="14571"/>
                  </a:lnTo>
                  <a:lnTo>
                    <a:pt x="85240" y="14571"/>
                  </a:lnTo>
                  <a:cubicBezTo>
                    <a:pt x="85274" y="14571"/>
                    <a:pt x="85308" y="14537"/>
                    <a:pt x="85308" y="14502"/>
                  </a:cubicBezTo>
                  <a:cubicBezTo>
                    <a:pt x="85342" y="14468"/>
                    <a:pt x="85308" y="14400"/>
                    <a:pt x="85274" y="14400"/>
                  </a:cubicBezTo>
                  <a:lnTo>
                    <a:pt x="85172" y="14366"/>
                  </a:lnTo>
                  <a:close/>
                  <a:moveTo>
                    <a:pt x="69" y="14366"/>
                  </a:moveTo>
                  <a:cubicBezTo>
                    <a:pt x="35" y="14366"/>
                    <a:pt x="1" y="14400"/>
                    <a:pt x="1" y="14434"/>
                  </a:cubicBezTo>
                  <a:lnTo>
                    <a:pt x="1" y="14537"/>
                  </a:lnTo>
                  <a:cubicBezTo>
                    <a:pt x="1" y="14605"/>
                    <a:pt x="35" y="14639"/>
                    <a:pt x="69" y="14639"/>
                  </a:cubicBezTo>
                  <a:cubicBezTo>
                    <a:pt x="103" y="14639"/>
                    <a:pt x="171" y="14605"/>
                    <a:pt x="171" y="14537"/>
                  </a:cubicBezTo>
                  <a:lnTo>
                    <a:pt x="171" y="14434"/>
                  </a:lnTo>
                  <a:cubicBezTo>
                    <a:pt x="171" y="14400"/>
                    <a:pt x="103" y="14366"/>
                    <a:pt x="69" y="14366"/>
                  </a:cubicBezTo>
                  <a:close/>
                  <a:moveTo>
                    <a:pt x="85718" y="14537"/>
                  </a:moveTo>
                  <a:cubicBezTo>
                    <a:pt x="85649" y="14537"/>
                    <a:pt x="85615" y="14537"/>
                    <a:pt x="85581" y="14605"/>
                  </a:cubicBezTo>
                  <a:cubicBezTo>
                    <a:pt x="85581" y="14639"/>
                    <a:pt x="85615" y="14673"/>
                    <a:pt x="85649" y="14707"/>
                  </a:cubicBezTo>
                  <a:lnTo>
                    <a:pt x="85752" y="14741"/>
                  </a:lnTo>
                  <a:lnTo>
                    <a:pt x="85786" y="14741"/>
                  </a:lnTo>
                  <a:cubicBezTo>
                    <a:pt x="85820" y="14741"/>
                    <a:pt x="85854" y="14707"/>
                    <a:pt x="85854" y="14673"/>
                  </a:cubicBezTo>
                  <a:cubicBezTo>
                    <a:pt x="85888" y="14639"/>
                    <a:pt x="85854" y="14605"/>
                    <a:pt x="85820" y="14571"/>
                  </a:cubicBezTo>
                  <a:lnTo>
                    <a:pt x="85718" y="14537"/>
                  </a:lnTo>
                  <a:close/>
                  <a:moveTo>
                    <a:pt x="86264" y="14707"/>
                  </a:moveTo>
                  <a:cubicBezTo>
                    <a:pt x="86195" y="14707"/>
                    <a:pt x="86161" y="14741"/>
                    <a:pt x="86127" y="14775"/>
                  </a:cubicBezTo>
                  <a:cubicBezTo>
                    <a:pt x="86127" y="14810"/>
                    <a:pt x="86161" y="14878"/>
                    <a:pt x="86195" y="14878"/>
                  </a:cubicBezTo>
                  <a:lnTo>
                    <a:pt x="86298" y="14912"/>
                  </a:lnTo>
                  <a:lnTo>
                    <a:pt x="86332" y="14912"/>
                  </a:lnTo>
                  <a:cubicBezTo>
                    <a:pt x="86366" y="14912"/>
                    <a:pt x="86400" y="14912"/>
                    <a:pt x="86400" y="14878"/>
                  </a:cubicBezTo>
                  <a:cubicBezTo>
                    <a:pt x="86434" y="14810"/>
                    <a:pt x="86400" y="14775"/>
                    <a:pt x="86366" y="14741"/>
                  </a:cubicBezTo>
                  <a:lnTo>
                    <a:pt x="86264" y="14707"/>
                  </a:lnTo>
                  <a:close/>
                  <a:moveTo>
                    <a:pt x="86810" y="14878"/>
                  </a:moveTo>
                  <a:cubicBezTo>
                    <a:pt x="86741" y="14878"/>
                    <a:pt x="86707" y="14912"/>
                    <a:pt x="86673" y="14946"/>
                  </a:cubicBezTo>
                  <a:cubicBezTo>
                    <a:pt x="86673" y="14980"/>
                    <a:pt x="86707" y="15048"/>
                    <a:pt x="86741" y="15048"/>
                  </a:cubicBezTo>
                  <a:lnTo>
                    <a:pt x="86844" y="15083"/>
                  </a:lnTo>
                  <a:lnTo>
                    <a:pt x="86878" y="15083"/>
                  </a:lnTo>
                  <a:cubicBezTo>
                    <a:pt x="86912" y="15083"/>
                    <a:pt x="86946" y="15083"/>
                    <a:pt x="86946" y="15048"/>
                  </a:cubicBezTo>
                  <a:cubicBezTo>
                    <a:pt x="86980" y="14980"/>
                    <a:pt x="86946" y="14946"/>
                    <a:pt x="86912" y="14946"/>
                  </a:cubicBezTo>
                  <a:lnTo>
                    <a:pt x="86810" y="14878"/>
                  </a:lnTo>
                  <a:close/>
                  <a:moveTo>
                    <a:pt x="69" y="14912"/>
                  </a:moveTo>
                  <a:cubicBezTo>
                    <a:pt x="35" y="14912"/>
                    <a:pt x="1" y="14946"/>
                    <a:pt x="1" y="15014"/>
                  </a:cubicBezTo>
                  <a:lnTo>
                    <a:pt x="1" y="15117"/>
                  </a:lnTo>
                  <a:cubicBezTo>
                    <a:pt x="1" y="15185"/>
                    <a:pt x="35" y="15219"/>
                    <a:pt x="69" y="15219"/>
                  </a:cubicBezTo>
                  <a:cubicBezTo>
                    <a:pt x="103" y="15219"/>
                    <a:pt x="171" y="15185"/>
                    <a:pt x="171" y="15117"/>
                  </a:cubicBezTo>
                  <a:lnTo>
                    <a:pt x="171" y="15014"/>
                  </a:lnTo>
                  <a:cubicBezTo>
                    <a:pt x="171" y="14946"/>
                    <a:pt x="103" y="14912"/>
                    <a:pt x="69" y="14912"/>
                  </a:cubicBezTo>
                  <a:close/>
                  <a:moveTo>
                    <a:pt x="87291" y="15068"/>
                  </a:moveTo>
                  <a:cubicBezTo>
                    <a:pt x="87267" y="15068"/>
                    <a:pt x="87243" y="15093"/>
                    <a:pt x="87219" y="15117"/>
                  </a:cubicBezTo>
                  <a:cubicBezTo>
                    <a:pt x="87219" y="15185"/>
                    <a:pt x="87253" y="15219"/>
                    <a:pt x="87287" y="15219"/>
                  </a:cubicBezTo>
                  <a:lnTo>
                    <a:pt x="87390" y="15253"/>
                  </a:lnTo>
                  <a:cubicBezTo>
                    <a:pt x="87390" y="15287"/>
                    <a:pt x="87424" y="15287"/>
                    <a:pt x="87424" y="15287"/>
                  </a:cubicBezTo>
                  <a:cubicBezTo>
                    <a:pt x="87458" y="15287"/>
                    <a:pt x="87492" y="15253"/>
                    <a:pt x="87492" y="15219"/>
                  </a:cubicBezTo>
                  <a:cubicBezTo>
                    <a:pt x="87526" y="15185"/>
                    <a:pt x="87492" y="15117"/>
                    <a:pt x="87458" y="15117"/>
                  </a:cubicBezTo>
                  <a:lnTo>
                    <a:pt x="87321" y="15083"/>
                  </a:lnTo>
                  <a:cubicBezTo>
                    <a:pt x="87311" y="15073"/>
                    <a:pt x="87301" y="15068"/>
                    <a:pt x="87291" y="15068"/>
                  </a:cubicBezTo>
                  <a:close/>
                  <a:moveTo>
                    <a:pt x="87837" y="15239"/>
                  </a:moveTo>
                  <a:cubicBezTo>
                    <a:pt x="87813" y="15239"/>
                    <a:pt x="87789" y="15263"/>
                    <a:pt x="87765" y="15287"/>
                  </a:cubicBezTo>
                  <a:cubicBezTo>
                    <a:pt x="87765" y="15356"/>
                    <a:pt x="87799" y="15390"/>
                    <a:pt x="87833" y="15424"/>
                  </a:cubicBezTo>
                  <a:lnTo>
                    <a:pt x="87936" y="15458"/>
                  </a:lnTo>
                  <a:lnTo>
                    <a:pt x="87970" y="15458"/>
                  </a:lnTo>
                  <a:cubicBezTo>
                    <a:pt x="88004" y="15458"/>
                    <a:pt x="88038" y="15424"/>
                    <a:pt x="88038" y="15390"/>
                  </a:cubicBezTo>
                  <a:cubicBezTo>
                    <a:pt x="88072" y="15356"/>
                    <a:pt x="88038" y="15287"/>
                    <a:pt x="88004" y="15287"/>
                  </a:cubicBezTo>
                  <a:lnTo>
                    <a:pt x="87867" y="15253"/>
                  </a:lnTo>
                  <a:cubicBezTo>
                    <a:pt x="87857" y="15243"/>
                    <a:pt x="87847" y="15239"/>
                    <a:pt x="87837" y="15239"/>
                  </a:cubicBezTo>
                  <a:close/>
                  <a:moveTo>
                    <a:pt x="239" y="15390"/>
                  </a:moveTo>
                  <a:cubicBezTo>
                    <a:pt x="171" y="15390"/>
                    <a:pt x="137" y="15390"/>
                    <a:pt x="137" y="15458"/>
                  </a:cubicBezTo>
                  <a:cubicBezTo>
                    <a:pt x="103" y="15492"/>
                    <a:pt x="137" y="15526"/>
                    <a:pt x="205" y="15560"/>
                  </a:cubicBezTo>
                  <a:lnTo>
                    <a:pt x="308" y="15560"/>
                  </a:lnTo>
                  <a:cubicBezTo>
                    <a:pt x="376" y="15560"/>
                    <a:pt x="410" y="15560"/>
                    <a:pt x="410" y="15492"/>
                  </a:cubicBezTo>
                  <a:cubicBezTo>
                    <a:pt x="410" y="15458"/>
                    <a:pt x="376" y="15424"/>
                    <a:pt x="342" y="15390"/>
                  </a:cubicBezTo>
                  <a:close/>
                  <a:moveTo>
                    <a:pt x="88413" y="15424"/>
                  </a:moveTo>
                  <a:cubicBezTo>
                    <a:pt x="88379" y="15424"/>
                    <a:pt x="88345" y="15424"/>
                    <a:pt x="88311" y="15492"/>
                  </a:cubicBezTo>
                  <a:cubicBezTo>
                    <a:pt x="88311" y="15526"/>
                    <a:pt x="88345" y="15560"/>
                    <a:pt x="88379" y="15594"/>
                  </a:cubicBezTo>
                  <a:lnTo>
                    <a:pt x="88482" y="15629"/>
                  </a:lnTo>
                  <a:lnTo>
                    <a:pt x="88516" y="15629"/>
                  </a:lnTo>
                  <a:cubicBezTo>
                    <a:pt x="88550" y="15629"/>
                    <a:pt x="88584" y="15594"/>
                    <a:pt x="88584" y="15560"/>
                  </a:cubicBezTo>
                  <a:cubicBezTo>
                    <a:pt x="88618" y="15526"/>
                    <a:pt x="88584" y="15458"/>
                    <a:pt x="88550" y="15458"/>
                  </a:cubicBezTo>
                  <a:lnTo>
                    <a:pt x="88413" y="15424"/>
                  </a:lnTo>
                  <a:close/>
                  <a:moveTo>
                    <a:pt x="785" y="15492"/>
                  </a:moveTo>
                  <a:cubicBezTo>
                    <a:pt x="751" y="15492"/>
                    <a:pt x="683" y="15526"/>
                    <a:pt x="683" y="15560"/>
                  </a:cubicBezTo>
                  <a:cubicBezTo>
                    <a:pt x="683" y="15629"/>
                    <a:pt x="717" y="15663"/>
                    <a:pt x="751" y="15663"/>
                  </a:cubicBezTo>
                  <a:lnTo>
                    <a:pt x="854" y="15697"/>
                  </a:lnTo>
                  <a:lnTo>
                    <a:pt x="888" y="15697"/>
                  </a:lnTo>
                  <a:cubicBezTo>
                    <a:pt x="922" y="15697"/>
                    <a:pt x="956" y="15663"/>
                    <a:pt x="956" y="15629"/>
                  </a:cubicBezTo>
                  <a:cubicBezTo>
                    <a:pt x="956" y="15594"/>
                    <a:pt x="956" y="15526"/>
                    <a:pt x="888" y="15526"/>
                  </a:cubicBezTo>
                  <a:lnTo>
                    <a:pt x="785" y="15492"/>
                  </a:lnTo>
                  <a:close/>
                  <a:moveTo>
                    <a:pt x="1304" y="15615"/>
                  </a:moveTo>
                  <a:cubicBezTo>
                    <a:pt x="1279" y="15615"/>
                    <a:pt x="1254" y="15647"/>
                    <a:pt x="1229" y="15697"/>
                  </a:cubicBezTo>
                  <a:cubicBezTo>
                    <a:pt x="1229" y="15731"/>
                    <a:pt x="1263" y="15765"/>
                    <a:pt x="1297" y="15799"/>
                  </a:cubicBezTo>
                  <a:lnTo>
                    <a:pt x="1434" y="15799"/>
                  </a:lnTo>
                  <a:cubicBezTo>
                    <a:pt x="1468" y="15799"/>
                    <a:pt x="1502" y="15799"/>
                    <a:pt x="1536" y="15731"/>
                  </a:cubicBezTo>
                  <a:cubicBezTo>
                    <a:pt x="1536" y="15697"/>
                    <a:pt x="1502" y="15663"/>
                    <a:pt x="1468" y="15629"/>
                  </a:cubicBezTo>
                  <a:lnTo>
                    <a:pt x="1331" y="15629"/>
                  </a:lnTo>
                  <a:cubicBezTo>
                    <a:pt x="1322" y="15619"/>
                    <a:pt x="1313" y="15615"/>
                    <a:pt x="1304" y="15615"/>
                  </a:cubicBezTo>
                  <a:close/>
                  <a:moveTo>
                    <a:pt x="88959" y="15594"/>
                  </a:moveTo>
                  <a:cubicBezTo>
                    <a:pt x="88925" y="15594"/>
                    <a:pt x="88891" y="15629"/>
                    <a:pt x="88857" y="15663"/>
                  </a:cubicBezTo>
                  <a:cubicBezTo>
                    <a:pt x="88857" y="15697"/>
                    <a:pt x="88857" y="15765"/>
                    <a:pt x="88925" y="15765"/>
                  </a:cubicBezTo>
                  <a:lnTo>
                    <a:pt x="89028" y="15799"/>
                  </a:lnTo>
                  <a:lnTo>
                    <a:pt x="89062" y="15799"/>
                  </a:lnTo>
                  <a:cubicBezTo>
                    <a:pt x="89096" y="15799"/>
                    <a:pt x="89130" y="15765"/>
                    <a:pt x="89130" y="15731"/>
                  </a:cubicBezTo>
                  <a:cubicBezTo>
                    <a:pt x="89164" y="15697"/>
                    <a:pt x="89130" y="15663"/>
                    <a:pt x="89096" y="15629"/>
                  </a:cubicBezTo>
                  <a:lnTo>
                    <a:pt x="88959" y="15594"/>
                  </a:lnTo>
                  <a:close/>
                  <a:moveTo>
                    <a:pt x="1912" y="15731"/>
                  </a:moveTo>
                  <a:cubicBezTo>
                    <a:pt x="1843" y="15731"/>
                    <a:pt x="1809" y="15765"/>
                    <a:pt x="1809" y="15799"/>
                  </a:cubicBezTo>
                  <a:cubicBezTo>
                    <a:pt x="1809" y="15867"/>
                    <a:pt x="1809" y="15902"/>
                    <a:pt x="1877" y="15902"/>
                  </a:cubicBezTo>
                  <a:lnTo>
                    <a:pt x="1980" y="15936"/>
                  </a:lnTo>
                  <a:lnTo>
                    <a:pt x="2014" y="15936"/>
                  </a:lnTo>
                  <a:cubicBezTo>
                    <a:pt x="2048" y="15936"/>
                    <a:pt x="2082" y="15902"/>
                    <a:pt x="2082" y="15867"/>
                  </a:cubicBezTo>
                  <a:cubicBezTo>
                    <a:pt x="2082" y="15833"/>
                    <a:pt x="2048" y="15765"/>
                    <a:pt x="2014" y="15765"/>
                  </a:cubicBezTo>
                  <a:lnTo>
                    <a:pt x="1912" y="15731"/>
                  </a:lnTo>
                  <a:close/>
                  <a:moveTo>
                    <a:pt x="89505" y="15765"/>
                  </a:moveTo>
                  <a:cubicBezTo>
                    <a:pt x="89471" y="15765"/>
                    <a:pt x="89437" y="15799"/>
                    <a:pt x="89403" y="15833"/>
                  </a:cubicBezTo>
                  <a:cubicBezTo>
                    <a:pt x="89403" y="15867"/>
                    <a:pt x="89403" y="15936"/>
                    <a:pt x="89471" y="15936"/>
                  </a:cubicBezTo>
                  <a:lnTo>
                    <a:pt x="89574" y="15970"/>
                  </a:lnTo>
                  <a:lnTo>
                    <a:pt x="89608" y="15970"/>
                  </a:lnTo>
                  <a:cubicBezTo>
                    <a:pt x="89642" y="15970"/>
                    <a:pt x="89676" y="15970"/>
                    <a:pt x="89676" y="15936"/>
                  </a:cubicBezTo>
                  <a:cubicBezTo>
                    <a:pt x="89710" y="15867"/>
                    <a:pt x="89676" y="15833"/>
                    <a:pt x="89608" y="15799"/>
                  </a:cubicBezTo>
                  <a:lnTo>
                    <a:pt x="89505" y="15765"/>
                  </a:lnTo>
                  <a:close/>
                  <a:moveTo>
                    <a:pt x="2430" y="15854"/>
                  </a:moveTo>
                  <a:cubicBezTo>
                    <a:pt x="2405" y="15854"/>
                    <a:pt x="2380" y="15886"/>
                    <a:pt x="2355" y="15936"/>
                  </a:cubicBezTo>
                  <a:cubicBezTo>
                    <a:pt x="2355" y="15970"/>
                    <a:pt x="2389" y="16004"/>
                    <a:pt x="2423" y="16038"/>
                  </a:cubicBezTo>
                  <a:lnTo>
                    <a:pt x="2560" y="16038"/>
                  </a:lnTo>
                  <a:cubicBezTo>
                    <a:pt x="2594" y="16038"/>
                    <a:pt x="2628" y="16038"/>
                    <a:pt x="2628" y="15970"/>
                  </a:cubicBezTo>
                  <a:cubicBezTo>
                    <a:pt x="2662" y="15936"/>
                    <a:pt x="2628" y="15902"/>
                    <a:pt x="2594" y="15867"/>
                  </a:cubicBezTo>
                  <a:lnTo>
                    <a:pt x="2457" y="15867"/>
                  </a:lnTo>
                  <a:cubicBezTo>
                    <a:pt x="2448" y="15858"/>
                    <a:pt x="2439" y="15854"/>
                    <a:pt x="2430" y="15854"/>
                  </a:cubicBezTo>
                  <a:close/>
                  <a:moveTo>
                    <a:pt x="3038" y="15970"/>
                  </a:moveTo>
                  <a:cubicBezTo>
                    <a:pt x="2969" y="15970"/>
                    <a:pt x="2935" y="16004"/>
                    <a:pt x="2935" y="16038"/>
                  </a:cubicBezTo>
                  <a:cubicBezTo>
                    <a:pt x="2901" y="16072"/>
                    <a:pt x="2935" y="16140"/>
                    <a:pt x="3003" y="16140"/>
                  </a:cubicBezTo>
                  <a:lnTo>
                    <a:pt x="3106" y="16175"/>
                  </a:lnTo>
                  <a:cubicBezTo>
                    <a:pt x="3174" y="16175"/>
                    <a:pt x="3208" y="16140"/>
                    <a:pt x="3208" y="16106"/>
                  </a:cubicBezTo>
                  <a:cubicBezTo>
                    <a:pt x="3208" y="16038"/>
                    <a:pt x="3174" y="16004"/>
                    <a:pt x="3140" y="16004"/>
                  </a:cubicBezTo>
                  <a:lnTo>
                    <a:pt x="3038" y="15970"/>
                  </a:lnTo>
                  <a:close/>
                  <a:moveTo>
                    <a:pt x="90021" y="15956"/>
                  </a:moveTo>
                  <a:cubicBezTo>
                    <a:pt x="89997" y="15956"/>
                    <a:pt x="89973" y="15980"/>
                    <a:pt x="89949" y="16004"/>
                  </a:cubicBezTo>
                  <a:cubicBezTo>
                    <a:pt x="89949" y="16038"/>
                    <a:pt x="89949" y="16106"/>
                    <a:pt x="90017" y="16106"/>
                  </a:cubicBezTo>
                  <a:lnTo>
                    <a:pt x="90120" y="16140"/>
                  </a:lnTo>
                  <a:cubicBezTo>
                    <a:pt x="90120" y="16140"/>
                    <a:pt x="90120" y="16175"/>
                    <a:pt x="90154" y="16175"/>
                  </a:cubicBezTo>
                  <a:cubicBezTo>
                    <a:pt x="90188" y="16175"/>
                    <a:pt x="90222" y="16140"/>
                    <a:pt x="90222" y="16106"/>
                  </a:cubicBezTo>
                  <a:cubicBezTo>
                    <a:pt x="90222" y="16038"/>
                    <a:pt x="90222" y="16004"/>
                    <a:pt x="90154" y="16004"/>
                  </a:cubicBezTo>
                  <a:lnTo>
                    <a:pt x="90051" y="15970"/>
                  </a:lnTo>
                  <a:cubicBezTo>
                    <a:pt x="90041" y="15960"/>
                    <a:pt x="90031" y="15956"/>
                    <a:pt x="90021" y="15956"/>
                  </a:cubicBezTo>
                  <a:close/>
                  <a:moveTo>
                    <a:pt x="3551" y="16093"/>
                  </a:moveTo>
                  <a:cubicBezTo>
                    <a:pt x="3518" y="16093"/>
                    <a:pt x="3481" y="16125"/>
                    <a:pt x="3481" y="16175"/>
                  </a:cubicBezTo>
                  <a:cubicBezTo>
                    <a:pt x="3481" y="16209"/>
                    <a:pt x="3515" y="16243"/>
                    <a:pt x="3549" y="16243"/>
                  </a:cubicBezTo>
                  <a:lnTo>
                    <a:pt x="3652" y="16277"/>
                  </a:lnTo>
                  <a:lnTo>
                    <a:pt x="3686" y="16277"/>
                  </a:lnTo>
                  <a:cubicBezTo>
                    <a:pt x="3720" y="16277"/>
                    <a:pt x="3754" y="16243"/>
                    <a:pt x="3754" y="16209"/>
                  </a:cubicBezTo>
                  <a:cubicBezTo>
                    <a:pt x="3788" y="16175"/>
                    <a:pt x="3754" y="16140"/>
                    <a:pt x="3686" y="16106"/>
                  </a:cubicBezTo>
                  <a:lnTo>
                    <a:pt x="3584" y="16106"/>
                  </a:lnTo>
                  <a:cubicBezTo>
                    <a:pt x="3574" y="16097"/>
                    <a:pt x="3563" y="16093"/>
                    <a:pt x="3551" y="16093"/>
                  </a:cubicBezTo>
                  <a:close/>
                  <a:moveTo>
                    <a:pt x="90561" y="16126"/>
                  </a:moveTo>
                  <a:cubicBezTo>
                    <a:pt x="90529" y="16126"/>
                    <a:pt x="90495" y="16150"/>
                    <a:pt x="90495" y="16175"/>
                  </a:cubicBezTo>
                  <a:cubicBezTo>
                    <a:pt x="90495" y="16243"/>
                    <a:pt x="90495" y="16277"/>
                    <a:pt x="90563" y="16311"/>
                  </a:cubicBezTo>
                  <a:lnTo>
                    <a:pt x="90665" y="16345"/>
                  </a:lnTo>
                  <a:lnTo>
                    <a:pt x="90700" y="16345"/>
                  </a:lnTo>
                  <a:cubicBezTo>
                    <a:pt x="90734" y="16345"/>
                    <a:pt x="90768" y="16311"/>
                    <a:pt x="90768" y="16277"/>
                  </a:cubicBezTo>
                  <a:cubicBezTo>
                    <a:pt x="90768" y="16243"/>
                    <a:pt x="90768" y="16175"/>
                    <a:pt x="90700" y="16175"/>
                  </a:cubicBezTo>
                  <a:lnTo>
                    <a:pt x="90597" y="16140"/>
                  </a:lnTo>
                  <a:cubicBezTo>
                    <a:pt x="90587" y="16130"/>
                    <a:pt x="90574" y="16126"/>
                    <a:pt x="90561" y="16126"/>
                  </a:cubicBezTo>
                  <a:close/>
                  <a:moveTo>
                    <a:pt x="4164" y="16209"/>
                  </a:moveTo>
                  <a:cubicBezTo>
                    <a:pt x="4095" y="16209"/>
                    <a:pt x="4061" y="16243"/>
                    <a:pt x="4061" y="16277"/>
                  </a:cubicBezTo>
                  <a:cubicBezTo>
                    <a:pt x="4027" y="16311"/>
                    <a:pt x="4061" y="16379"/>
                    <a:pt x="4095" y="16379"/>
                  </a:cubicBezTo>
                  <a:lnTo>
                    <a:pt x="4232" y="16413"/>
                  </a:lnTo>
                  <a:cubicBezTo>
                    <a:pt x="4266" y="16413"/>
                    <a:pt x="4300" y="16379"/>
                    <a:pt x="4334" y="16345"/>
                  </a:cubicBezTo>
                  <a:cubicBezTo>
                    <a:pt x="4334" y="16277"/>
                    <a:pt x="4300" y="16243"/>
                    <a:pt x="4266" y="16243"/>
                  </a:cubicBezTo>
                  <a:lnTo>
                    <a:pt x="4164" y="16209"/>
                  </a:lnTo>
                  <a:close/>
                  <a:moveTo>
                    <a:pt x="4710" y="16311"/>
                  </a:moveTo>
                  <a:cubicBezTo>
                    <a:pt x="4641" y="16311"/>
                    <a:pt x="4607" y="16345"/>
                    <a:pt x="4607" y="16379"/>
                  </a:cubicBezTo>
                  <a:cubicBezTo>
                    <a:pt x="4607" y="16447"/>
                    <a:pt x="4641" y="16482"/>
                    <a:pt x="4675" y="16482"/>
                  </a:cubicBezTo>
                  <a:lnTo>
                    <a:pt x="4778" y="16516"/>
                  </a:lnTo>
                  <a:lnTo>
                    <a:pt x="4812" y="16516"/>
                  </a:lnTo>
                  <a:cubicBezTo>
                    <a:pt x="4846" y="16516"/>
                    <a:pt x="4880" y="16482"/>
                    <a:pt x="4880" y="16447"/>
                  </a:cubicBezTo>
                  <a:cubicBezTo>
                    <a:pt x="4880" y="16413"/>
                    <a:pt x="4880" y="16345"/>
                    <a:pt x="4812" y="16345"/>
                  </a:cubicBezTo>
                  <a:lnTo>
                    <a:pt x="4710" y="16311"/>
                  </a:lnTo>
                  <a:close/>
                  <a:moveTo>
                    <a:pt x="91110" y="16298"/>
                  </a:moveTo>
                  <a:cubicBezTo>
                    <a:pt x="91077" y="16298"/>
                    <a:pt x="91041" y="16329"/>
                    <a:pt x="91041" y="16379"/>
                  </a:cubicBezTo>
                  <a:cubicBezTo>
                    <a:pt x="91041" y="16413"/>
                    <a:pt x="91041" y="16447"/>
                    <a:pt x="91109" y="16482"/>
                  </a:cubicBezTo>
                  <a:lnTo>
                    <a:pt x="91211" y="16516"/>
                  </a:lnTo>
                  <a:lnTo>
                    <a:pt x="91246" y="16516"/>
                  </a:lnTo>
                  <a:cubicBezTo>
                    <a:pt x="91280" y="16516"/>
                    <a:pt x="91314" y="16482"/>
                    <a:pt x="91314" y="16447"/>
                  </a:cubicBezTo>
                  <a:cubicBezTo>
                    <a:pt x="91314" y="16413"/>
                    <a:pt x="91314" y="16345"/>
                    <a:pt x="91246" y="16345"/>
                  </a:cubicBezTo>
                  <a:lnTo>
                    <a:pt x="91143" y="16311"/>
                  </a:lnTo>
                  <a:cubicBezTo>
                    <a:pt x="91134" y="16302"/>
                    <a:pt x="91122" y="16298"/>
                    <a:pt x="91110" y="16298"/>
                  </a:cubicBezTo>
                  <a:close/>
                  <a:moveTo>
                    <a:pt x="5256" y="16447"/>
                  </a:moveTo>
                  <a:cubicBezTo>
                    <a:pt x="5221" y="16447"/>
                    <a:pt x="5187" y="16482"/>
                    <a:pt x="5153" y="16516"/>
                  </a:cubicBezTo>
                  <a:cubicBezTo>
                    <a:pt x="5153" y="16550"/>
                    <a:pt x="5187" y="16618"/>
                    <a:pt x="5221" y="16618"/>
                  </a:cubicBezTo>
                  <a:lnTo>
                    <a:pt x="5358" y="16652"/>
                  </a:lnTo>
                  <a:cubicBezTo>
                    <a:pt x="5392" y="16652"/>
                    <a:pt x="5426" y="16618"/>
                    <a:pt x="5460" y="16584"/>
                  </a:cubicBezTo>
                  <a:cubicBezTo>
                    <a:pt x="5460" y="16516"/>
                    <a:pt x="5426" y="16482"/>
                    <a:pt x="5392" y="16482"/>
                  </a:cubicBezTo>
                  <a:lnTo>
                    <a:pt x="5256" y="16447"/>
                  </a:lnTo>
                  <a:close/>
                  <a:moveTo>
                    <a:pt x="91689" y="16482"/>
                  </a:moveTo>
                  <a:cubicBezTo>
                    <a:pt x="91655" y="16482"/>
                    <a:pt x="91587" y="16482"/>
                    <a:pt x="91587" y="16550"/>
                  </a:cubicBezTo>
                  <a:cubicBezTo>
                    <a:pt x="91587" y="16584"/>
                    <a:pt x="91587" y="16618"/>
                    <a:pt x="91655" y="16652"/>
                  </a:cubicBezTo>
                  <a:lnTo>
                    <a:pt x="91757" y="16686"/>
                  </a:lnTo>
                  <a:lnTo>
                    <a:pt x="91792" y="16686"/>
                  </a:lnTo>
                  <a:cubicBezTo>
                    <a:pt x="91826" y="16686"/>
                    <a:pt x="91860" y="16652"/>
                    <a:pt x="91860" y="16618"/>
                  </a:cubicBezTo>
                  <a:cubicBezTo>
                    <a:pt x="91860" y="16584"/>
                    <a:pt x="91860" y="16550"/>
                    <a:pt x="91792" y="16516"/>
                  </a:cubicBezTo>
                  <a:lnTo>
                    <a:pt x="91689" y="16482"/>
                  </a:lnTo>
                  <a:close/>
                  <a:moveTo>
                    <a:pt x="5836" y="16550"/>
                  </a:moveTo>
                  <a:cubicBezTo>
                    <a:pt x="5767" y="16550"/>
                    <a:pt x="5733" y="16584"/>
                    <a:pt x="5733" y="16618"/>
                  </a:cubicBezTo>
                  <a:cubicBezTo>
                    <a:pt x="5699" y="16686"/>
                    <a:pt x="5733" y="16720"/>
                    <a:pt x="5802" y="16720"/>
                  </a:cubicBezTo>
                  <a:lnTo>
                    <a:pt x="5904" y="16755"/>
                  </a:lnTo>
                  <a:lnTo>
                    <a:pt x="5938" y="16755"/>
                  </a:lnTo>
                  <a:cubicBezTo>
                    <a:pt x="5972" y="16755"/>
                    <a:pt x="6006" y="16720"/>
                    <a:pt x="6006" y="16686"/>
                  </a:cubicBezTo>
                  <a:cubicBezTo>
                    <a:pt x="6006" y="16652"/>
                    <a:pt x="5972" y="16584"/>
                    <a:pt x="5938" y="16584"/>
                  </a:cubicBezTo>
                  <a:lnTo>
                    <a:pt x="5836" y="16550"/>
                  </a:lnTo>
                  <a:close/>
                  <a:moveTo>
                    <a:pt x="92235" y="16652"/>
                  </a:moveTo>
                  <a:cubicBezTo>
                    <a:pt x="92201" y="16652"/>
                    <a:pt x="92133" y="16686"/>
                    <a:pt x="92133" y="16720"/>
                  </a:cubicBezTo>
                  <a:cubicBezTo>
                    <a:pt x="92133" y="16755"/>
                    <a:pt x="92133" y="16823"/>
                    <a:pt x="92201" y="16823"/>
                  </a:cubicBezTo>
                  <a:lnTo>
                    <a:pt x="92303" y="16857"/>
                  </a:lnTo>
                  <a:lnTo>
                    <a:pt x="92338" y="16857"/>
                  </a:lnTo>
                  <a:cubicBezTo>
                    <a:pt x="92372" y="16857"/>
                    <a:pt x="92406" y="16857"/>
                    <a:pt x="92406" y="16789"/>
                  </a:cubicBezTo>
                  <a:cubicBezTo>
                    <a:pt x="92406" y="16755"/>
                    <a:pt x="92406" y="16720"/>
                    <a:pt x="92338" y="16686"/>
                  </a:cubicBezTo>
                  <a:lnTo>
                    <a:pt x="92235" y="16652"/>
                  </a:lnTo>
                  <a:close/>
                  <a:moveTo>
                    <a:pt x="6382" y="16686"/>
                  </a:moveTo>
                  <a:cubicBezTo>
                    <a:pt x="6348" y="16686"/>
                    <a:pt x="6279" y="16686"/>
                    <a:pt x="6279" y="16755"/>
                  </a:cubicBezTo>
                  <a:cubicBezTo>
                    <a:pt x="6279" y="16789"/>
                    <a:pt x="6313" y="16823"/>
                    <a:pt x="6348" y="16857"/>
                  </a:cubicBezTo>
                  <a:lnTo>
                    <a:pt x="6450" y="16857"/>
                  </a:lnTo>
                  <a:cubicBezTo>
                    <a:pt x="6484" y="16891"/>
                    <a:pt x="6484" y="16891"/>
                    <a:pt x="6484" y="16891"/>
                  </a:cubicBezTo>
                  <a:cubicBezTo>
                    <a:pt x="6518" y="16891"/>
                    <a:pt x="6552" y="16857"/>
                    <a:pt x="6552" y="16823"/>
                  </a:cubicBezTo>
                  <a:cubicBezTo>
                    <a:pt x="6586" y="16755"/>
                    <a:pt x="6552" y="16720"/>
                    <a:pt x="6484" y="16720"/>
                  </a:cubicBezTo>
                  <a:lnTo>
                    <a:pt x="6382" y="16686"/>
                  </a:lnTo>
                  <a:close/>
                  <a:moveTo>
                    <a:pt x="6962" y="16789"/>
                  </a:moveTo>
                  <a:cubicBezTo>
                    <a:pt x="6893" y="16789"/>
                    <a:pt x="6859" y="16823"/>
                    <a:pt x="6859" y="16857"/>
                  </a:cubicBezTo>
                  <a:cubicBezTo>
                    <a:pt x="6825" y="16925"/>
                    <a:pt x="6859" y="16959"/>
                    <a:pt x="6928" y="16959"/>
                  </a:cubicBezTo>
                  <a:lnTo>
                    <a:pt x="7030" y="16993"/>
                  </a:lnTo>
                  <a:cubicBezTo>
                    <a:pt x="7098" y="16993"/>
                    <a:pt x="7132" y="16959"/>
                    <a:pt x="7132" y="16925"/>
                  </a:cubicBezTo>
                  <a:cubicBezTo>
                    <a:pt x="7132" y="16891"/>
                    <a:pt x="7098" y="16823"/>
                    <a:pt x="7064" y="16823"/>
                  </a:cubicBezTo>
                  <a:lnTo>
                    <a:pt x="6962" y="16789"/>
                  </a:lnTo>
                  <a:close/>
                  <a:moveTo>
                    <a:pt x="92781" y="16823"/>
                  </a:moveTo>
                  <a:cubicBezTo>
                    <a:pt x="92747" y="16823"/>
                    <a:pt x="92679" y="16857"/>
                    <a:pt x="92679" y="16891"/>
                  </a:cubicBezTo>
                  <a:cubicBezTo>
                    <a:pt x="92645" y="16925"/>
                    <a:pt x="92679" y="16993"/>
                    <a:pt x="92747" y="16993"/>
                  </a:cubicBezTo>
                  <a:lnTo>
                    <a:pt x="92849" y="17028"/>
                  </a:lnTo>
                  <a:cubicBezTo>
                    <a:pt x="92918" y="17028"/>
                    <a:pt x="92952" y="17028"/>
                    <a:pt x="92952" y="16993"/>
                  </a:cubicBezTo>
                  <a:cubicBezTo>
                    <a:pt x="92952" y="16925"/>
                    <a:pt x="92952" y="16891"/>
                    <a:pt x="92883" y="16857"/>
                  </a:cubicBezTo>
                  <a:lnTo>
                    <a:pt x="92781" y="16823"/>
                  </a:lnTo>
                  <a:close/>
                  <a:moveTo>
                    <a:pt x="7508" y="16925"/>
                  </a:moveTo>
                  <a:cubicBezTo>
                    <a:pt x="7474" y="16925"/>
                    <a:pt x="7405" y="16925"/>
                    <a:pt x="7405" y="16993"/>
                  </a:cubicBezTo>
                  <a:cubicBezTo>
                    <a:pt x="7405" y="17028"/>
                    <a:pt x="7439" y="17062"/>
                    <a:pt x="7474" y="17096"/>
                  </a:cubicBezTo>
                  <a:lnTo>
                    <a:pt x="7610" y="17096"/>
                  </a:lnTo>
                  <a:cubicBezTo>
                    <a:pt x="7644" y="17096"/>
                    <a:pt x="7678" y="17096"/>
                    <a:pt x="7678" y="17028"/>
                  </a:cubicBezTo>
                  <a:cubicBezTo>
                    <a:pt x="7712" y="16993"/>
                    <a:pt x="7678" y="16959"/>
                    <a:pt x="7610" y="16925"/>
                  </a:cubicBezTo>
                  <a:close/>
                  <a:moveTo>
                    <a:pt x="8054" y="17028"/>
                  </a:moveTo>
                  <a:cubicBezTo>
                    <a:pt x="8020" y="17028"/>
                    <a:pt x="7985" y="17062"/>
                    <a:pt x="7951" y="17096"/>
                  </a:cubicBezTo>
                  <a:cubicBezTo>
                    <a:pt x="7951" y="17164"/>
                    <a:pt x="7985" y="17198"/>
                    <a:pt x="8020" y="17198"/>
                  </a:cubicBezTo>
                  <a:lnTo>
                    <a:pt x="8156" y="17232"/>
                  </a:lnTo>
                  <a:cubicBezTo>
                    <a:pt x="8190" y="17232"/>
                    <a:pt x="8224" y="17198"/>
                    <a:pt x="8258" y="17164"/>
                  </a:cubicBezTo>
                  <a:cubicBezTo>
                    <a:pt x="8258" y="17130"/>
                    <a:pt x="8224" y="17062"/>
                    <a:pt x="8190" y="17062"/>
                  </a:cubicBezTo>
                  <a:lnTo>
                    <a:pt x="8054" y="17028"/>
                  </a:lnTo>
                  <a:close/>
                  <a:moveTo>
                    <a:pt x="93291" y="17013"/>
                  </a:moveTo>
                  <a:cubicBezTo>
                    <a:pt x="93259" y="17013"/>
                    <a:pt x="93225" y="17038"/>
                    <a:pt x="93225" y="17062"/>
                  </a:cubicBezTo>
                  <a:cubicBezTo>
                    <a:pt x="93191" y="17130"/>
                    <a:pt x="93225" y="17164"/>
                    <a:pt x="93259" y="17164"/>
                  </a:cubicBezTo>
                  <a:lnTo>
                    <a:pt x="93395" y="17198"/>
                  </a:lnTo>
                  <a:cubicBezTo>
                    <a:pt x="93395" y="17232"/>
                    <a:pt x="93395" y="17232"/>
                    <a:pt x="93395" y="17232"/>
                  </a:cubicBezTo>
                  <a:cubicBezTo>
                    <a:pt x="93429" y="17232"/>
                    <a:pt x="93464" y="17198"/>
                    <a:pt x="93498" y="17164"/>
                  </a:cubicBezTo>
                  <a:cubicBezTo>
                    <a:pt x="93498" y="17130"/>
                    <a:pt x="93498" y="17062"/>
                    <a:pt x="93429" y="17062"/>
                  </a:cubicBezTo>
                  <a:lnTo>
                    <a:pt x="93327" y="17028"/>
                  </a:lnTo>
                  <a:cubicBezTo>
                    <a:pt x="93317" y="17018"/>
                    <a:pt x="93304" y="17013"/>
                    <a:pt x="93291" y="17013"/>
                  </a:cubicBezTo>
                  <a:close/>
                  <a:moveTo>
                    <a:pt x="8586" y="17151"/>
                  </a:moveTo>
                  <a:cubicBezTo>
                    <a:pt x="8550" y="17151"/>
                    <a:pt x="8531" y="17182"/>
                    <a:pt x="8531" y="17232"/>
                  </a:cubicBezTo>
                  <a:cubicBezTo>
                    <a:pt x="8531" y="17266"/>
                    <a:pt x="8531" y="17301"/>
                    <a:pt x="8600" y="17335"/>
                  </a:cubicBezTo>
                  <a:lnTo>
                    <a:pt x="8736" y="17335"/>
                  </a:lnTo>
                  <a:cubicBezTo>
                    <a:pt x="8770" y="17335"/>
                    <a:pt x="8804" y="17335"/>
                    <a:pt x="8804" y="17266"/>
                  </a:cubicBezTo>
                  <a:cubicBezTo>
                    <a:pt x="8804" y="17232"/>
                    <a:pt x="8770" y="17198"/>
                    <a:pt x="8736" y="17164"/>
                  </a:cubicBezTo>
                  <a:lnTo>
                    <a:pt x="8634" y="17164"/>
                  </a:lnTo>
                  <a:cubicBezTo>
                    <a:pt x="8615" y="17155"/>
                    <a:pt x="8600" y="17151"/>
                    <a:pt x="8586" y="17151"/>
                  </a:cubicBezTo>
                  <a:close/>
                  <a:moveTo>
                    <a:pt x="93837" y="17184"/>
                  </a:moveTo>
                  <a:cubicBezTo>
                    <a:pt x="93805" y="17184"/>
                    <a:pt x="93771" y="17208"/>
                    <a:pt x="93771" y="17232"/>
                  </a:cubicBezTo>
                  <a:cubicBezTo>
                    <a:pt x="93737" y="17301"/>
                    <a:pt x="93771" y="17335"/>
                    <a:pt x="93805" y="17369"/>
                  </a:cubicBezTo>
                  <a:lnTo>
                    <a:pt x="93941" y="17403"/>
                  </a:lnTo>
                  <a:cubicBezTo>
                    <a:pt x="93975" y="17403"/>
                    <a:pt x="94010" y="17369"/>
                    <a:pt x="94044" y="17335"/>
                  </a:cubicBezTo>
                  <a:cubicBezTo>
                    <a:pt x="94044" y="17301"/>
                    <a:pt x="94010" y="17232"/>
                    <a:pt x="93975" y="17232"/>
                  </a:cubicBezTo>
                  <a:lnTo>
                    <a:pt x="93873" y="17198"/>
                  </a:lnTo>
                  <a:cubicBezTo>
                    <a:pt x="93863" y="17188"/>
                    <a:pt x="93850" y="17184"/>
                    <a:pt x="93837" y="17184"/>
                  </a:cubicBezTo>
                  <a:close/>
                  <a:moveTo>
                    <a:pt x="9180" y="17266"/>
                  </a:moveTo>
                  <a:cubicBezTo>
                    <a:pt x="9146" y="17266"/>
                    <a:pt x="9111" y="17301"/>
                    <a:pt x="9077" y="17335"/>
                  </a:cubicBezTo>
                  <a:cubicBezTo>
                    <a:pt x="9077" y="17369"/>
                    <a:pt x="9111" y="17437"/>
                    <a:pt x="9146" y="17437"/>
                  </a:cubicBezTo>
                  <a:lnTo>
                    <a:pt x="9282" y="17471"/>
                  </a:lnTo>
                  <a:cubicBezTo>
                    <a:pt x="9316" y="17471"/>
                    <a:pt x="9350" y="17437"/>
                    <a:pt x="9350" y="17403"/>
                  </a:cubicBezTo>
                  <a:cubicBezTo>
                    <a:pt x="9384" y="17335"/>
                    <a:pt x="9350" y="17301"/>
                    <a:pt x="9316" y="17301"/>
                  </a:cubicBezTo>
                  <a:lnTo>
                    <a:pt x="9180" y="17266"/>
                  </a:lnTo>
                  <a:close/>
                  <a:moveTo>
                    <a:pt x="9712" y="17390"/>
                  </a:moveTo>
                  <a:cubicBezTo>
                    <a:pt x="9676" y="17390"/>
                    <a:pt x="9657" y="17421"/>
                    <a:pt x="9657" y="17471"/>
                  </a:cubicBezTo>
                  <a:cubicBezTo>
                    <a:pt x="9623" y="17505"/>
                    <a:pt x="9657" y="17539"/>
                    <a:pt x="9726" y="17574"/>
                  </a:cubicBezTo>
                  <a:lnTo>
                    <a:pt x="9828" y="17574"/>
                  </a:lnTo>
                  <a:cubicBezTo>
                    <a:pt x="9896" y="17574"/>
                    <a:pt x="9930" y="17539"/>
                    <a:pt x="9930" y="17505"/>
                  </a:cubicBezTo>
                  <a:cubicBezTo>
                    <a:pt x="9930" y="17471"/>
                    <a:pt x="9896" y="17437"/>
                    <a:pt x="9862" y="17403"/>
                  </a:cubicBezTo>
                  <a:lnTo>
                    <a:pt x="9760" y="17403"/>
                  </a:lnTo>
                  <a:cubicBezTo>
                    <a:pt x="9742" y="17394"/>
                    <a:pt x="9726" y="17390"/>
                    <a:pt x="9712" y="17390"/>
                  </a:cubicBezTo>
                  <a:close/>
                  <a:moveTo>
                    <a:pt x="94419" y="17369"/>
                  </a:moveTo>
                  <a:cubicBezTo>
                    <a:pt x="94385" y="17369"/>
                    <a:pt x="94317" y="17369"/>
                    <a:pt x="94317" y="17437"/>
                  </a:cubicBezTo>
                  <a:cubicBezTo>
                    <a:pt x="94283" y="17471"/>
                    <a:pt x="94317" y="17505"/>
                    <a:pt x="94351" y="17539"/>
                  </a:cubicBezTo>
                  <a:lnTo>
                    <a:pt x="94487" y="17574"/>
                  </a:lnTo>
                  <a:cubicBezTo>
                    <a:pt x="94521" y="17574"/>
                    <a:pt x="94556" y="17539"/>
                    <a:pt x="94590" y="17505"/>
                  </a:cubicBezTo>
                  <a:cubicBezTo>
                    <a:pt x="94590" y="17471"/>
                    <a:pt x="94556" y="17403"/>
                    <a:pt x="94521" y="17403"/>
                  </a:cubicBezTo>
                  <a:lnTo>
                    <a:pt x="94419" y="17369"/>
                  </a:lnTo>
                  <a:close/>
                  <a:moveTo>
                    <a:pt x="10306" y="17505"/>
                  </a:moveTo>
                  <a:cubicBezTo>
                    <a:pt x="10272" y="17505"/>
                    <a:pt x="10203" y="17539"/>
                    <a:pt x="10203" y="17574"/>
                  </a:cubicBezTo>
                  <a:cubicBezTo>
                    <a:pt x="10203" y="17608"/>
                    <a:pt x="10238" y="17676"/>
                    <a:pt x="10272" y="17676"/>
                  </a:cubicBezTo>
                  <a:lnTo>
                    <a:pt x="10374" y="17710"/>
                  </a:lnTo>
                  <a:lnTo>
                    <a:pt x="10408" y="17710"/>
                  </a:lnTo>
                  <a:cubicBezTo>
                    <a:pt x="10442" y="17710"/>
                    <a:pt x="10476" y="17676"/>
                    <a:pt x="10476" y="17642"/>
                  </a:cubicBezTo>
                  <a:cubicBezTo>
                    <a:pt x="10511" y="17574"/>
                    <a:pt x="10476" y="17539"/>
                    <a:pt x="10408" y="17539"/>
                  </a:cubicBezTo>
                  <a:lnTo>
                    <a:pt x="10306" y="17505"/>
                  </a:lnTo>
                  <a:close/>
                  <a:moveTo>
                    <a:pt x="94965" y="17539"/>
                  </a:moveTo>
                  <a:cubicBezTo>
                    <a:pt x="94931" y="17539"/>
                    <a:pt x="94863" y="17539"/>
                    <a:pt x="94863" y="17608"/>
                  </a:cubicBezTo>
                  <a:cubicBezTo>
                    <a:pt x="94828" y="17642"/>
                    <a:pt x="94863" y="17710"/>
                    <a:pt x="94897" y="17710"/>
                  </a:cubicBezTo>
                  <a:lnTo>
                    <a:pt x="95033" y="17744"/>
                  </a:lnTo>
                  <a:cubicBezTo>
                    <a:pt x="95067" y="17744"/>
                    <a:pt x="95101" y="17710"/>
                    <a:pt x="95136" y="17676"/>
                  </a:cubicBezTo>
                  <a:cubicBezTo>
                    <a:pt x="95136" y="17642"/>
                    <a:pt x="95101" y="17608"/>
                    <a:pt x="95067" y="17574"/>
                  </a:cubicBezTo>
                  <a:lnTo>
                    <a:pt x="94965" y="17539"/>
                  </a:lnTo>
                  <a:close/>
                  <a:moveTo>
                    <a:pt x="10835" y="17628"/>
                  </a:moveTo>
                  <a:cubicBezTo>
                    <a:pt x="10801" y="17628"/>
                    <a:pt x="10783" y="17652"/>
                    <a:pt x="10783" y="17676"/>
                  </a:cubicBezTo>
                  <a:cubicBezTo>
                    <a:pt x="10749" y="17744"/>
                    <a:pt x="10783" y="17778"/>
                    <a:pt x="10818" y="17778"/>
                  </a:cubicBezTo>
                  <a:lnTo>
                    <a:pt x="10954" y="17812"/>
                  </a:lnTo>
                  <a:cubicBezTo>
                    <a:pt x="10988" y="17812"/>
                    <a:pt x="11022" y="17778"/>
                    <a:pt x="11056" y="17744"/>
                  </a:cubicBezTo>
                  <a:cubicBezTo>
                    <a:pt x="11056" y="17710"/>
                    <a:pt x="11022" y="17676"/>
                    <a:pt x="10988" y="17642"/>
                  </a:cubicBezTo>
                  <a:lnTo>
                    <a:pt x="10886" y="17642"/>
                  </a:lnTo>
                  <a:cubicBezTo>
                    <a:pt x="10866" y="17632"/>
                    <a:pt x="10849" y="17628"/>
                    <a:pt x="10835" y="17628"/>
                  </a:cubicBezTo>
                  <a:close/>
                  <a:moveTo>
                    <a:pt x="95511" y="17710"/>
                  </a:moveTo>
                  <a:cubicBezTo>
                    <a:pt x="95477" y="17710"/>
                    <a:pt x="95409" y="17744"/>
                    <a:pt x="95409" y="17778"/>
                  </a:cubicBezTo>
                  <a:cubicBezTo>
                    <a:pt x="95374" y="17812"/>
                    <a:pt x="95409" y="17881"/>
                    <a:pt x="95443" y="17881"/>
                  </a:cubicBezTo>
                  <a:lnTo>
                    <a:pt x="95545" y="17915"/>
                  </a:lnTo>
                  <a:lnTo>
                    <a:pt x="95579" y="17915"/>
                  </a:lnTo>
                  <a:cubicBezTo>
                    <a:pt x="95613" y="17915"/>
                    <a:pt x="95647" y="17915"/>
                    <a:pt x="95682" y="17881"/>
                  </a:cubicBezTo>
                  <a:cubicBezTo>
                    <a:pt x="95682" y="17812"/>
                    <a:pt x="95647" y="17778"/>
                    <a:pt x="95613" y="17744"/>
                  </a:cubicBezTo>
                  <a:lnTo>
                    <a:pt x="95511" y="17710"/>
                  </a:lnTo>
                  <a:close/>
                  <a:moveTo>
                    <a:pt x="11432" y="17744"/>
                  </a:moveTo>
                  <a:cubicBezTo>
                    <a:pt x="11398" y="17744"/>
                    <a:pt x="11329" y="17778"/>
                    <a:pt x="11329" y="17812"/>
                  </a:cubicBezTo>
                  <a:cubicBezTo>
                    <a:pt x="11329" y="17847"/>
                    <a:pt x="11364" y="17915"/>
                    <a:pt x="11398" y="17915"/>
                  </a:cubicBezTo>
                  <a:lnTo>
                    <a:pt x="11500" y="17949"/>
                  </a:lnTo>
                  <a:lnTo>
                    <a:pt x="11534" y="17949"/>
                  </a:lnTo>
                  <a:cubicBezTo>
                    <a:pt x="11568" y="17949"/>
                    <a:pt x="11602" y="17915"/>
                    <a:pt x="11602" y="17881"/>
                  </a:cubicBezTo>
                  <a:cubicBezTo>
                    <a:pt x="11602" y="17812"/>
                    <a:pt x="11602" y="17778"/>
                    <a:pt x="11534" y="17778"/>
                  </a:cubicBezTo>
                  <a:lnTo>
                    <a:pt x="11432" y="17744"/>
                  </a:lnTo>
                  <a:close/>
                  <a:moveTo>
                    <a:pt x="11978" y="17847"/>
                  </a:moveTo>
                  <a:cubicBezTo>
                    <a:pt x="11944" y="17847"/>
                    <a:pt x="11910" y="17881"/>
                    <a:pt x="11875" y="17915"/>
                  </a:cubicBezTo>
                  <a:cubicBezTo>
                    <a:pt x="11875" y="17983"/>
                    <a:pt x="11910" y="18017"/>
                    <a:pt x="11944" y="18017"/>
                  </a:cubicBezTo>
                  <a:lnTo>
                    <a:pt x="12080" y="18051"/>
                  </a:lnTo>
                  <a:cubicBezTo>
                    <a:pt x="12114" y="18051"/>
                    <a:pt x="12148" y="18017"/>
                    <a:pt x="12183" y="17983"/>
                  </a:cubicBezTo>
                  <a:cubicBezTo>
                    <a:pt x="12183" y="17949"/>
                    <a:pt x="12148" y="17881"/>
                    <a:pt x="12114" y="17881"/>
                  </a:cubicBezTo>
                  <a:lnTo>
                    <a:pt x="11978" y="17847"/>
                  </a:lnTo>
                  <a:close/>
                  <a:moveTo>
                    <a:pt x="96006" y="17901"/>
                  </a:moveTo>
                  <a:cubicBezTo>
                    <a:pt x="95972" y="17901"/>
                    <a:pt x="95955" y="17925"/>
                    <a:pt x="95955" y="17949"/>
                  </a:cubicBezTo>
                  <a:cubicBezTo>
                    <a:pt x="95920" y="17983"/>
                    <a:pt x="95955" y="18051"/>
                    <a:pt x="95989" y="18051"/>
                  </a:cubicBezTo>
                  <a:lnTo>
                    <a:pt x="96091" y="18085"/>
                  </a:lnTo>
                  <a:lnTo>
                    <a:pt x="96125" y="18085"/>
                  </a:lnTo>
                  <a:cubicBezTo>
                    <a:pt x="96159" y="18085"/>
                    <a:pt x="96193" y="18085"/>
                    <a:pt x="96228" y="18051"/>
                  </a:cubicBezTo>
                  <a:cubicBezTo>
                    <a:pt x="96228" y="17983"/>
                    <a:pt x="96193" y="17949"/>
                    <a:pt x="96159" y="17949"/>
                  </a:cubicBezTo>
                  <a:lnTo>
                    <a:pt x="96057" y="17915"/>
                  </a:lnTo>
                  <a:cubicBezTo>
                    <a:pt x="96037" y="17905"/>
                    <a:pt x="96020" y="17901"/>
                    <a:pt x="96006" y="17901"/>
                  </a:cubicBezTo>
                  <a:close/>
                  <a:moveTo>
                    <a:pt x="12558" y="17983"/>
                  </a:moveTo>
                  <a:cubicBezTo>
                    <a:pt x="12490" y="17983"/>
                    <a:pt x="12456" y="17983"/>
                    <a:pt x="12456" y="18051"/>
                  </a:cubicBezTo>
                  <a:cubicBezTo>
                    <a:pt x="12421" y="18085"/>
                    <a:pt x="12456" y="18154"/>
                    <a:pt x="12524" y="18154"/>
                  </a:cubicBezTo>
                  <a:lnTo>
                    <a:pt x="12626" y="18188"/>
                  </a:lnTo>
                  <a:lnTo>
                    <a:pt x="12660" y="18188"/>
                  </a:lnTo>
                  <a:cubicBezTo>
                    <a:pt x="12694" y="18188"/>
                    <a:pt x="12729" y="18154"/>
                    <a:pt x="12729" y="18120"/>
                  </a:cubicBezTo>
                  <a:cubicBezTo>
                    <a:pt x="12729" y="18051"/>
                    <a:pt x="12694" y="18017"/>
                    <a:pt x="12660" y="18017"/>
                  </a:cubicBezTo>
                  <a:lnTo>
                    <a:pt x="12558" y="17983"/>
                  </a:lnTo>
                  <a:close/>
                  <a:moveTo>
                    <a:pt x="13104" y="18085"/>
                  </a:moveTo>
                  <a:cubicBezTo>
                    <a:pt x="13070" y="18085"/>
                    <a:pt x="13001" y="18120"/>
                    <a:pt x="13001" y="18154"/>
                  </a:cubicBezTo>
                  <a:cubicBezTo>
                    <a:pt x="13001" y="18222"/>
                    <a:pt x="13036" y="18256"/>
                    <a:pt x="13070" y="18256"/>
                  </a:cubicBezTo>
                  <a:lnTo>
                    <a:pt x="13172" y="18290"/>
                  </a:lnTo>
                  <a:lnTo>
                    <a:pt x="13206" y="18290"/>
                  </a:lnTo>
                  <a:cubicBezTo>
                    <a:pt x="13240" y="18290"/>
                    <a:pt x="13274" y="18256"/>
                    <a:pt x="13274" y="18222"/>
                  </a:cubicBezTo>
                  <a:cubicBezTo>
                    <a:pt x="13309" y="18188"/>
                    <a:pt x="13274" y="18120"/>
                    <a:pt x="13206" y="18120"/>
                  </a:cubicBezTo>
                  <a:lnTo>
                    <a:pt x="13104" y="18085"/>
                  </a:lnTo>
                  <a:close/>
                  <a:moveTo>
                    <a:pt x="96552" y="18071"/>
                  </a:moveTo>
                  <a:cubicBezTo>
                    <a:pt x="96518" y="18071"/>
                    <a:pt x="96501" y="18095"/>
                    <a:pt x="96501" y="18120"/>
                  </a:cubicBezTo>
                  <a:cubicBezTo>
                    <a:pt x="96466" y="18188"/>
                    <a:pt x="96501" y="18222"/>
                    <a:pt x="96535" y="18222"/>
                  </a:cubicBezTo>
                  <a:lnTo>
                    <a:pt x="96637" y="18290"/>
                  </a:lnTo>
                  <a:lnTo>
                    <a:pt x="96671" y="18290"/>
                  </a:lnTo>
                  <a:cubicBezTo>
                    <a:pt x="96705" y="18290"/>
                    <a:pt x="96739" y="18256"/>
                    <a:pt x="96774" y="18222"/>
                  </a:cubicBezTo>
                  <a:cubicBezTo>
                    <a:pt x="96774" y="18188"/>
                    <a:pt x="96739" y="18120"/>
                    <a:pt x="96705" y="18120"/>
                  </a:cubicBezTo>
                  <a:lnTo>
                    <a:pt x="96603" y="18085"/>
                  </a:lnTo>
                  <a:cubicBezTo>
                    <a:pt x="96583" y="18075"/>
                    <a:pt x="96566" y="18071"/>
                    <a:pt x="96552" y="18071"/>
                  </a:cubicBezTo>
                  <a:close/>
                  <a:moveTo>
                    <a:pt x="13684" y="18222"/>
                  </a:moveTo>
                  <a:cubicBezTo>
                    <a:pt x="13616" y="18222"/>
                    <a:pt x="13582" y="18222"/>
                    <a:pt x="13582" y="18290"/>
                  </a:cubicBezTo>
                  <a:cubicBezTo>
                    <a:pt x="13547" y="18324"/>
                    <a:pt x="13582" y="18358"/>
                    <a:pt x="13650" y="18393"/>
                  </a:cubicBezTo>
                  <a:lnTo>
                    <a:pt x="13752" y="18393"/>
                  </a:lnTo>
                  <a:cubicBezTo>
                    <a:pt x="13820" y="18393"/>
                    <a:pt x="13855" y="18393"/>
                    <a:pt x="13855" y="18358"/>
                  </a:cubicBezTo>
                  <a:cubicBezTo>
                    <a:pt x="13855" y="18290"/>
                    <a:pt x="13820" y="18256"/>
                    <a:pt x="13786" y="18256"/>
                  </a:cubicBezTo>
                  <a:lnTo>
                    <a:pt x="13684" y="18222"/>
                  </a:lnTo>
                  <a:close/>
                  <a:moveTo>
                    <a:pt x="97098" y="18242"/>
                  </a:moveTo>
                  <a:cubicBezTo>
                    <a:pt x="97064" y="18242"/>
                    <a:pt x="97046" y="18266"/>
                    <a:pt x="97046" y="18290"/>
                  </a:cubicBezTo>
                  <a:cubicBezTo>
                    <a:pt x="97012" y="18358"/>
                    <a:pt x="97046" y="18393"/>
                    <a:pt x="97081" y="18427"/>
                  </a:cubicBezTo>
                  <a:lnTo>
                    <a:pt x="97183" y="18461"/>
                  </a:lnTo>
                  <a:lnTo>
                    <a:pt x="97217" y="18461"/>
                  </a:lnTo>
                  <a:cubicBezTo>
                    <a:pt x="97251" y="18461"/>
                    <a:pt x="97285" y="18427"/>
                    <a:pt x="97319" y="18393"/>
                  </a:cubicBezTo>
                  <a:cubicBezTo>
                    <a:pt x="97319" y="18358"/>
                    <a:pt x="97285" y="18290"/>
                    <a:pt x="97251" y="18290"/>
                  </a:cubicBezTo>
                  <a:lnTo>
                    <a:pt x="97149" y="18256"/>
                  </a:lnTo>
                  <a:cubicBezTo>
                    <a:pt x="97129" y="18246"/>
                    <a:pt x="97112" y="18242"/>
                    <a:pt x="97098" y="18242"/>
                  </a:cubicBezTo>
                  <a:close/>
                  <a:moveTo>
                    <a:pt x="14230" y="18324"/>
                  </a:moveTo>
                  <a:cubicBezTo>
                    <a:pt x="14196" y="18324"/>
                    <a:pt x="14128" y="18358"/>
                    <a:pt x="14128" y="18393"/>
                  </a:cubicBezTo>
                  <a:cubicBezTo>
                    <a:pt x="14128" y="18461"/>
                    <a:pt x="14162" y="18495"/>
                    <a:pt x="14196" y="18495"/>
                  </a:cubicBezTo>
                  <a:lnTo>
                    <a:pt x="14298" y="18529"/>
                  </a:lnTo>
                  <a:lnTo>
                    <a:pt x="14332" y="18529"/>
                  </a:lnTo>
                  <a:cubicBezTo>
                    <a:pt x="14366" y="18529"/>
                    <a:pt x="14401" y="18495"/>
                    <a:pt x="14401" y="18461"/>
                  </a:cubicBezTo>
                  <a:cubicBezTo>
                    <a:pt x="14435" y="18427"/>
                    <a:pt x="14401" y="18358"/>
                    <a:pt x="14332" y="18358"/>
                  </a:cubicBezTo>
                  <a:lnTo>
                    <a:pt x="14230" y="18324"/>
                  </a:lnTo>
                  <a:close/>
                  <a:moveTo>
                    <a:pt x="96835" y="18345"/>
                  </a:moveTo>
                  <a:cubicBezTo>
                    <a:pt x="96826" y="18345"/>
                    <a:pt x="96817" y="18349"/>
                    <a:pt x="96808" y="18358"/>
                  </a:cubicBezTo>
                  <a:lnTo>
                    <a:pt x="96671" y="18358"/>
                  </a:lnTo>
                  <a:cubicBezTo>
                    <a:pt x="96637" y="18358"/>
                    <a:pt x="96603" y="18393"/>
                    <a:pt x="96603" y="18461"/>
                  </a:cubicBezTo>
                  <a:cubicBezTo>
                    <a:pt x="96603" y="18495"/>
                    <a:pt x="96671" y="18529"/>
                    <a:pt x="96705" y="18529"/>
                  </a:cubicBezTo>
                  <a:lnTo>
                    <a:pt x="96808" y="18529"/>
                  </a:lnTo>
                  <a:cubicBezTo>
                    <a:pt x="96876" y="18495"/>
                    <a:pt x="96910" y="18461"/>
                    <a:pt x="96910" y="18427"/>
                  </a:cubicBezTo>
                  <a:cubicBezTo>
                    <a:pt x="96885" y="18377"/>
                    <a:pt x="96860" y="18345"/>
                    <a:pt x="96835" y="18345"/>
                  </a:cubicBezTo>
                  <a:close/>
                  <a:moveTo>
                    <a:pt x="96125" y="18427"/>
                  </a:moveTo>
                  <a:cubicBezTo>
                    <a:pt x="96057" y="18427"/>
                    <a:pt x="96023" y="18495"/>
                    <a:pt x="96057" y="18529"/>
                  </a:cubicBezTo>
                  <a:cubicBezTo>
                    <a:pt x="96057" y="18563"/>
                    <a:pt x="96091" y="18597"/>
                    <a:pt x="96125" y="18597"/>
                  </a:cubicBezTo>
                  <a:lnTo>
                    <a:pt x="96262" y="18597"/>
                  </a:lnTo>
                  <a:cubicBezTo>
                    <a:pt x="96296" y="18597"/>
                    <a:pt x="96330" y="18529"/>
                    <a:pt x="96330" y="18495"/>
                  </a:cubicBezTo>
                  <a:cubicBezTo>
                    <a:pt x="96330" y="18461"/>
                    <a:pt x="96296" y="18427"/>
                    <a:pt x="96228" y="18427"/>
                  </a:cubicBezTo>
                  <a:close/>
                  <a:moveTo>
                    <a:pt x="14748" y="18447"/>
                  </a:moveTo>
                  <a:cubicBezTo>
                    <a:pt x="14723" y="18447"/>
                    <a:pt x="14699" y="18479"/>
                    <a:pt x="14674" y="18529"/>
                  </a:cubicBezTo>
                  <a:cubicBezTo>
                    <a:pt x="14674" y="18563"/>
                    <a:pt x="14708" y="18597"/>
                    <a:pt x="14742" y="18631"/>
                  </a:cubicBezTo>
                  <a:lnTo>
                    <a:pt x="14878" y="18631"/>
                  </a:lnTo>
                  <a:cubicBezTo>
                    <a:pt x="14912" y="18631"/>
                    <a:pt x="14947" y="18631"/>
                    <a:pt x="14981" y="18563"/>
                  </a:cubicBezTo>
                  <a:cubicBezTo>
                    <a:pt x="14981" y="18529"/>
                    <a:pt x="14947" y="18495"/>
                    <a:pt x="14912" y="18461"/>
                  </a:cubicBezTo>
                  <a:lnTo>
                    <a:pt x="14776" y="18461"/>
                  </a:lnTo>
                  <a:cubicBezTo>
                    <a:pt x="14767" y="18452"/>
                    <a:pt x="14758" y="18447"/>
                    <a:pt x="14748" y="18447"/>
                  </a:cubicBezTo>
                  <a:close/>
                  <a:moveTo>
                    <a:pt x="95545" y="18495"/>
                  </a:moveTo>
                  <a:cubicBezTo>
                    <a:pt x="95511" y="18495"/>
                    <a:pt x="95477" y="18563"/>
                    <a:pt x="95477" y="18597"/>
                  </a:cubicBezTo>
                  <a:cubicBezTo>
                    <a:pt x="95477" y="18631"/>
                    <a:pt x="95511" y="18666"/>
                    <a:pt x="95545" y="18666"/>
                  </a:cubicBezTo>
                  <a:lnTo>
                    <a:pt x="95682" y="18666"/>
                  </a:lnTo>
                  <a:cubicBezTo>
                    <a:pt x="95750" y="18666"/>
                    <a:pt x="95750" y="18597"/>
                    <a:pt x="95750" y="18563"/>
                  </a:cubicBezTo>
                  <a:cubicBezTo>
                    <a:pt x="95750" y="18529"/>
                    <a:pt x="95716" y="18495"/>
                    <a:pt x="95647" y="18495"/>
                  </a:cubicBezTo>
                  <a:close/>
                  <a:moveTo>
                    <a:pt x="94999" y="18563"/>
                  </a:moveTo>
                  <a:cubicBezTo>
                    <a:pt x="94931" y="18597"/>
                    <a:pt x="94897" y="18631"/>
                    <a:pt x="94897" y="18666"/>
                  </a:cubicBezTo>
                  <a:cubicBezTo>
                    <a:pt x="94931" y="18700"/>
                    <a:pt x="94965" y="18734"/>
                    <a:pt x="94999" y="18734"/>
                  </a:cubicBezTo>
                  <a:lnTo>
                    <a:pt x="95101" y="18734"/>
                  </a:lnTo>
                  <a:cubicBezTo>
                    <a:pt x="95170" y="18734"/>
                    <a:pt x="95204" y="18700"/>
                    <a:pt x="95204" y="18631"/>
                  </a:cubicBezTo>
                  <a:cubicBezTo>
                    <a:pt x="95170" y="18597"/>
                    <a:pt x="95136" y="18563"/>
                    <a:pt x="95101" y="18563"/>
                  </a:cubicBezTo>
                  <a:close/>
                  <a:moveTo>
                    <a:pt x="15356" y="18563"/>
                  </a:moveTo>
                  <a:cubicBezTo>
                    <a:pt x="15288" y="18563"/>
                    <a:pt x="15254" y="18597"/>
                    <a:pt x="15254" y="18631"/>
                  </a:cubicBezTo>
                  <a:cubicBezTo>
                    <a:pt x="15254" y="18700"/>
                    <a:pt x="15254" y="18734"/>
                    <a:pt x="15322" y="18734"/>
                  </a:cubicBezTo>
                  <a:lnTo>
                    <a:pt x="15424" y="18768"/>
                  </a:lnTo>
                  <a:lnTo>
                    <a:pt x="15458" y="18768"/>
                  </a:lnTo>
                  <a:cubicBezTo>
                    <a:pt x="15492" y="18768"/>
                    <a:pt x="15527" y="18734"/>
                    <a:pt x="15527" y="18700"/>
                  </a:cubicBezTo>
                  <a:cubicBezTo>
                    <a:pt x="15527" y="18631"/>
                    <a:pt x="15492" y="18597"/>
                    <a:pt x="15458" y="18597"/>
                  </a:cubicBezTo>
                  <a:lnTo>
                    <a:pt x="15356" y="18563"/>
                  </a:lnTo>
                  <a:close/>
                  <a:moveTo>
                    <a:pt x="94419" y="18631"/>
                  </a:moveTo>
                  <a:cubicBezTo>
                    <a:pt x="94385" y="18666"/>
                    <a:pt x="94351" y="18700"/>
                    <a:pt x="94351" y="18734"/>
                  </a:cubicBezTo>
                  <a:cubicBezTo>
                    <a:pt x="94351" y="18802"/>
                    <a:pt x="94385" y="18836"/>
                    <a:pt x="94419" y="18836"/>
                  </a:cubicBezTo>
                  <a:cubicBezTo>
                    <a:pt x="94419" y="18836"/>
                    <a:pt x="94419" y="18836"/>
                    <a:pt x="94453" y="18802"/>
                  </a:cubicBezTo>
                  <a:lnTo>
                    <a:pt x="94556" y="18802"/>
                  </a:lnTo>
                  <a:cubicBezTo>
                    <a:pt x="94590" y="18802"/>
                    <a:pt x="94624" y="18768"/>
                    <a:pt x="94624" y="18700"/>
                  </a:cubicBezTo>
                  <a:cubicBezTo>
                    <a:pt x="94624" y="18666"/>
                    <a:pt x="94590" y="18631"/>
                    <a:pt x="94521" y="18631"/>
                  </a:cubicBezTo>
                  <a:close/>
                  <a:moveTo>
                    <a:pt x="15875" y="18686"/>
                  </a:moveTo>
                  <a:cubicBezTo>
                    <a:pt x="15850" y="18686"/>
                    <a:pt x="15825" y="18718"/>
                    <a:pt x="15800" y="18768"/>
                  </a:cubicBezTo>
                  <a:cubicBezTo>
                    <a:pt x="15800" y="18802"/>
                    <a:pt x="15834" y="18836"/>
                    <a:pt x="15868" y="18870"/>
                  </a:cubicBezTo>
                  <a:lnTo>
                    <a:pt x="16004" y="18870"/>
                  </a:lnTo>
                  <a:cubicBezTo>
                    <a:pt x="16038" y="18870"/>
                    <a:pt x="16073" y="18870"/>
                    <a:pt x="16073" y="18802"/>
                  </a:cubicBezTo>
                  <a:cubicBezTo>
                    <a:pt x="16107" y="18768"/>
                    <a:pt x="16073" y="18734"/>
                    <a:pt x="16038" y="18700"/>
                  </a:cubicBezTo>
                  <a:lnTo>
                    <a:pt x="15902" y="18700"/>
                  </a:lnTo>
                  <a:cubicBezTo>
                    <a:pt x="15893" y="18690"/>
                    <a:pt x="15884" y="18686"/>
                    <a:pt x="15875" y="18686"/>
                  </a:cubicBezTo>
                  <a:close/>
                  <a:moveTo>
                    <a:pt x="93975" y="18700"/>
                  </a:moveTo>
                  <a:lnTo>
                    <a:pt x="93839" y="18734"/>
                  </a:lnTo>
                  <a:cubicBezTo>
                    <a:pt x="93805" y="18734"/>
                    <a:pt x="93771" y="18768"/>
                    <a:pt x="93771" y="18802"/>
                  </a:cubicBezTo>
                  <a:cubicBezTo>
                    <a:pt x="93771" y="18870"/>
                    <a:pt x="93805" y="18904"/>
                    <a:pt x="93873" y="18904"/>
                  </a:cubicBezTo>
                  <a:lnTo>
                    <a:pt x="93975" y="18870"/>
                  </a:lnTo>
                  <a:cubicBezTo>
                    <a:pt x="94044" y="18870"/>
                    <a:pt x="94078" y="18836"/>
                    <a:pt x="94044" y="18768"/>
                  </a:cubicBezTo>
                  <a:cubicBezTo>
                    <a:pt x="94044" y="18734"/>
                    <a:pt x="94010" y="18700"/>
                    <a:pt x="93975" y="18700"/>
                  </a:cubicBezTo>
                  <a:close/>
                  <a:moveTo>
                    <a:pt x="93395" y="18768"/>
                  </a:moveTo>
                  <a:lnTo>
                    <a:pt x="93293" y="18802"/>
                  </a:lnTo>
                  <a:cubicBezTo>
                    <a:pt x="93225" y="18802"/>
                    <a:pt x="93191" y="18836"/>
                    <a:pt x="93191" y="18904"/>
                  </a:cubicBezTo>
                  <a:cubicBezTo>
                    <a:pt x="93225" y="18938"/>
                    <a:pt x="93259" y="18973"/>
                    <a:pt x="93293" y="18973"/>
                  </a:cubicBezTo>
                  <a:lnTo>
                    <a:pt x="93429" y="18938"/>
                  </a:lnTo>
                  <a:cubicBezTo>
                    <a:pt x="93464" y="18938"/>
                    <a:pt x="93498" y="18904"/>
                    <a:pt x="93498" y="18836"/>
                  </a:cubicBezTo>
                  <a:cubicBezTo>
                    <a:pt x="93498" y="18802"/>
                    <a:pt x="93429" y="18768"/>
                    <a:pt x="93395" y="18768"/>
                  </a:cubicBezTo>
                  <a:close/>
                  <a:moveTo>
                    <a:pt x="16482" y="18802"/>
                  </a:moveTo>
                  <a:cubicBezTo>
                    <a:pt x="16414" y="18802"/>
                    <a:pt x="16380" y="18836"/>
                    <a:pt x="16380" y="18870"/>
                  </a:cubicBezTo>
                  <a:cubicBezTo>
                    <a:pt x="16346" y="18904"/>
                    <a:pt x="16380" y="18973"/>
                    <a:pt x="16448" y="18973"/>
                  </a:cubicBezTo>
                  <a:lnTo>
                    <a:pt x="16550" y="19007"/>
                  </a:lnTo>
                  <a:cubicBezTo>
                    <a:pt x="16619" y="19007"/>
                    <a:pt x="16653" y="18973"/>
                    <a:pt x="16653" y="18938"/>
                  </a:cubicBezTo>
                  <a:cubicBezTo>
                    <a:pt x="16653" y="18870"/>
                    <a:pt x="16619" y="18836"/>
                    <a:pt x="16584" y="18836"/>
                  </a:cubicBezTo>
                  <a:lnTo>
                    <a:pt x="16482" y="18802"/>
                  </a:lnTo>
                  <a:close/>
                  <a:moveTo>
                    <a:pt x="92815" y="18836"/>
                  </a:moveTo>
                  <a:lnTo>
                    <a:pt x="92713" y="18870"/>
                  </a:lnTo>
                  <a:cubicBezTo>
                    <a:pt x="92679" y="18870"/>
                    <a:pt x="92645" y="18904"/>
                    <a:pt x="92645" y="18973"/>
                  </a:cubicBezTo>
                  <a:cubicBezTo>
                    <a:pt x="92645" y="19007"/>
                    <a:pt x="92679" y="19041"/>
                    <a:pt x="92713" y="19041"/>
                  </a:cubicBezTo>
                  <a:lnTo>
                    <a:pt x="92747" y="19041"/>
                  </a:lnTo>
                  <a:lnTo>
                    <a:pt x="92849" y="19007"/>
                  </a:lnTo>
                  <a:cubicBezTo>
                    <a:pt x="92883" y="19007"/>
                    <a:pt x="92918" y="18973"/>
                    <a:pt x="92918" y="18938"/>
                  </a:cubicBezTo>
                  <a:cubicBezTo>
                    <a:pt x="92918" y="18870"/>
                    <a:pt x="92883" y="18836"/>
                    <a:pt x="92815" y="18836"/>
                  </a:cubicBezTo>
                  <a:close/>
                  <a:moveTo>
                    <a:pt x="16992" y="18924"/>
                  </a:moveTo>
                  <a:cubicBezTo>
                    <a:pt x="16960" y="18924"/>
                    <a:pt x="16926" y="18948"/>
                    <a:pt x="16926" y="18973"/>
                  </a:cubicBezTo>
                  <a:cubicBezTo>
                    <a:pt x="16926" y="19041"/>
                    <a:pt x="16960" y="19075"/>
                    <a:pt x="16994" y="19075"/>
                  </a:cubicBezTo>
                  <a:lnTo>
                    <a:pt x="17096" y="19109"/>
                  </a:lnTo>
                  <a:lnTo>
                    <a:pt x="17130" y="19109"/>
                  </a:lnTo>
                  <a:cubicBezTo>
                    <a:pt x="17165" y="19109"/>
                    <a:pt x="17199" y="19075"/>
                    <a:pt x="17199" y="19041"/>
                  </a:cubicBezTo>
                  <a:cubicBezTo>
                    <a:pt x="17233" y="19007"/>
                    <a:pt x="17199" y="18973"/>
                    <a:pt x="17130" y="18938"/>
                  </a:cubicBezTo>
                  <a:lnTo>
                    <a:pt x="17028" y="18938"/>
                  </a:lnTo>
                  <a:cubicBezTo>
                    <a:pt x="17018" y="18928"/>
                    <a:pt x="17005" y="18924"/>
                    <a:pt x="16992" y="18924"/>
                  </a:cubicBezTo>
                  <a:close/>
                  <a:moveTo>
                    <a:pt x="92296" y="18925"/>
                  </a:moveTo>
                  <a:cubicBezTo>
                    <a:pt x="92288" y="18925"/>
                    <a:pt x="92278" y="18929"/>
                    <a:pt x="92269" y="18938"/>
                  </a:cubicBezTo>
                  <a:lnTo>
                    <a:pt x="92133" y="18938"/>
                  </a:lnTo>
                  <a:cubicBezTo>
                    <a:pt x="92099" y="18938"/>
                    <a:pt x="92065" y="18973"/>
                    <a:pt x="92065" y="19041"/>
                  </a:cubicBezTo>
                  <a:cubicBezTo>
                    <a:pt x="92065" y="19075"/>
                    <a:pt x="92099" y="19109"/>
                    <a:pt x="92167" y="19109"/>
                  </a:cubicBezTo>
                  <a:lnTo>
                    <a:pt x="92269" y="19109"/>
                  </a:lnTo>
                  <a:cubicBezTo>
                    <a:pt x="92338" y="19075"/>
                    <a:pt x="92372" y="19041"/>
                    <a:pt x="92338" y="19007"/>
                  </a:cubicBezTo>
                  <a:cubicBezTo>
                    <a:pt x="92338" y="18957"/>
                    <a:pt x="92319" y="18925"/>
                    <a:pt x="92296" y="18925"/>
                  </a:cubicBezTo>
                  <a:close/>
                  <a:moveTo>
                    <a:pt x="91722" y="18993"/>
                  </a:moveTo>
                  <a:cubicBezTo>
                    <a:pt x="91710" y="18993"/>
                    <a:pt x="91698" y="18998"/>
                    <a:pt x="91689" y="19007"/>
                  </a:cubicBezTo>
                  <a:lnTo>
                    <a:pt x="91587" y="19007"/>
                  </a:lnTo>
                  <a:cubicBezTo>
                    <a:pt x="91519" y="19007"/>
                    <a:pt x="91484" y="19075"/>
                    <a:pt x="91484" y="19109"/>
                  </a:cubicBezTo>
                  <a:cubicBezTo>
                    <a:pt x="91519" y="19143"/>
                    <a:pt x="91553" y="19177"/>
                    <a:pt x="91587" y="19177"/>
                  </a:cubicBezTo>
                  <a:lnTo>
                    <a:pt x="91723" y="19177"/>
                  </a:lnTo>
                  <a:cubicBezTo>
                    <a:pt x="91757" y="19143"/>
                    <a:pt x="91792" y="19109"/>
                    <a:pt x="91792" y="19075"/>
                  </a:cubicBezTo>
                  <a:cubicBezTo>
                    <a:pt x="91792" y="19025"/>
                    <a:pt x="91755" y="18993"/>
                    <a:pt x="91722" y="18993"/>
                  </a:cubicBezTo>
                  <a:close/>
                  <a:moveTo>
                    <a:pt x="17574" y="19041"/>
                  </a:moveTo>
                  <a:cubicBezTo>
                    <a:pt x="17540" y="19041"/>
                    <a:pt x="17506" y="19075"/>
                    <a:pt x="17506" y="19109"/>
                  </a:cubicBezTo>
                  <a:cubicBezTo>
                    <a:pt x="17472" y="19143"/>
                    <a:pt x="17506" y="19211"/>
                    <a:pt x="17540" y="19211"/>
                  </a:cubicBezTo>
                  <a:lnTo>
                    <a:pt x="17676" y="19246"/>
                  </a:lnTo>
                  <a:cubicBezTo>
                    <a:pt x="17710" y="19246"/>
                    <a:pt x="17745" y="19211"/>
                    <a:pt x="17779" y="19177"/>
                  </a:cubicBezTo>
                  <a:cubicBezTo>
                    <a:pt x="17779" y="19109"/>
                    <a:pt x="17745" y="19075"/>
                    <a:pt x="17710" y="19075"/>
                  </a:cubicBezTo>
                  <a:lnTo>
                    <a:pt x="17574" y="19041"/>
                  </a:lnTo>
                  <a:close/>
                  <a:moveTo>
                    <a:pt x="91007" y="19075"/>
                  </a:moveTo>
                  <a:cubicBezTo>
                    <a:pt x="90973" y="19075"/>
                    <a:pt x="90938" y="19143"/>
                    <a:pt x="90938" y="19177"/>
                  </a:cubicBezTo>
                  <a:cubicBezTo>
                    <a:pt x="90938" y="19211"/>
                    <a:pt x="90973" y="19246"/>
                    <a:pt x="91007" y="19246"/>
                  </a:cubicBezTo>
                  <a:lnTo>
                    <a:pt x="91143" y="19246"/>
                  </a:lnTo>
                  <a:cubicBezTo>
                    <a:pt x="91177" y="19246"/>
                    <a:pt x="91211" y="19177"/>
                    <a:pt x="91211" y="19143"/>
                  </a:cubicBezTo>
                  <a:cubicBezTo>
                    <a:pt x="91211" y="19109"/>
                    <a:pt x="91177" y="19075"/>
                    <a:pt x="91109" y="19075"/>
                  </a:cubicBezTo>
                  <a:close/>
                  <a:moveTo>
                    <a:pt x="90427" y="19143"/>
                  </a:moveTo>
                  <a:cubicBezTo>
                    <a:pt x="90393" y="19177"/>
                    <a:pt x="90358" y="19211"/>
                    <a:pt x="90358" y="19246"/>
                  </a:cubicBezTo>
                  <a:cubicBezTo>
                    <a:pt x="90358" y="19280"/>
                    <a:pt x="90393" y="19314"/>
                    <a:pt x="90461" y="19314"/>
                  </a:cubicBezTo>
                  <a:lnTo>
                    <a:pt x="90563" y="19314"/>
                  </a:lnTo>
                  <a:cubicBezTo>
                    <a:pt x="90631" y="19314"/>
                    <a:pt x="90665" y="19246"/>
                    <a:pt x="90665" y="19211"/>
                  </a:cubicBezTo>
                  <a:cubicBezTo>
                    <a:pt x="90631" y="19177"/>
                    <a:pt x="90597" y="19143"/>
                    <a:pt x="90563" y="19143"/>
                  </a:cubicBezTo>
                  <a:close/>
                  <a:moveTo>
                    <a:pt x="18154" y="19143"/>
                  </a:moveTo>
                  <a:cubicBezTo>
                    <a:pt x="18120" y="19143"/>
                    <a:pt x="18052" y="19177"/>
                    <a:pt x="18052" y="19211"/>
                  </a:cubicBezTo>
                  <a:cubicBezTo>
                    <a:pt x="18052" y="19280"/>
                    <a:pt x="18086" y="19314"/>
                    <a:pt x="18120" y="19314"/>
                  </a:cubicBezTo>
                  <a:lnTo>
                    <a:pt x="18222" y="19348"/>
                  </a:lnTo>
                  <a:lnTo>
                    <a:pt x="18256" y="19348"/>
                  </a:lnTo>
                  <a:cubicBezTo>
                    <a:pt x="18291" y="19348"/>
                    <a:pt x="18325" y="19314"/>
                    <a:pt x="18325" y="19280"/>
                  </a:cubicBezTo>
                  <a:cubicBezTo>
                    <a:pt x="18325" y="19246"/>
                    <a:pt x="18325" y="19177"/>
                    <a:pt x="18256" y="19177"/>
                  </a:cubicBezTo>
                  <a:lnTo>
                    <a:pt x="18154" y="19143"/>
                  </a:lnTo>
                  <a:close/>
                  <a:moveTo>
                    <a:pt x="89881" y="19211"/>
                  </a:moveTo>
                  <a:cubicBezTo>
                    <a:pt x="89812" y="19246"/>
                    <a:pt x="89778" y="19280"/>
                    <a:pt x="89812" y="19314"/>
                  </a:cubicBezTo>
                  <a:cubicBezTo>
                    <a:pt x="89812" y="19382"/>
                    <a:pt x="89847" y="19382"/>
                    <a:pt x="89881" y="19382"/>
                  </a:cubicBezTo>
                  <a:lnTo>
                    <a:pt x="90017" y="19382"/>
                  </a:lnTo>
                  <a:cubicBezTo>
                    <a:pt x="90051" y="19382"/>
                    <a:pt x="90085" y="19348"/>
                    <a:pt x="90085" y="19280"/>
                  </a:cubicBezTo>
                  <a:cubicBezTo>
                    <a:pt x="90085" y="19246"/>
                    <a:pt x="90017" y="19211"/>
                    <a:pt x="89983" y="19211"/>
                  </a:cubicBezTo>
                  <a:close/>
                  <a:moveTo>
                    <a:pt x="18700" y="19280"/>
                  </a:moveTo>
                  <a:cubicBezTo>
                    <a:pt x="18666" y="19280"/>
                    <a:pt x="18632" y="19314"/>
                    <a:pt x="18598" y="19348"/>
                  </a:cubicBezTo>
                  <a:cubicBezTo>
                    <a:pt x="18598" y="19382"/>
                    <a:pt x="18632" y="19450"/>
                    <a:pt x="18666" y="19450"/>
                  </a:cubicBezTo>
                  <a:lnTo>
                    <a:pt x="18802" y="19484"/>
                  </a:lnTo>
                  <a:cubicBezTo>
                    <a:pt x="18837" y="19484"/>
                    <a:pt x="18871" y="19450"/>
                    <a:pt x="18905" y="19416"/>
                  </a:cubicBezTo>
                  <a:cubicBezTo>
                    <a:pt x="18905" y="19348"/>
                    <a:pt x="18871" y="19314"/>
                    <a:pt x="18837" y="19314"/>
                  </a:cubicBezTo>
                  <a:lnTo>
                    <a:pt x="18700" y="19280"/>
                  </a:lnTo>
                  <a:close/>
                  <a:moveTo>
                    <a:pt x="89403" y="19280"/>
                  </a:moveTo>
                  <a:lnTo>
                    <a:pt x="89301" y="19314"/>
                  </a:lnTo>
                  <a:cubicBezTo>
                    <a:pt x="89266" y="19314"/>
                    <a:pt x="89232" y="19348"/>
                    <a:pt x="89232" y="19382"/>
                  </a:cubicBezTo>
                  <a:cubicBezTo>
                    <a:pt x="89232" y="19450"/>
                    <a:pt x="89266" y="19484"/>
                    <a:pt x="89301" y="19484"/>
                  </a:cubicBezTo>
                  <a:lnTo>
                    <a:pt x="89335" y="19484"/>
                  </a:lnTo>
                  <a:lnTo>
                    <a:pt x="89437" y="19450"/>
                  </a:lnTo>
                  <a:cubicBezTo>
                    <a:pt x="89471" y="19450"/>
                    <a:pt x="89505" y="19416"/>
                    <a:pt x="89505" y="19348"/>
                  </a:cubicBezTo>
                  <a:cubicBezTo>
                    <a:pt x="89505" y="19314"/>
                    <a:pt x="89471" y="19280"/>
                    <a:pt x="89403" y="19280"/>
                  </a:cubicBezTo>
                  <a:close/>
                  <a:moveTo>
                    <a:pt x="88857" y="19348"/>
                  </a:moveTo>
                  <a:lnTo>
                    <a:pt x="88720" y="19382"/>
                  </a:lnTo>
                  <a:cubicBezTo>
                    <a:pt x="88686" y="19382"/>
                    <a:pt x="88652" y="19416"/>
                    <a:pt x="88652" y="19450"/>
                  </a:cubicBezTo>
                  <a:cubicBezTo>
                    <a:pt x="88652" y="19519"/>
                    <a:pt x="88720" y="19553"/>
                    <a:pt x="88755" y="19553"/>
                  </a:cubicBezTo>
                  <a:lnTo>
                    <a:pt x="88857" y="19519"/>
                  </a:lnTo>
                  <a:cubicBezTo>
                    <a:pt x="88925" y="19519"/>
                    <a:pt x="88959" y="19484"/>
                    <a:pt x="88959" y="19416"/>
                  </a:cubicBezTo>
                  <a:cubicBezTo>
                    <a:pt x="88925" y="19382"/>
                    <a:pt x="88891" y="19348"/>
                    <a:pt x="88857" y="19348"/>
                  </a:cubicBezTo>
                  <a:close/>
                  <a:moveTo>
                    <a:pt x="19280" y="19382"/>
                  </a:moveTo>
                  <a:cubicBezTo>
                    <a:pt x="19212" y="19382"/>
                    <a:pt x="19178" y="19416"/>
                    <a:pt x="19178" y="19450"/>
                  </a:cubicBezTo>
                  <a:cubicBezTo>
                    <a:pt x="19144" y="19519"/>
                    <a:pt x="19178" y="19553"/>
                    <a:pt x="19246" y="19553"/>
                  </a:cubicBezTo>
                  <a:lnTo>
                    <a:pt x="19348" y="19587"/>
                  </a:lnTo>
                  <a:lnTo>
                    <a:pt x="19383" y="19587"/>
                  </a:lnTo>
                  <a:cubicBezTo>
                    <a:pt x="19417" y="19587"/>
                    <a:pt x="19451" y="19553"/>
                    <a:pt x="19451" y="19519"/>
                  </a:cubicBezTo>
                  <a:cubicBezTo>
                    <a:pt x="19451" y="19484"/>
                    <a:pt x="19417" y="19416"/>
                    <a:pt x="19383" y="19416"/>
                  </a:cubicBezTo>
                  <a:lnTo>
                    <a:pt x="19280" y="19382"/>
                  </a:lnTo>
                  <a:close/>
                  <a:moveTo>
                    <a:pt x="88277" y="19416"/>
                  </a:moveTo>
                  <a:lnTo>
                    <a:pt x="88175" y="19450"/>
                  </a:lnTo>
                  <a:cubicBezTo>
                    <a:pt x="88106" y="19450"/>
                    <a:pt x="88072" y="19484"/>
                    <a:pt x="88106" y="19553"/>
                  </a:cubicBezTo>
                  <a:cubicBezTo>
                    <a:pt x="88106" y="19587"/>
                    <a:pt x="88140" y="19621"/>
                    <a:pt x="88175" y="19621"/>
                  </a:cubicBezTo>
                  <a:lnTo>
                    <a:pt x="88311" y="19587"/>
                  </a:lnTo>
                  <a:cubicBezTo>
                    <a:pt x="88345" y="19587"/>
                    <a:pt x="88379" y="19553"/>
                    <a:pt x="88379" y="19519"/>
                  </a:cubicBezTo>
                  <a:cubicBezTo>
                    <a:pt x="88379" y="19450"/>
                    <a:pt x="88311" y="19416"/>
                    <a:pt x="88277" y="19416"/>
                  </a:cubicBezTo>
                  <a:close/>
                  <a:moveTo>
                    <a:pt x="87731" y="19484"/>
                  </a:moveTo>
                  <a:lnTo>
                    <a:pt x="87594" y="19519"/>
                  </a:lnTo>
                  <a:cubicBezTo>
                    <a:pt x="87560" y="19519"/>
                    <a:pt x="87526" y="19553"/>
                    <a:pt x="87526" y="19621"/>
                  </a:cubicBezTo>
                  <a:cubicBezTo>
                    <a:pt x="87526" y="19655"/>
                    <a:pt x="87560" y="19689"/>
                    <a:pt x="87594" y="19689"/>
                  </a:cubicBezTo>
                  <a:lnTo>
                    <a:pt x="87629" y="19689"/>
                  </a:lnTo>
                  <a:lnTo>
                    <a:pt x="87731" y="19655"/>
                  </a:lnTo>
                  <a:cubicBezTo>
                    <a:pt x="87799" y="19655"/>
                    <a:pt x="87799" y="19621"/>
                    <a:pt x="87799" y="19587"/>
                  </a:cubicBezTo>
                  <a:cubicBezTo>
                    <a:pt x="87799" y="19519"/>
                    <a:pt x="87765" y="19484"/>
                    <a:pt x="87731" y="19484"/>
                  </a:cubicBezTo>
                  <a:close/>
                  <a:moveTo>
                    <a:pt x="19826" y="19519"/>
                  </a:moveTo>
                  <a:cubicBezTo>
                    <a:pt x="19792" y="19519"/>
                    <a:pt x="19724" y="19519"/>
                    <a:pt x="19724" y="19587"/>
                  </a:cubicBezTo>
                  <a:cubicBezTo>
                    <a:pt x="19724" y="19621"/>
                    <a:pt x="19758" y="19689"/>
                    <a:pt x="19792" y="19689"/>
                  </a:cubicBezTo>
                  <a:lnTo>
                    <a:pt x="19894" y="19689"/>
                  </a:lnTo>
                  <a:cubicBezTo>
                    <a:pt x="19928" y="19723"/>
                    <a:pt x="19928" y="19723"/>
                    <a:pt x="19928" y="19723"/>
                  </a:cubicBezTo>
                  <a:cubicBezTo>
                    <a:pt x="19963" y="19723"/>
                    <a:pt x="19997" y="19689"/>
                    <a:pt x="19997" y="19655"/>
                  </a:cubicBezTo>
                  <a:cubicBezTo>
                    <a:pt x="20031" y="19587"/>
                    <a:pt x="19997" y="19553"/>
                    <a:pt x="19928" y="19553"/>
                  </a:cubicBezTo>
                  <a:lnTo>
                    <a:pt x="19826" y="19519"/>
                  </a:lnTo>
                  <a:close/>
                  <a:moveTo>
                    <a:pt x="87184" y="19573"/>
                  </a:moveTo>
                  <a:cubicBezTo>
                    <a:pt x="87172" y="19573"/>
                    <a:pt x="87160" y="19578"/>
                    <a:pt x="87151" y="19587"/>
                  </a:cubicBezTo>
                  <a:lnTo>
                    <a:pt x="87048" y="19587"/>
                  </a:lnTo>
                  <a:cubicBezTo>
                    <a:pt x="86980" y="19587"/>
                    <a:pt x="86946" y="19621"/>
                    <a:pt x="86946" y="19689"/>
                  </a:cubicBezTo>
                  <a:cubicBezTo>
                    <a:pt x="86980" y="19723"/>
                    <a:pt x="87014" y="19757"/>
                    <a:pt x="87048" y="19757"/>
                  </a:cubicBezTo>
                  <a:lnTo>
                    <a:pt x="87151" y="19757"/>
                  </a:lnTo>
                  <a:cubicBezTo>
                    <a:pt x="87219" y="19723"/>
                    <a:pt x="87253" y="19689"/>
                    <a:pt x="87253" y="19655"/>
                  </a:cubicBezTo>
                  <a:cubicBezTo>
                    <a:pt x="87253" y="19605"/>
                    <a:pt x="87217" y="19573"/>
                    <a:pt x="87184" y="19573"/>
                  </a:cubicBezTo>
                  <a:close/>
                  <a:moveTo>
                    <a:pt x="20406" y="19621"/>
                  </a:moveTo>
                  <a:cubicBezTo>
                    <a:pt x="20338" y="19621"/>
                    <a:pt x="20304" y="19655"/>
                    <a:pt x="20304" y="19689"/>
                  </a:cubicBezTo>
                  <a:cubicBezTo>
                    <a:pt x="20270" y="19757"/>
                    <a:pt x="20304" y="19792"/>
                    <a:pt x="20372" y="19792"/>
                  </a:cubicBezTo>
                  <a:lnTo>
                    <a:pt x="20474" y="19826"/>
                  </a:lnTo>
                  <a:cubicBezTo>
                    <a:pt x="20543" y="19826"/>
                    <a:pt x="20577" y="19792"/>
                    <a:pt x="20577" y="19757"/>
                  </a:cubicBezTo>
                  <a:cubicBezTo>
                    <a:pt x="20577" y="19723"/>
                    <a:pt x="20543" y="19655"/>
                    <a:pt x="20509" y="19655"/>
                  </a:cubicBezTo>
                  <a:lnTo>
                    <a:pt x="20406" y="19621"/>
                  </a:lnTo>
                  <a:close/>
                  <a:moveTo>
                    <a:pt x="86468" y="19655"/>
                  </a:moveTo>
                  <a:cubicBezTo>
                    <a:pt x="86434" y="19655"/>
                    <a:pt x="86400" y="19723"/>
                    <a:pt x="86400" y="19757"/>
                  </a:cubicBezTo>
                  <a:cubicBezTo>
                    <a:pt x="86400" y="19792"/>
                    <a:pt x="86434" y="19826"/>
                    <a:pt x="86468" y="19826"/>
                  </a:cubicBezTo>
                  <a:lnTo>
                    <a:pt x="86605" y="19826"/>
                  </a:lnTo>
                  <a:cubicBezTo>
                    <a:pt x="86639" y="19826"/>
                    <a:pt x="86673" y="19757"/>
                    <a:pt x="86673" y="19723"/>
                  </a:cubicBezTo>
                  <a:cubicBezTo>
                    <a:pt x="86673" y="19689"/>
                    <a:pt x="86639" y="19655"/>
                    <a:pt x="86571" y="19655"/>
                  </a:cubicBezTo>
                  <a:close/>
                  <a:moveTo>
                    <a:pt x="85888" y="19723"/>
                  </a:moveTo>
                  <a:cubicBezTo>
                    <a:pt x="85854" y="19723"/>
                    <a:pt x="85820" y="19792"/>
                    <a:pt x="85820" y="19826"/>
                  </a:cubicBezTo>
                  <a:cubicBezTo>
                    <a:pt x="85820" y="19860"/>
                    <a:pt x="85854" y="19894"/>
                    <a:pt x="85922" y="19894"/>
                  </a:cubicBezTo>
                  <a:lnTo>
                    <a:pt x="86025" y="19894"/>
                  </a:lnTo>
                  <a:cubicBezTo>
                    <a:pt x="86093" y="19894"/>
                    <a:pt x="86127" y="19826"/>
                    <a:pt x="86093" y="19792"/>
                  </a:cubicBezTo>
                  <a:cubicBezTo>
                    <a:pt x="86093" y="19757"/>
                    <a:pt x="86059" y="19723"/>
                    <a:pt x="86025" y="19723"/>
                  </a:cubicBezTo>
                  <a:close/>
                  <a:moveTo>
                    <a:pt x="20919" y="19744"/>
                  </a:moveTo>
                  <a:cubicBezTo>
                    <a:pt x="20886" y="19744"/>
                    <a:pt x="20850" y="19776"/>
                    <a:pt x="20850" y="19826"/>
                  </a:cubicBezTo>
                  <a:cubicBezTo>
                    <a:pt x="20850" y="19860"/>
                    <a:pt x="20884" y="19894"/>
                    <a:pt x="20918" y="19928"/>
                  </a:cubicBezTo>
                  <a:lnTo>
                    <a:pt x="21055" y="19928"/>
                  </a:lnTo>
                  <a:cubicBezTo>
                    <a:pt x="21089" y="19928"/>
                    <a:pt x="21123" y="19928"/>
                    <a:pt x="21123" y="19860"/>
                  </a:cubicBezTo>
                  <a:cubicBezTo>
                    <a:pt x="21157" y="19826"/>
                    <a:pt x="21123" y="19792"/>
                    <a:pt x="21055" y="19757"/>
                  </a:cubicBezTo>
                  <a:lnTo>
                    <a:pt x="20952" y="19757"/>
                  </a:lnTo>
                  <a:cubicBezTo>
                    <a:pt x="20943" y="19748"/>
                    <a:pt x="20931" y="19744"/>
                    <a:pt x="20919" y="19744"/>
                  </a:cubicBezTo>
                  <a:close/>
                  <a:moveTo>
                    <a:pt x="85342" y="19792"/>
                  </a:moveTo>
                  <a:cubicBezTo>
                    <a:pt x="85274" y="19826"/>
                    <a:pt x="85240" y="19860"/>
                    <a:pt x="85240" y="19894"/>
                  </a:cubicBezTo>
                  <a:cubicBezTo>
                    <a:pt x="85274" y="19928"/>
                    <a:pt x="85308" y="19962"/>
                    <a:pt x="85342" y="19962"/>
                  </a:cubicBezTo>
                  <a:lnTo>
                    <a:pt x="85479" y="19962"/>
                  </a:lnTo>
                  <a:cubicBezTo>
                    <a:pt x="85513" y="19962"/>
                    <a:pt x="85547" y="19928"/>
                    <a:pt x="85547" y="19860"/>
                  </a:cubicBezTo>
                  <a:cubicBezTo>
                    <a:pt x="85547" y="19826"/>
                    <a:pt x="85479" y="19792"/>
                    <a:pt x="85445" y="19792"/>
                  </a:cubicBezTo>
                  <a:close/>
                  <a:moveTo>
                    <a:pt x="21498" y="19860"/>
                  </a:moveTo>
                  <a:cubicBezTo>
                    <a:pt x="21464" y="19860"/>
                    <a:pt x="21430" y="19894"/>
                    <a:pt x="21396" y="19928"/>
                  </a:cubicBezTo>
                  <a:cubicBezTo>
                    <a:pt x="21396" y="19996"/>
                    <a:pt x="21430" y="20030"/>
                    <a:pt x="21464" y="20030"/>
                  </a:cubicBezTo>
                  <a:lnTo>
                    <a:pt x="21600" y="20065"/>
                  </a:lnTo>
                  <a:cubicBezTo>
                    <a:pt x="21635" y="20065"/>
                    <a:pt x="21669" y="20030"/>
                    <a:pt x="21703" y="19996"/>
                  </a:cubicBezTo>
                  <a:cubicBezTo>
                    <a:pt x="21703" y="19962"/>
                    <a:pt x="21669" y="19894"/>
                    <a:pt x="21635" y="19894"/>
                  </a:cubicBezTo>
                  <a:lnTo>
                    <a:pt x="21498" y="19860"/>
                  </a:lnTo>
                  <a:close/>
                  <a:moveTo>
                    <a:pt x="84865" y="19860"/>
                  </a:moveTo>
                  <a:lnTo>
                    <a:pt x="84762" y="19894"/>
                  </a:lnTo>
                  <a:cubicBezTo>
                    <a:pt x="84728" y="19894"/>
                    <a:pt x="84694" y="19928"/>
                    <a:pt x="84694" y="19962"/>
                  </a:cubicBezTo>
                  <a:cubicBezTo>
                    <a:pt x="84694" y="20030"/>
                    <a:pt x="84728" y="20065"/>
                    <a:pt x="84762" y="20065"/>
                  </a:cubicBezTo>
                  <a:cubicBezTo>
                    <a:pt x="84762" y="20065"/>
                    <a:pt x="84762" y="20065"/>
                    <a:pt x="84796" y="20030"/>
                  </a:cubicBezTo>
                  <a:lnTo>
                    <a:pt x="84899" y="20030"/>
                  </a:lnTo>
                  <a:cubicBezTo>
                    <a:pt x="84933" y="20030"/>
                    <a:pt x="84967" y="19996"/>
                    <a:pt x="84967" y="19928"/>
                  </a:cubicBezTo>
                  <a:cubicBezTo>
                    <a:pt x="84967" y="19894"/>
                    <a:pt x="84933" y="19860"/>
                    <a:pt x="84865" y="19860"/>
                  </a:cubicBezTo>
                  <a:close/>
                  <a:moveTo>
                    <a:pt x="84319" y="19928"/>
                  </a:moveTo>
                  <a:lnTo>
                    <a:pt x="84182" y="19962"/>
                  </a:lnTo>
                  <a:cubicBezTo>
                    <a:pt x="84148" y="19962"/>
                    <a:pt x="84114" y="19996"/>
                    <a:pt x="84114" y="20030"/>
                  </a:cubicBezTo>
                  <a:cubicBezTo>
                    <a:pt x="84114" y="20099"/>
                    <a:pt x="84148" y="20133"/>
                    <a:pt x="84216" y="20133"/>
                  </a:cubicBezTo>
                  <a:lnTo>
                    <a:pt x="84319" y="20099"/>
                  </a:lnTo>
                  <a:cubicBezTo>
                    <a:pt x="84387" y="20099"/>
                    <a:pt x="84421" y="20065"/>
                    <a:pt x="84387" y="19996"/>
                  </a:cubicBezTo>
                  <a:cubicBezTo>
                    <a:pt x="84387" y="19962"/>
                    <a:pt x="84353" y="19928"/>
                    <a:pt x="84319" y="19928"/>
                  </a:cubicBezTo>
                  <a:close/>
                  <a:moveTo>
                    <a:pt x="22031" y="19983"/>
                  </a:moveTo>
                  <a:cubicBezTo>
                    <a:pt x="21994" y="19983"/>
                    <a:pt x="21976" y="20015"/>
                    <a:pt x="21976" y="20065"/>
                  </a:cubicBezTo>
                  <a:cubicBezTo>
                    <a:pt x="21976" y="20099"/>
                    <a:pt x="21976" y="20133"/>
                    <a:pt x="22044" y="20167"/>
                  </a:cubicBezTo>
                  <a:lnTo>
                    <a:pt x="22181" y="20167"/>
                  </a:lnTo>
                  <a:cubicBezTo>
                    <a:pt x="22215" y="20167"/>
                    <a:pt x="22249" y="20167"/>
                    <a:pt x="22249" y="20099"/>
                  </a:cubicBezTo>
                  <a:cubicBezTo>
                    <a:pt x="22249" y="20065"/>
                    <a:pt x="22215" y="20030"/>
                    <a:pt x="22181" y="19996"/>
                  </a:cubicBezTo>
                  <a:lnTo>
                    <a:pt x="22078" y="19996"/>
                  </a:lnTo>
                  <a:cubicBezTo>
                    <a:pt x="22060" y="19987"/>
                    <a:pt x="22044" y="19983"/>
                    <a:pt x="22031" y="19983"/>
                  </a:cubicBezTo>
                  <a:close/>
                  <a:moveTo>
                    <a:pt x="83739" y="19996"/>
                  </a:moveTo>
                  <a:lnTo>
                    <a:pt x="83636" y="20030"/>
                  </a:lnTo>
                  <a:cubicBezTo>
                    <a:pt x="83568" y="20030"/>
                    <a:pt x="83534" y="20065"/>
                    <a:pt x="83534" y="20133"/>
                  </a:cubicBezTo>
                  <a:cubicBezTo>
                    <a:pt x="83568" y="20167"/>
                    <a:pt x="83602" y="20201"/>
                    <a:pt x="83636" y="20201"/>
                  </a:cubicBezTo>
                  <a:lnTo>
                    <a:pt x="83773" y="20167"/>
                  </a:lnTo>
                  <a:cubicBezTo>
                    <a:pt x="83807" y="20167"/>
                    <a:pt x="83841" y="20133"/>
                    <a:pt x="83841" y="20099"/>
                  </a:cubicBezTo>
                  <a:cubicBezTo>
                    <a:pt x="83841" y="20030"/>
                    <a:pt x="83773" y="19996"/>
                    <a:pt x="83739" y="19996"/>
                  </a:cubicBezTo>
                  <a:close/>
                  <a:moveTo>
                    <a:pt x="83158" y="20065"/>
                  </a:moveTo>
                  <a:lnTo>
                    <a:pt x="83056" y="20099"/>
                  </a:lnTo>
                  <a:cubicBezTo>
                    <a:pt x="83022" y="20099"/>
                    <a:pt x="82988" y="20133"/>
                    <a:pt x="82988" y="20201"/>
                  </a:cubicBezTo>
                  <a:cubicBezTo>
                    <a:pt x="82988" y="20235"/>
                    <a:pt x="83022" y="20269"/>
                    <a:pt x="83056" y="20269"/>
                  </a:cubicBezTo>
                  <a:lnTo>
                    <a:pt x="83090" y="20269"/>
                  </a:lnTo>
                  <a:lnTo>
                    <a:pt x="83193" y="20235"/>
                  </a:lnTo>
                  <a:cubicBezTo>
                    <a:pt x="83227" y="20235"/>
                    <a:pt x="83261" y="20201"/>
                    <a:pt x="83261" y="20167"/>
                  </a:cubicBezTo>
                  <a:cubicBezTo>
                    <a:pt x="83261" y="20099"/>
                    <a:pt x="83227" y="20065"/>
                    <a:pt x="83158" y="20065"/>
                  </a:cubicBezTo>
                  <a:close/>
                  <a:moveTo>
                    <a:pt x="22624" y="20099"/>
                  </a:moveTo>
                  <a:cubicBezTo>
                    <a:pt x="22590" y="20099"/>
                    <a:pt x="22556" y="20133"/>
                    <a:pt x="22522" y="20167"/>
                  </a:cubicBezTo>
                  <a:cubicBezTo>
                    <a:pt x="22522" y="20201"/>
                    <a:pt x="22556" y="20269"/>
                    <a:pt x="22590" y="20269"/>
                  </a:cubicBezTo>
                  <a:lnTo>
                    <a:pt x="22692" y="20303"/>
                  </a:lnTo>
                  <a:lnTo>
                    <a:pt x="22727" y="20303"/>
                  </a:lnTo>
                  <a:cubicBezTo>
                    <a:pt x="22761" y="20303"/>
                    <a:pt x="22795" y="20269"/>
                    <a:pt x="22795" y="20235"/>
                  </a:cubicBezTo>
                  <a:cubicBezTo>
                    <a:pt x="22829" y="20167"/>
                    <a:pt x="22795" y="20133"/>
                    <a:pt x="22761" y="20133"/>
                  </a:cubicBezTo>
                  <a:lnTo>
                    <a:pt x="22624" y="20099"/>
                  </a:lnTo>
                  <a:close/>
                  <a:moveTo>
                    <a:pt x="82640" y="20154"/>
                  </a:moveTo>
                  <a:cubicBezTo>
                    <a:pt x="82631" y="20154"/>
                    <a:pt x="82622" y="20158"/>
                    <a:pt x="82612" y="20167"/>
                  </a:cubicBezTo>
                  <a:lnTo>
                    <a:pt x="82476" y="20167"/>
                  </a:lnTo>
                  <a:cubicBezTo>
                    <a:pt x="82442" y="20167"/>
                    <a:pt x="82408" y="20201"/>
                    <a:pt x="82408" y="20269"/>
                  </a:cubicBezTo>
                  <a:cubicBezTo>
                    <a:pt x="82408" y="20303"/>
                    <a:pt x="82442" y="20338"/>
                    <a:pt x="82510" y="20338"/>
                  </a:cubicBezTo>
                  <a:lnTo>
                    <a:pt x="82612" y="20338"/>
                  </a:lnTo>
                  <a:cubicBezTo>
                    <a:pt x="82681" y="20303"/>
                    <a:pt x="82715" y="20269"/>
                    <a:pt x="82715" y="20235"/>
                  </a:cubicBezTo>
                  <a:cubicBezTo>
                    <a:pt x="82690" y="20185"/>
                    <a:pt x="82665" y="20154"/>
                    <a:pt x="82640" y="20154"/>
                  </a:cubicBezTo>
                  <a:close/>
                  <a:moveTo>
                    <a:pt x="23157" y="20222"/>
                  </a:moveTo>
                  <a:cubicBezTo>
                    <a:pt x="23120" y="20222"/>
                    <a:pt x="23102" y="20253"/>
                    <a:pt x="23102" y="20303"/>
                  </a:cubicBezTo>
                  <a:cubicBezTo>
                    <a:pt x="23068" y="20338"/>
                    <a:pt x="23102" y="20372"/>
                    <a:pt x="23170" y="20406"/>
                  </a:cubicBezTo>
                  <a:lnTo>
                    <a:pt x="23273" y="20406"/>
                  </a:lnTo>
                  <a:cubicBezTo>
                    <a:pt x="23341" y="20406"/>
                    <a:pt x="23375" y="20372"/>
                    <a:pt x="23375" y="20338"/>
                  </a:cubicBezTo>
                  <a:cubicBezTo>
                    <a:pt x="23375" y="20303"/>
                    <a:pt x="23341" y="20269"/>
                    <a:pt x="23307" y="20235"/>
                  </a:cubicBezTo>
                  <a:lnTo>
                    <a:pt x="23204" y="20235"/>
                  </a:lnTo>
                  <a:cubicBezTo>
                    <a:pt x="23186" y="20226"/>
                    <a:pt x="23170" y="20222"/>
                    <a:pt x="23157" y="20222"/>
                  </a:cubicBezTo>
                  <a:close/>
                  <a:moveTo>
                    <a:pt x="81930" y="20235"/>
                  </a:moveTo>
                  <a:cubicBezTo>
                    <a:pt x="81862" y="20235"/>
                    <a:pt x="81828" y="20303"/>
                    <a:pt x="81862" y="20338"/>
                  </a:cubicBezTo>
                  <a:cubicBezTo>
                    <a:pt x="81862" y="20372"/>
                    <a:pt x="81896" y="20406"/>
                    <a:pt x="81930" y="20406"/>
                  </a:cubicBezTo>
                  <a:lnTo>
                    <a:pt x="82066" y="20406"/>
                  </a:lnTo>
                  <a:cubicBezTo>
                    <a:pt x="82101" y="20372"/>
                    <a:pt x="82135" y="20338"/>
                    <a:pt x="82135" y="20303"/>
                  </a:cubicBezTo>
                  <a:cubicBezTo>
                    <a:pt x="82135" y="20235"/>
                    <a:pt x="82101" y="20235"/>
                    <a:pt x="82032" y="20235"/>
                  </a:cubicBezTo>
                  <a:close/>
                  <a:moveTo>
                    <a:pt x="81350" y="20303"/>
                  </a:moveTo>
                  <a:cubicBezTo>
                    <a:pt x="81316" y="20303"/>
                    <a:pt x="81282" y="20372"/>
                    <a:pt x="81282" y="20406"/>
                  </a:cubicBezTo>
                  <a:cubicBezTo>
                    <a:pt x="81282" y="20440"/>
                    <a:pt x="81316" y="20474"/>
                    <a:pt x="81350" y="20474"/>
                  </a:cubicBezTo>
                  <a:lnTo>
                    <a:pt x="81486" y="20474"/>
                  </a:lnTo>
                  <a:cubicBezTo>
                    <a:pt x="81521" y="20474"/>
                    <a:pt x="81555" y="20406"/>
                    <a:pt x="81555" y="20372"/>
                  </a:cubicBezTo>
                  <a:cubicBezTo>
                    <a:pt x="81555" y="20338"/>
                    <a:pt x="81521" y="20303"/>
                    <a:pt x="81452" y="20303"/>
                  </a:cubicBezTo>
                  <a:close/>
                  <a:moveTo>
                    <a:pt x="23750" y="20338"/>
                  </a:moveTo>
                  <a:cubicBezTo>
                    <a:pt x="23716" y="20338"/>
                    <a:pt x="23648" y="20372"/>
                    <a:pt x="23648" y="20406"/>
                  </a:cubicBezTo>
                  <a:cubicBezTo>
                    <a:pt x="23648" y="20440"/>
                    <a:pt x="23682" y="20508"/>
                    <a:pt x="23716" y="20508"/>
                  </a:cubicBezTo>
                  <a:lnTo>
                    <a:pt x="23818" y="20542"/>
                  </a:lnTo>
                  <a:lnTo>
                    <a:pt x="23853" y="20542"/>
                  </a:lnTo>
                  <a:cubicBezTo>
                    <a:pt x="23887" y="20542"/>
                    <a:pt x="23921" y="20508"/>
                    <a:pt x="23921" y="20474"/>
                  </a:cubicBezTo>
                  <a:cubicBezTo>
                    <a:pt x="23955" y="20406"/>
                    <a:pt x="23921" y="20372"/>
                    <a:pt x="23853" y="20372"/>
                  </a:cubicBezTo>
                  <a:lnTo>
                    <a:pt x="23750" y="20338"/>
                  </a:lnTo>
                  <a:close/>
                  <a:moveTo>
                    <a:pt x="80770" y="20372"/>
                  </a:moveTo>
                  <a:cubicBezTo>
                    <a:pt x="80736" y="20406"/>
                    <a:pt x="80702" y="20440"/>
                    <a:pt x="80702" y="20474"/>
                  </a:cubicBezTo>
                  <a:cubicBezTo>
                    <a:pt x="80702" y="20508"/>
                    <a:pt x="80770" y="20542"/>
                    <a:pt x="80804" y="20542"/>
                  </a:cubicBezTo>
                  <a:lnTo>
                    <a:pt x="80906" y="20542"/>
                  </a:lnTo>
                  <a:cubicBezTo>
                    <a:pt x="80975" y="20542"/>
                    <a:pt x="81009" y="20474"/>
                    <a:pt x="81009" y="20440"/>
                  </a:cubicBezTo>
                  <a:cubicBezTo>
                    <a:pt x="80975" y="20406"/>
                    <a:pt x="80940" y="20372"/>
                    <a:pt x="80906" y="20372"/>
                  </a:cubicBezTo>
                  <a:close/>
                  <a:moveTo>
                    <a:pt x="80224" y="20440"/>
                  </a:moveTo>
                  <a:cubicBezTo>
                    <a:pt x="80156" y="20474"/>
                    <a:pt x="80121" y="20508"/>
                    <a:pt x="80156" y="20542"/>
                  </a:cubicBezTo>
                  <a:cubicBezTo>
                    <a:pt x="80156" y="20611"/>
                    <a:pt x="80190" y="20611"/>
                    <a:pt x="80224" y="20611"/>
                  </a:cubicBezTo>
                  <a:lnTo>
                    <a:pt x="80360" y="20611"/>
                  </a:lnTo>
                  <a:cubicBezTo>
                    <a:pt x="80394" y="20611"/>
                    <a:pt x="80429" y="20576"/>
                    <a:pt x="80429" y="20508"/>
                  </a:cubicBezTo>
                  <a:cubicBezTo>
                    <a:pt x="80429" y="20474"/>
                    <a:pt x="80394" y="20440"/>
                    <a:pt x="80326" y="20440"/>
                  </a:cubicBezTo>
                  <a:close/>
                  <a:moveTo>
                    <a:pt x="24267" y="20460"/>
                  </a:moveTo>
                  <a:cubicBezTo>
                    <a:pt x="24245" y="20460"/>
                    <a:pt x="24228" y="20484"/>
                    <a:pt x="24228" y="20508"/>
                  </a:cubicBezTo>
                  <a:cubicBezTo>
                    <a:pt x="24194" y="20576"/>
                    <a:pt x="24228" y="20611"/>
                    <a:pt x="24262" y="20611"/>
                  </a:cubicBezTo>
                  <a:lnTo>
                    <a:pt x="24399" y="20645"/>
                  </a:lnTo>
                  <a:cubicBezTo>
                    <a:pt x="24433" y="20645"/>
                    <a:pt x="24467" y="20611"/>
                    <a:pt x="24501" y="20576"/>
                  </a:cubicBezTo>
                  <a:cubicBezTo>
                    <a:pt x="24501" y="20542"/>
                    <a:pt x="24467" y="20508"/>
                    <a:pt x="24433" y="20474"/>
                  </a:cubicBezTo>
                  <a:lnTo>
                    <a:pt x="24296" y="20474"/>
                  </a:lnTo>
                  <a:cubicBezTo>
                    <a:pt x="24286" y="20464"/>
                    <a:pt x="24276" y="20460"/>
                    <a:pt x="24267" y="20460"/>
                  </a:cubicBezTo>
                  <a:close/>
                  <a:moveTo>
                    <a:pt x="79780" y="20508"/>
                  </a:moveTo>
                  <a:lnTo>
                    <a:pt x="79644" y="20542"/>
                  </a:lnTo>
                  <a:cubicBezTo>
                    <a:pt x="79610" y="20542"/>
                    <a:pt x="79576" y="20576"/>
                    <a:pt x="79576" y="20611"/>
                  </a:cubicBezTo>
                  <a:cubicBezTo>
                    <a:pt x="79576" y="20679"/>
                    <a:pt x="79610" y="20713"/>
                    <a:pt x="79644" y="20713"/>
                  </a:cubicBezTo>
                  <a:lnTo>
                    <a:pt x="79678" y="20713"/>
                  </a:lnTo>
                  <a:lnTo>
                    <a:pt x="79780" y="20679"/>
                  </a:lnTo>
                  <a:cubicBezTo>
                    <a:pt x="79848" y="20679"/>
                    <a:pt x="79848" y="20645"/>
                    <a:pt x="79848" y="20576"/>
                  </a:cubicBezTo>
                  <a:cubicBezTo>
                    <a:pt x="79848" y="20542"/>
                    <a:pt x="79814" y="20508"/>
                    <a:pt x="79780" y="20508"/>
                  </a:cubicBezTo>
                  <a:close/>
                  <a:moveTo>
                    <a:pt x="24876" y="20576"/>
                  </a:moveTo>
                  <a:cubicBezTo>
                    <a:pt x="24842" y="20576"/>
                    <a:pt x="24774" y="20611"/>
                    <a:pt x="24774" y="20645"/>
                  </a:cubicBezTo>
                  <a:cubicBezTo>
                    <a:pt x="24774" y="20679"/>
                    <a:pt x="24808" y="20747"/>
                    <a:pt x="24842" y="20747"/>
                  </a:cubicBezTo>
                  <a:lnTo>
                    <a:pt x="24945" y="20781"/>
                  </a:lnTo>
                  <a:lnTo>
                    <a:pt x="24979" y="20781"/>
                  </a:lnTo>
                  <a:cubicBezTo>
                    <a:pt x="25013" y="20781"/>
                    <a:pt x="25047" y="20747"/>
                    <a:pt x="25047" y="20713"/>
                  </a:cubicBezTo>
                  <a:cubicBezTo>
                    <a:pt x="25047" y="20645"/>
                    <a:pt x="25047" y="20611"/>
                    <a:pt x="24979" y="20611"/>
                  </a:cubicBezTo>
                  <a:lnTo>
                    <a:pt x="24876" y="20576"/>
                  </a:lnTo>
                  <a:close/>
                  <a:moveTo>
                    <a:pt x="79200" y="20576"/>
                  </a:moveTo>
                  <a:lnTo>
                    <a:pt x="79098" y="20611"/>
                  </a:lnTo>
                  <a:cubicBezTo>
                    <a:pt x="79030" y="20611"/>
                    <a:pt x="78995" y="20645"/>
                    <a:pt x="78995" y="20679"/>
                  </a:cubicBezTo>
                  <a:cubicBezTo>
                    <a:pt x="78995" y="20747"/>
                    <a:pt x="79064" y="20781"/>
                    <a:pt x="79098" y="20781"/>
                  </a:cubicBezTo>
                  <a:lnTo>
                    <a:pt x="79200" y="20747"/>
                  </a:lnTo>
                  <a:cubicBezTo>
                    <a:pt x="79268" y="20747"/>
                    <a:pt x="79303" y="20713"/>
                    <a:pt x="79303" y="20645"/>
                  </a:cubicBezTo>
                  <a:cubicBezTo>
                    <a:pt x="79268" y="20611"/>
                    <a:pt x="79234" y="20576"/>
                    <a:pt x="79200" y="20576"/>
                  </a:cubicBezTo>
                  <a:close/>
                  <a:moveTo>
                    <a:pt x="78620" y="20645"/>
                  </a:moveTo>
                  <a:lnTo>
                    <a:pt x="78518" y="20679"/>
                  </a:lnTo>
                  <a:cubicBezTo>
                    <a:pt x="78484" y="20679"/>
                    <a:pt x="78449" y="20713"/>
                    <a:pt x="78449" y="20781"/>
                  </a:cubicBezTo>
                  <a:cubicBezTo>
                    <a:pt x="78449" y="20815"/>
                    <a:pt x="78484" y="20849"/>
                    <a:pt x="78518" y="20849"/>
                  </a:cubicBezTo>
                  <a:lnTo>
                    <a:pt x="78552" y="20849"/>
                  </a:lnTo>
                  <a:lnTo>
                    <a:pt x="78654" y="20815"/>
                  </a:lnTo>
                  <a:cubicBezTo>
                    <a:pt x="78688" y="20815"/>
                    <a:pt x="78722" y="20781"/>
                    <a:pt x="78722" y="20747"/>
                  </a:cubicBezTo>
                  <a:cubicBezTo>
                    <a:pt x="78722" y="20679"/>
                    <a:pt x="78688" y="20645"/>
                    <a:pt x="78620" y="20645"/>
                  </a:cubicBezTo>
                  <a:close/>
                  <a:moveTo>
                    <a:pt x="25422" y="20679"/>
                  </a:moveTo>
                  <a:cubicBezTo>
                    <a:pt x="25388" y="20679"/>
                    <a:pt x="25354" y="20713"/>
                    <a:pt x="25320" y="20747"/>
                  </a:cubicBezTo>
                  <a:cubicBezTo>
                    <a:pt x="25320" y="20815"/>
                    <a:pt x="25354" y="20849"/>
                    <a:pt x="25388" y="20849"/>
                  </a:cubicBezTo>
                  <a:lnTo>
                    <a:pt x="25525" y="20884"/>
                  </a:lnTo>
                  <a:cubicBezTo>
                    <a:pt x="25559" y="20884"/>
                    <a:pt x="25593" y="20849"/>
                    <a:pt x="25627" y="20815"/>
                  </a:cubicBezTo>
                  <a:cubicBezTo>
                    <a:pt x="25627" y="20781"/>
                    <a:pt x="25593" y="20713"/>
                    <a:pt x="25559" y="20713"/>
                  </a:cubicBezTo>
                  <a:lnTo>
                    <a:pt x="25422" y="20679"/>
                  </a:lnTo>
                  <a:close/>
                  <a:moveTo>
                    <a:pt x="78074" y="20713"/>
                  </a:moveTo>
                  <a:lnTo>
                    <a:pt x="77938" y="20747"/>
                  </a:lnTo>
                  <a:cubicBezTo>
                    <a:pt x="77903" y="20747"/>
                    <a:pt x="77869" y="20781"/>
                    <a:pt x="77869" y="20849"/>
                  </a:cubicBezTo>
                  <a:cubicBezTo>
                    <a:pt x="77869" y="20884"/>
                    <a:pt x="77903" y="20918"/>
                    <a:pt x="77972" y="20918"/>
                  </a:cubicBezTo>
                  <a:lnTo>
                    <a:pt x="78074" y="20884"/>
                  </a:lnTo>
                  <a:cubicBezTo>
                    <a:pt x="78142" y="20884"/>
                    <a:pt x="78176" y="20849"/>
                    <a:pt x="78142" y="20815"/>
                  </a:cubicBezTo>
                  <a:cubicBezTo>
                    <a:pt x="78142" y="20747"/>
                    <a:pt x="78108" y="20713"/>
                    <a:pt x="78074" y="20713"/>
                  </a:cubicBezTo>
                  <a:close/>
                  <a:moveTo>
                    <a:pt x="77527" y="20802"/>
                  </a:moveTo>
                  <a:cubicBezTo>
                    <a:pt x="77515" y="20802"/>
                    <a:pt x="77503" y="20806"/>
                    <a:pt x="77494" y="20815"/>
                  </a:cubicBezTo>
                  <a:lnTo>
                    <a:pt x="77392" y="20815"/>
                  </a:lnTo>
                  <a:cubicBezTo>
                    <a:pt x="77323" y="20815"/>
                    <a:pt x="77289" y="20849"/>
                    <a:pt x="77289" y="20918"/>
                  </a:cubicBezTo>
                  <a:cubicBezTo>
                    <a:pt x="77323" y="20952"/>
                    <a:pt x="77358" y="20986"/>
                    <a:pt x="77392" y="20986"/>
                  </a:cubicBezTo>
                  <a:lnTo>
                    <a:pt x="77528" y="20986"/>
                  </a:lnTo>
                  <a:cubicBezTo>
                    <a:pt x="77562" y="20952"/>
                    <a:pt x="77596" y="20918"/>
                    <a:pt x="77596" y="20884"/>
                  </a:cubicBezTo>
                  <a:cubicBezTo>
                    <a:pt x="77596" y="20834"/>
                    <a:pt x="77560" y="20802"/>
                    <a:pt x="77527" y="20802"/>
                  </a:cubicBezTo>
                  <a:close/>
                  <a:moveTo>
                    <a:pt x="26002" y="20815"/>
                  </a:moveTo>
                  <a:cubicBezTo>
                    <a:pt x="25934" y="20815"/>
                    <a:pt x="25900" y="20815"/>
                    <a:pt x="25900" y="20884"/>
                  </a:cubicBezTo>
                  <a:cubicBezTo>
                    <a:pt x="25866" y="20918"/>
                    <a:pt x="25900" y="20986"/>
                    <a:pt x="25968" y="20986"/>
                  </a:cubicBezTo>
                  <a:lnTo>
                    <a:pt x="26071" y="21020"/>
                  </a:lnTo>
                  <a:lnTo>
                    <a:pt x="26105" y="21020"/>
                  </a:lnTo>
                  <a:cubicBezTo>
                    <a:pt x="26139" y="21020"/>
                    <a:pt x="26173" y="20986"/>
                    <a:pt x="26173" y="20952"/>
                  </a:cubicBezTo>
                  <a:cubicBezTo>
                    <a:pt x="26173" y="20884"/>
                    <a:pt x="26139" y="20849"/>
                    <a:pt x="26105" y="20849"/>
                  </a:cubicBezTo>
                  <a:lnTo>
                    <a:pt x="26002" y="20815"/>
                  </a:lnTo>
                  <a:close/>
                  <a:moveTo>
                    <a:pt x="76812" y="20884"/>
                  </a:moveTo>
                  <a:cubicBezTo>
                    <a:pt x="76777" y="20884"/>
                    <a:pt x="76743" y="20952"/>
                    <a:pt x="76743" y="20986"/>
                  </a:cubicBezTo>
                  <a:cubicBezTo>
                    <a:pt x="76743" y="21020"/>
                    <a:pt x="76777" y="21054"/>
                    <a:pt x="76812" y="21054"/>
                  </a:cubicBezTo>
                  <a:lnTo>
                    <a:pt x="76948" y="21054"/>
                  </a:lnTo>
                  <a:cubicBezTo>
                    <a:pt x="76982" y="21054"/>
                    <a:pt x="77016" y="20986"/>
                    <a:pt x="77016" y="20952"/>
                  </a:cubicBezTo>
                  <a:cubicBezTo>
                    <a:pt x="77016" y="20918"/>
                    <a:pt x="76982" y="20884"/>
                    <a:pt x="76914" y="20884"/>
                  </a:cubicBezTo>
                  <a:close/>
                  <a:moveTo>
                    <a:pt x="26548" y="20918"/>
                  </a:moveTo>
                  <a:cubicBezTo>
                    <a:pt x="26514" y="20918"/>
                    <a:pt x="26446" y="20952"/>
                    <a:pt x="26446" y="20986"/>
                  </a:cubicBezTo>
                  <a:cubicBezTo>
                    <a:pt x="26446" y="21054"/>
                    <a:pt x="26480" y="21088"/>
                    <a:pt x="26514" y="21088"/>
                  </a:cubicBezTo>
                  <a:lnTo>
                    <a:pt x="26617" y="21122"/>
                  </a:lnTo>
                  <a:lnTo>
                    <a:pt x="26651" y="21122"/>
                  </a:lnTo>
                  <a:cubicBezTo>
                    <a:pt x="26685" y="21122"/>
                    <a:pt x="26719" y="21088"/>
                    <a:pt x="26719" y="21054"/>
                  </a:cubicBezTo>
                  <a:cubicBezTo>
                    <a:pt x="26753" y="21020"/>
                    <a:pt x="26719" y="20952"/>
                    <a:pt x="26651" y="20952"/>
                  </a:cubicBezTo>
                  <a:lnTo>
                    <a:pt x="26548" y="20918"/>
                  </a:lnTo>
                  <a:close/>
                  <a:moveTo>
                    <a:pt x="76231" y="20952"/>
                  </a:moveTo>
                  <a:cubicBezTo>
                    <a:pt x="76197" y="20952"/>
                    <a:pt x="76163" y="21020"/>
                    <a:pt x="76163" y="21054"/>
                  </a:cubicBezTo>
                  <a:cubicBezTo>
                    <a:pt x="76163" y="21088"/>
                    <a:pt x="76197" y="21122"/>
                    <a:pt x="76266" y="21122"/>
                  </a:cubicBezTo>
                  <a:lnTo>
                    <a:pt x="76368" y="21122"/>
                  </a:lnTo>
                  <a:cubicBezTo>
                    <a:pt x="76436" y="21122"/>
                    <a:pt x="76470" y="21054"/>
                    <a:pt x="76436" y="21020"/>
                  </a:cubicBezTo>
                  <a:cubicBezTo>
                    <a:pt x="76436" y="20986"/>
                    <a:pt x="76402" y="20952"/>
                    <a:pt x="76368" y="20952"/>
                  </a:cubicBezTo>
                  <a:close/>
                  <a:moveTo>
                    <a:pt x="75685" y="21020"/>
                  </a:moveTo>
                  <a:cubicBezTo>
                    <a:pt x="75617" y="21054"/>
                    <a:pt x="75583" y="21088"/>
                    <a:pt x="75583" y="21122"/>
                  </a:cubicBezTo>
                  <a:cubicBezTo>
                    <a:pt x="75617" y="21156"/>
                    <a:pt x="75651" y="21191"/>
                    <a:pt x="75685" y="21191"/>
                  </a:cubicBezTo>
                  <a:lnTo>
                    <a:pt x="75822" y="21191"/>
                  </a:lnTo>
                  <a:cubicBezTo>
                    <a:pt x="75856" y="21191"/>
                    <a:pt x="75890" y="21156"/>
                    <a:pt x="75890" y="21088"/>
                  </a:cubicBezTo>
                  <a:cubicBezTo>
                    <a:pt x="75890" y="21054"/>
                    <a:pt x="75822" y="21020"/>
                    <a:pt x="75788" y="21020"/>
                  </a:cubicBezTo>
                  <a:close/>
                  <a:moveTo>
                    <a:pt x="27128" y="21054"/>
                  </a:moveTo>
                  <a:cubicBezTo>
                    <a:pt x="27060" y="21054"/>
                    <a:pt x="27026" y="21054"/>
                    <a:pt x="27026" y="21122"/>
                  </a:cubicBezTo>
                  <a:cubicBezTo>
                    <a:pt x="26992" y="21156"/>
                    <a:pt x="27026" y="21191"/>
                    <a:pt x="27094" y="21225"/>
                  </a:cubicBezTo>
                  <a:lnTo>
                    <a:pt x="27197" y="21225"/>
                  </a:lnTo>
                  <a:cubicBezTo>
                    <a:pt x="27197" y="21225"/>
                    <a:pt x="27197" y="21259"/>
                    <a:pt x="27197" y="21259"/>
                  </a:cubicBezTo>
                  <a:cubicBezTo>
                    <a:pt x="27265" y="21259"/>
                    <a:pt x="27299" y="21225"/>
                    <a:pt x="27299" y="21191"/>
                  </a:cubicBezTo>
                  <a:cubicBezTo>
                    <a:pt x="27299" y="21122"/>
                    <a:pt x="27265" y="21088"/>
                    <a:pt x="27231" y="21088"/>
                  </a:cubicBezTo>
                  <a:lnTo>
                    <a:pt x="27128" y="21054"/>
                  </a:lnTo>
                  <a:close/>
                  <a:moveTo>
                    <a:pt x="75208" y="21088"/>
                  </a:moveTo>
                  <a:lnTo>
                    <a:pt x="75105" y="21122"/>
                  </a:lnTo>
                  <a:cubicBezTo>
                    <a:pt x="75071" y="21122"/>
                    <a:pt x="75037" y="21156"/>
                    <a:pt x="75037" y="21191"/>
                  </a:cubicBezTo>
                  <a:cubicBezTo>
                    <a:pt x="75037" y="21259"/>
                    <a:pt x="75071" y="21293"/>
                    <a:pt x="75105" y="21293"/>
                  </a:cubicBezTo>
                  <a:cubicBezTo>
                    <a:pt x="75105" y="21293"/>
                    <a:pt x="75140" y="21293"/>
                    <a:pt x="75140" y="21259"/>
                  </a:cubicBezTo>
                  <a:lnTo>
                    <a:pt x="75242" y="21259"/>
                  </a:lnTo>
                  <a:cubicBezTo>
                    <a:pt x="75276" y="21259"/>
                    <a:pt x="75310" y="21225"/>
                    <a:pt x="75310" y="21156"/>
                  </a:cubicBezTo>
                  <a:cubicBezTo>
                    <a:pt x="75310" y="21122"/>
                    <a:pt x="75276" y="21088"/>
                    <a:pt x="75208" y="21088"/>
                  </a:cubicBezTo>
                  <a:close/>
                  <a:moveTo>
                    <a:pt x="27674" y="21156"/>
                  </a:moveTo>
                  <a:cubicBezTo>
                    <a:pt x="27640" y="21156"/>
                    <a:pt x="27572" y="21191"/>
                    <a:pt x="27572" y="21225"/>
                  </a:cubicBezTo>
                  <a:cubicBezTo>
                    <a:pt x="27572" y="21293"/>
                    <a:pt x="27606" y="21327"/>
                    <a:pt x="27640" y="21327"/>
                  </a:cubicBezTo>
                  <a:lnTo>
                    <a:pt x="27743" y="21361"/>
                  </a:lnTo>
                  <a:lnTo>
                    <a:pt x="27777" y="21361"/>
                  </a:lnTo>
                  <a:cubicBezTo>
                    <a:pt x="27811" y="21361"/>
                    <a:pt x="27845" y="21327"/>
                    <a:pt x="27845" y="21293"/>
                  </a:cubicBezTo>
                  <a:cubicBezTo>
                    <a:pt x="27879" y="21259"/>
                    <a:pt x="27845" y="21191"/>
                    <a:pt x="27777" y="21191"/>
                  </a:cubicBezTo>
                  <a:lnTo>
                    <a:pt x="27674" y="21156"/>
                  </a:lnTo>
                  <a:close/>
                  <a:moveTo>
                    <a:pt x="74662" y="21156"/>
                  </a:moveTo>
                  <a:lnTo>
                    <a:pt x="74525" y="21191"/>
                  </a:lnTo>
                  <a:cubicBezTo>
                    <a:pt x="74491" y="21191"/>
                    <a:pt x="74457" y="21225"/>
                    <a:pt x="74457" y="21259"/>
                  </a:cubicBezTo>
                  <a:cubicBezTo>
                    <a:pt x="74457" y="21327"/>
                    <a:pt x="74491" y="21361"/>
                    <a:pt x="74559" y="21361"/>
                  </a:cubicBezTo>
                  <a:lnTo>
                    <a:pt x="74662" y="21327"/>
                  </a:lnTo>
                  <a:cubicBezTo>
                    <a:pt x="74730" y="21327"/>
                    <a:pt x="74764" y="21293"/>
                    <a:pt x="74764" y="21225"/>
                  </a:cubicBezTo>
                  <a:cubicBezTo>
                    <a:pt x="74730" y="21191"/>
                    <a:pt x="74696" y="21156"/>
                    <a:pt x="74662" y="21156"/>
                  </a:cubicBezTo>
                  <a:close/>
                  <a:moveTo>
                    <a:pt x="74082" y="21225"/>
                  </a:moveTo>
                  <a:lnTo>
                    <a:pt x="73979" y="21259"/>
                  </a:lnTo>
                  <a:cubicBezTo>
                    <a:pt x="73911" y="21259"/>
                    <a:pt x="73877" y="21293"/>
                    <a:pt x="73911" y="21361"/>
                  </a:cubicBezTo>
                  <a:cubicBezTo>
                    <a:pt x="73911" y="21395"/>
                    <a:pt x="73945" y="21429"/>
                    <a:pt x="73979" y="21429"/>
                  </a:cubicBezTo>
                  <a:lnTo>
                    <a:pt x="74116" y="21395"/>
                  </a:lnTo>
                  <a:cubicBezTo>
                    <a:pt x="74150" y="21395"/>
                    <a:pt x="74184" y="21361"/>
                    <a:pt x="74184" y="21327"/>
                  </a:cubicBezTo>
                  <a:cubicBezTo>
                    <a:pt x="74184" y="21259"/>
                    <a:pt x="74116" y="21225"/>
                    <a:pt x="74082" y="21225"/>
                  </a:cubicBezTo>
                  <a:close/>
                  <a:moveTo>
                    <a:pt x="28220" y="21293"/>
                  </a:moveTo>
                  <a:cubicBezTo>
                    <a:pt x="28186" y="21293"/>
                    <a:pt x="28152" y="21293"/>
                    <a:pt x="28118" y="21361"/>
                  </a:cubicBezTo>
                  <a:cubicBezTo>
                    <a:pt x="28118" y="21395"/>
                    <a:pt x="28152" y="21429"/>
                    <a:pt x="28186" y="21464"/>
                  </a:cubicBezTo>
                  <a:lnTo>
                    <a:pt x="28323" y="21464"/>
                  </a:lnTo>
                  <a:cubicBezTo>
                    <a:pt x="28357" y="21464"/>
                    <a:pt x="28391" y="21464"/>
                    <a:pt x="28425" y="21395"/>
                  </a:cubicBezTo>
                  <a:cubicBezTo>
                    <a:pt x="28425" y="21361"/>
                    <a:pt x="28391" y="21327"/>
                    <a:pt x="28357" y="21293"/>
                  </a:cubicBezTo>
                  <a:close/>
                  <a:moveTo>
                    <a:pt x="73502" y="21293"/>
                  </a:moveTo>
                  <a:lnTo>
                    <a:pt x="73399" y="21327"/>
                  </a:lnTo>
                  <a:cubicBezTo>
                    <a:pt x="73365" y="21327"/>
                    <a:pt x="73331" y="21361"/>
                    <a:pt x="73331" y="21429"/>
                  </a:cubicBezTo>
                  <a:cubicBezTo>
                    <a:pt x="73331" y="21464"/>
                    <a:pt x="73365" y="21498"/>
                    <a:pt x="73399" y="21498"/>
                  </a:cubicBezTo>
                  <a:lnTo>
                    <a:pt x="73433" y="21498"/>
                  </a:lnTo>
                  <a:lnTo>
                    <a:pt x="73536" y="21464"/>
                  </a:lnTo>
                  <a:cubicBezTo>
                    <a:pt x="73570" y="21464"/>
                    <a:pt x="73604" y="21429"/>
                    <a:pt x="73604" y="21395"/>
                  </a:cubicBezTo>
                  <a:cubicBezTo>
                    <a:pt x="73604" y="21327"/>
                    <a:pt x="73570" y="21293"/>
                    <a:pt x="73502" y="21293"/>
                  </a:cubicBezTo>
                  <a:close/>
                  <a:moveTo>
                    <a:pt x="72983" y="21382"/>
                  </a:moveTo>
                  <a:cubicBezTo>
                    <a:pt x="72974" y="21382"/>
                    <a:pt x="72965" y="21386"/>
                    <a:pt x="72956" y="21395"/>
                  </a:cubicBezTo>
                  <a:lnTo>
                    <a:pt x="72819" y="21395"/>
                  </a:lnTo>
                  <a:cubicBezTo>
                    <a:pt x="72785" y="21395"/>
                    <a:pt x="72751" y="21429"/>
                    <a:pt x="72751" y="21498"/>
                  </a:cubicBezTo>
                  <a:cubicBezTo>
                    <a:pt x="72751" y="21532"/>
                    <a:pt x="72819" y="21566"/>
                    <a:pt x="72853" y="21566"/>
                  </a:cubicBezTo>
                  <a:lnTo>
                    <a:pt x="72956" y="21566"/>
                  </a:lnTo>
                  <a:cubicBezTo>
                    <a:pt x="73024" y="21532"/>
                    <a:pt x="73058" y="21498"/>
                    <a:pt x="73058" y="21464"/>
                  </a:cubicBezTo>
                  <a:cubicBezTo>
                    <a:pt x="73033" y="21414"/>
                    <a:pt x="73008" y="21382"/>
                    <a:pt x="72983" y="21382"/>
                  </a:cubicBezTo>
                  <a:close/>
                  <a:moveTo>
                    <a:pt x="28800" y="21395"/>
                  </a:moveTo>
                  <a:cubicBezTo>
                    <a:pt x="28732" y="21395"/>
                    <a:pt x="28698" y="21429"/>
                    <a:pt x="28698" y="21464"/>
                  </a:cubicBezTo>
                  <a:cubicBezTo>
                    <a:pt x="28698" y="21532"/>
                    <a:pt x="28698" y="21566"/>
                    <a:pt x="28766" y="21566"/>
                  </a:cubicBezTo>
                  <a:lnTo>
                    <a:pt x="28869" y="21600"/>
                  </a:lnTo>
                  <a:lnTo>
                    <a:pt x="28903" y="21600"/>
                  </a:lnTo>
                  <a:cubicBezTo>
                    <a:pt x="28937" y="21600"/>
                    <a:pt x="28971" y="21566"/>
                    <a:pt x="28971" y="21532"/>
                  </a:cubicBezTo>
                  <a:cubicBezTo>
                    <a:pt x="28971" y="21498"/>
                    <a:pt x="28937" y="21429"/>
                    <a:pt x="28903" y="21429"/>
                  </a:cubicBezTo>
                  <a:lnTo>
                    <a:pt x="28800" y="21395"/>
                  </a:lnTo>
                  <a:close/>
                  <a:moveTo>
                    <a:pt x="72408" y="21450"/>
                  </a:moveTo>
                  <a:cubicBezTo>
                    <a:pt x="72396" y="21450"/>
                    <a:pt x="72385" y="21454"/>
                    <a:pt x="72376" y="21464"/>
                  </a:cubicBezTo>
                  <a:lnTo>
                    <a:pt x="72273" y="21464"/>
                  </a:lnTo>
                  <a:cubicBezTo>
                    <a:pt x="72205" y="21464"/>
                    <a:pt x="72171" y="21532"/>
                    <a:pt x="72205" y="21566"/>
                  </a:cubicBezTo>
                  <a:cubicBezTo>
                    <a:pt x="72205" y="21600"/>
                    <a:pt x="72239" y="21634"/>
                    <a:pt x="72273" y="21634"/>
                  </a:cubicBezTo>
                  <a:lnTo>
                    <a:pt x="72410" y="21634"/>
                  </a:lnTo>
                  <a:cubicBezTo>
                    <a:pt x="72444" y="21600"/>
                    <a:pt x="72478" y="21566"/>
                    <a:pt x="72478" y="21532"/>
                  </a:cubicBezTo>
                  <a:cubicBezTo>
                    <a:pt x="72478" y="21482"/>
                    <a:pt x="72441" y="21450"/>
                    <a:pt x="72408" y="21450"/>
                  </a:cubicBezTo>
                  <a:close/>
                  <a:moveTo>
                    <a:pt x="29319" y="21518"/>
                  </a:moveTo>
                  <a:cubicBezTo>
                    <a:pt x="29294" y="21518"/>
                    <a:pt x="29269" y="21550"/>
                    <a:pt x="29244" y="21600"/>
                  </a:cubicBezTo>
                  <a:cubicBezTo>
                    <a:pt x="29244" y="21634"/>
                    <a:pt x="29278" y="21668"/>
                    <a:pt x="29312" y="21702"/>
                  </a:cubicBezTo>
                  <a:lnTo>
                    <a:pt x="29449" y="21702"/>
                  </a:lnTo>
                  <a:cubicBezTo>
                    <a:pt x="29483" y="21702"/>
                    <a:pt x="29517" y="21702"/>
                    <a:pt x="29517" y="21634"/>
                  </a:cubicBezTo>
                  <a:cubicBezTo>
                    <a:pt x="29551" y="21600"/>
                    <a:pt x="29517" y="21566"/>
                    <a:pt x="29483" y="21532"/>
                  </a:cubicBezTo>
                  <a:lnTo>
                    <a:pt x="29346" y="21532"/>
                  </a:lnTo>
                  <a:cubicBezTo>
                    <a:pt x="29337" y="21523"/>
                    <a:pt x="29328" y="21518"/>
                    <a:pt x="29319" y="21518"/>
                  </a:cubicBezTo>
                  <a:close/>
                  <a:moveTo>
                    <a:pt x="71693" y="21532"/>
                  </a:moveTo>
                  <a:cubicBezTo>
                    <a:pt x="71659" y="21532"/>
                    <a:pt x="71625" y="21600"/>
                    <a:pt x="71625" y="21634"/>
                  </a:cubicBezTo>
                  <a:cubicBezTo>
                    <a:pt x="71625" y="21668"/>
                    <a:pt x="71659" y="21702"/>
                    <a:pt x="71693" y="21702"/>
                  </a:cubicBezTo>
                  <a:lnTo>
                    <a:pt x="71830" y="21702"/>
                  </a:lnTo>
                  <a:cubicBezTo>
                    <a:pt x="71898" y="21702"/>
                    <a:pt x="71898" y="21634"/>
                    <a:pt x="71898" y="21600"/>
                  </a:cubicBezTo>
                  <a:cubicBezTo>
                    <a:pt x="71898" y="21566"/>
                    <a:pt x="71864" y="21532"/>
                    <a:pt x="71795" y="21532"/>
                  </a:cubicBezTo>
                  <a:close/>
                  <a:moveTo>
                    <a:pt x="71147" y="21600"/>
                  </a:moveTo>
                  <a:cubicBezTo>
                    <a:pt x="71079" y="21634"/>
                    <a:pt x="71045" y="21668"/>
                    <a:pt x="71045" y="21702"/>
                  </a:cubicBezTo>
                  <a:cubicBezTo>
                    <a:pt x="71079" y="21737"/>
                    <a:pt x="71113" y="21771"/>
                    <a:pt x="71147" y="21771"/>
                  </a:cubicBezTo>
                  <a:lnTo>
                    <a:pt x="71249" y="21771"/>
                  </a:lnTo>
                  <a:cubicBezTo>
                    <a:pt x="71318" y="21771"/>
                    <a:pt x="71352" y="21702"/>
                    <a:pt x="71352" y="21668"/>
                  </a:cubicBezTo>
                  <a:cubicBezTo>
                    <a:pt x="71318" y="21634"/>
                    <a:pt x="71284" y="21600"/>
                    <a:pt x="71249" y="21600"/>
                  </a:cubicBezTo>
                  <a:close/>
                  <a:moveTo>
                    <a:pt x="29927" y="21634"/>
                  </a:moveTo>
                  <a:cubicBezTo>
                    <a:pt x="29858" y="21634"/>
                    <a:pt x="29824" y="21668"/>
                    <a:pt x="29824" y="21702"/>
                  </a:cubicBezTo>
                  <a:cubicBezTo>
                    <a:pt x="29790" y="21737"/>
                    <a:pt x="29824" y="21805"/>
                    <a:pt x="29892" y="21805"/>
                  </a:cubicBezTo>
                  <a:lnTo>
                    <a:pt x="29995" y="21839"/>
                  </a:lnTo>
                  <a:cubicBezTo>
                    <a:pt x="30063" y="21839"/>
                    <a:pt x="30097" y="21805"/>
                    <a:pt x="30097" y="21771"/>
                  </a:cubicBezTo>
                  <a:cubicBezTo>
                    <a:pt x="30097" y="21702"/>
                    <a:pt x="30063" y="21668"/>
                    <a:pt x="30029" y="21668"/>
                  </a:cubicBezTo>
                  <a:lnTo>
                    <a:pt x="29927" y="21634"/>
                  </a:lnTo>
                  <a:close/>
                  <a:moveTo>
                    <a:pt x="70567" y="21668"/>
                  </a:moveTo>
                  <a:cubicBezTo>
                    <a:pt x="70533" y="21702"/>
                    <a:pt x="70499" y="21737"/>
                    <a:pt x="70499" y="21771"/>
                  </a:cubicBezTo>
                  <a:cubicBezTo>
                    <a:pt x="70499" y="21839"/>
                    <a:pt x="70533" y="21839"/>
                    <a:pt x="70567" y="21839"/>
                  </a:cubicBezTo>
                  <a:lnTo>
                    <a:pt x="70704" y="21839"/>
                  </a:lnTo>
                  <a:cubicBezTo>
                    <a:pt x="70738" y="21839"/>
                    <a:pt x="70772" y="21805"/>
                    <a:pt x="70772" y="21737"/>
                  </a:cubicBezTo>
                  <a:cubicBezTo>
                    <a:pt x="70772" y="21702"/>
                    <a:pt x="70738" y="21668"/>
                    <a:pt x="70669" y="21668"/>
                  </a:cubicBezTo>
                  <a:close/>
                  <a:moveTo>
                    <a:pt x="30440" y="21757"/>
                  </a:moveTo>
                  <a:cubicBezTo>
                    <a:pt x="30407" y="21757"/>
                    <a:pt x="30370" y="21789"/>
                    <a:pt x="30370" y="21839"/>
                  </a:cubicBezTo>
                  <a:cubicBezTo>
                    <a:pt x="30370" y="21873"/>
                    <a:pt x="30404" y="21907"/>
                    <a:pt x="30438" y="21941"/>
                  </a:cubicBezTo>
                  <a:lnTo>
                    <a:pt x="30575" y="21941"/>
                  </a:lnTo>
                  <a:cubicBezTo>
                    <a:pt x="30609" y="21941"/>
                    <a:pt x="30643" y="21907"/>
                    <a:pt x="30643" y="21873"/>
                  </a:cubicBezTo>
                  <a:cubicBezTo>
                    <a:pt x="30677" y="21839"/>
                    <a:pt x="30643" y="21805"/>
                    <a:pt x="30575" y="21771"/>
                  </a:cubicBezTo>
                  <a:lnTo>
                    <a:pt x="30472" y="21771"/>
                  </a:lnTo>
                  <a:cubicBezTo>
                    <a:pt x="30463" y="21762"/>
                    <a:pt x="30452" y="21757"/>
                    <a:pt x="30440" y="21757"/>
                  </a:cubicBezTo>
                  <a:close/>
                  <a:moveTo>
                    <a:pt x="70123" y="21737"/>
                  </a:moveTo>
                  <a:lnTo>
                    <a:pt x="69987" y="21771"/>
                  </a:lnTo>
                  <a:cubicBezTo>
                    <a:pt x="69953" y="21771"/>
                    <a:pt x="69919" y="21805"/>
                    <a:pt x="69919" y="21839"/>
                  </a:cubicBezTo>
                  <a:cubicBezTo>
                    <a:pt x="69919" y="21907"/>
                    <a:pt x="69953" y="21941"/>
                    <a:pt x="70021" y="21941"/>
                  </a:cubicBezTo>
                  <a:lnTo>
                    <a:pt x="70123" y="21907"/>
                  </a:lnTo>
                  <a:cubicBezTo>
                    <a:pt x="70192" y="21907"/>
                    <a:pt x="70226" y="21873"/>
                    <a:pt x="70192" y="21805"/>
                  </a:cubicBezTo>
                  <a:cubicBezTo>
                    <a:pt x="70192" y="21771"/>
                    <a:pt x="70158" y="21737"/>
                    <a:pt x="70123" y="21737"/>
                  </a:cubicBezTo>
                  <a:close/>
                  <a:moveTo>
                    <a:pt x="69543" y="21805"/>
                  </a:moveTo>
                  <a:lnTo>
                    <a:pt x="69441" y="21839"/>
                  </a:lnTo>
                  <a:cubicBezTo>
                    <a:pt x="69373" y="21839"/>
                    <a:pt x="69339" y="21873"/>
                    <a:pt x="69339" y="21907"/>
                  </a:cubicBezTo>
                  <a:cubicBezTo>
                    <a:pt x="69373" y="21975"/>
                    <a:pt x="69407" y="22010"/>
                    <a:pt x="69441" y="22010"/>
                  </a:cubicBezTo>
                  <a:lnTo>
                    <a:pt x="69577" y="21975"/>
                  </a:lnTo>
                  <a:cubicBezTo>
                    <a:pt x="69612" y="21975"/>
                    <a:pt x="69646" y="21941"/>
                    <a:pt x="69646" y="21873"/>
                  </a:cubicBezTo>
                  <a:cubicBezTo>
                    <a:pt x="69646" y="21839"/>
                    <a:pt x="69577" y="21805"/>
                    <a:pt x="69543" y="21805"/>
                  </a:cubicBezTo>
                  <a:close/>
                  <a:moveTo>
                    <a:pt x="31018" y="21873"/>
                  </a:moveTo>
                  <a:cubicBezTo>
                    <a:pt x="30984" y="21873"/>
                    <a:pt x="30950" y="21907"/>
                    <a:pt x="30950" y="21941"/>
                  </a:cubicBezTo>
                  <a:cubicBezTo>
                    <a:pt x="30916" y="21975"/>
                    <a:pt x="30950" y="22044"/>
                    <a:pt x="30984" y="22044"/>
                  </a:cubicBezTo>
                  <a:lnTo>
                    <a:pt x="31121" y="22078"/>
                  </a:lnTo>
                  <a:cubicBezTo>
                    <a:pt x="31155" y="22078"/>
                    <a:pt x="31189" y="22044"/>
                    <a:pt x="31223" y="22010"/>
                  </a:cubicBezTo>
                  <a:cubicBezTo>
                    <a:pt x="31223" y="21941"/>
                    <a:pt x="31189" y="21907"/>
                    <a:pt x="31155" y="21907"/>
                  </a:cubicBezTo>
                  <a:lnTo>
                    <a:pt x="31018" y="21873"/>
                  </a:lnTo>
                  <a:close/>
                  <a:moveTo>
                    <a:pt x="68963" y="21873"/>
                  </a:moveTo>
                  <a:lnTo>
                    <a:pt x="68861" y="21907"/>
                  </a:lnTo>
                  <a:cubicBezTo>
                    <a:pt x="68827" y="21907"/>
                    <a:pt x="68793" y="21941"/>
                    <a:pt x="68793" y="22010"/>
                  </a:cubicBezTo>
                  <a:cubicBezTo>
                    <a:pt x="68793" y="22044"/>
                    <a:pt x="68827" y="22078"/>
                    <a:pt x="68861" y="22078"/>
                  </a:cubicBezTo>
                  <a:lnTo>
                    <a:pt x="68895" y="22078"/>
                  </a:lnTo>
                  <a:lnTo>
                    <a:pt x="68997" y="22044"/>
                  </a:lnTo>
                  <a:cubicBezTo>
                    <a:pt x="69031" y="22044"/>
                    <a:pt x="69066" y="22010"/>
                    <a:pt x="69066" y="21975"/>
                  </a:cubicBezTo>
                  <a:cubicBezTo>
                    <a:pt x="69066" y="21907"/>
                    <a:pt x="69031" y="21873"/>
                    <a:pt x="68963" y="21873"/>
                  </a:cubicBezTo>
                  <a:close/>
                  <a:moveTo>
                    <a:pt x="68417" y="21941"/>
                  </a:moveTo>
                  <a:lnTo>
                    <a:pt x="68281" y="21975"/>
                  </a:lnTo>
                  <a:cubicBezTo>
                    <a:pt x="68247" y="21975"/>
                    <a:pt x="68213" y="22010"/>
                    <a:pt x="68213" y="22078"/>
                  </a:cubicBezTo>
                  <a:cubicBezTo>
                    <a:pt x="68213" y="22112"/>
                    <a:pt x="68247" y="22146"/>
                    <a:pt x="68315" y="22146"/>
                  </a:cubicBezTo>
                  <a:lnTo>
                    <a:pt x="68417" y="22112"/>
                  </a:lnTo>
                  <a:cubicBezTo>
                    <a:pt x="68486" y="22112"/>
                    <a:pt x="68520" y="22078"/>
                    <a:pt x="68486" y="22044"/>
                  </a:cubicBezTo>
                  <a:cubicBezTo>
                    <a:pt x="68486" y="21975"/>
                    <a:pt x="68451" y="21941"/>
                    <a:pt x="68417" y="21941"/>
                  </a:cubicBezTo>
                  <a:close/>
                  <a:moveTo>
                    <a:pt x="31599" y="21975"/>
                  </a:moveTo>
                  <a:cubicBezTo>
                    <a:pt x="31564" y="21975"/>
                    <a:pt x="31496" y="22010"/>
                    <a:pt x="31496" y="22044"/>
                  </a:cubicBezTo>
                  <a:cubicBezTo>
                    <a:pt x="31496" y="22112"/>
                    <a:pt x="31530" y="22146"/>
                    <a:pt x="31564" y="22146"/>
                  </a:cubicBezTo>
                  <a:lnTo>
                    <a:pt x="31667" y="22180"/>
                  </a:lnTo>
                  <a:lnTo>
                    <a:pt x="31701" y="22180"/>
                  </a:lnTo>
                  <a:cubicBezTo>
                    <a:pt x="31735" y="22180"/>
                    <a:pt x="31769" y="22146"/>
                    <a:pt x="31769" y="22112"/>
                  </a:cubicBezTo>
                  <a:cubicBezTo>
                    <a:pt x="31769" y="22078"/>
                    <a:pt x="31769" y="22010"/>
                    <a:pt x="31701" y="22010"/>
                  </a:cubicBezTo>
                  <a:lnTo>
                    <a:pt x="31599" y="21975"/>
                  </a:lnTo>
                  <a:close/>
                  <a:moveTo>
                    <a:pt x="67870" y="22030"/>
                  </a:moveTo>
                  <a:cubicBezTo>
                    <a:pt x="67858" y="22030"/>
                    <a:pt x="67846" y="22035"/>
                    <a:pt x="67837" y="22044"/>
                  </a:cubicBezTo>
                  <a:lnTo>
                    <a:pt x="67735" y="22044"/>
                  </a:lnTo>
                  <a:cubicBezTo>
                    <a:pt x="67667" y="22044"/>
                    <a:pt x="67632" y="22078"/>
                    <a:pt x="67632" y="22146"/>
                  </a:cubicBezTo>
                  <a:cubicBezTo>
                    <a:pt x="67667" y="22180"/>
                    <a:pt x="67701" y="22214"/>
                    <a:pt x="67735" y="22214"/>
                  </a:cubicBezTo>
                  <a:lnTo>
                    <a:pt x="67871" y="22214"/>
                  </a:lnTo>
                  <a:cubicBezTo>
                    <a:pt x="67905" y="22180"/>
                    <a:pt x="67940" y="22146"/>
                    <a:pt x="67940" y="22112"/>
                  </a:cubicBezTo>
                  <a:cubicBezTo>
                    <a:pt x="67940" y="22062"/>
                    <a:pt x="67903" y="22030"/>
                    <a:pt x="67870" y="22030"/>
                  </a:cubicBezTo>
                  <a:close/>
                  <a:moveTo>
                    <a:pt x="67155" y="22112"/>
                  </a:moveTo>
                  <a:cubicBezTo>
                    <a:pt x="67121" y="22112"/>
                    <a:pt x="67086" y="22180"/>
                    <a:pt x="67086" y="22214"/>
                  </a:cubicBezTo>
                  <a:cubicBezTo>
                    <a:pt x="67086" y="22248"/>
                    <a:pt x="67121" y="22283"/>
                    <a:pt x="67155" y="22283"/>
                  </a:cubicBezTo>
                  <a:lnTo>
                    <a:pt x="67291" y="22283"/>
                  </a:lnTo>
                  <a:cubicBezTo>
                    <a:pt x="67325" y="22283"/>
                    <a:pt x="67359" y="22214"/>
                    <a:pt x="67359" y="22180"/>
                  </a:cubicBezTo>
                  <a:cubicBezTo>
                    <a:pt x="67359" y="22146"/>
                    <a:pt x="67325" y="22112"/>
                    <a:pt x="67257" y="22112"/>
                  </a:cubicBezTo>
                  <a:close/>
                  <a:moveTo>
                    <a:pt x="32145" y="22112"/>
                  </a:moveTo>
                  <a:cubicBezTo>
                    <a:pt x="32110" y="22112"/>
                    <a:pt x="32076" y="22146"/>
                    <a:pt x="32042" y="22180"/>
                  </a:cubicBezTo>
                  <a:cubicBezTo>
                    <a:pt x="32042" y="22214"/>
                    <a:pt x="32076" y="22283"/>
                    <a:pt x="32110" y="22283"/>
                  </a:cubicBezTo>
                  <a:lnTo>
                    <a:pt x="32247" y="22317"/>
                  </a:lnTo>
                  <a:cubicBezTo>
                    <a:pt x="32281" y="22317"/>
                    <a:pt x="32315" y="22283"/>
                    <a:pt x="32349" y="22248"/>
                  </a:cubicBezTo>
                  <a:cubicBezTo>
                    <a:pt x="32349" y="22180"/>
                    <a:pt x="32315" y="22146"/>
                    <a:pt x="32281" y="22146"/>
                  </a:cubicBezTo>
                  <a:lnTo>
                    <a:pt x="32145" y="22112"/>
                  </a:lnTo>
                  <a:close/>
                  <a:moveTo>
                    <a:pt x="66575" y="22180"/>
                  </a:moveTo>
                  <a:cubicBezTo>
                    <a:pt x="66541" y="22180"/>
                    <a:pt x="66506" y="22248"/>
                    <a:pt x="66506" y="22283"/>
                  </a:cubicBezTo>
                  <a:cubicBezTo>
                    <a:pt x="66506" y="22317"/>
                    <a:pt x="66541" y="22351"/>
                    <a:pt x="66609" y="22351"/>
                  </a:cubicBezTo>
                  <a:lnTo>
                    <a:pt x="66711" y="22351"/>
                  </a:lnTo>
                  <a:cubicBezTo>
                    <a:pt x="66779" y="22351"/>
                    <a:pt x="66813" y="22283"/>
                    <a:pt x="66813" y="22248"/>
                  </a:cubicBezTo>
                  <a:cubicBezTo>
                    <a:pt x="66779" y="22214"/>
                    <a:pt x="66745" y="22180"/>
                    <a:pt x="66711" y="22180"/>
                  </a:cubicBezTo>
                  <a:close/>
                  <a:moveTo>
                    <a:pt x="32725" y="22214"/>
                  </a:moveTo>
                  <a:cubicBezTo>
                    <a:pt x="32656" y="22214"/>
                    <a:pt x="32622" y="22248"/>
                    <a:pt x="32622" y="22283"/>
                  </a:cubicBezTo>
                  <a:cubicBezTo>
                    <a:pt x="32588" y="22351"/>
                    <a:pt x="32622" y="22385"/>
                    <a:pt x="32690" y="22385"/>
                  </a:cubicBezTo>
                  <a:lnTo>
                    <a:pt x="32793" y="22419"/>
                  </a:lnTo>
                  <a:lnTo>
                    <a:pt x="32827" y="22419"/>
                  </a:lnTo>
                  <a:cubicBezTo>
                    <a:pt x="32861" y="22419"/>
                    <a:pt x="32895" y="22385"/>
                    <a:pt x="32895" y="22351"/>
                  </a:cubicBezTo>
                  <a:cubicBezTo>
                    <a:pt x="32895" y="22317"/>
                    <a:pt x="32861" y="22248"/>
                    <a:pt x="32827" y="22248"/>
                  </a:cubicBezTo>
                  <a:lnTo>
                    <a:pt x="32725" y="22214"/>
                  </a:lnTo>
                  <a:close/>
                  <a:moveTo>
                    <a:pt x="66029" y="22248"/>
                  </a:moveTo>
                  <a:cubicBezTo>
                    <a:pt x="65960" y="22283"/>
                    <a:pt x="65926" y="22317"/>
                    <a:pt x="65960" y="22351"/>
                  </a:cubicBezTo>
                  <a:cubicBezTo>
                    <a:pt x="65960" y="22385"/>
                    <a:pt x="65995" y="22419"/>
                    <a:pt x="66029" y="22419"/>
                  </a:cubicBezTo>
                  <a:lnTo>
                    <a:pt x="66165" y="22419"/>
                  </a:lnTo>
                  <a:cubicBezTo>
                    <a:pt x="66199" y="22419"/>
                    <a:pt x="66233" y="22385"/>
                    <a:pt x="66233" y="22317"/>
                  </a:cubicBezTo>
                  <a:cubicBezTo>
                    <a:pt x="66233" y="22283"/>
                    <a:pt x="66199" y="22248"/>
                    <a:pt x="66131" y="22248"/>
                  </a:cubicBezTo>
                  <a:close/>
                  <a:moveTo>
                    <a:pt x="65551" y="22317"/>
                  </a:moveTo>
                  <a:lnTo>
                    <a:pt x="65449" y="22351"/>
                  </a:lnTo>
                  <a:cubicBezTo>
                    <a:pt x="65414" y="22351"/>
                    <a:pt x="65380" y="22385"/>
                    <a:pt x="65380" y="22419"/>
                  </a:cubicBezTo>
                  <a:cubicBezTo>
                    <a:pt x="65380" y="22487"/>
                    <a:pt x="65414" y="22521"/>
                    <a:pt x="65449" y="22521"/>
                  </a:cubicBezTo>
                  <a:cubicBezTo>
                    <a:pt x="65483" y="22521"/>
                    <a:pt x="65483" y="22521"/>
                    <a:pt x="65483" y="22487"/>
                  </a:cubicBezTo>
                  <a:lnTo>
                    <a:pt x="65585" y="22487"/>
                  </a:lnTo>
                  <a:cubicBezTo>
                    <a:pt x="65619" y="22487"/>
                    <a:pt x="65653" y="22453"/>
                    <a:pt x="65653" y="22385"/>
                  </a:cubicBezTo>
                  <a:cubicBezTo>
                    <a:pt x="65653" y="22351"/>
                    <a:pt x="65619" y="22317"/>
                    <a:pt x="65551" y="22317"/>
                  </a:cubicBezTo>
                  <a:close/>
                  <a:moveTo>
                    <a:pt x="33271" y="22351"/>
                  </a:moveTo>
                  <a:cubicBezTo>
                    <a:pt x="33236" y="22351"/>
                    <a:pt x="33168" y="22351"/>
                    <a:pt x="33168" y="22419"/>
                  </a:cubicBezTo>
                  <a:cubicBezTo>
                    <a:pt x="33168" y="22453"/>
                    <a:pt x="33202" y="22521"/>
                    <a:pt x="33236" y="22521"/>
                  </a:cubicBezTo>
                  <a:lnTo>
                    <a:pt x="33339" y="22521"/>
                  </a:lnTo>
                  <a:cubicBezTo>
                    <a:pt x="33373" y="22556"/>
                    <a:pt x="33373" y="22556"/>
                    <a:pt x="33373" y="22556"/>
                  </a:cubicBezTo>
                  <a:cubicBezTo>
                    <a:pt x="33407" y="22556"/>
                    <a:pt x="33441" y="22521"/>
                    <a:pt x="33441" y="22487"/>
                  </a:cubicBezTo>
                  <a:cubicBezTo>
                    <a:pt x="33475" y="22419"/>
                    <a:pt x="33441" y="22385"/>
                    <a:pt x="33373" y="22385"/>
                  </a:cubicBezTo>
                  <a:lnTo>
                    <a:pt x="33271" y="22351"/>
                  </a:lnTo>
                  <a:close/>
                  <a:moveTo>
                    <a:pt x="65005" y="22385"/>
                  </a:moveTo>
                  <a:lnTo>
                    <a:pt x="64868" y="22419"/>
                  </a:lnTo>
                  <a:cubicBezTo>
                    <a:pt x="64834" y="22419"/>
                    <a:pt x="64800" y="22453"/>
                    <a:pt x="64800" y="22487"/>
                  </a:cubicBezTo>
                  <a:cubicBezTo>
                    <a:pt x="64800" y="22556"/>
                    <a:pt x="64868" y="22590"/>
                    <a:pt x="64903" y="22590"/>
                  </a:cubicBezTo>
                  <a:lnTo>
                    <a:pt x="65005" y="22556"/>
                  </a:lnTo>
                  <a:cubicBezTo>
                    <a:pt x="65073" y="22556"/>
                    <a:pt x="65107" y="22521"/>
                    <a:pt x="65107" y="22453"/>
                  </a:cubicBezTo>
                  <a:cubicBezTo>
                    <a:pt x="65073" y="22419"/>
                    <a:pt x="65039" y="22385"/>
                    <a:pt x="65005" y="22385"/>
                  </a:cubicBezTo>
                  <a:close/>
                  <a:moveTo>
                    <a:pt x="33851" y="22453"/>
                  </a:moveTo>
                  <a:cubicBezTo>
                    <a:pt x="33782" y="22453"/>
                    <a:pt x="33748" y="22487"/>
                    <a:pt x="33748" y="22521"/>
                  </a:cubicBezTo>
                  <a:cubicBezTo>
                    <a:pt x="33714" y="22590"/>
                    <a:pt x="33748" y="22624"/>
                    <a:pt x="33817" y="22624"/>
                  </a:cubicBezTo>
                  <a:lnTo>
                    <a:pt x="33919" y="22658"/>
                  </a:lnTo>
                  <a:cubicBezTo>
                    <a:pt x="33987" y="22658"/>
                    <a:pt x="34021" y="22624"/>
                    <a:pt x="34021" y="22590"/>
                  </a:cubicBezTo>
                  <a:cubicBezTo>
                    <a:pt x="34021" y="22556"/>
                    <a:pt x="33987" y="22487"/>
                    <a:pt x="33953" y="22487"/>
                  </a:cubicBezTo>
                  <a:lnTo>
                    <a:pt x="33851" y="22453"/>
                  </a:lnTo>
                  <a:close/>
                  <a:moveTo>
                    <a:pt x="64425" y="22453"/>
                  </a:moveTo>
                  <a:lnTo>
                    <a:pt x="64323" y="22487"/>
                  </a:lnTo>
                  <a:cubicBezTo>
                    <a:pt x="64254" y="22487"/>
                    <a:pt x="64220" y="22521"/>
                    <a:pt x="64254" y="22590"/>
                  </a:cubicBezTo>
                  <a:cubicBezTo>
                    <a:pt x="64254" y="22624"/>
                    <a:pt x="64288" y="22658"/>
                    <a:pt x="64323" y="22658"/>
                  </a:cubicBezTo>
                  <a:lnTo>
                    <a:pt x="64459" y="22624"/>
                  </a:lnTo>
                  <a:cubicBezTo>
                    <a:pt x="64493" y="22624"/>
                    <a:pt x="64527" y="22590"/>
                    <a:pt x="64527" y="22521"/>
                  </a:cubicBezTo>
                  <a:cubicBezTo>
                    <a:pt x="64527" y="22487"/>
                    <a:pt x="64493" y="22453"/>
                    <a:pt x="64425" y="22453"/>
                  </a:cubicBezTo>
                  <a:close/>
                  <a:moveTo>
                    <a:pt x="63879" y="22521"/>
                  </a:moveTo>
                  <a:lnTo>
                    <a:pt x="63742" y="22556"/>
                  </a:lnTo>
                  <a:cubicBezTo>
                    <a:pt x="63708" y="22556"/>
                    <a:pt x="63674" y="22590"/>
                    <a:pt x="63674" y="22658"/>
                  </a:cubicBezTo>
                  <a:cubicBezTo>
                    <a:pt x="63674" y="22692"/>
                    <a:pt x="63708" y="22726"/>
                    <a:pt x="63742" y="22726"/>
                  </a:cubicBezTo>
                  <a:lnTo>
                    <a:pt x="63777" y="22726"/>
                  </a:lnTo>
                  <a:lnTo>
                    <a:pt x="63879" y="22692"/>
                  </a:lnTo>
                  <a:cubicBezTo>
                    <a:pt x="63947" y="22692"/>
                    <a:pt x="63947" y="22658"/>
                    <a:pt x="63947" y="22624"/>
                  </a:cubicBezTo>
                  <a:cubicBezTo>
                    <a:pt x="63947" y="22556"/>
                    <a:pt x="63913" y="22521"/>
                    <a:pt x="63879" y="22521"/>
                  </a:cubicBezTo>
                  <a:close/>
                  <a:moveTo>
                    <a:pt x="34397" y="22590"/>
                  </a:moveTo>
                  <a:cubicBezTo>
                    <a:pt x="34363" y="22590"/>
                    <a:pt x="34294" y="22590"/>
                    <a:pt x="34294" y="22658"/>
                  </a:cubicBezTo>
                  <a:cubicBezTo>
                    <a:pt x="34294" y="22692"/>
                    <a:pt x="34328" y="22726"/>
                    <a:pt x="34363" y="22760"/>
                  </a:cubicBezTo>
                  <a:lnTo>
                    <a:pt x="34499" y="22760"/>
                  </a:lnTo>
                  <a:cubicBezTo>
                    <a:pt x="34533" y="22760"/>
                    <a:pt x="34567" y="22760"/>
                    <a:pt x="34567" y="22692"/>
                  </a:cubicBezTo>
                  <a:cubicBezTo>
                    <a:pt x="34601" y="22658"/>
                    <a:pt x="34567" y="22624"/>
                    <a:pt x="34499" y="22590"/>
                  </a:cubicBezTo>
                  <a:close/>
                  <a:moveTo>
                    <a:pt x="63326" y="22610"/>
                  </a:moveTo>
                  <a:cubicBezTo>
                    <a:pt x="63317" y="22610"/>
                    <a:pt x="63308" y="22615"/>
                    <a:pt x="63299" y="22624"/>
                  </a:cubicBezTo>
                  <a:lnTo>
                    <a:pt x="63196" y="22624"/>
                  </a:lnTo>
                  <a:cubicBezTo>
                    <a:pt x="63128" y="22624"/>
                    <a:pt x="63094" y="22658"/>
                    <a:pt x="63094" y="22726"/>
                  </a:cubicBezTo>
                  <a:cubicBezTo>
                    <a:pt x="63128" y="22760"/>
                    <a:pt x="63162" y="22794"/>
                    <a:pt x="63196" y="22794"/>
                  </a:cubicBezTo>
                  <a:lnTo>
                    <a:pt x="63299" y="22794"/>
                  </a:lnTo>
                  <a:cubicBezTo>
                    <a:pt x="63367" y="22760"/>
                    <a:pt x="63401" y="22726"/>
                    <a:pt x="63401" y="22692"/>
                  </a:cubicBezTo>
                  <a:cubicBezTo>
                    <a:pt x="63376" y="22642"/>
                    <a:pt x="63351" y="22610"/>
                    <a:pt x="63326" y="22610"/>
                  </a:cubicBezTo>
                  <a:close/>
                  <a:moveTo>
                    <a:pt x="62766" y="22679"/>
                  </a:moveTo>
                  <a:cubicBezTo>
                    <a:pt x="62753" y="22679"/>
                    <a:pt x="62737" y="22683"/>
                    <a:pt x="62719" y="22692"/>
                  </a:cubicBezTo>
                  <a:lnTo>
                    <a:pt x="62616" y="22692"/>
                  </a:lnTo>
                  <a:cubicBezTo>
                    <a:pt x="62582" y="22692"/>
                    <a:pt x="62548" y="22760"/>
                    <a:pt x="62548" y="22794"/>
                  </a:cubicBezTo>
                  <a:cubicBezTo>
                    <a:pt x="62548" y="22829"/>
                    <a:pt x="62582" y="22863"/>
                    <a:pt x="62616" y="22863"/>
                  </a:cubicBezTo>
                  <a:lnTo>
                    <a:pt x="62753" y="22863"/>
                  </a:lnTo>
                  <a:cubicBezTo>
                    <a:pt x="62787" y="22829"/>
                    <a:pt x="62821" y="22794"/>
                    <a:pt x="62821" y="22760"/>
                  </a:cubicBezTo>
                  <a:cubicBezTo>
                    <a:pt x="62821" y="22710"/>
                    <a:pt x="62803" y="22679"/>
                    <a:pt x="62766" y="22679"/>
                  </a:cubicBezTo>
                  <a:close/>
                  <a:moveTo>
                    <a:pt x="34943" y="22692"/>
                  </a:moveTo>
                  <a:cubicBezTo>
                    <a:pt x="34908" y="22692"/>
                    <a:pt x="34874" y="22726"/>
                    <a:pt x="34840" y="22760"/>
                  </a:cubicBezTo>
                  <a:cubicBezTo>
                    <a:pt x="34840" y="22829"/>
                    <a:pt x="34874" y="22863"/>
                    <a:pt x="34908" y="22863"/>
                  </a:cubicBezTo>
                  <a:lnTo>
                    <a:pt x="35045" y="22897"/>
                  </a:lnTo>
                  <a:cubicBezTo>
                    <a:pt x="35079" y="22897"/>
                    <a:pt x="35113" y="22863"/>
                    <a:pt x="35147" y="22829"/>
                  </a:cubicBezTo>
                  <a:cubicBezTo>
                    <a:pt x="35147" y="22794"/>
                    <a:pt x="35113" y="22726"/>
                    <a:pt x="35079" y="22726"/>
                  </a:cubicBezTo>
                  <a:lnTo>
                    <a:pt x="34943" y="22692"/>
                  </a:lnTo>
                  <a:close/>
                  <a:moveTo>
                    <a:pt x="62036" y="22760"/>
                  </a:moveTo>
                  <a:cubicBezTo>
                    <a:pt x="62002" y="22760"/>
                    <a:pt x="61968" y="22829"/>
                    <a:pt x="61968" y="22863"/>
                  </a:cubicBezTo>
                  <a:cubicBezTo>
                    <a:pt x="61968" y="22897"/>
                    <a:pt x="62002" y="22931"/>
                    <a:pt x="62070" y="22931"/>
                  </a:cubicBezTo>
                  <a:lnTo>
                    <a:pt x="62173" y="22931"/>
                  </a:lnTo>
                  <a:cubicBezTo>
                    <a:pt x="62241" y="22931"/>
                    <a:pt x="62275" y="22863"/>
                    <a:pt x="62241" y="22829"/>
                  </a:cubicBezTo>
                  <a:cubicBezTo>
                    <a:pt x="62241" y="22794"/>
                    <a:pt x="62207" y="22760"/>
                    <a:pt x="62173" y="22760"/>
                  </a:cubicBezTo>
                  <a:close/>
                  <a:moveTo>
                    <a:pt x="35475" y="22815"/>
                  </a:moveTo>
                  <a:cubicBezTo>
                    <a:pt x="35439" y="22815"/>
                    <a:pt x="35420" y="22847"/>
                    <a:pt x="35420" y="22897"/>
                  </a:cubicBezTo>
                  <a:cubicBezTo>
                    <a:pt x="35420" y="22931"/>
                    <a:pt x="35420" y="22965"/>
                    <a:pt x="35489" y="22999"/>
                  </a:cubicBezTo>
                  <a:lnTo>
                    <a:pt x="35625" y="22999"/>
                  </a:lnTo>
                  <a:cubicBezTo>
                    <a:pt x="35659" y="22999"/>
                    <a:pt x="35693" y="22999"/>
                    <a:pt x="35693" y="22931"/>
                  </a:cubicBezTo>
                  <a:cubicBezTo>
                    <a:pt x="35693" y="22897"/>
                    <a:pt x="35659" y="22863"/>
                    <a:pt x="35625" y="22829"/>
                  </a:cubicBezTo>
                  <a:lnTo>
                    <a:pt x="35523" y="22829"/>
                  </a:lnTo>
                  <a:cubicBezTo>
                    <a:pt x="35504" y="22819"/>
                    <a:pt x="35489" y="22815"/>
                    <a:pt x="35475" y="22815"/>
                  </a:cubicBezTo>
                  <a:close/>
                  <a:moveTo>
                    <a:pt x="61490" y="22829"/>
                  </a:moveTo>
                  <a:cubicBezTo>
                    <a:pt x="61422" y="22863"/>
                    <a:pt x="61388" y="22897"/>
                    <a:pt x="61388" y="22931"/>
                  </a:cubicBezTo>
                  <a:cubicBezTo>
                    <a:pt x="61422" y="22965"/>
                    <a:pt x="61456" y="22999"/>
                    <a:pt x="61490" y="22999"/>
                  </a:cubicBezTo>
                  <a:lnTo>
                    <a:pt x="61627" y="22999"/>
                  </a:lnTo>
                  <a:cubicBezTo>
                    <a:pt x="61661" y="22999"/>
                    <a:pt x="61695" y="22931"/>
                    <a:pt x="61695" y="22897"/>
                  </a:cubicBezTo>
                  <a:cubicBezTo>
                    <a:pt x="61695" y="22863"/>
                    <a:pt x="61627" y="22829"/>
                    <a:pt x="61593" y="22829"/>
                  </a:cubicBezTo>
                  <a:close/>
                  <a:moveTo>
                    <a:pt x="60910" y="22897"/>
                  </a:moveTo>
                  <a:cubicBezTo>
                    <a:pt x="60876" y="22931"/>
                    <a:pt x="60842" y="22965"/>
                    <a:pt x="60842" y="22999"/>
                  </a:cubicBezTo>
                  <a:cubicBezTo>
                    <a:pt x="60842" y="23067"/>
                    <a:pt x="60876" y="23067"/>
                    <a:pt x="60910" y="23067"/>
                  </a:cubicBezTo>
                  <a:lnTo>
                    <a:pt x="61047" y="23067"/>
                  </a:lnTo>
                  <a:cubicBezTo>
                    <a:pt x="61081" y="23067"/>
                    <a:pt x="61115" y="23033"/>
                    <a:pt x="61115" y="22965"/>
                  </a:cubicBezTo>
                  <a:cubicBezTo>
                    <a:pt x="61115" y="22931"/>
                    <a:pt x="61081" y="22897"/>
                    <a:pt x="61013" y="22897"/>
                  </a:cubicBezTo>
                  <a:close/>
                  <a:moveTo>
                    <a:pt x="36069" y="22931"/>
                  </a:moveTo>
                  <a:cubicBezTo>
                    <a:pt x="36035" y="22931"/>
                    <a:pt x="36000" y="22965"/>
                    <a:pt x="35966" y="22999"/>
                  </a:cubicBezTo>
                  <a:cubicBezTo>
                    <a:pt x="35966" y="23033"/>
                    <a:pt x="36000" y="23102"/>
                    <a:pt x="36035" y="23102"/>
                  </a:cubicBezTo>
                  <a:lnTo>
                    <a:pt x="36171" y="23136"/>
                  </a:lnTo>
                  <a:cubicBezTo>
                    <a:pt x="36205" y="23136"/>
                    <a:pt x="36239" y="23102"/>
                    <a:pt x="36239" y="23067"/>
                  </a:cubicBezTo>
                  <a:cubicBezTo>
                    <a:pt x="36273" y="22999"/>
                    <a:pt x="36239" y="22965"/>
                    <a:pt x="36205" y="22965"/>
                  </a:cubicBezTo>
                  <a:lnTo>
                    <a:pt x="36069" y="22931"/>
                  </a:lnTo>
                  <a:close/>
                  <a:moveTo>
                    <a:pt x="60467" y="22965"/>
                  </a:moveTo>
                  <a:lnTo>
                    <a:pt x="60330" y="22999"/>
                  </a:lnTo>
                  <a:cubicBezTo>
                    <a:pt x="60296" y="22999"/>
                    <a:pt x="60262" y="23033"/>
                    <a:pt x="60262" y="23067"/>
                  </a:cubicBezTo>
                  <a:cubicBezTo>
                    <a:pt x="60262" y="23136"/>
                    <a:pt x="60296" y="23170"/>
                    <a:pt x="60364" y="23170"/>
                  </a:cubicBezTo>
                  <a:lnTo>
                    <a:pt x="60467" y="23136"/>
                  </a:lnTo>
                  <a:cubicBezTo>
                    <a:pt x="60535" y="23136"/>
                    <a:pt x="60569" y="23102"/>
                    <a:pt x="60535" y="23033"/>
                  </a:cubicBezTo>
                  <a:cubicBezTo>
                    <a:pt x="60535" y="22999"/>
                    <a:pt x="60501" y="22965"/>
                    <a:pt x="60467" y="22965"/>
                  </a:cubicBezTo>
                  <a:close/>
                  <a:moveTo>
                    <a:pt x="36601" y="23054"/>
                  </a:moveTo>
                  <a:cubicBezTo>
                    <a:pt x="36565" y="23054"/>
                    <a:pt x="36546" y="23086"/>
                    <a:pt x="36546" y="23136"/>
                  </a:cubicBezTo>
                  <a:cubicBezTo>
                    <a:pt x="36512" y="23170"/>
                    <a:pt x="36546" y="23204"/>
                    <a:pt x="36615" y="23238"/>
                  </a:cubicBezTo>
                  <a:lnTo>
                    <a:pt x="36717" y="23238"/>
                  </a:lnTo>
                  <a:cubicBezTo>
                    <a:pt x="36785" y="23238"/>
                    <a:pt x="36819" y="23204"/>
                    <a:pt x="36819" y="23170"/>
                  </a:cubicBezTo>
                  <a:cubicBezTo>
                    <a:pt x="36819" y="23136"/>
                    <a:pt x="36785" y="23102"/>
                    <a:pt x="36751" y="23067"/>
                  </a:cubicBezTo>
                  <a:lnTo>
                    <a:pt x="36649" y="23067"/>
                  </a:lnTo>
                  <a:cubicBezTo>
                    <a:pt x="36630" y="23058"/>
                    <a:pt x="36615" y="23054"/>
                    <a:pt x="36601" y="23054"/>
                  </a:cubicBezTo>
                  <a:close/>
                  <a:moveTo>
                    <a:pt x="59887" y="23033"/>
                  </a:moveTo>
                  <a:lnTo>
                    <a:pt x="59784" y="23067"/>
                  </a:lnTo>
                  <a:cubicBezTo>
                    <a:pt x="59716" y="23067"/>
                    <a:pt x="59682" y="23102"/>
                    <a:pt x="59682" y="23136"/>
                  </a:cubicBezTo>
                  <a:cubicBezTo>
                    <a:pt x="59716" y="23204"/>
                    <a:pt x="59750" y="23238"/>
                    <a:pt x="59784" y="23238"/>
                  </a:cubicBezTo>
                  <a:lnTo>
                    <a:pt x="59921" y="23204"/>
                  </a:lnTo>
                  <a:cubicBezTo>
                    <a:pt x="59955" y="23204"/>
                    <a:pt x="59989" y="23170"/>
                    <a:pt x="59989" y="23102"/>
                  </a:cubicBezTo>
                  <a:cubicBezTo>
                    <a:pt x="59989" y="23067"/>
                    <a:pt x="59921" y="23033"/>
                    <a:pt x="59887" y="23033"/>
                  </a:cubicBezTo>
                  <a:close/>
                  <a:moveTo>
                    <a:pt x="59306" y="23102"/>
                  </a:moveTo>
                  <a:lnTo>
                    <a:pt x="59204" y="23136"/>
                  </a:lnTo>
                  <a:cubicBezTo>
                    <a:pt x="59170" y="23136"/>
                    <a:pt x="59136" y="23170"/>
                    <a:pt x="59136" y="23238"/>
                  </a:cubicBezTo>
                  <a:cubicBezTo>
                    <a:pt x="59136" y="23272"/>
                    <a:pt x="59170" y="23306"/>
                    <a:pt x="59204" y="23306"/>
                  </a:cubicBezTo>
                  <a:lnTo>
                    <a:pt x="59238" y="23306"/>
                  </a:lnTo>
                  <a:lnTo>
                    <a:pt x="59341" y="23272"/>
                  </a:lnTo>
                  <a:cubicBezTo>
                    <a:pt x="59375" y="23272"/>
                    <a:pt x="59409" y="23238"/>
                    <a:pt x="59409" y="23204"/>
                  </a:cubicBezTo>
                  <a:cubicBezTo>
                    <a:pt x="59409" y="23136"/>
                    <a:pt x="59375" y="23102"/>
                    <a:pt x="59306" y="23102"/>
                  </a:cubicBezTo>
                  <a:close/>
                  <a:moveTo>
                    <a:pt x="37195" y="23170"/>
                  </a:moveTo>
                  <a:cubicBezTo>
                    <a:pt x="37161" y="23170"/>
                    <a:pt x="37092" y="23204"/>
                    <a:pt x="37092" y="23238"/>
                  </a:cubicBezTo>
                  <a:cubicBezTo>
                    <a:pt x="37092" y="23272"/>
                    <a:pt x="37126" y="23340"/>
                    <a:pt x="37161" y="23340"/>
                  </a:cubicBezTo>
                  <a:lnTo>
                    <a:pt x="37263" y="23374"/>
                  </a:lnTo>
                  <a:lnTo>
                    <a:pt x="37297" y="23374"/>
                  </a:lnTo>
                  <a:cubicBezTo>
                    <a:pt x="37331" y="23374"/>
                    <a:pt x="37365" y="23340"/>
                    <a:pt x="37365" y="23306"/>
                  </a:cubicBezTo>
                  <a:cubicBezTo>
                    <a:pt x="37399" y="23238"/>
                    <a:pt x="37365" y="23204"/>
                    <a:pt x="37297" y="23204"/>
                  </a:cubicBezTo>
                  <a:lnTo>
                    <a:pt x="37195" y="23170"/>
                  </a:lnTo>
                  <a:close/>
                  <a:moveTo>
                    <a:pt x="58760" y="23170"/>
                  </a:moveTo>
                  <a:lnTo>
                    <a:pt x="58624" y="23204"/>
                  </a:lnTo>
                  <a:cubicBezTo>
                    <a:pt x="58590" y="23204"/>
                    <a:pt x="58556" y="23238"/>
                    <a:pt x="58556" y="23306"/>
                  </a:cubicBezTo>
                  <a:cubicBezTo>
                    <a:pt x="58556" y="23340"/>
                    <a:pt x="58590" y="23374"/>
                    <a:pt x="58658" y="23374"/>
                  </a:cubicBezTo>
                  <a:lnTo>
                    <a:pt x="58760" y="23340"/>
                  </a:lnTo>
                  <a:cubicBezTo>
                    <a:pt x="58829" y="23340"/>
                    <a:pt x="58863" y="23306"/>
                    <a:pt x="58863" y="23272"/>
                  </a:cubicBezTo>
                  <a:cubicBezTo>
                    <a:pt x="58829" y="23204"/>
                    <a:pt x="58795" y="23170"/>
                    <a:pt x="58760" y="23170"/>
                  </a:cubicBezTo>
                  <a:close/>
                  <a:moveTo>
                    <a:pt x="58213" y="23259"/>
                  </a:moveTo>
                  <a:cubicBezTo>
                    <a:pt x="58201" y="23259"/>
                    <a:pt x="58190" y="23263"/>
                    <a:pt x="58180" y="23272"/>
                  </a:cubicBezTo>
                  <a:lnTo>
                    <a:pt x="58078" y="23272"/>
                  </a:lnTo>
                  <a:cubicBezTo>
                    <a:pt x="58010" y="23272"/>
                    <a:pt x="57976" y="23306"/>
                    <a:pt x="58010" y="23374"/>
                  </a:cubicBezTo>
                  <a:cubicBezTo>
                    <a:pt x="58010" y="23409"/>
                    <a:pt x="58044" y="23443"/>
                    <a:pt x="58078" y="23443"/>
                  </a:cubicBezTo>
                  <a:lnTo>
                    <a:pt x="58214" y="23443"/>
                  </a:lnTo>
                  <a:cubicBezTo>
                    <a:pt x="58249" y="23409"/>
                    <a:pt x="58283" y="23374"/>
                    <a:pt x="58283" y="23340"/>
                  </a:cubicBezTo>
                  <a:cubicBezTo>
                    <a:pt x="58283" y="23290"/>
                    <a:pt x="58246" y="23259"/>
                    <a:pt x="58213" y="23259"/>
                  </a:cubicBezTo>
                  <a:close/>
                  <a:moveTo>
                    <a:pt x="37712" y="23292"/>
                  </a:moveTo>
                  <a:cubicBezTo>
                    <a:pt x="37690" y="23292"/>
                    <a:pt x="37672" y="23316"/>
                    <a:pt x="37672" y="23340"/>
                  </a:cubicBezTo>
                  <a:cubicBezTo>
                    <a:pt x="37638" y="23409"/>
                    <a:pt x="37672" y="23443"/>
                    <a:pt x="37707" y="23443"/>
                  </a:cubicBezTo>
                  <a:lnTo>
                    <a:pt x="37843" y="23477"/>
                  </a:lnTo>
                  <a:cubicBezTo>
                    <a:pt x="37877" y="23477"/>
                    <a:pt x="37911" y="23443"/>
                    <a:pt x="37945" y="23409"/>
                  </a:cubicBezTo>
                  <a:cubicBezTo>
                    <a:pt x="37945" y="23374"/>
                    <a:pt x="37911" y="23340"/>
                    <a:pt x="37877" y="23306"/>
                  </a:cubicBezTo>
                  <a:lnTo>
                    <a:pt x="37741" y="23306"/>
                  </a:lnTo>
                  <a:cubicBezTo>
                    <a:pt x="37731" y="23296"/>
                    <a:pt x="37721" y="23292"/>
                    <a:pt x="37712" y="23292"/>
                  </a:cubicBezTo>
                  <a:close/>
                  <a:moveTo>
                    <a:pt x="57498" y="23340"/>
                  </a:moveTo>
                  <a:cubicBezTo>
                    <a:pt x="57464" y="23340"/>
                    <a:pt x="57430" y="23409"/>
                    <a:pt x="57430" y="23443"/>
                  </a:cubicBezTo>
                  <a:cubicBezTo>
                    <a:pt x="57430" y="23477"/>
                    <a:pt x="57464" y="23511"/>
                    <a:pt x="57498" y="23511"/>
                  </a:cubicBezTo>
                  <a:lnTo>
                    <a:pt x="57634" y="23511"/>
                  </a:lnTo>
                  <a:cubicBezTo>
                    <a:pt x="57669" y="23511"/>
                    <a:pt x="57703" y="23443"/>
                    <a:pt x="57703" y="23409"/>
                  </a:cubicBezTo>
                  <a:cubicBezTo>
                    <a:pt x="57703" y="23374"/>
                    <a:pt x="57669" y="23340"/>
                    <a:pt x="57600" y="23340"/>
                  </a:cubicBezTo>
                  <a:close/>
                  <a:moveTo>
                    <a:pt x="56918" y="23409"/>
                  </a:moveTo>
                  <a:cubicBezTo>
                    <a:pt x="56884" y="23409"/>
                    <a:pt x="56850" y="23477"/>
                    <a:pt x="56850" y="23511"/>
                  </a:cubicBezTo>
                  <a:cubicBezTo>
                    <a:pt x="56850" y="23545"/>
                    <a:pt x="56918" y="23579"/>
                    <a:pt x="56952" y="23579"/>
                  </a:cubicBezTo>
                  <a:lnTo>
                    <a:pt x="57054" y="23579"/>
                  </a:lnTo>
                  <a:cubicBezTo>
                    <a:pt x="57123" y="23579"/>
                    <a:pt x="57157" y="23511"/>
                    <a:pt x="57157" y="23477"/>
                  </a:cubicBezTo>
                  <a:cubicBezTo>
                    <a:pt x="57123" y="23443"/>
                    <a:pt x="57088" y="23409"/>
                    <a:pt x="57054" y="23409"/>
                  </a:cubicBezTo>
                  <a:close/>
                  <a:moveTo>
                    <a:pt x="38321" y="23409"/>
                  </a:moveTo>
                  <a:cubicBezTo>
                    <a:pt x="38287" y="23409"/>
                    <a:pt x="38218" y="23443"/>
                    <a:pt x="38218" y="23477"/>
                  </a:cubicBezTo>
                  <a:cubicBezTo>
                    <a:pt x="38218" y="23511"/>
                    <a:pt x="38253" y="23579"/>
                    <a:pt x="38287" y="23579"/>
                  </a:cubicBezTo>
                  <a:lnTo>
                    <a:pt x="38389" y="23613"/>
                  </a:lnTo>
                  <a:lnTo>
                    <a:pt x="38423" y="23613"/>
                  </a:lnTo>
                  <a:cubicBezTo>
                    <a:pt x="38457" y="23613"/>
                    <a:pt x="38491" y="23579"/>
                    <a:pt x="38491" y="23545"/>
                  </a:cubicBezTo>
                  <a:cubicBezTo>
                    <a:pt x="38491" y="23477"/>
                    <a:pt x="38491" y="23443"/>
                    <a:pt x="38423" y="23443"/>
                  </a:cubicBezTo>
                  <a:lnTo>
                    <a:pt x="38321" y="23409"/>
                  </a:lnTo>
                  <a:close/>
                  <a:moveTo>
                    <a:pt x="56372" y="23477"/>
                  </a:moveTo>
                  <a:cubicBezTo>
                    <a:pt x="56304" y="23511"/>
                    <a:pt x="56269" y="23545"/>
                    <a:pt x="56304" y="23579"/>
                  </a:cubicBezTo>
                  <a:cubicBezTo>
                    <a:pt x="56304" y="23613"/>
                    <a:pt x="56338" y="23647"/>
                    <a:pt x="56372" y="23647"/>
                  </a:cubicBezTo>
                  <a:lnTo>
                    <a:pt x="56508" y="23647"/>
                  </a:lnTo>
                  <a:cubicBezTo>
                    <a:pt x="56542" y="23647"/>
                    <a:pt x="56577" y="23613"/>
                    <a:pt x="56577" y="23545"/>
                  </a:cubicBezTo>
                  <a:cubicBezTo>
                    <a:pt x="56577" y="23511"/>
                    <a:pt x="56542" y="23477"/>
                    <a:pt x="56474" y="23477"/>
                  </a:cubicBezTo>
                  <a:close/>
                  <a:moveTo>
                    <a:pt x="38867" y="23511"/>
                  </a:moveTo>
                  <a:cubicBezTo>
                    <a:pt x="38833" y="23511"/>
                    <a:pt x="38798" y="23545"/>
                    <a:pt x="38764" y="23579"/>
                  </a:cubicBezTo>
                  <a:cubicBezTo>
                    <a:pt x="38764" y="23647"/>
                    <a:pt x="38798" y="23682"/>
                    <a:pt x="38833" y="23682"/>
                  </a:cubicBezTo>
                  <a:lnTo>
                    <a:pt x="38969" y="23716"/>
                  </a:lnTo>
                  <a:cubicBezTo>
                    <a:pt x="39003" y="23716"/>
                    <a:pt x="39037" y="23682"/>
                    <a:pt x="39071" y="23647"/>
                  </a:cubicBezTo>
                  <a:cubicBezTo>
                    <a:pt x="39071" y="23613"/>
                    <a:pt x="39037" y="23545"/>
                    <a:pt x="39003" y="23545"/>
                  </a:cubicBezTo>
                  <a:lnTo>
                    <a:pt x="38867" y="23511"/>
                  </a:lnTo>
                  <a:close/>
                  <a:moveTo>
                    <a:pt x="55894" y="23545"/>
                  </a:moveTo>
                  <a:lnTo>
                    <a:pt x="55792" y="23579"/>
                  </a:lnTo>
                  <a:cubicBezTo>
                    <a:pt x="55758" y="23579"/>
                    <a:pt x="55724" y="23613"/>
                    <a:pt x="55724" y="23647"/>
                  </a:cubicBezTo>
                  <a:cubicBezTo>
                    <a:pt x="55724" y="23716"/>
                    <a:pt x="55758" y="23750"/>
                    <a:pt x="55792" y="23750"/>
                  </a:cubicBezTo>
                  <a:cubicBezTo>
                    <a:pt x="55826" y="23750"/>
                    <a:pt x="55826" y="23750"/>
                    <a:pt x="55826" y="23716"/>
                  </a:cubicBezTo>
                  <a:lnTo>
                    <a:pt x="55928" y="23716"/>
                  </a:lnTo>
                  <a:cubicBezTo>
                    <a:pt x="55962" y="23716"/>
                    <a:pt x="55997" y="23682"/>
                    <a:pt x="55997" y="23613"/>
                  </a:cubicBezTo>
                  <a:cubicBezTo>
                    <a:pt x="55997" y="23579"/>
                    <a:pt x="55962" y="23545"/>
                    <a:pt x="55894" y="23545"/>
                  </a:cubicBezTo>
                  <a:close/>
                  <a:moveTo>
                    <a:pt x="55348" y="23613"/>
                  </a:moveTo>
                  <a:lnTo>
                    <a:pt x="55246" y="23647"/>
                  </a:lnTo>
                  <a:cubicBezTo>
                    <a:pt x="55178" y="23647"/>
                    <a:pt x="55143" y="23682"/>
                    <a:pt x="55143" y="23716"/>
                  </a:cubicBezTo>
                  <a:cubicBezTo>
                    <a:pt x="55178" y="23784"/>
                    <a:pt x="55212" y="23818"/>
                    <a:pt x="55246" y="23818"/>
                  </a:cubicBezTo>
                  <a:lnTo>
                    <a:pt x="55348" y="23784"/>
                  </a:lnTo>
                  <a:cubicBezTo>
                    <a:pt x="55416" y="23784"/>
                    <a:pt x="55451" y="23750"/>
                    <a:pt x="55451" y="23682"/>
                  </a:cubicBezTo>
                  <a:cubicBezTo>
                    <a:pt x="55416" y="23647"/>
                    <a:pt x="55382" y="23613"/>
                    <a:pt x="55348" y="23613"/>
                  </a:cubicBezTo>
                  <a:close/>
                  <a:moveTo>
                    <a:pt x="39447" y="23647"/>
                  </a:moveTo>
                  <a:cubicBezTo>
                    <a:pt x="39379" y="23647"/>
                    <a:pt x="39344" y="23647"/>
                    <a:pt x="39344" y="23716"/>
                  </a:cubicBezTo>
                  <a:cubicBezTo>
                    <a:pt x="39310" y="23750"/>
                    <a:pt x="39344" y="23818"/>
                    <a:pt x="39413" y="23818"/>
                  </a:cubicBezTo>
                  <a:lnTo>
                    <a:pt x="39515" y="23852"/>
                  </a:lnTo>
                  <a:lnTo>
                    <a:pt x="39549" y="23852"/>
                  </a:lnTo>
                  <a:cubicBezTo>
                    <a:pt x="39583" y="23852"/>
                    <a:pt x="39617" y="23818"/>
                    <a:pt x="39617" y="23784"/>
                  </a:cubicBezTo>
                  <a:cubicBezTo>
                    <a:pt x="39617" y="23716"/>
                    <a:pt x="39583" y="23682"/>
                    <a:pt x="39549" y="23682"/>
                  </a:cubicBezTo>
                  <a:lnTo>
                    <a:pt x="39447" y="23647"/>
                  </a:lnTo>
                  <a:close/>
                  <a:moveTo>
                    <a:pt x="54768" y="23682"/>
                  </a:moveTo>
                  <a:lnTo>
                    <a:pt x="54666" y="23716"/>
                  </a:lnTo>
                  <a:cubicBezTo>
                    <a:pt x="54632" y="23716"/>
                    <a:pt x="54597" y="23750"/>
                    <a:pt x="54597" y="23818"/>
                  </a:cubicBezTo>
                  <a:cubicBezTo>
                    <a:pt x="54597" y="23852"/>
                    <a:pt x="54632" y="23886"/>
                    <a:pt x="54666" y="23886"/>
                  </a:cubicBezTo>
                  <a:lnTo>
                    <a:pt x="54700" y="23886"/>
                  </a:lnTo>
                  <a:lnTo>
                    <a:pt x="54802" y="23852"/>
                  </a:lnTo>
                  <a:cubicBezTo>
                    <a:pt x="54836" y="23852"/>
                    <a:pt x="54870" y="23818"/>
                    <a:pt x="54870" y="23784"/>
                  </a:cubicBezTo>
                  <a:cubicBezTo>
                    <a:pt x="54870" y="23716"/>
                    <a:pt x="54836" y="23682"/>
                    <a:pt x="54768" y="23682"/>
                  </a:cubicBezTo>
                  <a:close/>
                  <a:moveTo>
                    <a:pt x="39993" y="23750"/>
                  </a:moveTo>
                  <a:cubicBezTo>
                    <a:pt x="39959" y="23750"/>
                    <a:pt x="39890" y="23784"/>
                    <a:pt x="39890" y="23818"/>
                  </a:cubicBezTo>
                  <a:cubicBezTo>
                    <a:pt x="39890" y="23886"/>
                    <a:pt x="39925" y="23920"/>
                    <a:pt x="39959" y="23920"/>
                  </a:cubicBezTo>
                  <a:lnTo>
                    <a:pt x="40061" y="23955"/>
                  </a:lnTo>
                  <a:lnTo>
                    <a:pt x="40095" y="23955"/>
                  </a:lnTo>
                  <a:cubicBezTo>
                    <a:pt x="40129" y="23955"/>
                    <a:pt x="40163" y="23920"/>
                    <a:pt x="40163" y="23886"/>
                  </a:cubicBezTo>
                  <a:cubicBezTo>
                    <a:pt x="40198" y="23852"/>
                    <a:pt x="40163" y="23784"/>
                    <a:pt x="40095" y="23784"/>
                  </a:cubicBezTo>
                  <a:lnTo>
                    <a:pt x="39993" y="23750"/>
                  </a:lnTo>
                  <a:close/>
                  <a:moveTo>
                    <a:pt x="54222" y="23750"/>
                  </a:moveTo>
                  <a:lnTo>
                    <a:pt x="54086" y="23784"/>
                  </a:lnTo>
                  <a:cubicBezTo>
                    <a:pt x="54051" y="23784"/>
                    <a:pt x="54017" y="23818"/>
                    <a:pt x="54017" y="23886"/>
                  </a:cubicBezTo>
                  <a:cubicBezTo>
                    <a:pt x="54017" y="23920"/>
                    <a:pt x="54051" y="23955"/>
                    <a:pt x="54120" y="23955"/>
                  </a:cubicBezTo>
                  <a:lnTo>
                    <a:pt x="54222" y="23920"/>
                  </a:lnTo>
                  <a:cubicBezTo>
                    <a:pt x="54290" y="23920"/>
                    <a:pt x="54324" y="23886"/>
                    <a:pt x="54290" y="23852"/>
                  </a:cubicBezTo>
                  <a:cubicBezTo>
                    <a:pt x="54290" y="23784"/>
                    <a:pt x="54256" y="23750"/>
                    <a:pt x="54222" y="23750"/>
                  </a:cubicBezTo>
                  <a:close/>
                  <a:moveTo>
                    <a:pt x="53675" y="23839"/>
                  </a:moveTo>
                  <a:cubicBezTo>
                    <a:pt x="53663" y="23839"/>
                    <a:pt x="53651" y="23843"/>
                    <a:pt x="53642" y="23852"/>
                  </a:cubicBezTo>
                  <a:lnTo>
                    <a:pt x="53540" y="23852"/>
                  </a:lnTo>
                  <a:cubicBezTo>
                    <a:pt x="53471" y="23852"/>
                    <a:pt x="53437" y="23886"/>
                    <a:pt x="53437" y="23955"/>
                  </a:cubicBezTo>
                  <a:cubicBezTo>
                    <a:pt x="53471" y="23989"/>
                    <a:pt x="53506" y="24023"/>
                    <a:pt x="53540" y="24023"/>
                  </a:cubicBezTo>
                  <a:lnTo>
                    <a:pt x="53676" y="24023"/>
                  </a:lnTo>
                  <a:cubicBezTo>
                    <a:pt x="53710" y="23989"/>
                    <a:pt x="53744" y="23955"/>
                    <a:pt x="53744" y="23920"/>
                  </a:cubicBezTo>
                  <a:cubicBezTo>
                    <a:pt x="53744" y="23870"/>
                    <a:pt x="53708" y="23839"/>
                    <a:pt x="53675" y="23839"/>
                  </a:cubicBezTo>
                  <a:close/>
                  <a:moveTo>
                    <a:pt x="40573" y="23886"/>
                  </a:moveTo>
                  <a:cubicBezTo>
                    <a:pt x="40505" y="23886"/>
                    <a:pt x="40471" y="23886"/>
                    <a:pt x="40471" y="23955"/>
                  </a:cubicBezTo>
                  <a:cubicBezTo>
                    <a:pt x="40436" y="23989"/>
                    <a:pt x="40471" y="24023"/>
                    <a:pt x="40539" y="24057"/>
                  </a:cubicBezTo>
                  <a:lnTo>
                    <a:pt x="40641" y="24057"/>
                  </a:lnTo>
                  <a:cubicBezTo>
                    <a:pt x="40641" y="24057"/>
                    <a:pt x="40641" y="24091"/>
                    <a:pt x="40641" y="24091"/>
                  </a:cubicBezTo>
                  <a:cubicBezTo>
                    <a:pt x="40709" y="24091"/>
                    <a:pt x="40744" y="24057"/>
                    <a:pt x="40744" y="23989"/>
                  </a:cubicBezTo>
                  <a:cubicBezTo>
                    <a:pt x="40744" y="23955"/>
                    <a:pt x="40709" y="23920"/>
                    <a:pt x="40675" y="23920"/>
                  </a:cubicBezTo>
                  <a:lnTo>
                    <a:pt x="40573" y="23886"/>
                  </a:lnTo>
                  <a:close/>
                  <a:moveTo>
                    <a:pt x="53109" y="23907"/>
                  </a:moveTo>
                  <a:cubicBezTo>
                    <a:pt x="53096" y="23907"/>
                    <a:pt x="53080" y="23911"/>
                    <a:pt x="53062" y="23920"/>
                  </a:cubicBezTo>
                  <a:lnTo>
                    <a:pt x="52960" y="23920"/>
                  </a:lnTo>
                  <a:cubicBezTo>
                    <a:pt x="52925" y="23920"/>
                    <a:pt x="52891" y="23989"/>
                    <a:pt x="52891" y="24023"/>
                  </a:cubicBezTo>
                  <a:cubicBezTo>
                    <a:pt x="52891" y="24057"/>
                    <a:pt x="52925" y="24091"/>
                    <a:pt x="52960" y="24091"/>
                  </a:cubicBezTo>
                  <a:lnTo>
                    <a:pt x="53096" y="24091"/>
                  </a:lnTo>
                  <a:cubicBezTo>
                    <a:pt x="53130" y="24057"/>
                    <a:pt x="53164" y="24023"/>
                    <a:pt x="53164" y="23989"/>
                  </a:cubicBezTo>
                  <a:cubicBezTo>
                    <a:pt x="53164" y="23939"/>
                    <a:pt x="53146" y="23907"/>
                    <a:pt x="53109" y="23907"/>
                  </a:cubicBezTo>
                  <a:close/>
                  <a:moveTo>
                    <a:pt x="52379" y="23989"/>
                  </a:moveTo>
                  <a:cubicBezTo>
                    <a:pt x="52345" y="23989"/>
                    <a:pt x="52311" y="24057"/>
                    <a:pt x="52311" y="24091"/>
                  </a:cubicBezTo>
                  <a:cubicBezTo>
                    <a:pt x="52311" y="24125"/>
                    <a:pt x="52345" y="24159"/>
                    <a:pt x="52414" y="24159"/>
                  </a:cubicBezTo>
                  <a:lnTo>
                    <a:pt x="52516" y="24159"/>
                  </a:lnTo>
                  <a:cubicBezTo>
                    <a:pt x="52584" y="24159"/>
                    <a:pt x="52618" y="24091"/>
                    <a:pt x="52584" y="24057"/>
                  </a:cubicBezTo>
                  <a:cubicBezTo>
                    <a:pt x="52584" y="24023"/>
                    <a:pt x="52550" y="23989"/>
                    <a:pt x="52516" y="23989"/>
                  </a:cubicBezTo>
                  <a:close/>
                  <a:moveTo>
                    <a:pt x="41119" y="23989"/>
                  </a:moveTo>
                  <a:cubicBezTo>
                    <a:pt x="41085" y="23989"/>
                    <a:pt x="41016" y="24023"/>
                    <a:pt x="41016" y="24057"/>
                  </a:cubicBezTo>
                  <a:cubicBezTo>
                    <a:pt x="41016" y="24125"/>
                    <a:pt x="41051" y="24159"/>
                    <a:pt x="41085" y="24159"/>
                  </a:cubicBezTo>
                  <a:lnTo>
                    <a:pt x="41187" y="24193"/>
                  </a:lnTo>
                  <a:lnTo>
                    <a:pt x="41221" y="24193"/>
                  </a:lnTo>
                  <a:cubicBezTo>
                    <a:pt x="41255" y="24193"/>
                    <a:pt x="41289" y="24159"/>
                    <a:pt x="41289" y="24125"/>
                  </a:cubicBezTo>
                  <a:cubicBezTo>
                    <a:pt x="41324" y="24091"/>
                    <a:pt x="41289" y="24023"/>
                    <a:pt x="41221" y="24023"/>
                  </a:cubicBezTo>
                  <a:lnTo>
                    <a:pt x="41119" y="23989"/>
                  </a:lnTo>
                  <a:close/>
                  <a:moveTo>
                    <a:pt x="51833" y="24057"/>
                  </a:moveTo>
                  <a:cubicBezTo>
                    <a:pt x="51765" y="24091"/>
                    <a:pt x="51731" y="24125"/>
                    <a:pt x="51731" y="24159"/>
                  </a:cubicBezTo>
                  <a:cubicBezTo>
                    <a:pt x="51765" y="24193"/>
                    <a:pt x="51799" y="24228"/>
                    <a:pt x="51833" y="24228"/>
                  </a:cubicBezTo>
                  <a:lnTo>
                    <a:pt x="51970" y="24228"/>
                  </a:lnTo>
                  <a:cubicBezTo>
                    <a:pt x="52004" y="24228"/>
                    <a:pt x="52038" y="24159"/>
                    <a:pt x="52038" y="24125"/>
                  </a:cubicBezTo>
                  <a:cubicBezTo>
                    <a:pt x="52038" y="24091"/>
                    <a:pt x="51970" y="24057"/>
                    <a:pt x="51936" y="24057"/>
                  </a:cubicBezTo>
                  <a:close/>
                  <a:moveTo>
                    <a:pt x="41637" y="24112"/>
                  </a:moveTo>
                  <a:cubicBezTo>
                    <a:pt x="41612" y="24112"/>
                    <a:pt x="41587" y="24143"/>
                    <a:pt x="41562" y="24193"/>
                  </a:cubicBezTo>
                  <a:cubicBezTo>
                    <a:pt x="41562" y="24228"/>
                    <a:pt x="41597" y="24262"/>
                    <a:pt x="41631" y="24296"/>
                  </a:cubicBezTo>
                  <a:lnTo>
                    <a:pt x="41767" y="24296"/>
                  </a:lnTo>
                  <a:cubicBezTo>
                    <a:pt x="41801" y="24296"/>
                    <a:pt x="41835" y="24296"/>
                    <a:pt x="41870" y="24228"/>
                  </a:cubicBezTo>
                  <a:cubicBezTo>
                    <a:pt x="41870" y="24193"/>
                    <a:pt x="41835" y="24159"/>
                    <a:pt x="41801" y="24125"/>
                  </a:cubicBezTo>
                  <a:lnTo>
                    <a:pt x="41665" y="24125"/>
                  </a:lnTo>
                  <a:cubicBezTo>
                    <a:pt x="41656" y="24116"/>
                    <a:pt x="41647" y="24112"/>
                    <a:pt x="41637" y="24112"/>
                  </a:cubicBezTo>
                  <a:close/>
                  <a:moveTo>
                    <a:pt x="51253" y="24125"/>
                  </a:moveTo>
                  <a:cubicBezTo>
                    <a:pt x="51219" y="24159"/>
                    <a:pt x="51185" y="24193"/>
                    <a:pt x="51185" y="24228"/>
                  </a:cubicBezTo>
                  <a:cubicBezTo>
                    <a:pt x="51185" y="24296"/>
                    <a:pt x="51219" y="24296"/>
                    <a:pt x="51253" y="24296"/>
                  </a:cubicBezTo>
                  <a:lnTo>
                    <a:pt x="51390" y="24296"/>
                  </a:lnTo>
                  <a:cubicBezTo>
                    <a:pt x="51424" y="24296"/>
                    <a:pt x="51458" y="24262"/>
                    <a:pt x="51458" y="24193"/>
                  </a:cubicBezTo>
                  <a:cubicBezTo>
                    <a:pt x="51458" y="24159"/>
                    <a:pt x="51424" y="24125"/>
                    <a:pt x="51356" y="24125"/>
                  </a:cubicBezTo>
                  <a:close/>
                  <a:moveTo>
                    <a:pt x="50810" y="24193"/>
                  </a:moveTo>
                  <a:lnTo>
                    <a:pt x="50673" y="24228"/>
                  </a:lnTo>
                  <a:cubicBezTo>
                    <a:pt x="50639" y="24228"/>
                    <a:pt x="50605" y="24262"/>
                    <a:pt x="50605" y="24296"/>
                  </a:cubicBezTo>
                  <a:cubicBezTo>
                    <a:pt x="50605" y="24364"/>
                    <a:pt x="50639" y="24398"/>
                    <a:pt x="50707" y="24398"/>
                  </a:cubicBezTo>
                  <a:lnTo>
                    <a:pt x="50810" y="24364"/>
                  </a:lnTo>
                  <a:cubicBezTo>
                    <a:pt x="50878" y="24364"/>
                    <a:pt x="50912" y="24330"/>
                    <a:pt x="50912" y="24262"/>
                  </a:cubicBezTo>
                  <a:cubicBezTo>
                    <a:pt x="50878" y="24228"/>
                    <a:pt x="50844" y="24193"/>
                    <a:pt x="50810" y="24193"/>
                  </a:cubicBezTo>
                  <a:close/>
                  <a:moveTo>
                    <a:pt x="42245" y="24228"/>
                  </a:moveTo>
                  <a:cubicBezTo>
                    <a:pt x="42177" y="24228"/>
                    <a:pt x="42143" y="24262"/>
                    <a:pt x="42143" y="24296"/>
                  </a:cubicBezTo>
                  <a:cubicBezTo>
                    <a:pt x="42143" y="24364"/>
                    <a:pt x="42143" y="24398"/>
                    <a:pt x="42211" y="24398"/>
                  </a:cubicBezTo>
                  <a:lnTo>
                    <a:pt x="42313" y="24432"/>
                  </a:lnTo>
                  <a:lnTo>
                    <a:pt x="42347" y="24432"/>
                  </a:lnTo>
                  <a:cubicBezTo>
                    <a:pt x="42381" y="24432"/>
                    <a:pt x="42416" y="24398"/>
                    <a:pt x="42416" y="24364"/>
                  </a:cubicBezTo>
                  <a:cubicBezTo>
                    <a:pt x="42416" y="24330"/>
                    <a:pt x="42381" y="24262"/>
                    <a:pt x="42347" y="24262"/>
                  </a:cubicBezTo>
                  <a:lnTo>
                    <a:pt x="42245" y="24228"/>
                  </a:lnTo>
                  <a:close/>
                  <a:moveTo>
                    <a:pt x="50230" y="24262"/>
                  </a:moveTo>
                  <a:lnTo>
                    <a:pt x="50127" y="24296"/>
                  </a:lnTo>
                  <a:cubicBezTo>
                    <a:pt x="50059" y="24296"/>
                    <a:pt x="50025" y="24330"/>
                    <a:pt x="50059" y="24364"/>
                  </a:cubicBezTo>
                  <a:cubicBezTo>
                    <a:pt x="50059" y="24432"/>
                    <a:pt x="50093" y="24466"/>
                    <a:pt x="50127" y="24466"/>
                  </a:cubicBezTo>
                  <a:lnTo>
                    <a:pt x="50264" y="24432"/>
                  </a:lnTo>
                  <a:cubicBezTo>
                    <a:pt x="50298" y="24432"/>
                    <a:pt x="50332" y="24398"/>
                    <a:pt x="50332" y="24330"/>
                  </a:cubicBezTo>
                  <a:cubicBezTo>
                    <a:pt x="50332" y="24296"/>
                    <a:pt x="50264" y="24262"/>
                    <a:pt x="50230" y="24262"/>
                  </a:cubicBezTo>
                  <a:close/>
                  <a:moveTo>
                    <a:pt x="42763" y="24351"/>
                  </a:moveTo>
                  <a:cubicBezTo>
                    <a:pt x="42738" y="24351"/>
                    <a:pt x="42714" y="24382"/>
                    <a:pt x="42689" y="24432"/>
                  </a:cubicBezTo>
                  <a:cubicBezTo>
                    <a:pt x="42689" y="24466"/>
                    <a:pt x="42723" y="24501"/>
                    <a:pt x="42757" y="24535"/>
                  </a:cubicBezTo>
                  <a:lnTo>
                    <a:pt x="42893" y="24535"/>
                  </a:lnTo>
                  <a:cubicBezTo>
                    <a:pt x="42927" y="24535"/>
                    <a:pt x="42962" y="24535"/>
                    <a:pt x="42962" y="24466"/>
                  </a:cubicBezTo>
                  <a:cubicBezTo>
                    <a:pt x="42996" y="24432"/>
                    <a:pt x="42962" y="24398"/>
                    <a:pt x="42927" y="24364"/>
                  </a:cubicBezTo>
                  <a:lnTo>
                    <a:pt x="42791" y="24364"/>
                  </a:lnTo>
                  <a:cubicBezTo>
                    <a:pt x="42782" y="24355"/>
                    <a:pt x="42773" y="24351"/>
                    <a:pt x="42763" y="24351"/>
                  </a:cubicBezTo>
                  <a:close/>
                  <a:moveTo>
                    <a:pt x="49650" y="24330"/>
                  </a:moveTo>
                  <a:lnTo>
                    <a:pt x="49547" y="24364"/>
                  </a:lnTo>
                  <a:cubicBezTo>
                    <a:pt x="49513" y="24364"/>
                    <a:pt x="49479" y="24398"/>
                    <a:pt x="49479" y="24466"/>
                  </a:cubicBezTo>
                  <a:cubicBezTo>
                    <a:pt x="49479" y="24501"/>
                    <a:pt x="49513" y="24535"/>
                    <a:pt x="49547" y="24535"/>
                  </a:cubicBezTo>
                  <a:lnTo>
                    <a:pt x="49581" y="24535"/>
                  </a:lnTo>
                  <a:lnTo>
                    <a:pt x="49684" y="24501"/>
                  </a:lnTo>
                  <a:cubicBezTo>
                    <a:pt x="49718" y="24501"/>
                    <a:pt x="49752" y="24466"/>
                    <a:pt x="49752" y="24432"/>
                  </a:cubicBezTo>
                  <a:cubicBezTo>
                    <a:pt x="49752" y="24364"/>
                    <a:pt x="49718" y="24330"/>
                    <a:pt x="49650" y="24330"/>
                  </a:cubicBezTo>
                  <a:close/>
                  <a:moveTo>
                    <a:pt x="49104" y="24398"/>
                  </a:moveTo>
                  <a:lnTo>
                    <a:pt x="48967" y="24432"/>
                  </a:lnTo>
                  <a:cubicBezTo>
                    <a:pt x="48933" y="24432"/>
                    <a:pt x="48899" y="24466"/>
                    <a:pt x="48899" y="24535"/>
                  </a:cubicBezTo>
                  <a:cubicBezTo>
                    <a:pt x="48899" y="24569"/>
                    <a:pt x="48967" y="24603"/>
                    <a:pt x="49001" y="24603"/>
                  </a:cubicBezTo>
                  <a:lnTo>
                    <a:pt x="49104" y="24569"/>
                  </a:lnTo>
                  <a:cubicBezTo>
                    <a:pt x="49172" y="24569"/>
                    <a:pt x="49206" y="24535"/>
                    <a:pt x="49206" y="24501"/>
                  </a:cubicBezTo>
                  <a:cubicBezTo>
                    <a:pt x="49172" y="24432"/>
                    <a:pt x="49138" y="24398"/>
                    <a:pt x="49104" y="24398"/>
                  </a:cubicBezTo>
                  <a:close/>
                  <a:moveTo>
                    <a:pt x="43371" y="24466"/>
                  </a:moveTo>
                  <a:cubicBezTo>
                    <a:pt x="43303" y="24466"/>
                    <a:pt x="43269" y="24501"/>
                    <a:pt x="43269" y="24535"/>
                  </a:cubicBezTo>
                  <a:cubicBezTo>
                    <a:pt x="43234" y="24569"/>
                    <a:pt x="43269" y="24637"/>
                    <a:pt x="43337" y="24637"/>
                  </a:cubicBezTo>
                  <a:lnTo>
                    <a:pt x="43439" y="24671"/>
                  </a:lnTo>
                  <a:cubicBezTo>
                    <a:pt x="43507" y="24671"/>
                    <a:pt x="43542" y="24637"/>
                    <a:pt x="43542" y="24603"/>
                  </a:cubicBezTo>
                  <a:cubicBezTo>
                    <a:pt x="43542" y="24535"/>
                    <a:pt x="43507" y="24501"/>
                    <a:pt x="43473" y="24501"/>
                  </a:cubicBezTo>
                  <a:lnTo>
                    <a:pt x="43371" y="24466"/>
                  </a:lnTo>
                  <a:close/>
                  <a:moveTo>
                    <a:pt x="48571" y="24487"/>
                  </a:moveTo>
                  <a:cubicBezTo>
                    <a:pt x="48558" y="24487"/>
                    <a:pt x="48542" y="24491"/>
                    <a:pt x="48524" y="24501"/>
                  </a:cubicBezTo>
                  <a:lnTo>
                    <a:pt x="48421" y="24501"/>
                  </a:lnTo>
                  <a:cubicBezTo>
                    <a:pt x="48353" y="24501"/>
                    <a:pt x="48319" y="24535"/>
                    <a:pt x="48353" y="24603"/>
                  </a:cubicBezTo>
                  <a:cubicBezTo>
                    <a:pt x="48353" y="24637"/>
                    <a:pt x="48387" y="24671"/>
                    <a:pt x="48421" y="24671"/>
                  </a:cubicBezTo>
                  <a:lnTo>
                    <a:pt x="48558" y="24671"/>
                  </a:lnTo>
                  <a:cubicBezTo>
                    <a:pt x="48592" y="24637"/>
                    <a:pt x="48626" y="24603"/>
                    <a:pt x="48626" y="24569"/>
                  </a:cubicBezTo>
                  <a:cubicBezTo>
                    <a:pt x="48626" y="24519"/>
                    <a:pt x="48608" y="24487"/>
                    <a:pt x="48571" y="24487"/>
                  </a:cubicBezTo>
                  <a:close/>
                  <a:moveTo>
                    <a:pt x="47841" y="24569"/>
                  </a:moveTo>
                  <a:cubicBezTo>
                    <a:pt x="47807" y="24569"/>
                    <a:pt x="47773" y="24637"/>
                    <a:pt x="47773" y="24671"/>
                  </a:cubicBezTo>
                  <a:cubicBezTo>
                    <a:pt x="47773" y="24705"/>
                    <a:pt x="47807" y="24739"/>
                    <a:pt x="47841" y="24739"/>
                  </a:cubicBezTo>
                  <a:lnTo>
                    <a:pt x="47978" y="24739"/>
                  </a:lnTo>
                  <a:cubicBezTo>
                    <a:pt x="48012" y="24739"/>
                    <a:pt x="48046" y="24671"/>
                    <a:pt x="48046" y="24637"/>
                  </a:cubicBezTo>
                  <a:cubicBezTo>
                    <a:pt x="48046" y="24603"/>
                    <a:pt x="48012" y="24569"/>
                    <a:pt x="47943" y="24569"/>
                  </a:cubicBezTo>
                  <a:close/>
                  <a:moveTo>
                    <a:pt x="43884" y="24590"/>
                  </a:moveTo>
                  <a:cubicBezTo>
                    <a:pt x="43851" y="24590"/>
                    <a:pt x="43815" y="24621"/>
                    <a:pt x="43815" y="24671"/>
                  </a:cubicBezTo>
                  <a:cubicBezTo>
                    <a:pt x="43815" y="24705"/>
                    <a:pt x="43849" y="24739"/>
                    <a:pt x="43883" y="24774"/>
                  </a:cubicBezTo>
                  <a:lnTo>
                    <a:pt x="44019" y="24774"/>
                  </a:lnTo>
                  <a:cubicBezTo>
                    <a:pt x="44053" y="24774"/>
                    <a:pt x="44088" y="24739"/>
                    <a:pt x="44088" y="24705"/>
                  </a:cubicBezTo>
                  <a:cubicBezTo>
                    <a:pt x="44122" y="24671"/>
                    <a:pt x="44088" y="24637"/>
                    <a:pt x="44019" y="24603"/>
                  </a:cubicBezTo>
                  <a:lnTo>
                    <a:pt x="43917" y="24603"/>
                  </a:lnTo>
                  <a:cubicBezTo>
                    <a:pt x="43908" y="24594"/>
                    <a:pt x="43896" y="24590"/>
                    <a:pt x="43884" y="24590"/>
                  </a:cubicBezTo>
                  <a:close/>
                  <a:moveTo>
                    <a:pt x="47295" y="24637"/>
                  </a:moveTo>
                  <a:cubicBezTo>
                    <a:pt x="47227" y="24637"/>
                    <a:pt x="47193" y="24705"/>
                    <a:pt x="47193" y="24739"/>
                  </a:cubicBezTo>
                  <a:cubicBezTo>
                    <a:pt x="47227" y="24774"/>
                    <a:pt x="47261" y="24808"/>
                    <a:pt x="47295" y="24808"/>
                  </a:cubicBezTo>
                  <a:lnTo>
                    <a:pt x="47397" y="24808"/>
                  </a:lnTo>
                  <a:cubicBezTo>
                    <a:pt x="47466" y="24808"/>
                    <a:pt x="47500" y="24739"/>
                    <a:pt x="47500" y="24705"/>
                  </a:cubicBezTo>
                  <a:cubicBezTo>
                    <a:pt x="47466" y="24671"/>
                    <a:pt x="47432" y="24637"/>
                    <a:pt x="47397" y="24637"/>
                  </a:cubicBezTo>
                  <a:close/>
                  <a:moveTo>
                    <a:pt x="46715" y="24705"/>
                  </a:moveTo>
                  <a:cubicBezTo>
                    <a:pt x="46681" y="24739"/>
                    <a:pt x="46647" y="24774"/>
                    <a:pt x="46647" y="24808"/>
                  </a:cubicBezTo>
                  <a:cubicBezTo>
                    <a:pt x="46647" y="24842"/>
                    <a:pt x="46681" y="24876"/>
                    <a:pt x="46715" y="24876"/>
                  </a:cubicBezTo>
                  <a:lnTo>
                    <a:pt x="46852" y="24876"/>
                  </a:lnTo>
                  <a:cubicBezTo>
                    <a:pt x="46886" y="24876"/>
                    <a:pt x="46920" y="24842"/>
                    <a:pt x="46920" y="24774"/>
                  </a:cubicBezTo>
                  <a:cubicBezTo>
                    <a:pt x="46920" y="24739"/>
                    <a:pt x="46886" y="24705"/>
                    <a:pt x="46817" y="24705"/>
                  </a:cubicBezTo>
                  <a:close/>
                  <a:moveTo>
                    <a:pt x="44497" y="24705"/>
                  </a:moveTo>
                  <a:cubicBezTo>
                    <a:pt x="44429" y="24705"/>
                    <a:pt x="44395" y="24739"/>
                    <a:pt x="44395" y="24774"/>
                  </a:cubicBezTo>
                  <a:cubicBezTo>
                    <a:pt x="44361" y="24808"/>
                    <a:pt x="44395" y="24876"/>
                    <a:pt x="44429" y="24876"/>
                  </a:cubicBezTo>
                  <a:lnTo>
                    <a:pt x="44565" y="24910"/>
                  </a:lnTo>
                  <a:cubicBezTo>
                    <a:pt x="44599" y="24910"/>
                    <a:pt x="44634" y="24876"/>
                    <a:pt x="44668" y="24842"/>
                  </a:cubicBezTo>
                  <a:cubicBezTo>
                    <a:pt x="44668" y="24774"/>
                    <a:pt x="44634" y="24739"/>
                    <a:pt x="44599" y="24739"/>
                  </a:cubicBezTo>
                  <a:lnTo>
                    <a:pt x="44497" y="24705"/>
                  </a:lnTo>
                  <a:close/>
                  <a:moveTo>
                    <a:pt x="46271" y="24774"/>
                  </a:moveTo>
                  <a:lnTo>
                    <a:pt x="46135" y="24808"/>
                  </a:lnTo>
                  <a:cubicBezTo>
                    <a:pt x="46101" y="24808"/>
                    <a:pt x="46067" y="24842"/>
                    <a:pt x="46067" y="24876"/>
                  </a:cubicBezTo>
                  <a:cubicBezTo>
                    <a:pt x="46067" y="24944"/>
                    <a:pt x="46101" y="24978"/>
                    <a:pt x="46169" y="24978"/>
                  </a:cubicBezTo>
                  <a:lnTo>
                    <a:pt x="46271" y="24944"/>
                  </a:lnTo>
                  <a:cubicBezTo>
                    <a:pt x="46340" y="24944"/>
                    <a:pt x="46374" y="24910"/>
                    <a:pt x="46340" y="24842"/>
                  </a:cubicBezTo>
                  <a:cubicBezTo>
                    <a:pt x="46340" y="24808"/>
                    <a:pt x="46306" y="24774"/>
                    <a:pt x="46271" y="24774"/>
                  </a:cubicBezTo>
                  <a:close/>
                  <a:moveTo>
                    <a:pt x="45007" y="24828"/>
                  </a:moveTo>
                  <a:cubicBezTo>
                    <a:pt x="44975" y="24828"/>
                    <a:pt x="44941" y="24852"/>
                    <a:pt x="44941" y="24876"/>
                  </a:cubicBezTo>
                  <a:cubicBezTo>
                    <a:pt x="44941" y="24944"/>
                    <a:pt x="44975" y="24978"/>
                    <a:pt x="45009" y="24978"/>
                  </a:cubicBezTo>
                  <a:lnTo>
                    <a:pt x="45111" y="25012"/>
                  </a:lnTo>
                  <a:lnTo>
                    <a:pt x="45145" y="25012"/>
                  </a:lnTo>
                  <a:cubicBezTo>
                    <a:pt x="45180" y="25012"/>
                    <a:pt x="45214" y="24978"/>
                    <a:pt x="45214" y="24944"/>
                  </a:cubicBezTo>
                  <a:cubicBezTo>
                    <a:pt x="45214" y="24910"/>
                    <a:pt x="45214" y="24842"/>
                    <a:pt x="45145" y="24842"/>
                  </a:cubicBezTo>
                  <a:lnTo>
                    <a:pt x="45043" y="24842"/>
                  </a:lnTo>
                  <a:cubicBezTo>
                    <a:pt x="45033" y="24832"/>
                    <a:pt x="45020" y="24828"/>
                    <a:pt x="45007" y="24828"/>
                  </a:cubicBezTo>
                  <a:close/>
                  <a:moveTo>
                    <a:pt x="45691" y="24842"/>
                  </a:moveTo>
                  <a:lnTo>
                    <a:pt x="45589" y="24876"/>
                  </a:lnTo>
                  <a:cubicBezTo>
                    <a:pt x="45521" y="24876"/>
                    <a:pt x="45487" y="24910"/>
                    <a:pt x="45487" y="24944"/>
                  </a:cubicBezTo>
                  <a:cubicBezTo>
                    <a:pt x="45521" y="25012"/>
                    <a:pt x="45555" y="25047"/>
                    <a:pt x="45589" y="25047"/>
                  </a:cubicBezTo>
                  <a:lnTo>
                    <a:pt x="45725" y="25012"/>
                  </a:lnTo>
                  <a:cubicBezTo>
                    <a:pt x="45760" y="25012"/>
                    <a:pt x="45794" y="24978"/>
                    <a:pt x="45794" y="24910"/>
                  </a:cubicBezTo>
                  <a:cubicBezTo>
                    <a:pt x="45794" y="24876"/>
                    <a:pt x="45725" y="24842"/>
                    <a:pt x="45691" y="2484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8" name="Google Shape;1790;p45">
              <a:extLst>
                <a:ext uri="{FF2B5EF4-FFF2-40B4-BE49-F238E27FC236}">
                  <a16:creationId xmlns:a16="http://schemas.microsoft.com/office/drawing/2014/main" id="{4091001B-CA01-7E72-EDA9-4633EF24DB84}"/>
                </a:ext>
              </a:extLst>
            </p:cNvPr>
            <p:cNvSpPr/>
            <p:nvPr/>
          </p:nvSpPr>
          <p:spPr>
            <a:xfrm>
              <a:off x="1543551" y="1357563"/>
              <a:ext cx="2169534" cy="332626"/>
            </a:xfrm>
            <a:custGeom>
              <a:avLst/>
              <a:gdLst/>
              <a:ahLst/>
              <a:cxnLst/>
              <a:rect l="l" t="t" r="r" b="b"/>
              <a:pathLst>
                <a:path w="97354" h="14926" extrusionOk="0">
                  <a:moveTo>
                    <a:pt x="66773" y="1"/>
                  </a:moveTo>
                  <a:cubicBezTo>
                    <a:pt x="66763" y="1"/>
                    <a:pt x="66754" y="5"/>
                    <a:pt x="66745" y="14"/>
                  </a:cubicBezTo>
                  <a:lnTo>
                    <a:pt x="66609" y="14"/>
                  </a:lnTo>
                  <a:cubicBezTo>
                    <a:pt x="66575" y="48"/>
                    <a:pt x="66540" y="82"/>
                    <a:pt x="66540" y="116"/>
                  </a:cubicBezTo>
                  <a:cubicBezTo>
                    <a:pt x="66575" y="150"/>
                    <a:pt x="66609" y="185"/>
                    <a:pt x="66643" y="185"/>
                  </a:cubicBezTo>
                  <a:lnTo>
                    <a:pt x="66779" y="185"/>
                  </a:lnTo>
                  <a:cubicBezTo>
                    <a:pt x="66813" y="150"/>
                    <a:pt x="66847" y="116"/>
                    <a:pt x="66847" y="82"/>
                  </a:cubicBezTo>
                  <a:cubicBezTo>
                    <a:pt x="66823" y="32"/>
                    <a:pt x="66798" y="1"/>
                    <a:pt x="66773" y="1"/>
                  </a:cubicBezTo>
                  <a:close/>
                  <a:moveTo>
                    <a:pt x="67223" y="14"/>
                  </a:moveTo>
                  <a:cubicBezTo>
                    <a:pt x="67189" y="14"/>
                    <a:pt x="67120" y="14"/>
                    <a:pt x="67120" y="82"/>
                  </a:cubicBezTo>
                  <a:cubicBezTo>
                    <a:pt x="67086" y="116"/>
                    <a:pt x="67120" y="150"/>
                    <a:pt x="67155" y="185"/>
                  </a:cubicBezTo>
                  <a:lnTo>
                    <a:pt x="67291" y="219"/>
                  </a:lnTo>
                  <a:cubicBezTo>
                    <a:pt x="67325" y="219"/>
                    <a:pt x="67359" y="185"/>
                    <a:pt x="67393" y="150"/>
                  </a:cubicBezTo>
                  <a:cubicBezTo>
                    <a:pt x="67393" y="116"/>
                    <a:pt x="67393" y="82"/>
                    <a:pt x="67325" y="48"/>
                  </a:cubicBezTo>
                  <a:lnTo>
                    <a:pt x="67223" y="14"/>
                  </a:lnTo>
                  <a:close/>
                  <a:moveTo>
                    <a:pt x="66213" y="103"/>
                  </a:moveTo>
                  <a:cubicBezTo>
                    <a:pt x="66199" y="103"/>
                    <a:pt x="66183" y="107"/>
                    <a:pt x="66165" y="116"/>
                  </a:cubicBezTo>
                  <a:lnTo>
                    <a:pt x="66063" y="116"/>
                  </a:lnTo>
                  <a:cubicBezTo>
                    <a:pt x="66029" y="116"/>
                    <a:pt x="65994" y="185"/>
                    <a:pt x="65994" y="219"/>
                  </a:cubicBezTo>
                  <a:cubicBezTo>
                    <a:pt x="65994" y="253"/>
                    <a:pt x="66029" y="287"/>
                    <a:pt x="66063" y="287"/>
                  </a:cubicBezTo>
                  <a:lnTo>
                    <a:pt x="66097" y="287"/>
                  </a:lnTo>
                  <a:lnTo>
                    <a:pt x="66199" y="253"/>
                  </a:lnTo>
                  <a:cubicBezTo>
                    <a:pt x="66233" y="253"/>
                    <a:pt x="66267" y="219"/>
                    <a:pt x="66267" y="185"/>
                  </a:cubicBezTo>
                  <a:cubicBezTo>
                    <a:pt x="66267" y="135"/>
                    <a:pt x="66249" y="103"/>
                    <a:pt x="66213" y="103"/>
                  </a:cubicBezTo>
                  <a:close/>
                  <a:moveTo>
                    <a:pt x="65619" y="185"/>
                  </a:moveTo>
                  <a:lnTo>
                    <a:pt x="65483" y="219"/>
                  </a:lnTo>
                  <a:cubicBezTo>
                    <a:pt x="65448" y="219"/>
                    <a:pt x="65414" y="253"/>
                    <a:pt x="65414" y="321"/>
                  </a:cubicBezTo>
                  <a:cubicBezTo>
                    <a:pt x="65448" y="355"/>
                    <a:pt x="65483" y="389"/>
                    <a:pt x="65517" y="389"/>
                  </a:cubicBezTo>
                  <a:lnTo>
                    <a:pt x="65653" y="355"/>
                  </a:lnTo>
                  <a:cubicBezTo>
                    <a:pt x="65687" y="355"/>
                    <a:pt x="65721" y="321"/>
                    <a:pt x="65721" y="253"/>
                  </a:cubicBezTo>
                  <a:cubicBezTo>
                    <a:pt x="65687" y="219"/>
                    <a:pt x="65653" y="185"/>
                    <a:pt x="65619" y="185"/>
                  </a:cubicBezTo>
                  <a:close/>
                  <a:moveTo>
                    <a:pt x="67733" y="205"/>
                  </a:moveTo>
                  <a:cubicBezTo>
                    <a:pt x="67701" y="205"/>
                    <a:pt x="67666" y="229"/>
                    <a:pt x="67666" y="253"/>
                  </a:cubicBezTo>
                  <a:cubicBezTo>
                    <a:pt x="67632" y="321"/>
                    <a:pt x="67666" y="355"/>
                    <a:pt x="67701" y="355"/>
                  </a:cubicBezTo>
                  <a:lnTo>
                    <a:pt x="67803" y="389"/>
                  </a:lnTo>
                  <a:cubicBezTo>
                    <a:pt x="67837" y="423"/>
                    <a:pt x="67837" y="423"/>
                    <a:pt x="67837" y="423"/>
                  </a:cubicBezTo>
                  <a:cubicBezTo>
                    <a:pt x="67871" y="423"/>
                    <a:pt x="67905" y="389"/>
                    <a:pt x="67939" y="355"/>
                  </a:cubicBezTo>
                  <a:cubicBezTo>
                    <a:pt x="67939" y="321"/>
                    <a:pt x="67905" y="253"/>
                    <a:pt x="67871" y="253"/>
                  </a:cubicBezTo>
                  <a:lnTo>
                    <a:pt x="67769" y="219"/>
                  </a:lnTo>
                  <a:cubicBezTo>
                    <a:pt x="67759" y="209"/>
                    <a:pt x="67746" y="205"/>
                    <a:pt x="67733" y="205"/>
                  </a:cubicBezTo>
                  <a:close/>
                  <a:moveTo>
                    <a:pt x="65039" y="287"/>
                  </a:moveTo>
                  <a:lnTo>
                    <a:pt x="64937" y="321"/>
                  </a:lnTo>
                  <a:cubicBezTo>
                    <a:pt x="64868" y="321"/>
                    <a:pt x="64868" y="355"/>
                    <a:pt x="64868" y="423"/>
                  </a:cubicBezTo>
                  <a:cubicBezTo>
                    <a:pt x="64868" y="458"/>
                    <a:pt x="64902" y="492"/>
                    <a:pt x="64937" y="492"/>
                  </a:cubicBezTo>
                  <a:lnTo>
                    <a:pt x="64971" y="492"/>
                  </a:lnTo>
                  <a:lnTo>
                    <a:pt x="65073" y="458"/>
                  </a:lnTo>
                  <a:cubicBezTo>
                    <a:pt x="65107" y="458"/>
                    <a:pt x="65141" y="423"/>
                    <a:pt x="65141" y="355"/>
                  </a:cubicBezTo>
                  <a:cubicBezTo>
                    <a:pt x="65141" y="321"/>
                    <a:pt x="65073" y="287"/>
                    <a:pt x="65039" y="287"/>
                  </a:cubicBezTo>
                  <a:close/>
                  <a:moveTo>
                    <a:pt x="64493" y="389"/>
                  </a:moveTo>
                  <a:lnTo>
                    <a:pt x="64357" y="423"/>
                  </a:lnTo>
                  <a:cubicBezTo>
                    <a:pt x="64322" y="423"/>
                    <a:pt x="64288" y="458"/>
                    <a:pt x="64288" y="526"/>
                  </a:cubicBezTo>
                  <a:cubicBezTo>
                    <a:pt x="64288" y="560"/>
                    <a:pt x="64357" y="594"/>
                    <a:pt x="64391" y="594"/>
                  </a:cubicBezTo>
                  <a:lnTo>
                    <a:pt x="64493" y="560"/>
                  </a:lnTo>
                  <a:cubicBezTo>
                    <a:pt x="64561" y="560"/>
                    <a:pt x="64595" y="492"/>
                    <a:pt x="64595" y="458"/>
                  </a:cubicBezTo>
                  <a:cubicBezTo>
                    <a:pt x="64561" y="423"/>
                    <a:pt x="64527" y="389"/>
                    <a:pt x="64493" y="389"/>
                  </a:cubicBezTo>
                  <a:close/>
                  <a:moveTo>
                    <a:pt x="68315" y="389"/>
                  </a:moveTo>
                  <a:cubicBezTo>
                    <a:pt x="68247" y="389"/>
                    <a:pt x="68212" y="389"/>
                    <a:pt x="68212" y="458"/>
                  </a:cubicBezTo>
                  <a:cubicBezTo>
                    <a:pt x="68178" y="492"/>
                    <a:pt x="68212" y="526"/>
                    <a:pt x="68247" y="560"/>
                  </a:cubicBezTo>
                  <a:lnTo>
                    <a:pt x="68349" y="594"/>
                  </a:lnTo>
                  <a:lnTo>
                    <a:pt x="68383" y="594"/>
                  </a:lnTo>
                  <a:cubicBezTo>
                    <a:pt x="68417" y="594"/>
                    <a:pt x="68451" y="560"/>
                    <a:pt x="68451" y="526"/>
                  </a:cubicBezTo>
                  <a:cubicBezTo>
                    <a:pt x="68485" y="492"/>
                    <a:pt x="68451" y="458"/>
                    <a:pt x="68417" y="423"/>
                  </a:cubicBezTo>
                  <a:lnTo>
                    <a:pt x="68315" y="389"/>
                  </a:lnTo>
                  <a:close/>
                  <a:moveTo>
                    <a:pt x="63811" y="492"/>
                  </a:moveTo>
                  <a:cubicBezTo>
                    <a:pt x="63742" y="526"/>
                    <a:pt x="63708" y="560"/>
                    <a:pt x="63742" y="594"/>
                  </a:cubicBezTo>
                  <a:cubicBezTo>
                    <a:pt x="63742" y="662"/>
                    <a:pt x="63776" y="662"/>
                    <a:pt x="63811" y="662"/>
                  </a:cubicBezTo>
                  <a:lnTo>
                    <a:pt x="63947" y="662"/>
                  </a:lnTo>
                  <a:cubicBezTo>
                    <a:pt x="63981" y="662"/>
                    <a:pt x="64015" y="594"/>
                    <a:pt x="64015" y="560"/>
                  </a:cubicBezTo>
                  <a:cubicBezTo>
                    <a:pt x="64015" y="526"/>
                    <a:pt x="63981" y="492"/>
                    <a:pt x="63913" y="492"/>
                  </a:cubicBezTo>
                  <a:close/>
                  <a:moveTo>
                    <a:pt x="63230" y="594"/>
                  </a:moveTo>
                  <a:cubicBezTo>
                    <a:pt x="63196" y="628"/>
                    <a:pt x="63162" y="662"/>
                    <a:pt x="63162" y="696"/>
                  </a:cubicBezTo>
                  <a:cubicBezTo>
                    <a:pt x="63162" y="731"/>
                    <a:pt x="63196" y="765"/>
                    <a:pt x="63265" y="765"/>
                  </a:cubicBezTo>
                  <a:lnTo>
                    <a:pt x="63367" y="765"/>
                  </a:lnTo>
                  <a:cubicBezTo>
                    <a:pt x="63435" y="731"/>
                    <a:pt x="63469" y="696"/>
                    <a:pt x="63435" y="662"/>
                  </a:cubicBezTo>
                  <a:cubicBezTo>
                    <a:pt x="63435" y="594"/>
                    <a:pt x="63401" y="594"/>
                    <a:pt x="63367" y="594"/>
                  </a:cubicBezTo>
                  <a:close/>
                  <a:moveTo>
                    <a:pt x="68809" y="580"/>
                  </a:moveTo>
                  <a:cubicBezTo>
                    <a:pt x="68773" y="580"/>
                    <a:pt x="68748" y="604"/>
                    <a:pt x="68724" y="628"/>
                  </a:cubicBezTo>
                  <a:cubicBezTo>
                    <a:pt x="68724" y="662"/>
                    <a:pt x="68758" y="731"/>
                    <a:pt x="68793" y="731"/>
                  </a:cubicBezTo>
                  <a:lnTo>
                    <a:pt x="68895" y="765"/>
                  </a:lnTo>
                  <a:cubicBezTo>
                    <a:pt x="68895" y="799"/>
                    <a:pt x="68929" y="799"/>
                    <a:pt x="68929" y="799"/>
                  </a:cubicBezTo>
                  <a:cubicBezTo>
                    <a:pt x="68963" y="799"/>
                    <a:pt x="68997" y="765"/>
                    <a:pt x="68997" y="731"/>
                  </a:cubicBezTo>
                  <a:cubicBezTo>
                    <a:pt x="69031" y="696"/>
                    <a:pt x="68997" y="628"/>
                    <a:pt x="68963" y="628"/>
                  </a:cubicBezTo>
                  <a:lnTo>
                    <a:pt x="68861" y="594"/>
                  </a:lnTo>
                  <a:cubicBezTo>
                    <a:pt x="68841" y="584"/>
                    <a:pt x="68824" y="580"/>
                    <a:pt x="68809" y="580"/>
                  </a:cubicBezTo>
                  <a:close/>
                  <a:moveTo>
                    <a:pt x="62820" y="683"/>
                  </a:moveTo>
                  <a:cubicBezTo>
                    <a:pt x="62808" y="683"/>
                    <a:pt x="62796" y="687"/>
                    <a:pt x="62787" y="696"/>
                  </a:cubicBezTo>
                  <a:lnTo>
                    <a:pt x="62684" y="696"/>
                  </a:lnTo>
                  <a:cubicBezTo>
                    <a:pt x="62616" y="696"/>
                    <a:pt x="62582" y="765"/>
                    <a:pt x="62616" y="799"/>
                  </a:cubicBezTo>
                  <a:cubicBezTo>
                    <a:pt x="62616" y="833"/>
                    <a:pt x="62650" y="867"/>
                    <a:pt x="62684" y="867"/>
                  </a:cubicBezTo>
                  <a:lnTo>
                    <a:pt x="62821" y="867"/>
                  </a:lnTo>
                  <a:cubicBezTo>
                    <a:pt x="62855" y="833"/>
                    <a:pt x="62889" y="799"/>
                    <a:pt x="62889" y="765"/>
                  </a:cubicBezTo>
                  <a:cubicBezTo>
                    <a:pt x="62889" y="715"/>
                    <a:pt x="62853" y="683"/>
                    <a:pt x="62820" y="683"/>
                  </a:cubicBezTo>
                  <a:close/>
                  <a:moveTo>
                    <a:pt x="62207" y="765"/>
                  </a:moveTo>
                  <a:lnTo>
                    <a:pt x="62104" y="799"/>
                  </a:lnTo>
                  <a:cubicBezTo>
                    <a:pt x="62070" y="799"/>
                    <a:pt x="62036" y="833"/>
                    <a:pt x="62036" y="901"/>
                  </a:cubicBezTo>
                  <a:cubicBezTo>
                    <a:pt x="62036" y="935"/>
                    <a:pt x="62070" y="969"/>
                    <a:pt x="62139" y="969"/>
                  </a:cubicBezTo>
                  <a:lnTo>
                    <a:pt x="62241" y="935"/>
                  </a:lnTo>
                  <a:cubicBezTo>
                    <a:pt x="62309" y="935"/>
                    <a:pt x="62343" y="901"/>
                    <a:pt x="62309" y="833"/>
                  </a:cubicBezTo>
                  <a:cubicBezTo>
                    <a:pt x="62309" y="799"/>
                    <a:pt x="62275" y="765"/>
                    <a:pt x="62207" y="765"/>
                  </a:cubicBezTo>
                  <a:close/>
                  <a:moveTo>
                    <a:pt x="69373" y="765"/>
                  </a:moveTo>
                  <a:cubicBezTo>
                    <a:pt x="69338" y="765"/>
                    <a:pt x="69304" y="765"/>
                    <a:pt x="69270" y="833"/>
                  </a:cubicBezTo>
                  <a:cubicBezTo>
                    <a:pt x="69270" y="867"/>
                    <a:pt x="69304" y="901"/>
                    <a:pt x="69338" y="935"/>
                  </a:cubicBezTo>
                  <a:lnTo>
                    <a:pt x="69441" y="969"/>
                  </a:lnTo>
                  <a:lnTo>
                    <a:pt x="69475" y="969"/>
                  </a:lnTo>
                  <a:cubicBezTo>
                    <a:pt x="69509" y="969"/>
                    <a:pt x="69543" y="935"/>
                    <a:pt x="69543" y="901"/>
                  </a:cubicBezTo>
                  <a:cubicBezTo>
                    <a:pt x="69577" y="867"/>
                    <a:pt x="69543" y="833"/>
                    <a:pt x="69509" y="799"/>
                  </a:cubicBezTo>
                  <a:lnTo>
                    <a:pt x="69373" y="765"/>
                  </a:lnTo>
                  <a:close/>
                  <a:moveTo>
                    <a:pt x="61661" y="867"/>
                  </a:moveTo>
                  <a:lnTo>
                    <a:pt x="61558" y="901"/>
                  </a:lnTo>
                  <a:cubicBezTo>
                    <a:pt x="61490" y="901"/>
                    <a:pt x="61456" y="935"/>
                    <a:pt x="61490" y="1004"/>
                  </a:cubicBezTo>
                  <a:cubicBezTo>
                    <a:pt x="61490" y="1038"/>
                    <a:pt x="61524" y="1072"/>
                    <a:pt x="61558" y="1072"/>
                  </a:cubicBezTo>
                  <a:lnTo>
                    <a:pt x="61695" y="1038"/>
                  </a:lnTo>
                  <a:cubicBezTo>
                    <a:pt x="61729" y="1038"/>
                    <a:pt x="61763" y="1004"/>
                    <a:pt x="61763" y="935"/>
                  </a:cubicBezTo>
                  <a:cubicBezTo>
                    <a:pt x="61763" y="901"/>
                    <a:pt x="61695" y="867"/>
                    <a:pt x="61661" y="867"/>
                  </a:cubicBezTo>
                  <a:close/>
                  <a:moveTo>
                    <a:pt x="61081" y="969"/>
                  </a:moveTo>
                  <a:lnTo>
                    <a:pt x="60978" y="1004"/>
                  </a:lnTo>
                  <a:cubicBezTo>
                    <a:pt x="60944" y="1004"/>
                    <a:pt x="60910" y="1038"/>
                    <a:pt x="60910" y="1106"/>
                  </a:cubicBezTo>
                  <a:cubicBezTo>
                    <a:pt x="60910" y="1140"/>
                    <a:pt x="60944" y="1174"/>
                    <a:pt x="61012" y="1174"/>
                  </a:cubicBezTo>
                  <a:lnTo>
                    <a:pt x="61115" y="1140"/>
                  </a:lnTo>
                  <a:cubicBezTo>
                    <a:pt x="61183" y="1140"/>
                    <a:pt x="61217" y="1072"/>
                    <a:pt x="61183" y="1038"/>
                  </a:cubicBezTo>
                  <a:cubicBezTo>
                    <a:pt x="61183" y="1004"/>
                    <a:pt x="61149" y="969"/>
                    <a:pt x="61081" y="969"/>
                  </a:cubicBezTo>
                  <a:close/>
                  <a:moveTo>
                    <a:pt x="69889" y="955"/>
                  </a:moveTo>
                  <a:cubicBezTo>
                    <a:pt x="69864" y="955"/>
                    <a:pt x="69840" y="979"/>
                    <a:pt x="69816" y="1004"/>
                  </a:cubicBezTo>
                  <a:cubicBezTo>
                    <a:pt x="69816" y="1038"/>
                    <a:pt x="69816" y="1106"/>
                    <a:pt x="69884" y="1106"/>
                  </a:cubicBezTo>
                  <a:lnTo>
                    <a:pt x="69987" y="1140"/>
                  </a:lnTo>
                  <a:cubicBezTo>
                    <a:pt x="69987" y="1140"/>
                    <a:pt x="69987" y="1174"/>
                    <a:pt x="70021" y="1174"/>
                  </a:cubicBezTo>
                  <a:cubicBezTo>
                    <a:pt x="70055" y="1174"/>
                    <a:pt x="70089" y="1140"/>
                    <a:pt x="70089" y="1106"/>
                  </a:cubicBezTo>
                  <a:cubicBezTo>
                    <a:pt x="70123" y="1072"/>
                    <a:pt x="70089" y="1004"/>
                    <a:pt x="70021" y="1004"/>
                  </a:cubicBezTo>
                  <a:lnTo>
                    <a:pt x="69919" y="969"/>
                  </a:lnTo>
                  <a:cubicBezTo>
                    <a:pt x="69909" y="959"/>
                    <a:pt x="69899" y="955"/>
                    <a:pt x="69889" y="955"/>
                  </a:cubicBezTo>
                  <a:close/>
                  <a:moveTo>
                    <a:pt x="60432" y="1072"/>
                  </a:moveTo>
                  <a:cubicBezTo>
                    <a:pt x="60364" y="1106"/>
                    <a:pt x="60330" y="1140"/>
                    <a:pt x="60364" y="1174"/>
                  </a:cubicBezTo>
                  <a:cubicBezTo>
                    <a:pt x="60364" y="1242"/>
                    <a:pt x="60398" y="1242"/>
                    <a:pt x="60432" y="1242"/>
                  </a:cubicBezTo>
                  <a:lnTo>
                    <a:pt x="60569" y="1242"/>
                  </a:lnTo>
                  <a:cubicBezTo>
                    <a:pt x="60603" y="1242"/>
                    <a:pt x="60637" y="1174"/>
                    <a:pt x="60637" y="1140"/>
                  </a:cubicBezTo>
                  <a:cubicBezTo>
                    <a:pt x="60637" y="1106"/>
                    <a:pt x="60569" y="1072"/>
                    <a:pt x="60535" y="1072"/>
                  </a:cubicBezTo>
                  <a:close/>
                  <a:moveTo>
                    <a:pt x="59852" y="1174"/>
                  </a:moveTo>
                  <a:cubicBezTo>
                    <a:pt x="59818" y="1208"/>
                    <a:pt x="59784" y="1242"/>
                    <a:pt x="59784" y="1277"/>
                  </a:cubicBezTo>
                  <a:cubicBezTo>
                    <a:pt x="59784" y="1311"/>
                    <a:pt x="59818" y="1345"/>
                    <a:pt x="59852" y="1345"/>
                  </a:cubicBezTo>
                  <a:lnTo>
                    <a:pt x="59989" y="1345"/>
                  </a:lnTo>
                  <a:cubicBezTo>
                    <a:pt x="60057" y="1311"/>
                    <a:pt x="60057" y="1277"/>
                    <a:pt x="60057" y="1242"/>
                  </a:cubicBezTo>
                  <a:cubicBezTo>
                    <a:pt x="60057" y="1174"/>
                    <a:pt x="60023" y="1174"/>
                    <a:pt x="59955" y="1174"/>
                  </a:cubicBezTo>
                  <a:close/>
                  <a:moveTo>
                    <a:pt x="70465" y="1140"/>
                  </a:moveTo>
                  <a:cubicBezTo>
                    <a:pt x="70430" y="1140"/>
                    <a:pt x="70362" y="1140"/>
                    <a:pt x="70362" y="1208"/>
                  </a:cubicBezTo>
                  <a:cubicBezTo>
                    <a:pt x="70362" y="1242"/>
                    <a:pt x="70362" y="1277"/>
                    <a:pt x="70430" y="1311"/>
                  </a:cubicBezTo>
                  <a:lnTo>
                    <a:pt x="70533" y="1345"/>
                  </a:lnTo>
                  <a:lnTo>
                    <a:pt x="70567" y="1345"/>
                  </a:lnTo>
                  <a:cubicBezTo>
                    <a:pt x="70601" y="1345"/>
                    <a:pt x="70635" y="1311"/>
                    <a:pt x="70635" y="1277"/>
                  </a:cubicBezTo>
                  <a:cubicBezTo>
                    <a:pt x="70635" y="1242"/>
                    <a:pt x="70635" y="1208"/>
                    <a:pt x="70567" y="1174"/>
                  </a:cubicBezTo>
                  <a:lnTo>
                    <a:pt x="70465" y="1140"/>
                  </a:lnTo>
                  <a:close/>
                  <a:moveTo>
                    <a:pt x="59436" y="1263"/>
                  </a:moveTo>
                  <a:cubicBezTo>
                    <a:pt x="59427" y="1263"/>
                    <a:pt x="59418" y="1267"/>
                    <a:pt x="59409" y="1277"/>
                  </a:cubicBezTo>
                  <a:lnTo>
                    <a:pt x="59272" y="1277"/>
                  </a:lnTo>
                  <a:cubicBezTo>
                    <a:pt x="59238" y="1277"/>
                    <a:pt x="59204" y="1345"/>
                    <a:pt x="59204" y="1379"/>
                  </a:cubicBezTo>
                  <a:cubicBezTo>
                    <a:pt x="59238" y="1413"/>
                    <a:pt x="59272" y="1447"/>
                    <a:pt x="59306" y="1447"/>
                  </a:cubicBezTo>
                  <a:lnTo>
                    <a:pt x="59443" y="1413"/>
                  </a:lnTo>
                  <a:cubicBezTo>
                    <a:pt x="59477" y="1413"/>
                    <a:pt x="59511" y="1379"/>
                    <a:pt x="59511" y="1345"/>
                  </a:cubicBezTo>
                  <a:cubicBezTo>
                    <a:pt x="59486" y="1295"/>
                    <a:pt x="59461" y="1263"/>
                    <a:pt x="59436" y="1263"/>
                  </a:cubicBezTo>
                  <a:close/>
                  <a:moveTo>
                    <a:pt x="71011" y="1311"/>
                  </a:moveTo>
                  <a:cubicBezTo>
                    <a:pt x="70976" y="1311"/>
                    <a:pt x="70908" y="1345"/>
                    <a:pt x="70908" y="1379"/>
                  </a:cubicBezTo>
                  <a:cubicBezTo>
                    <a:pt x="70874" y="1413"/>
                    <a:pt x="70908" y="1481"/>
                    <a:pt x="70942" y="1481"/>
                  </a:cubicBezTo>
                  <a:lnTo>
                    <a:pt x="71079" y="1515"/>
                  </a:lnTo>
                  <a:cubicBezTo>
                    <a:pt x="71113" y="1515"/>
                    <a:pt x="71147" y="1515"/>
                    <a:pt x="71181" y="1481"/>
                  </a:cubicBezTo>
                  <a:cubicBezTo>
                    <a:pt x="71181" y="1413"/>
                    <a:pt x="71181" y="1379"/>
                    <a:pt x="71113" y="1379"/>
                  </a:cubicBezTo>
                  <a:lnTo>
                    <a:pt x="71011" y="1311"/>
                  </a:lnTo>
                  <a:close/>
                  <a:moveTo>
                    <a:pt x="58829" y="1345"/>
                  </a:moveTo>
                  <a:lnTo>
                    <a:pt x="58726" y="1379"/>
                  </a:lnTo>
                  <a:cubicBezTo>
                    <a:pt x="58692" y="1379"/>
                    <a:pt x="58658" y="1413"/>
                    <a:pt x="58658" y="1481"/>
                  </a:cubicBezTo>
                  <a:cubicBezTo>
                    <a:pt x="58658" y="1515"/>
                    <a:pt x="58692" y="1550"/>
                    <a:pt x="58726" y="1550"/>
                  </a:cubicBezTo>
                  <a:lnTo>
                    <a:pt x="58760" y="1550"/>
                  </a:lnTo>
                  <a:lnTo>
                    <a:pt x="58863" y="1515"/>
                  </a:lnTo>
                  <a:cubicBezTo>
                    <a:pt x="58897" y="1515"/>
                    <a:pt x="58931" y="1481"/>
                    <a:pt x="58931" y="1413"/>
                  </a:cubicBezTo>
                  <a:cubicBezTo>
                    <a:pt x="58931" y="1379"/>
                    <a:pt x="58897" y="1345"/>
                    <a:pt x="58829" y="1345"/>
                  </a:cubicBezTo>
                  <a:close/>
                  <a:moveTo>
                    <a:pt x="58283" y="1447"/>
                  </a:moveTo>
                  <a:lnTo>
                    <a:pt x="58146" y="1481"/>
                  </a:lnTo>
                  <a:cubicBezTo>
                    <a:pt x="58112" y="1481"/>
                    <a:pt x="58078" y="1515"/>
                    <a:pt x="58078" y="1584"/>
                  </a:cubicBezTo>
                  <a:cubicBezTo>
                    <a:pt x="58112" y="1618"/>
                    <a:pt x="58146" y="1652"/>
                    <a:pt x="58180" y="1652"/>
                  </a:cubicBezTo>
                  <a:lnTo>
                    <a:pt x="58317" y="1618"/>
                  </a:lnTo>
                  <a:cubicBezTo>
                    <a:pt x="58351" y="1618"/>
                    <a:pt x="58385" y="1584"/>
                    <a:pt x="58385" y="1515"/>
                  </a:cubicBezTo>
                  <a:cubicBezTo>
                    <a:pt x="58351" y="1481"/>
                    <a:pt x="58317" y="1447"/>
                    <a:pt x="58283" y="1447"/>
                  </a:cubicBezTo>
                  <a:close/>
                  <a:moveTo>
                    <a:pt x="71556" y="1515"/>
                  </a:moveTo>
                  <a:cubicBezTo>
                    <a:pt x="71522" y="1515"/>
                    <a:pt x="71454" y="1515"/>
                    <a:pt x="71454" y="1584"/>
                  </a:cubicBezTo>
                  <a:cubicBezTo>
                    <a:pt x="71420" y="1618"/>
                    <a:pt x="71454" y="1652"/>
                    <a:pt x="71488" y="1686"/>
                  </a:cubicBezTo>
                  <a:lnTo>
                    <a:pt x="71591" y="1720"/>
                  </a:lnTo>
                  <a:lnTo>
                    <a:pt x="71625" y="1720"/>
                  </a:lnTo>
                  <a:cubicBezTo>
                    <a:pt x="71659" y="1720"/>
                    <a:pt x="71693" y="1686"/>
                    <a:pt x="71727" y="1652"/>
                  </a:cubicBezTo>
                  <a:cubicBezTo>
                    <a:pt x="71727" y="1618"/>
                    <a:pt x="71693" y="1584"/>
                    <a:pt x="71659" y="1550"/>
                  </a:cubicBezTo>
                  <a:lnTo>
                    <a:pt x="71556" y="1515"/>
                  </a:lnTo>
                  <a:close/>
                  <a:moveTo>
                    <a:pt x="57703" y="1550"/>
                  </a:moveTo>
                  <a:lnTo>
                    <a:pt x="57600" y="1584"/>
                  </a:lnTo>
                  <a:cubicBezTo>
                    <a:pt x="57566" y="1584"/>
                    <a:pt x="57532" y="1618"/>
                    <a:pt x="57532" y="1686"/>
                  </a:cubicBezTo>
                  <a:cubicBezTo>
                    <a:pt x="57532" y="1720"/>
                    <a:pt x="57566" y="1754"/>
                    <a:pt x="57600" y="1754"/>
                  </a:cubicBezTo>
                  <a:lnTo>
                    <a:pt x="57634" y="1754"/>
                  </a:lnTo>
                  <a:lnTo>
                    <a:pt x="57737" y="1720"/>
                  </a:lnTo>
                  <a:cubicBezTo>
                    <a:pt x="57771" y="1720"/>
                    <a:pt x="57805" y="1652"/>
                    <a:pt x="57805" y="1618"/>
                  </a:cubicBezTo>
                  <a:cubicBezTo>
                    <a:pt x="57805" y="1584"/>
                    <a:pt x="57771" y="1550"/>
                    <a:pt x="57703" y="1550"/>
                  </a:cubicBezTo>
                  <a:close/>
                  <a:moveTo>
                    <a:pt x="57020" y="1652"/>
                  </a:moveTo>
                  <a:cubicBezTo>
                    <a:pt x="56986" y="1686"/>
                    <a:pt x="56952" y="1720"/>
                    <a:pt x="56952" y="1754"/>
                  </a:cubicBezTo>
                  <a:cubicBezTo>
                    <a:pt x="56952" y="1822"/>
                    <a:pt x="57020" y="1822"/>
                    <a:pt x="57054" y="1822"/>
                  </a:cubicBezTo>
                  <a:lnTo>
                    <a:pt x="57191" y="1822"/>
                  </a:lnTo>
                  <a:cubicBezTo>
                    <a:pt x="57225" y="1822"/>
                    <a:pt x="57259" y="1754"/>
                    <a:pt x="57259" y="1720"/>
                  </a:cubicBezTo>
                  <a:cubicBezTo>
                    <a:pt x="57225" y="1686"/>
                    <a:pt x="57191" y="1652"/>
                    <a:pt x="57157" y="1652"/>
                  </a:cubicBezTo>
                  <a:close/>
                  <a:moveTo>
                    <a:pt x="72102" y="1686"/>
                  </a:moveTo>
                  <a:cubicBezTo>
                    <a:pt x="72034" y="1686"/>
                    <a:pt x="72000" y="1720"/>
                    <a:pt x="72000" y="1754"/>
                  </a:cubicBezTo>
                  <a:cubicBezTo>
                    <a:pt x="71966" y="1788"/>
                    <a:pt x="72000" y="1857"/>
                    <a:pt x="72034" y="1857"/>
                  </a:cubicBezTo>
                  <a:lnTo>
                    <a:pt x="72137" y="1891"/>
                  </a:lnTo>
                  <a:lnTo>
                    <a:pt x="72171" y="1891"/>
                  </a:lnTo>
                  <a:cubicBezTo>
                    <a:pt x="72205" y="1891"/>
                    <a:pt x="72239" y="1891"/>
                    <a:pt x="72239" y="1857"/>
                  </a:cubicBezTo>
                  <a:cubicBezTo>
                    <a:pt x="72273" y="1788"/>
                    <a:pt x="72239" y="1754"/>
                    <a:pt x="72205" y="1754"/>
                  </a:cubicBezTo>
                  <a:lnTo>
                    <a:pt x="72102" y="1686"/>
                  </a:lnTo>
                  <a:close/>
                  <a:moveTo>
                    <a:pt x="56474" y="1754"/>
                  </a:moveTo>
                  <a:cubicBezTo>
                    <a:pt x="56406" y="1788"/>
                    <a:pt x="56406" y="1822"/>
                    <a:pt x="56406" y="1857"/>
                  </a:cubicBezTo>
                  <a:cubicBezTo>
                    <a:pt x="56406" y="1891"/>
                    <a:pt x="56440" y="1925"/>
                    <a:pt x="56474" y="1925"/>
                  </a:cubicBezTo>
                  <a:lnTo>
                    <a:pt x="56611" y="1925"/>
                  </a:lnTo>
                  <a:cubicBezTo>
                    <a:pt x="56645" y="1891"/>
                    <a:pt x="56679" y="1857"/>
                    <a:pt x="56679" y="1822"/>
                  </a:cubicBezTo>
                  <a:cubicBezTo>
                    <a:pt x="56679" y="1754"/>
                    <a:pt x="56645" y="1754"/>
                    <a:pt x="56576" y="1754"/>
                  </a:cubicBezTo>
                  <a:close/>
                  <a:moveTo>
                    <a:pt x="56057" y="1843"/>
                  </a:moveTo>
                  <a:cubicBezTo>
                    <a:pt x="56049" y="1843"/>
                    <a:pt x="56040" y="1847"/>
                    <a:pt x="56031" y="1857"/>
                  </a:cubicBezTo>
                  <a:lnTo>
                    <a:pt x="55894" y="1857"/>
                  </a:lnTo>
                  <a:cubicBezTo>
                    <a:pt x="55860" y="1857"/>
                    <a:pt x="55826" y="1925"/>
                    <a:pt x="55826" y="1959"/>
                  </a:cubicBezTo>
                  <a:cubicBezTo>
                    <a:pt x="55826" y="1993"/>
                    <a:pt x="55860" y="2027"/>
                    <a:pt x="55928" y="2027"/>
                  </a:cubicBezTo>
                  <a:lnTo>
                    <a:pt x="56031" y="2027"/>
                  </a:lnTo>
                  <a:cubicBezTo>
                    <a:pt x="56099" y="1993"/>
                    <a:pt x="56133" y="1959"/>
                    <a:pt x="56099" y="1925"/>
                  </a:cubicBezTo>
                  <a:cubicBezTo>
                    <a:pt x="56099" y="1875"/>
                    <a:pt x="56080" y="1843"/>
                    <a:pt x="56057" y="1843"/>
                  </a:cubicBezTo>
                  <a:close/>
                  <a:moveTo>
                    <a:pt x="72596" y="1877"/>
                  </a:moveTo>
                  <a:cubicBezTo>
                    <a:pt x="72560" y="1877"/>
                    <a:pt x="72536" y="1901"/>
                    <a:pt x="72512" y="1925"/>
                  </a:cubicBezTo>
                  <a:cubicBezTo>
                    <a:pt x="72512" y="1993"/>
                    <a:pt x="72546" y="2027"/>
                    <a:pt x="72580" y="2061"/>
                  </a:cubicBezTo>
                  <a:lnTo>
                    <a:pt x="72683" y="2095"/>
                  </a:lnTo>
                  <a:lnTo>
                    <a:pt x="72717" y="2095"/>
                  </a:lnTo>
                  <a:cubicBezTo>
                    <a:pt x="72751" y="2095"/>
                    <a:pt x="72785" y="2061"/>
                    <a:pt x="72785" y="2027"/>
                  </a:cubicBezTo>
                  <a:cubicBezTo>
                    <a:pt x="72819" y="1993"/>
                    <a:pt x="72785" y="1925"/>
                    <a:pt x="72751" y="1925"/>
                  </a:cubicBezTo>
                  <a:lnTo>
                    <a:pt x="72648" y="1891"/>
                  </a:lnTo>
                  <a:cubicBezTo>
                    <a:pt x="72628" y="1881"/>
                    <a:pt x="72611" y="1877"/>
                    <a:pt x="72596" y="1877"/>
                  </a:cubicBezTo>
                  <a:close/>
                  <a:moveTo>
                    <a:pt x="55450" y="1925"/>
                  </a:moveTo>
                  <a:lnTo>
                    <a:pt x="55348" y="1959"/>
                  </a:lnTo>
                  <a:cubicBezTo>
                    <a:pt x="55280" y="1959"/>
                    <a:pt x="55246" y="1993"/>
                    <a:pt x="55280" y="2061"/>
                  </a:cubicBezTo>
                  <a:cubicBezTo>
                    <a:pt x="55280" y="2095"/>
                    <a:pt x="55314" y="2130"/>
                    <a:pt x="55348" y="2130"/>
                  </a:cubicBezTo>
                  <a:lnTo>
                    <a:pt x="55382" y="2130"/>
                  </a:lnTo>
                  <a:lnTo>
                    <a:pt x="55485" y="2095"/>
                  </a:lnTo>
                  <a:cubicBezTo>
                    <a:pt x="55519" y="2095"/>
                    <a:pt x="55553" y="2061"/>
                    <a:pt x="55553" y="1993"/>
                  </a:cubicBezTo>
                  <a:cubicBezTo>
                    <a:pt x="55553" y="1959"/>
                    <a:pt x="55485" y="1925"/>
                    <a:pt x="55450" y="1925"/>
                  </a:cubicBezTo>
                  <a:close/>
                  <a:moveTo>
                    <a:pt x="54904" y="2027"/>
                  </a:moveTo>
                  <a:lnTo>
                    <a:pt x="54768" y="2061"/>
                  </a:lnTo>
                  <a:cubicBezTo>
                    <a:pt x="54734" y="2061"/>
                    <a:pt x="54700" y="2095"/>
                    <a:pt x="54700" y="2164"/>
                  </a:cubicBezTo>
                  <a:cubicBezTo>
                    <a:pt x="54700" y="2198"/>
                    <a:pt x="54734" y="2232"/>
                    <a:pt x="54802" y="2232"/>
                  </a:cubicBezTo>
                  <a:lnTo>
                    <a:pt x="54904" y="2198"/>
                  </a:lnTo>
                  <a:cubicBezTo>
                    <a:pt x="54973" y="2198"/>
                    <a:pt x="55007" y="2164"/>
                    <a:pt x="54973" y="2095"/>
                  </a:cubicBezTo>
                  <a:cubicBezTo>
                    <a:pt x="54973" y="2061"/>
                    <a:pt x="54939" y="2027"/>
                    <a:pt x="54904" y="2027"/>
                  </a:cubicBezTo>
                  <a:close/>
                  <a:moveTo>
                    <a:pt x="73160" y="2061"/>
                  </a:moveTo>
                  <a:cubicBezTo>
                    <a:pt x="73126" y="2061"/>
                    <a:pt x="73092" y="2095"/>
                    <a:pt x="73058" y="2130"/>
                  </a:cubicBezTo>
                  <a:cubicBezTo>
                    <a:pt x="73058" y="2164"/>
                    <a:pt x="73092" y="2232"/>
                    <a:pt x="73126" y="2232"/>
                  </a:cubicBezTo>
                  <a:lnTo>
                    <a:pt x="73229" y="2266"/>
                  </a:lnTo>
                  <a:lnTo>
                    <a:pt x="73263" y="2266"/>
                  </a:lnTo>
                  <a:cubicBezTo>
                    <a:pt x="73297" y="2266"/>
                    <a:pt x="73331" y="2266"/>
                    <a:pt x="73331" y="2232"/>
                  </a:cubicBezTo>
                  <a:cubicBezTo>
                    <a:pt x="73365" y="2164"/>
                    <a:pt x="73331" y="2130"/>
                    <a:pt x="73297" y="2095"/>
                  </a:cubicBezTo>
                  <a:lnTo>
                    <a:pt x="73160" y="2061"/>
                  </a:lnTo>
                  <a:close/>
                  <a:moveTo>
                    <a:pt x="54324" y="2130"/>
                  </a:moveTo>
                  <a:lnTo>
                    <a:pt x="54222" y="2164"/>
                  </a:lnTo>
                  <a:cubicBezTo>
                    <a:pt x="54154" y="2164"/>
                    <a:pt x="54120" y="2198"/>
                    <a:pt x="54154" y="2266"/>
                  </a:cubicBezTo>
                  <a:cubicBezTo>
                    <a:pt x="54154" y="2300"/>
                    <a:pt x="54188" y="2334"/>
                    <a:pt x="54222" y="2334"/>
                  </a:cubicBezTo>
                  <a:lnTo>
                    <a:pt x="54256" y="2334"/>
                  </a:lnTo>
                  <a:lnTo>
                    <a:pt x="54358" y="2300"/>
                  </a:lnTo>
                  <a:cubicBezTo>
                    <a:pt x="54393" y="2300"/>
                    <a:pt x="54427" y="2232"/>
                    <a:pt x="54427" y="2198"/>
                  </a:cubicBezTo>
                  <a:cubicBezTo>
                    <a:pt x="54427" y="2164"/>
                    <a:pt x="54358" y="2130"/>
                    <a:pt x="54324" y="2130"/>
                  </a:cubicBezTo>
                  <a:close/>
                  <a:moveTo>
                    <a:pt x="53642" y="2232"/>
                  </a:moveTo>
                  <a:cubicBezTo>
                    <a:pt x="53608" y="2266"/>
                    <a:pt x="53574" y="2300"/>
                    <a:pt x="53574" y="2334"/>
                  </a:cubicBezTo>
                  <a:cubicBezTo>
                    <a:pt x="53574" y="2403"/>
                    <a:pt x="53608" y="2403"/>
                    <a:pt x="53676" y="2403"/>
                  </a:cubicBezTo>
                  <a:lnTo>
                    <a:pt x="53778" y="2403"/>
                  </a:lnTo>
                  <a:cubicBezTo>
                    <a:pt x="53847" y="2403"/>
                    <a:pt x="53881" y="2334"/>
                    <a:pt x="53847" y="2300"/>
                  </a:cubicBezTo>
                  <a:cubicBezTo>
                    <a:pt x="53847" y="2266"/>
                    <a:pt x="53813" y="2232"/>
                    <a:pt x="53744" y="2232"/>
                  </a:cubicBezTo>
                  <a:close/>
                  <a:moveTo>
                    <a:pt x="73676" y="2252"/>
                  </a:moveTo>
                  <a:cubicBezTo>
                    <a:pt x="73652" y="2252"/>
                    <a:pt x="73628" y="2276"/>
                    <a:pt x="73604" y="2300"/>
                  </a:cubicBezTo>
                  <a:cubicBezTo>
                    <a:pt x="73604" y="2368"/>
                    <a:pt x="73604" y="2403"/>
                    <a:pt x="73672" y="2437"/>
                  </a:cubicBezTo>
                  <a:lnTo>
                    <a:pt x="73774" y="2471"/>
                  </a:lnTo>
                  <a:lnTo>
                    <a:pt x="73809" y="2471"/>
                  </a:lnTo>
                  <a:cubicBezTo>
                    <a:pt x="73843" y="2471"/>
                    <a:pt x="73877" y="2437"/>
                    <a:pt x="73877" y="2403"/>
                  </a:cubicBezTo>
                  <a:cubicBezTo>
                    <a:pt x="73911" y="2368"/>
                    <a:pt x="73877" y="2300"/>
                    <a:pt x="73843" y="2300"/>
                  </a:cubicBezTo>
                  <a:lnTo>
                    <a:pt x="73706" y="2266"/>
                  </a:lnTo>
                  <a:cubicBezTo>
                    <a:pt x="73696" y="2256"/>
                    <a:pt x="73686" y="2252"/>
                    <a:pt x="73676" y="2252"/>
                  </a:cubicBezTo>
                  <a:close/>
                  <a:moveTo>
                    <a:pt x="53231" y="2321"/>
                  </a:moveTo>
                  <a:cubicBezTo>
                    <a:pt x="53219" y="2321"/>
                    <a:pt x="53207" y="2325"/>
                    <a:pt x="53198" y="2334"/>
                  </a:cubicBezTo>
                  <a:lnTo>
                    <a:pt x="53096" y="2334"/>
                  </a:lnTo>
                  <a:cubicBezTo>
                    <a:pt x="53028" y="2368"/>
                    <a:pt x="52994" y="2403"/>
                    <a:pt x="53028" y="2437"/>
                  </a:cubicBezTo>
                  <a:cubicBezTo>
                    <a:pt x="53028" y="2471"/>
                    <a:pt x="53062" y="2505"/>
                    <a:pt x="53096" y="2505"/>
                  </a:cubicBezTo>
                  <a:lnTo>
                    <a:pt x="53232" y="2505"/>
                  </a:lnTo>
                  <a:cubicBezTo>
                    <a:pt x="53267" y="2471"/>
                    <a:pt x="53301" y="2437"/>
                    <a:pt x="53301" y="2403"/>
                  </a:cubicBezTo>
                  <a:cubicBezTo>
                    <a:pt x="53301" y="2353"/>
                    <a:pt x="53264" y="2321"/>
                    <a:pt x="53231" y="2321"/>
                  </a:cubicBezTo>
                  <a:close/>
                  <a:moveTo>
                    <a:pt x="52666" y="2423"/>
                  </a:moveTo>
                  <a:cubicBezTo>
                    <a:pt x="52652" y="2423"/>
                    <a:pt x="52636" y="2428"/>
                    <a:pt x="52618" y="2437"/>
                  </a:cubicBezTo>
                  <a:lnTo>
                    <a:pt x="52516" y="2437"/>
                  </a:lnTo>
                  <a:cubicBezTo>
                    <a:pt x="52482" y="2437"/>
                    <a:pt x="52448" y="2505"/>
                    <a:pt x="52448" y="2539"/>
                  </a:cubicBezTo>
                  <a:cubicBezTo>
                    <a:pt x="52448" y="2573"/>
                    <a:pt x="52482" y="2607"/>
                    <a:pt x="52516" y="2607"/>
                  </a:cubicBezTo>
                  <a:lnTo>
                    <a:pt x="52652" y="2607"/>
                  </a:lnTo>
                  <a:cubicBezTo>
                    <a:pt x="52721" y="2573"/>
                    <a:pt x="52721" y="2539"/>
                    <a:pt x="52721" y="2505"/>
                  </a:cubicBezTo>
                  <a:cubicBezTo>
                    <a:pt x="52721" y="2455"/>
                    <a:pt x="52702" y="2423"/>
                    <a:pt x="52666" y="2423"/>
                  </a:cubicBezTo>
                  <a:close/>
                  <a:moveTo>
                    <a:pt x="74252" y="2437"/>
                  </a:moveTo>
                  <a:cubicBezTo>
                    <a:pt x="74218" y="2437"/>
                    <a:pt x="74150" y="2471"/>
                    <a:pt x="74150" y="2505"/>
                  </a:cubicBezTo>
                  <a:cubicBezTo>
                    <a:pt x="74150" y="2539"/>
                    <a:pt x="74150" y="2607"/>
                    <a:pt x="74218" y="2607"/>
                  </a:cubicBezTo>
                  <a:lnTo>
                    <a:pt x="74320" y="2641"/>
                  </a:lnTo>
                  <a:lnTo>
                    <a:pt x="74355" y="2641"/>
                  </a:lnTo>
                  <a:cubicBezTo>
                    <a:pt x="74389" y="2641"/>
                    <a:pt x="74423" y="2641"/>
                    <a:pt x="74423" y="2607"/>
                  </a:cubicBezTo>
                  <a:cubicBezTo>
                    <a:pt x="74423" y="2539"/>
                    <a:pt x="74423" y="2505"/>
                    <a:pt x="74355" y="2471"/>
                  </a:cubicBezTo>
                  <a:lnTo>
                    <a:pt x="74252" y="2437"/>
                  </a:lnTo>
                  <a:close/>
                  <a:moveTo>
                    <a:pt x="52072" y="2505"/>
                  </a:moveTo>
                  <a:lnTo>
                    <a:pt x="51970" y="2539"/>
                  </a:lnTo>
                  <a:cubicBezTo>
                    <a:pt x="51902" y="2539"/>
                    <a:pt x="51867" y="2573"/>
                    <a:pt x="51867" y="2641"/>
                  </a:cubicBezTo>
                  <a:cubicBezTo>
                    <a:pt x="51902" y="2676"/>
                    <a:pt x="51936" y="2710"/>
                    <a:pt x="51970" y="2710"/>
                  </a:cubicBezTo>
                  <a:lnTo>
                    <a:pt x="52106" y="2676"/>
                  </a:lnTo>
                  <a:cubicBezTo>
                    <a:pt x="52140" y="2676"/>
                    <a:pt x="52175" y="2641"/>
                    <a:pt x="52175" y="2573"/>
                  </a:cubicBezTo>
                  <a:cubicBezTo>
                    <a:pt x="52175" y="2539"/>
                    <a:pt x="52106" y="2505"/>
                    <a:pt x="52072" y="2505"/>
                  </a:cubicBezTo>
                  <a:close/>
                  <a:moveTo>
                    <a:pt x="51492" y="2607"/>
                  </a:moveTo>
                  <a:lnTo>
                    <a:pt x="51390" y="2641"/>
                  </a:lnTo>
                  <a:cubicBezTo>
                    <a:pt x="51356" y="2641"/>
                    <a:pt x="51322" y="2676"/>
                    <a:pt x="51322" y="2744"/>
                  </a:cubicBezTo>
                  <a:cubicBezTo>
                    <a:pt x="51322" y="2778"/>
                    <a:pt x="51356" y="2812"/>
                    <a:pt x="51390" y="2812"/>
                  </a:cubicBezTo>
                  <a:lnTo>
                    <a:pt x="51424" y="2812"/>
                  </a:lnTo>
                  <a:lnTo>
                    <a:pt x="51526" y="2778"/>
                  </a:lnTo>
                  <a:cubicBezTo>
                    <a:pt x="51595" y="2778"/>
                    <a:pt x="51595" y="2744"/>
                    <a:pt x="51595" y="2676"/>
                  </a:cubicBezTo>
                  <a:cubicBezTo>
                    <a:pt x="51595" y="2641"/>
                    <a:pt x="51560" y="2607"/>
                    <a:pt x="51492" y="2607"/>
                  </a:cubicBezTo>
                  <a:close/>
                  <a:moveTo>
                    <a:pt x="74762" y="2627"/>
                  </a:moveTo>
                  <a:cubicBezTo>
                    <a:pt x="74730" y="2627"/>
                    <a:pt x="74696" y="2651"/>
                    <a:pt x="74696" y="2676"/>
                  </a:cubicBezTo>
                  <a:cubicBezTo>
                    <a:pt x="74662" y="2744"/>
                    <a:pt x="74696" y="2778"/>
                    <a:pt x="74730" y="2812"/>
                  </a:cubicBezTo>
                  <a:lnTo>
                    <a:pt x="74866" y="2846"/>
                  </a:lnTo>
                  <a:cubicBezTo>
                    <a:pt x="74901" y="2846"/>
                    <a:pt x="74935" y="2812"/>
                    <a:pt x="74969" y="2778"/>
                  </a:cubicBezTo>
                  <a:cubicBezTo>
                    <a:pt x="74969" y="2744"/>
                    <a:pt x="74969" y="2676"/>
                    <a:pt x="74901" y="2676"/>
                  </a:cubicBezTo>
                  <a:lnTo>
                    <a:pt x="74798" y="2641"/>
                  </a:lnTo>
                  <a:cubicBezTo>
                    <a:pt x="74788" y="2631"/>
                    <a:pt x="74775" y="2627"/>
                    <a:pt x="74762" y="2627"/>
                  </a:cubicBezTo>
                  <a:close/>
                  <a:moveTo>
                    <a:pt x="50946" y="2710"/>
                  </a:moveTo>
                  <a:lnTo>
                    <a:pt x="50810" y="2744"/>
                  </a:lnTo>
                  <a:cubicBezTo>
                    <a:pt x="50776" y="2744"/>
                    <a:pt x="50741" y="2778"/>
                    <a:pt x="50741" y="2846"/>
                  </a:cubicBezTo>
                  <a:cubicBezTo>
                    <a:pt x="50776" y="2880"/>
                    <a:pt x="50810" y="2914"/>
                    <a:pt x="50844" y="2914"/>
                  </a:cubicBezTo>
                  <a:lnTo>
                    <a:pt x="50980" y="2880"/>
                  </a:lnTo>
                  <a:cubicBezTo>
                    <a:pt x="51014" y="2880"/>
                    <a:pt x="51049" y="2846"/>
                    <a:pt x="51049" y="2778"/>
                  </a:cubicBezTo>
                  <a:cubicBezTo>
                    <a:pt x="51014" y="2744"/>
                    <a:pt x="50980" y="2710"/>
                    <a:pt x="50946" y="2710"/>
                  </a:cubicBezTo>
                  <a:close/>
                  <a:moveTo>
                    <a:pt x="50264" y="2812"/>
                  </a:moveTo>
                  <a:cubicBezTo>
                    <a:pt x="50230" y="2846"/>
                    <a:pt x="50195" y="2880"/>
                    <a:pt x="50195" y="2914"/>
                  </a:cubicBezTo>
                  <a:cubicBezTo>
                    <a:pt x="50195" y="2983"/>
                    <a:pt x="50230" y="2983"/>
                    <a:pt x="50264" y="2983"/>
                  </a:cubicBezTo>
                  <a:lnTo>
                    <a:pt x="50400" y="2983"/>
                  </a:lnTo>
                  <a:cubicBezTo>
                    <a:pt x="50434" y="2983"/>
                    <a:pt x="50468" y="2914"/>
                    <a:pt x="50468" y="2880"/>
                  </a:cubicBezTo>
                  <a:cubicBezTo>
                    <a:pt x="50468" y="2846"/>
                    <a:pt x="50434" y="2812"/>
                    <a:pt x="50366" y="2812"/>
                  </a:cubicBezTo>
                  <a:close/>
                  <a:moveTo>
                    <a:pt x="75344" y="2812"/>
                  </a:moveTo>
                  <a:cubicBezTo>
                    <a:pt x="75310" y="2812"/>
                    <a:pt x="75242" y="2846"/>
                    <a:pt x="75242" y="2880"/>
                  </a:cubicBezTo>
                  <a:cubicBezTo>
                    <a:pt x="75208" y="2914"/>
                    <a:pt x="75242" y="2983"/>
                    <a:pt x="75276" y="2983"/>
                  </a:cubicBezTo>
                  <a:lnTo>
                    <a:pt x="75378" y="3017"/>
                  </a:lnTo>
                  <a:lnTo>
                    <a:pt x="75412" y="3017"/>
                  </a:lnTo>
                  <a:cubicBezTo>
                    <a:pt x="75446" y="3017"/>
                    <a:pt x="75481" y="3017"/>
                    <a:pt x="75515" y="2983"/>
                  </a:cubicBezTo>
                  <a:cubicBezTo>
                    <a:pt x="75515" y="2914"/>
                    <a:pt x="75481" y="2880"/>
                    <a:pt x="75446" y="2846"/>
                  </a:cubicBezTo>
                  <a:lnTo>
                    <a:pt x="75344" y="2812"/>
                  </a:lnTo>
                  <a:close/>
                  <a:moveTo>
                    <a:pt x="49684" y="2914"/>
                  </a:moveTo>
                  <a:cubicBezTo>
                    <a:pt x="49649" y="2949"/>
                    <a:pt x="49615" y="2983"/>
                    <a:pt x="49615" y="3017"/>
                  </a:cubicBezTo>
                  <a:cubicBezTo>
                    <a:pt x="49649" y="3051"/>
                    <a:pt x="49684" y="3085"/>
                    <a:pt x="49718" y="3085"/>
                  </a:cubicBezTo>
                  <a:lnTo>
                    <a:pt x="49854" y="3085"/>
                  </a:lnTo>
                  <a:cubicBezTo>
                    <a:pt x="49888" y="3051"/>
                    <a:pt x="49922" y="3017"/>
                    <a:pt x="49922" y="2983"/>
                  </a:cubicBezTo>
                  <a:cubicBezTo>
                    <a:pt x="49888" y="2914"/>
                    <a:pt x="49854" y="2914"/>
                    <a:pt x="49820" y="2914"/>
                  </a:cubicBezTo>
                  <a:close/>
                  <a:moveTo>
                    <a:pt x="49288" y="3003"/>
                  </a:moveTo>
                  <a:cubicBezTo>
                    <a:pt x="49274" y="3003"/>
                    <a:pt x="49258" y="3008"/>
                    <a:pt x="49240" y="3017"/>
                  </a:cubicBezTo>
                  <a:lnTo>
                    <a:pt x="49138" y="3017"/>
                  </a:lnTo>
                  <a:cubicBezTo>
                    <a:pt x="49069" y="3017"/>
                    <a:pt x="49069" y="3085"/>
                    <a:pt x="49069" y="3119"/>
                  </a:cubicBezTo>
                  <a:cubicBezTo>
                    <a:pt x="49069" y="3153"/>
                    <a:pt x="49104" y="3187"/>
                    <a:pt x="49138" y="3187"/>
                  </a:cubicBezTo>
                  <a:lnTo>
                    <a:pt x="49274" y="3187"/>
                  </a:lnTo>
                  <a:cubicBezTo>
                    <a:pt x="49308" y="3153"/>
                    <a:pt x="49342" y="3119"/>
                    <a:pt x="49342" y="3085"/>
                  </a:cubicBezTo>
                  <a:cubicBezTo>
                    <a:pt x="49342" y="3035"/>
                    <a:pt x="49324" y="3003"/>
                    <a:pt x="49288" y="3003"/>
                  </a:cubicBezTo>
                  <a:close/>
                  <a:moveTo>
                    <a:pt x="75839" y="3003"/>
                  </a:moveTo>
                  <a:cubicBezTo>
                    <a:pt x="75805" y="3003"/>
                    <a:pt x="75788" y="3027"/>
                    <a:pt x="75788" y="3051"/>
                  </a:cubicBezTo>
                  <a:cubicBezTo>
                    <a:pt x="75754" y="3119"/>
                    <a:pt x="75788" y="3153"/>
                    <a:pt x="75822" y="3153"/>
                  </a:cubicBezTo>
                  <a:lnTo>
                    <a:pt x="75924" y="3222"/>
                  </a:lnTo>
                  <a:lnTo>
                    <a:pt x="75958" y="3222"/>
                  </a:lnTo>
                  <a:cubicBezTo>
                    <a:pt x="75992" y="3222"/>
                    <a:pt x="76027" y="3187"/>
                    <a:pt x="76061" y="3153"/>
                  </a:cubicBezTo>
                  <a:cubicBezTo>
                    <a:pt x="76061" y="3119"/>
                    <a:pt x="76027" y="3051"/>
                    <a:pt x="75992" y="3051"/>
                  </a:cubicBezTo>
                  <a:lnTo>
                    <a:pt x="75890" y="3017"/>
                  </a:lnTo>
                  <a:cubicBezTo>
                    <a:pt x="75870" y="3007"/>
                    <a:pt x="75853" y="3003"/>
                    <a:pt x="75839" y="3003"/>
                  </a:cubicBezTo>
                  <a:close/>
                  <a:moveTo>
                    <a:pt x="48694" y="3085"/>
                  </a:moveTo>
                  <a:lnTo>
                    <a:pt x="48558" y="3119"/>
                  </a:lnTo>
                  <a:cubicBezTo>
                    <a:pt x="48523" y="3119"/>
                    <a:pt x="48489" y="3153"/>
                    <a:pt x="48489" y="3222"/>
                  </a:cubicBezTo>
                  <a:cubicBezTo>
                    <a:pt x="48489" y="3256"/>
                    <a:pt x="48558" y="3290"/>
                    <a:pt x="48592" y="3290"/>
                  </a:cubicBezTo>
                  <a:lnTo>
                    <a:pt x="48694" y="3256"/>
                  </a:lnTo>
                  <a:cubicBezTo>
                    <a:pt x="48762" y="3256"/>
                    <a:pt x="48796" y="3222"/>
                    <a:pt x="48796" y="3153"/>
                  </a:cubicBezTo>
                  <a:cubicBezTo>
                    <a:pt x="48762" y="3119"/>
                    <a:pt x="48728" y="3085"/>
                    <a:pt x="48694" y="3085"/>
                  </a:cubicBezTo>
                  <a:close/>
                  <a:moveTo>
                    <a:pt x="48114" y="3187"/>
                  </a:moveTo>
                  <a:lnTo>
                    <a:pt x="48012" y="3222"/>
                  </a:lnTo>
                  <a:cubicBezTo>
                    <a:pt x="47943" y="3222"/>
                    <a:pt x="47909" y="3256"/>
                    <a:pt x="47943" y="3324"/>
                  </a:cubicBezTo>
                  <a:cubicBezTo>
                    <a:pt x="47943" y="3358"/>
                    <a:pt x="47977" y="3392"/>
                    <a:pt x="48012" y="3392"/>
                  </a:cubicBezTo>
                  <a:lnTo>
                    <a:pt x="48046" y="3392"/>
                  </a:lnTo>
                  <a:lnTo>
                    <a:pt x="48148" y="3358"/>
                  </a:lnTo>
                  <a:cubicBezTo>
                    <a:pt x="48182" y="3358"/>
                    <a:pt x="48216" y="3324"/>
                    <a:pt x="48216" y="3256"/>
                  </a:cubicBezTo>
                  <a:cubicBezTo>
                    <a:pt x="48216" y="3222"/>
                    <a:pt x="48148" y="3187"/>
                    <a:pt x="48114" y="3187"/>
                  </a:cubicBezTo>
                  <a:close/>
                  <a:moveTo>
                    <a:pt x="76436" y="3187"/>
                  </a:moveTo>
                  <a:cubicBezTo>
                    <a:pt x="76368" y="3187"/>
                    <a:pt x="76334" y="3187"/>
                    <a:pt x="76300" y="3256"/>
                  </a:cubicBezTo>
                  <a:cubicBezTo>
                    <a:pt x="76300" y="3290"/>
                    <a:pt x="76334" y="3358"/>
                    <a:pt x="76368" y="3358"/>
                  </a:cubicBezTo>
                  <a:lnTo>
                    <a:pt x="76470" y="3392"/>
                  </a:lnTo>
                  <a:lnTo>
                    <a:pt x="76504" y="3392"/>
                  </a:lnTo>
                  <a:cubicBezTo>
                    <a:pt x="76538" y="3392"/>
                    <a:pt x="76573" y="3392"/>
                    <a:pt x="76573" y="3324"/>
                  </a:cubicBezTo>
                  <a:cubicBezTo>
                    <a:pt x="76607" y="3290"/>
                    <a:pt x="76573" y="3256"/>
                    <a:pt x="76538" y="3222"/>
                  </a:cubicBezTo>
                  <a:lnTo>
                    <a:pt x="76436" y="3187"/>
                  </a:lnTo>
                  <a:close/>
                  <a:moveTo>
                    <a:pt x="47568" y="3290"/>
                  </a:moveTo>
                  <a:lnTo>
                    <a:pt x="47431" y="3324"/>
                  </a:lnTo>
                  <a:cubicBezTo>
                    <a:pt x="47397" y="3324"/>
                    <a:pt x="47363" y="3358"/>
                    <a:pt x="47363" y="3426"/>
                  </a:cubicBezTo>
                  <a:cubicBezTo>
                    <a:pt x="47363" y="3460"/>
                    <a:pt x="47397" y="3495"/>
                    <a:pt x="47466" y="3495"/>
                  </a:cubicBezTo>
                  <a:lnTo>
                    <a:pt x="47568" y="3460"/>
                  </a:lnTo>
                  <a:cubicBezTo>
                    <a:pt x="47636" y="3460"/>
                    <a:pt x="47670" y="3426"/>
                    <a:pt x="47636" y="3358"/>
                  </a:cubicBezTo>
                  <a:cubicBezTo>
                    <a:pt x="47636" y="3324"/>
                    <a:pt x="47602" y="3290"/>
                    <a:pt x="47568" y="3290"/>
                  </a:cubicBezTo>
                  <a:close/>
                  <a:moveTo>
                    <a:pt x="46886" y="3392"/>
                  </a:moveTo>
                  <a:cubicBezTo>
                    <a:pt x="46817" y="3426"/>
                    <a:pt x="46783" y="3460"/>
                    <a:pt x="46817" y="3495"/>
                  </a:cubicBezTo>
                  <a:cubicBezTo>
                    <a:pt x="46817" y="3563"/>
                    <a:pt x="46851" y="3563"/>
                    <a:pt x="46886" y="3563"/>
                  </a:cubicBezTo>
                  <a:lnTo>
                    <a:pt x="47022" y="3563"/>
                  </a:lnTo>
                  <a:cubicBezTo>
                    <a:pt x="47056" y="3563"/>
                    <a:pt x="47090" y="3495"/>
                    <a:pt x="47090" y="3460"/>
                  </a:cubicBezTo>
                  <a:cubicBezTo>
                    <a:pt x="47090" y="3426"/>
                    <a:pt x="47022" y="3392"/>
                    <a:pt x="46988" y="3392"/>
                  </a:cubicBezTo>
                  <a:close/>
                  <a:moveTo>
                    <a:pt x="76930" y="3378"/>
                  </a:moveTo>
                  <a:cubicBezTo>
                    <a:pt x="76894" y="3378"/>
                    <a:pt x="76870" y="3402"/>
                    <a:pt x="76846" y="3426"/>
                  </a:cubicBezTo>
                  <a:cubicBezTo>
                    <a:pt x="76846" y="3495"/>
                    <a:pt x="76880" y="3529"/>
                    <a:pt x="76914" y="3529"/>
                  </a:cubicBezTo>
                  <a:lnTo>
                    <a:pt x="77016" y="3597"/>
                  </a:lnTo>
                  <a:lnTo>
                    <a:pt x="77050" y="3597"/>
                  </a:lnTo>
                  <a:cubicBezTo>
                    <a:pt x="77084" y="3597"/>
                    <a:pt x="77119" y="3563"/>
                    <a:pt x="77119" y="3529"/>
                  </a:cubicBezTo>
                  <a:cubicBezTo>
                    <a:pt x="77153" y="3495"/>
                    <a:pt x="77119" y="3426"/>
                    <a:pt x="77084" y="3426"/>
                  </a:cubicBezTo>
                  <a:lnTo>
                    <a:pt x="76982" y="3392"/>
                  </a:lnTo>
                  <a:cubicBezTo>
                    <a:pt x="76962" y="3382"/>
                    <a:pt x="76945" y="3378"/>
                    <a:pt x="76930" y="3378"/>
                  </a:cubicBezTo>
                  <a:close/>
                  <a:moveTo>
                    <a:pt x="46305" y="3495"/>
                  </a:moveTo>
                  <a:cubicBezTo>
                    <a:pt x="46271" y="3529"/>
                    <a:pt x="46237" y="3563"/>
                    <a:pt x="46237" y="3597"/>
                  </a:cubicBezTo>
                  <a:cubicBezTo>
                    <a:pt x="46237" y="3631"/>
                    <a:pt x="46271" y="3665"/>
                    <a:pt x="46340" y="3665"/>
                  </a:cubicBezTo>
                  <a:lnTo>
                    <a:pt x="46442" y="3665"/>
                  </a:lnTo>
                  <a:cubicBezTo>
                    <a:pt x="46510" y="3631"/>
                    <a:pt x="46544" y="3597"/>
                    <a:pt x="46510" y="3563"/>
                  </a:cubicBezTo>
                  <a:cubicBezTo>
                    <a:pt x="46510" y="3495"/>
                    <a:pt x="46476" y="3495"/>
                    <a:pt x="46408" y="3495"/>
                  </a:cubicBezTo>
                  <a:close/>
                  <a:moveTo>
                    <a:pt x="45895" y="3584"/>
                  </a:moveTo>
                  <a:cubicBezTo>
                    <a:pt x="45883" y="3584"/>
                    <a:pt x="45871" y="3588"/>
                    <a:pt x="45862" y="3597"/>
                  </a:cubicBezTo>
                  <a:lnTo>
                    <a:pt x="45759" y="3597"/>
                  </a:lnTo>
                  <a:cubicBezTo>
                    <a:pt x="45691" y="3597"/>
                    <a:pt x="45657" y="3665"/>
                    <a:pt x="45691" y="3699"/>
                  </a:cubicBezTo>
                  <a:cubicBezTo>
                    <a:pt x="45691" y="3733"/>
                    <a:pt x="45725" y="3768"/>
                    <a:pt x="45759" y="3768"/>
                  </a:cubicBezTo>
                  <a:lnTo>
                    <a:pt x="45896" y="3768"/>
                  </a:lnTo>
                  <a:cubicBezTo>
                    <a:pt x="45930" y="3733"/>
                    <a:pt x="45964" y="3699"/>
                    <a:pt x="45964" y="3665"/>
                  </a:cubicBezTo>
                  <a:cubicBezTo>
                    <a:pt x="45964" y="3615"/>
                    <a:pt x="45928" y="3584"/>
                    <a:pt x="45895" y="3584"/>
                  </a:cubicBezTo>
                  <a:close/>
                  <a:moveTo>
                    <a:pt x="77494" y="3563"/>
                  </a:moveTo>
                  <a:cubicBezTo>
                    <a:pt x="77460" y="3563"/>
                    <a:pt x="77426" y="3563"/>
                    <a:pt x="77392" y="3631"/>
                  </a:cubicBezTo>
                  <a:cubicBezTo>
                    <a:pt x="77392" y="3665"/>
                    <a:pt x="77392" y="3699"/>
                    <a:pt x="77460" y="3733"/>
                  </a:cubicBezTo>
                  <a:lnTo>
                    <a:pt x="77562" y="3768"/>
                  </a:lnTo>
                  <a:lnTo>
                    <a:pt x="77596" y="3768"/>
                  </a:lnTo>
                  <a:cubicBezTo>
                    <a:pt x="77630" y="3768"/>
                    <a:pt x="77664" y="3733"/>
                    <a:pt x="77664" y="3699"/>
                  </a:cubicBezTo>
                  <a:cubicBezTo>
                    <a:pt x="77699" y="3665"/>
                    <a:pt x="77664" y="3631"/>
                    <a:pt x="77630" y="3597"/>
                  </a:cubicBezTo>
                  <a:lnTo>
                    <a:pt x="77494" y="3563"/>
                  </a:lnTo>
                  <a:close/>
                  <a:moveTo>
                    <a:pt x="45282" y="3665"/>
                  </a:moveTo>
                  <a:lnTo>
                    <a:pt x="45179" y="3699"/>
                  </a:lnTo>
                  <a:cubicBezTo>
                    <a:pt x="45145" y="3699"/>
                    <a:pt x="45111" y="3733"/>
                    <a:pt x="45111" y="3802"/>
                  </a:cubicBezTo>
                  <a:cubicBezTo>
                    <a:pt x="45111" y="3836"/>
                    <a:pt x="45145" y="3870"/>
                    <a:pt x="45214" y="3870"/>
                  </a:cubicBezTo>
                  <a:lnTo>
                    <a:pt x="45316" y="3836"/>
                  </a:lnTo>
                  <a:cubicBezTo>
                    <a:pt x="45384" y="3836"/>
                    <a:pt x="45418" y="3802"/>
                    <a:pt x="45384" y="3733"/>
                  </a:cubicBezTo>
                  <a:cubicBezTo>
                    <a:pt x="45384" y="3699"/>
                    <a:pt x="45350" y="3665"/>
                    <a:pt x="45282" y="3665"/>
                  </a:cubicBezTo>
                  <a:close/>
                  <a:moveTo>
                    <a:pt x="44736" y="3768"/>
                  </a:moveTo>
                  <a:lnTo>
                    <a:pt x="44633" y="3802"/>
                  </a:lnTo>
                  <a:cubicBezTo>
                    <a:pt x="44565" y="3802"/>
                    <a:pt x="44531" y="3836"/>
                    <a:pt x="44531" y="3904"/>
                  </a:cubicBezTo>
                  <a:cubicBezTo>
                    <a:pt x="44565" y="3938"/>
                    <a:pt x="44599" y="3972"/>
                    <a:pt x="44633" y="3972"/>
                  </a:cubicBezTo>
                  <a:lnTo>
                    <a:pt x="44770" y="3938"/>
                  </a:lnTo>
                  <a:cubicBezTo>
                    <a:pt x="44804" y="3938"/>
                    <a:pt x="44838" y="3904"/>
                    <a:pt x="44838" y="3836"/>
                  </a:cubicBezTo>
                  <a:cubicBezTo>
                    <a:pt x="44838" y="3802"/>
                    <a:pt x="44770" y="3768"/>
                    <a:pt x="44736" y="3768"/>
                  </a:cubicBezTo>
                  <a:close/>
                  <a:moveTo>
                    <a:pt x="78004" y="3753"/>
                  </a:moveTo>
                  <a:cubicBezTo>
                    <a:pt x="77972" y="3753"/>
                    <a:pt x="77937" y="3778"/>
                    <a:pt x="77937" y="3802"/>
                  </a:cubicBezTo>
                  <a:cubicBezTo>
                    <a:pt x="77937" y="3836"/>
                    <a:pt x="77937" y="3904"/>
                    <a:pt x="78006" y="3904"/>
                  </a:cubicBezTo>
                  <a:lnTo>
                    <a:pt x="78108" y="3938"/>
                  </a:lnTo>
                  <a:cubicBezTo>
                    <a:pt x="78108" y="3972"/>
                    <a:pt x="78108" y="3972"/>
                    <a:pt x="78142" y="3972"/>
                  </a:cubicBezTo>
                  <a:cubicBezTo>
                    <a:pt x="78176" y="3972"/>
                    <a:pt x="78210" y="3938"/>
                    <a:pt x="78210" y="3904"/>
                  </a:cubicBezTo>
                  <a:cubicBezTo>
                    <a:pt x="78210" y="3870"/>
                    <a:pt x="78210" y="3802"/>
                    <a:pt x="78142" y="3802"/>
                  </a:cubicBezTo>
                  <a:lnTo>
                    <a:pt x="78040" y="3768"/>
                  </a:lnTo>
                  <a:cubicBezTo>
                    <a:pt x="78030" y="3758"/>
                    <a:pt x="78017" y="3753"/>
                    <a:pt x="78004" y="3753"/>
                  </a:cubicBezTo>
                  <a:close/>
                  <a:moveTo>
                    <a:pt x="44156" y="3870"/>
                  </a:moveTo>
                  <a:lnTo>
                    <a:pt x="44053" y="3904"/>
                  </a:lnTo>
                  <a:cubicBezTo>
                    <a:pt x="44019" y="3904"/>
                    <a:pt x="43985" y="3938"/>
                    <a:pt x="43985" y="4006"/>
                  </a:cubicBezTo>
                  <a:cubicBezTo>
                    <a:pt x="43985" y="4040"/>
                    <a:pt x="44019" y="4075"/>
                    <a:pt x="44053" y="4075"/>
                  </a:cubicBezTo>
                  <a:lnTo>
                    <a:pt x="44087" y="4075"/>
                  </a:lnTo>
                  <a:lnTo>
                    <a:pt x="44190" y="4040"/>
                  </a:lnTo>
                  <a:cubicBezTo>
                    <a:pt x="44258" y="4040"/>
                    <a:pt x="44258" y="4006"/>
                    <a:pt x="44258" y="3938"/>
                  </a:cubicBezTo>
                  <a:cubicBezTo>
                    <a:pt x="44258" y="3904"/>
                    <a:pt x="44224" y="3870"/>
                    <a:pt x="44156" y="3870"/>
                  </a:cubicBezTo>
                  <a:close/>
                  <a:moveTo>
                    <a:pt x="43473" y="3972"/>
                  </a:moveTo>
                  <a:cubicBezTo>
                    <a:pt x="43439" y="4006"/>
                    <a:pt x="43405" y="4040"/>
                    <a:pt x="43405" y="4075"/>
                  </a:cubicBezTo>
                  <a:cubicBezTo>
                    <a:pt x="43439" y="4143"/>
                    <a:pt x="43473" y="4143"/>
                    <a:pt x="43507" y="4143"/>
                  </a:cubicBezTo>
                  <a:lnTo>
                    <a:pt x="43644" y="4143"/>
                  </a:lnTo>
                  <a:cubicBezTo>
                    <a:pt x="43678" y="4143"/>
                    <a:pt x="43712" y="4075"/>
                    <a:pt x="43712" y="4040"/>
                  </a:cubicBezTo>
                  <a:cubicBezTo>
                    <a:pt x="43678" y="4006"/>
                    <a:pt x="43644" y="3972"/>
                    <a:pt x="43610" y="3972"/>
                  </a:cubicBezTo>
                  <a:close/>
                  <a:moveTo>
                    <a:pt x="78586" y="3938"/>
                  </a:moveTo>
                  <a:cubicBezTo>
                    <a:pt x="78552" y="3938"/>
                    <a:pt x="78483" y="3938"/>
                    <a:pt x="78483" y="4006"/>
                  </a:cubicBezTo>
                  <a:cubicBezTo>
                    <a:pt x="78449" y="4040"/>
                    <a:pt x="78483" y="4075"/>
                    <a:pt x="78518" y="4109"/>
                  </a:cubicBezTo>
                  <a:lnTo>
                    <a:pt x="78654" y="4143"/>
                  </a:lnTo>
                  <a:cubicBezTo>
                    <a:pt x="78688" y="4143"/>
                    <a:pt x="78722" y="4109"/>
                    <a:pt x="78756" y="4075"/>
                  </a:cubicBezTo>
                  <a:cubicBezTo>
                    <a:pt x="78756" y="4040"/>
                    <a:pt x="78756" y="4006"/>
                    <a:pt x="78688" y="3972"/>
                  </a:cubicBezTo>
                  <a:lnTo>
                    <a:pt x="78586" y="3938"/>
                  </a:lnTo>
                  <a:close/>
                  <a:moveTo>
                    <a:pt x="42927" y="4075"/>
                  </a:moveTo>
                  <a:cubicBezTo>
                    <a:pt x="42893" y="4109"/>
                    <a:pt x="42859" y="4143"/>
                    <a:pt x="42859" y="4177"/>
                  </a:cubicBezTo>
                  <a:cubicBezTo>
                    <a:pt x="42859" y="4211"/>
                    <a:pt x="42893" y="4245"/>
                    <a:pt x="42927" y="4245"/>
                  </a:cubicBezTo>
                  <a:lnTo>
                    <a:pt x="43064" y="4245"/>
                  </a:lnTo>
                  <a:cubicBezTo>
                    <a:pt x="43098" y="4211"/>
                    <a:pt x="43132" y="4177"/>
                    <a:pt x="43132" y="4143"/>
                  </a:cubicBezTo>
                  <a:cubicBezTo>
                    <a:pt x="43132" y="4075"/>
                    <a:pt x="43098" y="4075"/>
                    <a:pt x="43030" y="4075"/>
                  </a:cubicBezTo>
                  <a:close/>
                  <a:moveTo>
                    <a:pt x="42511" y="4164"/>
                  </a:moveTo>
                  <a:cubicBezTo>
                    <a:pt x="42502" y="4164"/>
                    <a:pt x="42493" y="4168"/>
                    <a:pt x="42484" y="4177"/>
                  </a:cubicBezTo>
                  <a:lnTo>
                    <a:pt x="42347" y="4177"/>
                  </a:lnTo>
                  <a:cubicBezTo>
                    <a:pt x="42313" y="4177"/>
                    <a:pt x="42279" y="4245"/>
                    <a:pt x="42279" y="4279"/>
                  </a:cubicBezTo>
                  <a:cubicBezTo>
                    <a:pt x="42313" y="4313"/>
                    <a:pt x="42347" y="4348"/>
                    <a:pt x="42381" y="4348"/>
                  </a:cubicBezTo>
                  <a:lnTo>
                    <a:pt x="42518" y="4348"/>
                  </a:lnTo>
                  <a:cubicBezTo>
                    <a:pt x="42552" y="4313"/>
                    <a:pt x="42586" y="4279"/>
                    <a:pt x="42586" y="4245"/>
                  </a:cubicBezTo>
                  <a:cubicBezTo>
                    <a:pt x="42561" y="4195"/>
                    <a:pt x="42536" y="4164"/>
                    <a:pt x="42511" y="4164"/>
                  </a:cubicBezTo>
                  <a:close/>
                  <a:moveTo>
                    <a:pt x="79096" y="4129"/>
                  </a:moveTo>
                  <a:cubicBezTo>
                    <a:pt x="79064" y="4129"/>
                    <a:pt x="79029" y="4153"/>
                    <a:pt x="79029" y="4177"/>
                  </a:cubicBezTo>
                  <a:cubicBezTo>
                    <a:pt x="78995" y="4211"/>
                    <a:pt x="79029" y="4279"/>
                    <a:pt x="79064" y="4279"/>
                  </a:cubicBezTo>
                  <a:lnTo>
                    <a:pt x="79166" y="4313"/>
                  </a:lnTo>
                  <a:cubicBezTo>
                    <a:pt x="79200" y="4348"/>
                    <a:pt x="79200" y="4348"/>
                    <a:pt x="79200" y="4348"/>
                  </a:cubicBezTo>
                  <a:cubicBezTo>
                    <a:pt x="79234" y="4348"/>
                    <a:pt x="79268" y="4313"/>
                    <a:pt x="79302" y="4279"/>
                  </a:cubicBezTo>
                  <a:cubicBezTo>
                    <a:pt x="79302" y="4245"/>
                    <a:pt x="79268" y="4177"/>
                    <a:pt x="79234" y="4177"/>
                  </a:cubicBezTo>
                  <a:lnTo>
                    <a:pt x="79132" y="4143"/>
                  </a:lnTo>
                  <a:cubicBezTo>
                    <a:pt x="79122" y="4133"/>
                    <a:pt x="79109" y="4129"/>
                    <a:pt x="79096" y="4129"/>
                  </a:cubicBezTo>
                  <a:close/>
                  <a:moveTo>
                    <a:pt x="41904" y="4245"/>
                  </a:moveTo>
                  <a:lnTo>
                    <a:pt x="41801" y="4279"/>
                  </a:lnTo>
                  <a:cubicBezTo>
                    <a:pt x="41767" y="4279"/>
                    <a:pt x="41733" y="4348"/>
                    <a:pt x="41733" y="4382"/>
                  </a:cubicBezTo>
                  <a:cubicBezTo>
                    <a:pt x="41733" y="4416"/>
                    <a:pt x="41767" y="4450"/>
                    <a:pt x="41801" y="4450"/>
                  </a:cubicBezTo>
                  <a:lnTo>
                    <a:pt x="41835" y="4450"/>
                  </a:lnTo>
                  <a:lnTo>
                    <a:pt x="41938" y="4416"/>
                  </a:lnTo>
                  <a:cubicBezTo>
                    <a:pt x="41972" y="4416"/>
                    <a:pt x="42006" y="4382"/>
                    <a:pt x="42006" y="4313"/>
                  </a:cubicBezTo>
                  <a:cubicBezTo>
                    <a:pt x="42006" y="4279"/>
                    <a:pt x="41972" y="4245"/>
                    <a:pt x="41904" y="4245"/>
                  </a:cubicBezTo>
                  <a:close/>
                  <a:moveTo>
                    <a:pt x="79678" y="4313"/>
                  </a:moveTo>
                  <a:cubicBezTo>
                    <a:pt x="79644" y="4313"/>
                    <a:pt x="79575" y="4313"/>
                    <a:pt x="79575" y="4382"/>
                  </a:cubicBezTo>
                  <a:cubicBezTo>
                    <a:pt x="79541" y="4416"/>
                    <a:pt x="79575" y="4450"/>
                    <a:pt x="79610" y="4484"/>
                  </a:cubicBezTo>
                  <a:lnTo>
                    <a:pt x="79712" y="4518"/>
                  </a:lnTo>
                  <a:lnTo>
                    <a:pt x="79746" y="4518"/>
                  </a:lnTo>
                  <a:cubicBezTo>
                    <a:pt x="79780" y="4518"/>
                    <a:pt x="79814" y="4484"/>
                    <a:pt x="79848" y="4450"/>
                  </a:cubicBezTo>
                  <a:cubicBezTo>
                    <a:pt x="79848" y="4416"/>
                    <a:pt x="79814" y="4382"/>
                    <a:pt x="79780" y="4348"/>
                  </a:cubicBezTo>
                  <a:lnTo>
                    <a:pt x="79678" y="4313"/>
                  </a:lnTo>
                  <a:close/>
                  <a:moveTo>
                    <a:pt x="41358" y="4348"/>
                  </a:moveTo>
                  <a:lnTo>
                    <a:pt x="41221" y="4382"/>
                  </a:lnTo>
                  <a:cubicBezTo>
                    <a:pt x="41187" y="4382"/>
                    <a:pt x="41153" y="4416"/>
                    <a:pt x="41153" y="4484"/>
                  </a:cubicBezTo>
                  <a:cubicBezTo>
                    <a:pt x="41153" y="4518"/>
                    <a:pt x="41221" y="4552"/>
                    <a:pt x="41255" y="4552"/>
                  </a:cubicBezTo>
                  <a:lnTo>
                    <a:pt x="41358" y="4518"/>
                  </a:lnTo>
                  <a:cubicBezTo>
                    <a:pt x="41426" y="4518"/>
                    <a:pt x="41460" y="4484"/>
                    <a:pt x="41460" y="4416"/>
                  </a:cubicBezTo>
                  <a:cubicBezTo>
                    <a:pt x="41426" y="4382"/>
                    <a:pt x="41392" y="4348"/>
                    <a:pt x="41358" y="4348"/>
                  </a:cubicBezTo>
                  <a:close/>
                  <a:moveTo>
                    <a:pt x="40778" y="4450"/>
                  </a:moveTo>
                  <a:lnTo>
                    <a:pt x="40675" y="4484"/>
                  </a:lnTo>
                  <a:cubicBezTo>
                    <a:pt x="40607" y="4484"/>
                    <a:pt x="40607" y="4518"/>
                    <a:pt x="40607" y="4586"/>
                  </a:cubicBezTo>
                  <a:cubicBezTo>
                    <a:pt x="40607" y="4621"/>
                    <a:pt x="40641" y="4655"/>
                    <a:pt x="40675" y="4655"/>
                  </a:cubicBezTo>
                  <a:lnTo>
                    <a:pt x="40709" y="4655"/>
                  </a:lnTo>
                  <a:lnTo>
                    <a:pt x="40812" y="4621"/>
                  </a:lnTo>
                  <a:cubicBezTo>
                    <a:pt x="40846" y="4621"/>
                    <a:pt x="40880" y="4586"/>
                    <a:pt x="40880" y="4518"/>
                  </a:cubicBezTo>
                  <a:cubicBezTo>
                    <a:pt x="40880" y="4484"/>
                    <a:pt x="40846" y="4450"/>
                    <a:pt x="40778" y="4450"/>
                  </a:cubicBezTo>
                  <a:close/>
                  <a:moveTo>
                    <a:pt x="40095" y="4552"/>
                  </a:moveTo>
                  <a:cubicBezTo>
                    <a:pt x="40061" y="4586"/>
                    <a:pt x="40027" y="4621"/>
                    <a:pt x="40027" y="4655"/>
                  </a:cubicBezTo>
                  <a:cubicBezTo>
                    <a:pt x="40027" y="4723"/>
                    <a:pt x="40061" y="4723"/>
                    <a:pt x="40129" y="4723"/>
                  </a:cubicBezTo>
                  <a:lnTo>
                    <a:pt x="40232" y="4723"/>
                  </a:lnTo>
                  <a:cubicBezTo>
                    <a:pt x="40300" y="4723"/>
                    <a:pt x="40334" y="4655"/>
                    <a:pt x="40300" y="4621"/>
                  </a:cubicBezTo>
                  <a:cubicBezTo>
                    <a:pt x="40300" y="4586"/>
                    <a:pt x="40266" y="4552"/>
                    <a:pt x="40232" y="4552"/>
                  </a:cubicBezTo>
                  <a:close/>
                  <a:moveTo>
                    <a:pt x="80172" y="4504"/>
                  </a:moveTo>
                  <a:cubicBezTo>
                    <a:pt x="80135" y="4504"/>
                    <a:pt x="80111" y="4528"/>
                    <a:pt x="80087" y="4552"/>
                  </a:cubicBezTo>
                  <a:cubicBezTo>
                    <a:pt x="80087" y="4586"/>
                    <a:pt x="80121" y="4655"/>
                    <a:pt x="80155" y="4655"/>
                  </a:cubicBezTo>
                  <a:lnTo>
                    <a:pt x="80258" y="4689"/>
                  </a:lnTo>
                  <a:cubicBezTo>
                    <a:pt x="80258" y="4689"/>
                    <a:pt x="80292" y="4723"/>
                    <a:pt x="80292" y="4723"/>
                  </a:cubicBezTo>
                  <a:cubicBezTo>
                    <a:pt x="80326" y="4723"/>
                    <a:pt x="80360" y="4689"/>
                    <a:pt x="80360" y="4655"/>
                  </a:cubicBezTo>
                  <a:cubicBezTo>
                    <a:pt x="80394" y="4586"/>
                    <a:pt x="80360" y="4552"/>
                    <a:pt x="80326" y="4552"/>
                  </a:cubicBezTo>
                  <a:lnTo>
                    <a:pt x="80224" y="4518"/>
                  </a:lnTo>
                  <a:cubicBezTo>
                    <a:pt x="80204" y="4508"/>
                    <a:pt x="80187" y="4504"/>
                    <a:pt x="80172" y="4504"/>
                  </a:cubicBezTo>
                  <a:close/>
                  <a:moveTo>
                    <a:pt x="39549" y="4655"/>
                  </a:moveTo>
                  <a:cubicBezTo>
                    <a:pt x="39481" y="4689"/>
                    <a:pt x="39447" y="4723"/>
                    <a:pt x="39481" y="4757"/>
                  </a:cubicBezTo>
                  <a:cubicBezTo>
                    <a:pt x="39481" y="4791"/>
                    <a:pt x="39515" y="4825"/>
                    <a:pt x="39549" y="4825"/>
                  </a:cubicBezTo>
                  <a:lnTo>
                    <a:pt x="39686" y="4825"/>
                  </a:lnTo>
                  <a:cubicBezTo>
                    <a:pt x="39720" y="4791"/>
                    <a:pt x="39754" y="4757"/>
                    <a:pt x="39754" y="4723"/>
                  </a:cubicBezTo>
                  <a:cubicBezTo>
                    <a:pt x="39754" y="4655"/>
                    <a:pt x="39686" y="4655"/>
                    <a:pt x="39651" y="4655"/>
                  </a:cubicBezTo>
                  <a:close/>
                  <a:moveTo>
                    <a:pt x="80770" y="4689"/>
                  </a:moveTo>
                  <a:cubicBezTo>
                    <a:pt x="80701" y="4689"/>
                    <a:pt x="80667" y="4689"/>
                    <a:pt x="80633" y="4757"/>
                  </a:cubicBezTo>
                  <a:cubicBezTo>
                    <a:pt x="80633" y="4791"/>
                    <a:pt x="80667" y="4825"/>
                    <a:pt x="80701" y="4859"/>
                  </a:cubicBezTo>
                  <a:lnTo>
                    <a:pt x="80804" y="4894"/>
                  </a:lnTo>
                  <a:lnTo>
                    <a:pt x="80838" y="4894"/>
                  </a:lnTo>
                  <a:cubicBezTo>
                    <a:pt x="80872" y="4894"/>
                    <a:pt x="80906" y="4859"/>
                    <a:pt x="80906" y="4825"/>
                  </a:cubicBezTo>
                  <a:cubicBezTo>
                    <a:pt x="80940" y="4791"/>
                    <a:pt x="80906" y="4757"/>
                    <a:pt x="80872" y="4723"/>
                  </a:cubicBezTo>
                  <a:lnTo>
                    <a:pt x="80770" y="4689"/>
                  </a:lnTo>
                  <a:close/>
                  <a:moveTo>
                    <a:pt x="39132" y="4744"/>
                  </a:moveTo>
                  <a:cubicBezTo>
                    <a:pt x="39124" y="4744"/>
                    <a:pt x="39115" y="4748"/>
                    <a:pt x="39105" y="4757"/>
                  </a:cubicBezTo>
                  <a:lnTo>
                    <a:pt x="38969" y="4757"/>
                  </a:lnTo>
                  <a:cubicBezTo>
                    <a:pt x="38935" y="4757"/>
                    <a:pt x="38901" y="4825"/>
                    <a:pt x="38901" y="4859"/>
                  </a:cubicBezTo>
                  <a:cubicBezTo>
                    <a:pt x="38901" y="4894"/>
                    <a:pt x="38935" y="4928"/>
                    <a:pt x="39003" y="4928"/>
                  </a:cubicBezTo>
                  <a:lnTo>
                    <a:pt x="39105" y="4928"/>
                  </a:lnTo>
                  <a:cubicBezTo>
                    <a:pt x="39174" y="4894"/>
                    <a:pt x="39208" y="4859"/>
                    <a:pt x="39174" y="4825"/>
                  </a:cubicBezTo>
                  <a:cubicBezTo>
                    <a:pt x="39174" y="4775"/>
                    <a:pt x="39155" y="4744"/>
                    <a:pt x="39132" y="4744"/>
                  </a:cubicBezTo>
                  <a:close/>
                  <a:moveTo>
                    <a:pt x="38525" y="4825"/>
                  </a:moveTo>
                  <a:lnTo>
                    <a:pt x="38423" y="4859"/>
                  </a:lnTo>
                  <a:cubicBezTo>
                    <a:pt x="38355" y="4859"/>
                    <a:pt x="38321" y="4894"/>
                    <a:pt x="38355" y="4962"/>
                  </a:cubicBezTo>
                  <a:cubicBezTo>
                    <a:pt x="38355" y="4996"/>
                    <a:pt x="38389" y="5030"/>
                    <a:pt x="38423" y="5030"/>
                  </a:cubicBezTo>
                  <a:lnTo>
                    <a:pt x="38560" y="4996"/>
                  </a:lnTo>
                  <a:cubicBezTo>
                    <a:pt x="38594" y="4996"/>
                    <a:pt x="38628" y="4962"/>
                    <a:pt x="38628" y="4894"/>
                  </a:cubicBezTo>
                  <a:cubicBezTo>
                    <a:pt x="38628" y="4859"/>
                    <a:pt x="38560" y="4825"/>
                    <a:pt x="38525" y="4825"/>
                  </a:cubicBezTo>
                  <a:close/>
                  <a:moveTo>
                    <a:pt x="81282" y="4859"/>
                  </a:moveTo>
                  <a:cubicBezTo>
                    <a:pt x="81247" y="4859"/>
                    <a:pt x="81213" y="4894"/>
                    <a:pt x="81179" y="4928"/>
                  </a:cubicBezTo>
                  <a:cubicBezTo>
                    <a:pt x="81179" y="4962"/>
                    <a:pt x="81179" y="5030"/>
                    <a:pt x="81247" y="5030"/>
                  </a:cubicBezTo>
                  <a:lnTo>
                    <a:pt x="81350" y="5064"/>
                  </a:lnTo>
                  <a:lnTo>
                    <a:pt x="81384" y="5064"/>
                  </a:lnTo>
                  <a:cubicBezTo>
                    <a:pt x="81418" y="5064"/>
                    <a:pt x="81452" y="5064"/>
                    <a:pt x="81452" y="5030"/>
                  </a:cubicBezTo>
                  <a:cubicBezTo>
                    <a:pt x="81486" y="4962"/>
                    <a:pt x="81452" y="4928"/>
                    <a:pt x="81418" y="4928"/>
                  </a:cubicBezTo>
                  <a:lnTo>
                    <a:pt x="81282" y="4859"/>
                  </a:lnTo>
                  <a:close/>
                  <a:moveTo>
                    <a:pt x="37945" y="4928"/>
                  </a:moveTo>
                  <a:lnTo>
                    <a:pt x="37843" y="4962"/>
                  </a:lnTo>
                  <a:cubicBezTo>
                    <a:pt x="37809" y="4962"/>
                    <a:pt x="37775" y="4996"/>
                    <a:pt x="37775" y="5064"/>
                  </a:cubicBezTo>
                  <a:cubicBezTo>
                    <a:pt x="37775" y="5098"/>
                    <a:pt x="37809" y="5132"/>
                    <a:pt x="37877" y="5132"/>
                  </a:cubicBezTo>
                  <a:lnTo>
                    <a:pt x="37979" y="5098"/>
                  </a:lnTo>
                  <a:cubicBezTo>
                    <a:pt x="38048" y="5098"/>
                    <a:pt x="38082" y="5064"/>
                    <a:pt x="38048" y="4996"/>
                  </a:cubicBezTo>
                  <a:cubicBezTo>
                    <a:pt x="38048" y="4962"/>
                    <a:pt x="38014" y="4928"/>
                    <a:pt x="37945" y="4928"/>
                  </a:cubicBezTo>
                  <a:close/>
                  <a:moveTo>
                    <a:pt x="37399" y="5030"/>
                  </a:moveTo>
                  <a:lnTo>
                    <a:pt x="37297" y="5064"/>
                  </a:lnTo>
                  <a:cubicBezTo>
                    <a:pt x="37229" y="5064"/>
                    <a:pt x="37195" y="5098"/>
                    <a:pt x="37229" y="5167"/>
                  </a:cubicBezTo>
                  <a:cubicBezTo>
                    <a:pt x="37229" y="5201"/>
                    <a:pt x="37263" y="5235"/>
                    <a:pt x="37297" y="5235"/>
                  </a:cubicBezTo>
                  <a:lnTo>
                    <a:pt x="37433" y="5201"/>
                  </a:lnTo>
                  <a:cubicBezTo>
                    <a:pt x="37468" y="5201"/>
                    <a:pt x="37502" y="5167"/>
                    <a:pt x="37502" y="5098"/>
                  </a:cubicBezTo>
                  <a:cubicBezTo>
                    <a:pt x="37502" y="5064"/>
                    <a:pt x="37433" y="5030"/>
                    <a:pt x="37399" y="5030"/>
                  </a:cubicBezTo>
                  <a:close/>
                  <a:moveTo>
                    <a:pt x="81828" y="5064"/>
                  </a:moveTo>
                  <a:cubicBezTo>
                    <a:pt x="81793" y="5064"/>
                    <a:pt x="81725" y="5064"/>
                    <a:pt x="81725" y="5098"/>
                  </a:cubicBezTo>
                  <a:cubicBezTo>
                    <a:pt x="81725" y="5167"/>
                    <a:pt x="81725" y="5201"/>
                    <a:pt x="81793" y="5235"/>
                  </a:cubicBezTo>
                  <a:lnTo>
                    <a:pt x="81896" y="5269"/>
                  </a:lnTo>
                  <a:lnTo>
                    <a:pt x="81930" y="5269"/>
                  </a:lnTo>
                  <a:cubicBezTo>
                    <a:pt x="81964" y="5269"/>
                    <a:pt x="81998" y="5235"/>
                    <a:pt x="81998" y="5201"/>
                  </a:cubicBezTo>
                  <a:cubicBezTo>
                    <a:pt x="81998" y="5167"/>
                    <a:pt x="81998" y="5098"/>
                    <a:pt x="81930" y="5098"/>
                  </a:cubicBezTo>
                  <a:lnTo>
                    <a:pt x="81828" y="5064"/>
                  </a:lnTo>
                  <a:close/>
                  <a:moveTo>
                    <a:pt x="36717" y="5132"/>
                  </a:moveTo>
                  <a:cubicBezTo>
                    <a:pt x="36683" y="5167"/>
                    <a:pt x="36649" y="5201"/>
                    <a:pt x="36649" y="5235"/>
                  </a:cubicBezTo>
                  <a:cubicBezTo>
                    <a:pt x="36649" y="5303"/>
                    <a:pt x="36683" y="5303"/>
                    <a:pt x="36717" y="5303"/>
                  </a:cubicBezTo>
                  <a:lnTo>
                    <a:pt x="36853" y="5303"/>
                  </a:lnTo>
                  <a:cubicBezTo>
                    <a:pt x="36922" y="5303"/>
                    <a:pt x="36922" y="5235"/>
                    <a:pt x="36922" y="5201"/>
                  </a:cubicBezTo>
                  <a:cubicBezTo>
                    <a:pt x="36922" y="5167"/>
                    <a:pt x="36887" y="5132"/>
                    <a:pt x="36819" y="5132"/>
                  </a:cubicBezTo>
                  <a:close/>
                  <a:moveTo>
                    <a:pt x="36171" y="5235"/>
                  </a:moveTo>
                  <a:cubicBezTo>
                    <a:pt x="36103" y="5269"/>
                    <a:pt x="36069" y="5303"/>
                    <a:pt x="36069" y="5337"/>
                  </a:cubicBezTo>
                  <a:cubicBezTo>
                    <a:pt x="36103" y="5371"/>
                    <a:pt x="36137" y="5405"/>
                    <a:pt x="36171" y="5405"/>
                  </a:cubicBezTo>
                  <a:lnTo>
                    <a:pt x="36307" y="5405"/>
                  </a:lnTo>
                  <a:cubicBezTo>
                    <a:pt x="36342" y="5371"/>
                    <a:pt x="36376" y="5337"/>
                    <a:pt x="36376" y="5303"/>
                  </a:cubicBezTo>
                  <a:cubicBezTo>
                    <a:pt x="36342" y="5235"/>
                    <a:pt x="36307" y="5235"/>
                    <a:pt x="36273" y="5235"/>
                  </a:cubicBezTo>
                  <a:close/>
                  <a:moveTo>
                    <a:pt x="82373" y="5235"/>
                  </a:moveTo>
                  <a:cubicBezTo>
                    <a:pt x="82339" y="5235"/>
                    <a:pt x="82271" y="5269"/>
                    <a:pt x="82271" y="5303"/>
                  </a:cubicBezTo>
                  <a:cubicBezTo>
                    <a:pt x="82237" y="5337"/>
                    <a:pt x="82271" y="5405"/>
                    <a:pt x="82305" y="5405"/>
                  </a:cubicBezTo>
                  <a:lnTo>
                    <a:pt x="82442" y="5440"/>
                  </a:lnTo>
                  <a:cubicBezTo>
                    <a:pt x="82476" y="5440"/>
                    <a:pt x="82510" y="5440"/>
                    <a:pt x="82544" y="5405"/>
                  </a:cubicBezTo>
                  <a:cubicBezTo>
                    <a:pt x="82544" y="5337"/>
                    <a:pt x="82544" y="5303"/>
                    <a:pt x="82476" y="5269"/>
                  </a:cubicBezTo>
                  <a:lnTo>
                    <a:pt x="82373" y="5235"/>
                  </a:lnTo>
                  <a:close/>
                  <a:moveTo>
                    <a:pt x="35741" y="5324"/>
                  </a:moveTo>
                  <a:cubicBezTo>
                    <a:pt x="35727" y="5324"/>
                    <a:pt x="35711" y="5328"/>
                    <a:pt x="35693" y="5337"/>
                  </a:cubicBezTo>
                  <a:lnTo>
                    <a:pt x="35591" y="5337"/>
                  </a:lnTo>
                  <a:cubicBezTo>
                    <a:pt x="35557" y="5337"/>
                    <a:pt x="35523" y="5405"/>
                    <a:pt x="35523" y="5440"/>
                  </a:cubicBezTo>
                  <a:cubicBezTo>
                    <a:pt x="35523" y="5474"/>
                    <a:pt x="35557" y="5508"/>
                    <a:pt x="35591" y="5508"/>
                  </a:cubicBezTo>
                  <a:lnTo>
                    <a:pt x="35727" y="5508"/>
                  </a:lnTo>
                  <a:cubicBezTo>
                    <a:pt x="35796" y="5474"/>
                    <a:pt x="35796" y="5440"/>
                    <a:pt x="35796" y="5405"/>
                  </a:cubicBezTo>
                  <a:cubicBezTo>
                    <a:pt x="35796" y="5355"/>
                    <a:pt x="35777" y="5324"/>
                    <a:pt x="35741" y="5324"/>
                  </a:cubicBezTo>
                  <a:close/>
                  <a:moveTo>
                    <a:pt x="35147" y="5405"/>
                  </a:moveTo>
                  <a:lnTo>
                    <a:pt x="35011" y="5440"/>
                  </a:lnTo>
                  <a:cubicBezTo>
                    <a:pt x="34977" y="5440"/>
                    <a:pt x="34942" y="5474"/>
                    <a:pt x="34942" y="5542"/>
                  </a:cubicBezTo>
                  <a:cubicBezTo>
                    <a:pt x="34977" y="5576"/>
                    <a:pt x="35011" y="5610"/>
                    <a:pt x="35045" y="5610"/>
                  </a:cubicBezTo>
                  <a:lnTo>
                    <a:pt x="35181" y="5576"/>
                  </a:lnTo>
                  <a:cubicBezTo>
                    <a:pt x="35215" y="5576"/>
                    <a:pt x="35250" y="5542"/>
                    <a:pt x="35250" y="5474"/>
                  </a:cubicBezTo>
                  <a:cubicBezTo>
                    <a:pt x="35215" y="5440"/>
                    <a:pt x="35181" y="5405"/>
                    <a:pt x="35147" y="5405"/>
                  </a:cubicBezTo>
                  <a:close/>
                  <a:moveTo>
                    <a:pt x="82883" y="5425"/>
                  </a:moveTo>
                  <a:cubicBezTo>
                    <a:pt x="82851" y="5425"/>
                    <a:pt x="82817" y="5450"/>
                    <a:pt x="82817" y="5474"/>
                  </a:cubicBezTo>
                  <a:cubicBezTo>
                    <a:pt x="82783" y="5542"/>
                    <a:pt x="82817" y="5576"/>
                    <a:pt x="82851" y="5610"/>
                  </a:cubicBezTo>
                  <a:lnTo>
                    <a:pt x="82954" y="5644"/>
                  </a:lnTo>
                  <a:lnTo>
                    <a:pt x="82988" y="5644"/>
                  </a:lnTo>
                  <a:cubicBezTo>
                    <a:pt x="83022" y="5644"/>
                    <a:pt x="83056" y="5610"/>
                    <a:pt x="83090" y="5576"/>
                  </a:cubicBezTo>
                  <a:cubicBezTo>
                    <a:pt x="83090" y="5542"/>
                    <a:pt x="83056" y="5474"/>
                    <a:pt x="83022" y="5474"/>
                  </a:cubicBezTo>
                  <a:lnTo>
                    <a:pt x="82919" y="5440"/>
                  </a:lnTo>
                  <a:cubicBezTo>
                    <a:pt x="82909" y="5430"/>
                    <a:pt x="82897" y="5425"/>
                    <a:pt x="82883" y="5425"/>
                  </a:cubicBezTo>
                  <a:close/>
                  <a:moveTo>
                    <a:pt x="34567" y="5508"/>
                  </a:moveTo>
                  <a:lnTo>
                    <a:pt x="34465" y="5542"/>
                  </a:lnTo>
                  <a:cubicBezTo>
                    <a:pt x="34431" y="5542"/>
                    <a:pt x="34397" y="5576"/>
                    <a:pt x="34397" y="5644"/>
                  </a:cubicBezTo>
                  <a:cubicBezTo>
                    <a:pt x="34397" y="5678"/>
                    <a:pt x="34431" y="5713"/>
                    <a:pt x="34465" y="5713"/>
                  </a:cubicBezTo>
                  <a:lnTo>
                    <a:pt x="34499" y="5713"/>
                  </a:lnTo>
                  <a:lnTo>
                    <a:pt x="34601" y="5678"/>
                  </a:lnTo>
                  <a:cubicBezTo>
                    <a:pt x="34635" y="5678"/>
                    <a:pt x="34669" y="5644"/>
                    <a:pt x="34669" y="5576"/>
                  </a:cubicBezTo>
                  <a:cubicBezTo>
                    <a:pt x="34669" y="5542"/>
                    <a:pt x="34635" y="5508"/>
                    <a:pt x="34567" y="5508"/>
                  </a:cubicBezTo>
                  <a:close/>
                  <a:moveTo>
                    <a:pt x="34021" y="5610"/>
                  </a:moveTo>
                  <a:lnTo>
                    <a:pt x="33885" y="5644"/>
                  </a:lnTo>
                  <a:cubicBezTo>
                    <a:pt x="33851" y="5644"/>
                    <a:pt x="33816" y="5678"/>
                    <a:pt x="33816" y="5747"/>
                  </a:cubicBezTo>
                  <a:cubicBezTo>
                    <a:pt x="33851" y="5781"/>
                    <a:pt x="33885" y="5815"/>
                    <a:pt x="33919" y="5815"/>
                  </a:cubicBezTo>
                  <a:lnTo>
                    <a:pt x="34055" y="5781"/>
                  </a:lnTo>
                  <a:cubicBezTo>
                    <a:pt x="34089" y="5781"/>
                    <a:pt x="34124" y="5747"/>
                    <a:pt x="34124" y="5678"/>
                  </a:cubicBezTo>
                  <a:cubicBezTo>
                    <a:pt x="34089" y="5644"/>
                    <a:pt x="34055" y="5610"/>
                    <a:pt x="34021" y="5610"/>
                  </a:cubicBezTo>
                  <a:close/>
                  <a:moveTo>
                    <a:pt x="83465" y="5610"/>
                  </a:moveTo>
                  <a:cubicBezTo>
                    <a:pt x="83397" y="5610"/>
                    <a:pt x="83363" y="5644"/>
                    <a:pt x="83363" y="5678"/>
                  </a:cubicBezTo>
                  <a:cubicBezTo>
                    <a:pt x="83329" y="5713"/>
                    <a:pt x="83363" y="5781"/>
                    <a:pt x="83397" y="5781"/>
                  </a:cubicBezTo>
                  <a:lnTo>
                    <a:pt x="83500" y="5815"/>
                  </a:lnTo>
                  <a:lnTo>
                    <a:pt x="83534" y="5815"/>
                  </a:lnTo>
                  <a:cubicBezTo>
                    <a:pt x="83568" y="5815"/>
                    <a:pt x="83602" y="5815"/>
                    <a:pt x="83636" y="5781"/>
                  </a:cubicBezTo>
                  <a:cubicBezTo>
                    <a:pt x="83636" y="5713"/>
                    <a:pt x="83602" y="5678"/>
                    <a:pt x="83568" y="5644"/>
                  </a:cubicBezTo>
                  <a:lnTo>
                    <a:pt x="83465" y="5610"/>
                  </a:lnTo>
                  <a:close/>
                  <a:moveTo>
                    <a:pt x="33339" y="5713"/>
                  </a:moveTo>
                  <a:cubicBezTo>
                    <a:pt x="33270" y="5747"/>
                    <a:pt x="33270" y="5781"/>
                    <a:pt x="33270" y="5815"/>
                  </a:cubicBezTo>
                  <a:cubicBezTo>
                    <a:pt x="33270" y="5883"/>
                    <a:pt x="33305" y="5883"/>
                    <a:pt x="33339" y="5883"/>
                  </a:cubicBezTo>
                  <a:lnTo>
                    <a:pt x="33475" y="5883"/>
                  </a:lnTo>
                  <a:cubicBezTo>
                    <a:pt x="33509" y="5883"/>
                    <a:pt x="33543" y="5815"/>
                    <a:pt x="33543" y="5781"/>
                  </a:cubicBezTo>
                  <a:cubicBezTo>
                    <a:pt x="33543" y="5747"/>
                    <a:pt x="33475" y="5713"/>
                    <a:pt x="33441" y="5713"/>
                  </a:cubicBezTo>
                  <a:close/>
                  <a:moveTo>
                    <a:pt x="32923" y="5802"/>
                  </a:moveTo>
                  <a:cubicBezTo>
                    <a:pt x="32913" y="5802"/>
                    <a:pt x="32904" y="5806"/>
                    <a:pt x="32895" y="5815"/>
                  </a:cubicBezTo>
                  <a:lnTo>
                    <a:pt x="32759" y="5815"/>
                  </a:lnTo>
                  <a:cubicBezTo>
                    <a:pt x="32724" y="5849"/>
                    <a:pt x="32690" y="5883"/>
                    <a:pt x="32690" y="5917"/>
                  </a:cubicBezTo>
                  <a:cubicBezTo>
                    <a:pt x="32690" y="5951"/>
                    <a:pt x="32759" y="5986"/>
                    <a:pt x="32793" y="5986"/>
                  </a:cubicBezTo>
                  <a:lnTo>
                    <a:pt x="32895" y="5986"/>
                  </a:lnTo>
                  <a:cubicBezTo>
                    <a:pt x="32963" y="5951"/>
                    <a:pt x="32997" y="5917"/>
                    <a:pt x="32997" y="5883"/>
                  </a:cubicBezTo>
                  <a:cubicBezTo>
                    <a:pt x="32972" y="5833"/>
                    <a:pt x="32948" y="5802"/>
                    <a:pt x="32923" y="5802"/>
                  </a:cubicBezTo>
                  <a:close/>
                  <a:moveTo>
                    <a:pt x="83959" y="5801"/>
                  </a:moveTo>
                  <a:cubicBezTo>
                    <a:pt x="83923" y="5801"/>
                    <a:pt x="83899" y="5825"/>
                    <a:pt x="83875" y="5849"/>
                  </a:cubicBezTo>
                  <a:cubicBezTo>
                    <a:pt x="83875" y="5917"/>
                    <a:pt x="83909" y="5951"/>
                    <a:pt x="83943" y="5986"/>
                  </a:cubicBezTo>
                  <a:lnTo>
                    <a:pt x="84046" y="6020"/>
                  </a:lnTo>
                  <a:lnTo>
                    <a:pt x="84080" y="6020"/>
                  </a:lnTo>
                  <a:cubicBezTo>
                    <a:pt x="84114" y="6020"/>
                    <a:pt x="84148" y="5986"/>
                    <a:pt x="84148" y="5951"/>
                  </a:cubicBezTo>
                  <a:cubicBezTo>
                    <a:pt x="84182" y="5917"/>
                    <a:pt x="84148" y="5849"/>
                    <a:pt x="84114" y="5849"/>
                  </a:cubicBezTo>
                  <a:lnTo>
                    <a:pt x="84011" y="5815"/>
                  </a:lnTo>
                  <a:cubicBezTo>
                    <a:pt x="83991" y="5805"/>
                    <a:pt x="83974" y="5801"/>
                    <a:pt x="83959" y="5801"/>
                  </a:cubicBezTo>
                  <a:close/>
                  <a:moveTo>
                    <a:pt x="32348" y="5904"/>
                  </a:moveTo>
                  <a:cubicBezTo>
                    <a:pt x="32336" y="5904"/>
                    <a:pt x="32324" y="5908"/>
                    <a:pt x="32315" y="5917"/>
                  </a:cubicBezTo>
                  <a:lnTo>
                    <a:pt x="32213" y="5917"/>
                  </a:lnTo>
                  <a:cubicBezTo>
                    <a:pt x="32144" y="5917"/>
                    <a:pt x="32110" y="5986"/>
                    <a:pt x="32144" y="6020"/>
                  </a:cubicBezTo>
                  <a:cubicBezTo>
                    <a:pt x="32144" y="6054"/>
                    <a:pt x="32179" y="6088"/>
                    <a:pt x="32213" y="6088"/>
                  </a:cubicBezTo>
                  <a:lnTo>
                    <a:pt x="32349" y="6088"/>
                  </a:lnTo>
                  <a:cubicBezTo>
                    <a:pt x="32383" y="6054"/>
                    <a:pt x="32417" y="6020"/>
                    <a:pt x="32417" y="5986"/>
                  </a:cubicBezTo>
                  <a:cubicBezTo>
                    <a:pt x="32417" y="5936"/>
                    <a:pt x="32381" y="5904"/>
                    <a:pt x="32348" y="5904"/>
                  </a:cubicBezTo>
                  <a:close/>
                  <a:moveTo>
                    <a:pt x="31769" y="5986"/>
                  </a:moveTo>
                  <a:lnTo>
                    <a:pt x="31633" y="6020"/>
                  </a:lnTo>
                  <a:cubicBezTo>
                    <a:pt x="31598" y="6020"/>
                    <a:pt x="31564" y="6088"/>
                    <a:pt x="31564" y="6122"/>
                  </a:cubicBezTo>
                  <a:cubicBezTo>
                    <a:pt x="31564" y="6156"/>
                    <a:pt x="31598" y="6190"/>
                    <a:pt x="31667" y="6190"/>
                  </a:cubicBezTo>
                  <a:lnTo>
                    <a:pt x="31769" y="6156"/>
                  </a:lnTo>
                  <a:cubicBezTo>
                    <a:pt x="31837" y="6156"/>
                    <a:pt x="31871" y="6122"/>
                    <a:pt x="31837" y="6054"/>
                  </a:cubicBezTo>
                  <a:cubicBezTo>
                    <a:pt x="31837" y="6020"/>
                    <a:pt x="31803" y="5986"/>
                    <a:pt x="31769" y="5986"/>
                  </a:cubicBezTo>
                  <a:close/>
                  <a:moveTo>
                    <a:pt x="84557" y="5986"/>
                  </a:moveTo>
                  <a:cubicBezTo>
                    <a:pt x="84489" y="5986"/>
                    <a:pt x="84455" y="6020"/>
                    <a:pt x="84421" y="6054"/>
                  </a:cubicBezTo>
                  <a:cubicBezTo>
                    <a:pt x="84421" y="6088"/>
                    <a:pt x="84455" y="6156"/>
                    <a:pt x="84489" y="6156"/>
                  </a:cubicBezTo>
                  <a:lnTo>
                    <a:pt x="84591" y="6190"/>
                  </a:lnTo>
                  <a:lnTo>
                    <a:pt x="84626" y="6190"/>
                  </a:lnTo>
                  <a:cubicBezTo>
                    <a:pt x="84660" y="6190"/>
                    <a:pt x="84694" y="6190"/>
                    <a:pt x="84694" y="6156"/>
                  </a:cubicBezTo>
                  <a:cubicBezTo>
                    <a:pt x="84728" y="6088"/>
                    <a:pt x="84694" y="6054"/>
                    <a:pt x="84660" y="6020"/>
                  </a:cubicBezTo>
                  <a:lnTo>
                    <a:pt x="84557" y="5986"/>
                  </a:lnTo>
                  <a:close/>
                  <a:moveTo>
                    <a:pt x="31189" y="6088"/>
                  </a:moveTo>
                  <a:lnTo>
                    <a:pt x="31087" y="6122"/>
                  </a:lnTo>
                  <a:cubicBezTo>
                    <a:pt x="31018" y="6122"/>
                    <a:pt x="30984" y="6156"/>
                    <a:pt x="31018" y="6224"/>
                  </a:cubicBezTo>
                  <a:cubicBezTo>
                    <a:pt x="31018" y="6258"/>
                    <a:pt x="31052" y="6293"/>
                    <a:pt x="31087" y="6293"/>
                  </a:cubicBezTo>
                  <a:lnTo>
                    <a:pt x="31121" y="6293"/>
                  </a:lnTo>
                  <a:lnTo>
                    <a:pt x="31223" y="6258"/>
                  </a:lnTo>
                  <a:cubicBezTo>
                    <a:pt x="31257" y="6258"/>
                    <a:pt x="31291" y="6224"/>
                    <a:pt x="31291" y="6156"/>
                  </a:cubicBezTo>
                  <a:cubicBezTo>
                    <a:pt x="31291" y="6122"/>
                    <a:pt x="31223" y="6088"/>
                    <a:pt x="31189" y="6088"/>
                  </a:cubicBezTo>
                  <a:close/>
                  <a:moveTo>
                    <a:pt x="30609" y="6190"/>
                  </a:moveTo>
                  <a:lnTo>
                    <a:pt x="30506" y="6224"/>
                  </a:lnTo>
                  <a:cubicBezTo>
                    <a:pt x="30472" y="6224"/>
                    <a:pt x="30438" y="6258"/>
                    <a:pt x="30438" y="6327"/>
                  </a:cubicBezTo>
                  <a:cubicBezTo>
                    <a:pt x="30438" y="6361"/>
                    <a:pt x="30472" y="6395"/>
                    <a:pt x="30541" y="6395"/>
                  </a:cubicBezTo>
                  <a:lnTo>
                    <a:pt x="30643" y="6361"/>
                  </a:lnTo>
                  <a:cubicBezTo>
                    <a:pt x="30711" y="6361"/>
                    <a:pt x="30745" y="6327"/>
                    <a:pt x="30711" y="6258"/>
                  </a:cubicBezTo>
                  <a:cubicBezTo>
                    <a:pt x="30711" y="6224"/>
                    <a:pt x="30677" y="6190"/>
                    <a:pt x="30609" y="6190"/>
                  </a:cubicBezTo>
                  <a:close/>
                  <a:moveTo>
                    <a:pt x="85039" y="6176"/>
                  </a:moveTo>
                  <a:cubicBezTo>
                    <a:pt x="85015" y="6176"/>
                    <a:pt x="84991" y="6200"/>
                    <a:pt x="84967" y="6224"/>
                  </a:cubicBezTo>
                  <a:cubicBezTo>
                    <a:pt x="84967" y="6293"/>
                    <a:pt x="84967" y="6327"/>
                    <a:pt x="85035" y="6361"/>
                  </a:cubicBezTo>
                  <a:lnTo>
                    <a:pt x="85137" y="6395"/>
                  </a:lnTo>
                  <a:lnTo>
                    <a:pt x="85172" y="6395"/>
                  </a:lnTo>
                  <a:cubicBezTo>
                    <a:pt x="85206" y="6395"/>
                    <a:pt x="85240" y="6361"/>
                    <a:pt x="85240" y="6327"/>
                  </a:cubicBezTo>
                  <a:cubicBezTo>
                    <a:pt x="85274" y="6293"/>
                    <a:pt x="85240" y="6224"/>
                    <a:pt x="85206" y="6224"/>
                  </a:cubicBezTo>
                  <a:lnTo>
                    <a:pt x="85069" y="6190"/>
                  </a:lnTo>
                  <a:cubicBezTo>
                    <a:pt x="85059" y="6180"/>
                    <a:pt x="85049" y="6176"/>
                    <a:pt x="85039" y="6176"/>
                  </a:cubicBezTo>
                  <a:close/>
                  <a:moveTo>
                    <a:pt x="29961" y="6293"/>
                  </a:moveTo>
                  <a:cubicBezTo>
                    <a:pt x="29892" y="6327"/>
                    <a:pt x="29858" y="6361"/>
                    <a:pt x="29892" y="6395"/>
                  </a:cubicBezTo>
                  <a:cubicBezTo>
                    <a:pt x="29892" y="6463"/>
                    <a:pt x="29926" y="6463"/>
                    <a:pt x="29961" y="6463"/>
                  </a:cubicBezTo>
                  <a:lnTo>
                    <a:pt x="30097" y="6463"/>
                  </a:lnTo>
                  <a:cubicBezTo>
                    <a:pt x="30131" y="6463"/>
                    <a:pt x="30165" y="6395"/>
                    <a:pt x="30165" y="6361"/>
                  </a:cubicBezTo>
                  <a:cubicBezTo>
                    <a:pt x="30165" y="6327"/>
                    <a:pt x="30097" y="6293"/>
                    <a:pt x="30063" y="6293"/>
                  </a:cubicBezTo>
                  <a:close/>
                  <a:moveTo>
                    <a:pt x="29380" y="6395"/>
                  </a:moveTo>
                  <a:cubicBezTo>
                    <a:pt x="29346" y="6429"/>
                    <a:pt x="29312" y="6463"/>
                    <a:pt x="29312" y="6497"/>
                  </a:cubicBezTo>
                  <a:cubicBezTo>
                    <a:pt x="29312" y="6531"/>
                    <a:pt x="29346" y="6566"/>
                    <a:pt x="29415" y="6566"/>
                  </a:cubicBezTo>
                  <a:lnTo>
                    <a:pt x="29517" y="6566"/>
                  </a:lnTo>
                  <a:cubicBezTo>
                    <a:pt x="29585" y="6531"/>
                    <a:pt x="29619" y="6497"/>
                    <a:pt x="29585" y="6463"/>
                  </a:cubicBezTo>
                  <a:cubicBezTo>
                    <a:pt x="29585" y="6395"/>
                    <a:pt x="29551" y="6395"/>
                    <a:pt x="29483" y="6395"/>
                  </a:cubicBezTo>
                  <a:close/>
                  <a:moveTo>
                    <a:pt x="85615" y="6361"/>
                  </a:moveTo>
                  <a:cubicBezTo>
                    <a:pt x="85581" y="6361"/>
                    <a:pt x="85547" y="6361"/>
                    <a:pt x="85513" y="6429"/>
                  </a:cubicBezTo>
                  <a:cubicBezTo>
                    <a:pt x="85513" y="6463"/>
                    <a:pt x="85513" y="6531"/>
                    <a:pt x="85581" y="6531"/>
                  </a:cubicBezTo>
                  <a:lnTo>
                    <a:pt x="85683" y="6566"/>
                  </a:lnTo>
                  <a:lnTo>
                    <a:pt x="85718" y="6566"/>
                  </a:lnTo>
                  <a:cubicBezTo>
                    <a:pt x="85752" y="6566"/>
                    <a:pt x="85786" y="6566"/>
                    <a:pt x="85786" y="6531"/>
                  </a:cubicBezTo>
                  <a:cubicBezTo>
                    <a:pt x="85786" y="6463"/>
                    <a:pt x="85786" y="6429"/>
                    <a:pt x="85718" y="6395"/>
                  </a:cubicBezTo>
                  <a:lnTo>
                    <a:pt x="85615" y="6361"/>
                  </a:lnTo>
                  <a:close/>
                  <a:moveTo>
                    <a:pt x="28970" y="6484"/>
                  </a:moveTo>
                  <a:cubicBezTo>
                    <a:pt x="28958" y="6484"/>
                    <a:pt x="28946" y="6488"/>
                    <a:pt x="28937" y="6497"/>
                  </a:cubicBezTo>
                  <a:lnTo>
                    <a:pt x="28834" y="6497"/>
                  </a:lnTo>
                  <a:cubicBezTo>
                    <a:pt x="28766" y="6497"/>
                    <a:pt x="28732" y="6566"/>
                    <a:pt x="28732" y="6600"/>
                  </a:cubicBezTo>
                  <a:cubicBezTo>
                    <a:pt x="28766" y="6634"/>
                    <a:pt x="28800" y="6668"/>
                    <a:pt x="28834" y="6668"/>
                  </a:cubicBezTo>
                  <a:lnTo>
                    <a:pt x="28971" y="6668"/>
                  </a:lnTo>
                  <a:cubicBezTo>
                    <a:pt x="29005" y="6634"/>
                    <a:pt x="29039" y="6600"/>
                    <a:pt x="29039" y="6566"/>
                  </a:cubicBezTo>
                  <a:cubicBezTo>
                    <a:pt x="29039" y="6516"/>
                    <a:pt x="29003" y="6484"/>
                    <a:pt x="28970" y="6484"/>
                  </a:cubicBezTo>
                  <a:close/>
                  <a:moveTo>
                    <a:pt x="28357" y="6566"/>
                  </a:moveTo>
                  <a:lnTo>
                    <a:pt x="28254" y="6600"/>
                  </a:lnTo>
                  <a:cubicBezTo>
                    <a:pt x="28220" y="6600"/>
                    <a:pt x="28186" y="6668"/>
                    <a:pt x="28186" y="6702"/>
                  </a:cubicBezTo>
                  <a:cubicBezTo>
                    <a:pt x="28186" y="6736"/>
                    <a:pt x="28220" y="6770"/>
                    <a:pt x="28254" y="6770"/>
                  </a:cubicBezTo>
                  <a:lnTo>
                    <a:pt x="28288" y="6770"/>
                  </a:lnTo>
                  <a:lnTo>
                    <a:pt x="28391" y="6736"/>
                  </a:lnTo>
                  <a:cubicBezTo>
                    <a:pt x="28459" y="6736"/>
                    <a:pt x="28459" y="6702"/>
                    <a:pt x="28459" y="6634"/>
                  </a:cubicBezTo>
                  <a:cubicBezTo>
                    <a:pt x="28459" y="6600"/>
                    <a:pt x="28425" y="6566"/>
                    <a:pt x="28357" y="6566"/>
                  </a:cubicBezTo>
                  <a:close/>
                  <a:moveTo>
                    <a:pt x="86125" y="6551"/>
                  </a:moveTo>
                  <a:cubicBezTo>
                    <a:pt x="86093" y="6551"/>
                    <a:pt x="86059" y="6576"/>
                    <a:pt x="86059" y="6600"/>
                  </a:cubicBezTo>
                  <a:cubicBezTo>
                    <a:pt x="86025" y="6668"/>
                    <a:pt x="86059" y="6702"/>
                    <a:pt x="86093" y="6702"/>
                  </a:cubicBezTo>
                  <a:lnTo>
                    <a:pt x="86229" y="6770"/>
                  </a:lnTo>
                  <a:cubicBezTo>
                    <a:pt x="86298" y="6770"/>
                    <a:pt x="86298" y="6736"/>
                    <a:pt x="86332" y="6702"/>
                  </a:cubicBezTo>
                  <a:cubicBezTo>
                    <a:pt x="86332" y="6668"/>
                    <a:pt x="86332" y="6600"/>
                    <a:pt x="86263" y="6600"/>
                  </a:cubicBezTo>
                  <a:lnTo>
                    <a:pt x="86161" y="6566"/>
                  </a:lnTo>
                  <a:cubicBezTo>
                    <a:pt x="86151" y="6556"/>
                    <a:pt x="86138" y="6551"/>
                    <a:pt x="86125" y="6551"/>
                  </a:cubicBezTo>
                  <a:close/>
                  <a:moveTo>
                    <a:pt x="27811" y="6668"/>
                  </a:moveTo>
                  <a:lnTo>
                    <a:pt x="27674" y="6702"/>
                  </a:lnTo>
                  <a:cubicBezTo>
                    <a:pt x="27640" y="6702"/>
                    <a:pt x="27606" y="6736"/>
                    <a:pt x="27606" y="6804"/>
                  </a:cubicBezTo>
                  <a:cubicBezTo>
                    <a:pt x="27640" y="6839"/>
                    <a:pt x="27674" y="6873"/>
                    <a:pt x="27708" y="6873"/>
                  </a:cubicBezTo>
                  <a:lnTo>
                    <a:pt x="27845" y="6839"/>
                  </a:lnTo>
                  <a:cubicBezTo>
                    <a:pt x="27879" y="6839"/>
                    <a:pt x="27913" y="6804"/>
                    <a:pt x="27913" y="6736"/>
                  </a:cubicBezTo>
                  <a:cubicBezTo>
                    <a:pt x="27879" y="6702"/>
                    <a:pt x="27845" y="6668"/>
                    <a:pt x="27811" y="6668"/>
                  </a:cubicBezTo>
                  <a:close/>
                  <a:moveTo>
                    <a:pt x="86707" y="6736"/>
                  </a:moveTo>
                  <a:cubicBezTo>
                    <a:pt x="86673" y="6736"/>
                    <a:pt x="86605" y="6736"/>
                    <a:pt x="86605" y="6804"/>
                  </a:cubicBezTo>
                  <a:cubicBezTo>
                    <a:pt x="86571" y="6839"/>
                    <a:pt x="86605" y="6873"/>
                    <a:pt x="86639" y="6907"/>
                  </a:cubicBezTo>
                  <a:lnTo>
                    <a:pt x="86741" y="6941"/>
                  </a:lnTo>
                  <a:lnTo>
                    <a:pt x="86775" y="6941"/>
                  </a:lnTo>
                  <a:cubicBezTo>
                    <a:pt x="86809" y="6941"/>
                    <a:pt x="86844" y="6941"/>
                    <a:pt x="86878" y="6873"/>
                  </a:cubicBezTo>
                  <a:cubicBezTo>
                    <a:pt x="86878" y="6839"/>
                    <a:pt x="86844" y="6804"/>
                    <a:pt x="86809" y="6770"/>
                  </a:cubicBezTo>
                  <a:lnTo>
                    <a:pt x="86707" y="6736"/>
                  </a:lnTo>
                  <a:close/>
                  <a:moveTo>
                    <a:pt x="27231" y="6770"/>
                  </a:moveTo>
                  <a:lnTo>
                    <a:pt x="27128" y="6804"/>
                  </a:lnTo>
                  <a:cubicBezTo>
                    <a:pt x="27094" y="6804"/>
                    <a:pt x="27060" y="6839"/>
                    <a:pt x="27060" y="6907"/>
                  </a:cubicBezTo>
                  <a:cubicBezTo>
                    <a:pt x="27060" y="6941"/>
                    <a:pt x="27094" y="6975"/>
                    <a:pt x="27128" y="6975"/>
                  </a:cubicBezTo>
                  <a:lnTo>
                    <a:pt x="27162" y="6975"/>
                  </a:lnTo>
                  <a:lnTo>
                    <a:pt x="27265" y="6941"/>
                  </a:lnTo>
                  <a:cubicBezTo>
                    <a:pt x="27299" y="6941"/>
                    <a:pt x="27333" y="6907"/>
                    <a:pt x="27333" y="6839"/>
                  </a:cubicBezTo>
                  <a:cubicBezTo>
                    <a:pt x="27333" y="6804"/>
                    <a:pt x="27299" y="6770"/>
                    <a:pt x="27231" y="6770"/>
                  </a:cubicBezTo>
                  <a:close/>
                  <a:moveTo>
                    <a:pt x="26685" y="6873"/>
                  </a:moveTo>
                  <a:lnTo>
                    <a:pt x="26548" y="6907"/>
                  </a:lnTo>
                  <a:cubicBezTo>
                    <a:pt x="26514" y="6907"/>
                    <a:pt x="26480" y="6941"/>
                    <a:pt x="26480" y="6975"/>
                  </a:cubicBezTo>
                  <a:cubicBezTo>
                    <a:pt x="26514" y="7043"/>
                    <a:pt x="26548" y="7043"/>
                    <a:pt x="26582" y="7043"/>
                  </a:cubicBezTo>
                  <a:lnTo>
                    <a:pt x="26719" y="7043"/>
                  </a:lnTo>
                  <a:cubicBezTo>
                    <a:pt x="26753" y="7043"/>
                    <a:pt x="26787" y="6975"/>
                    <a:pt x="26787" y="6941"/>
                  </a:cubicBezTo>
                  <a:cubicBezTo>
                    <a:pt x="26753" y="6907"/>
                    <a:pt x="26719" y="6873"/>
                    <a:pt x="26685" y="6873"/>
                  </a:cubicBezTo>
                  <a:close/>
                  <a:moveTo>
                    <a:pt x="26002" y="6975"/>
                  </a:moveTo>
                  <a:cubicBezTo>
                    <a:pt x="25934" y="7009"/>
                    <a:pt x="25934" y="7043"/>
                    <a:pt x="25934" y="7077"/>
                  </a:cubicBezTo>
                  <a:cubicBezTo>
                    <a:pt x="25934" y="7112"/>
                    <a:pt x="25968" y="7146"/>
                    <a:pt x="26002" y="7146"/>
                  </a:cubicBezTo>
                  <a:lnTo>
                    <a:pt x="26139" y="7146"/>
                  </a:lnTo>
                  <a:cubicBezTo>
                    <a:pt x="26173" y="7146"/>
                    <a:pt x="26207" y="7077"/>
                    <a:pt x="26207" y="7043"/>
                  </a:cubicBezTo>
                  <a:cubicBezTo>
                    <a:pt x="26207" y="6975"/>
                    <a:pt x="26173" y="6975"/>
                    <a:pt x="26105" y="6975"/>
                  </a:cubicBezTo>
                  <a:close/>
                  <a:moveTo>
                    <a:pt x="87217" y="6927"/>
                  </a:moveTo>
                  <a:cubicBezTo>
                    <a:pt x="87185" y="6927"/>
                    <a:pt x="87151" y="6951"/>
                    <a:pt x="87151" y="6975"/>
                  </a:cubicBezTo>
                  <a:cubicBezTo>
                    <a:pt x="87117" y="7043"/>
                    <a:pt x="87151" y="7077"/>
                    <a:pt x="87185" y="7077"/>
                  </a:cubicBezTo>
                  <a:lnTo>
                    <a:pt x="87287" y="7146"/>
                  </a:lnTo>
                  <a:lnTo>
                    <a:pt x="87321" y="7146"/>
                  </a:lnTo>
                  <a:cubicBezTo>
                    <a:pt x="87355" y="7146"/>
                    <a:pt x="87390" y="7112"/>
                    <a:pt x="87424" y="7077"/>
                  </a:cubicBezTo>
                  <a:cubicBezTo>
                    <a:pt x="87424" y="7043"/>
                    <a:pt x="87390" y="6975"/>
                    <a:pt x="87355" y="6975"/>
                  </a:cubicBezTo>
                  <a:lnTo>
                    <a:pt x="87253" y="6941"/>
                  </a:lnTo>
                  <a:cubicBezTo>
                    <a:pt x="87243" y="6931"/>
                    <a:pt x="87230" y="6927"/>
                    <a:pt x="87217" y="6927"/>
                  </a:cubicBezTo>
                  <a:close/>
                  <a:moveTo>
                    <a:pt x="25586" y="7064"/>
                  </a:moveTo>
                  <a:cubicBezTo>
                    <a:pt x="25577" y="7064"/>
                    <a:pt x="25568" y="7068"/>
                    <a:pt x="25559" y="7077"/>
                  </a:cubicBezTo>
                  <a:lnTo>
                    <a:pt x="25422" y="7077"/>
                  </a:lnTo>
                  <a:cubicBezTo>
                    <a:pt x="25388" y="7077"/>
                    <a:pt x="25354" y="7146"/>
                    <a:pt x="25354" y="7180"/>
                  </a:cubicBezTo>
                  <a:cubicBezTo>
                    <a:pt x="25388" y="7214"/>
                    <a:pt x="25422" y="7248"/>
                    <a:pt x="25456" y="7248"/>
                  </a:cubicBezTo>
                  <a:lnTo>
                    <a:pt x="25559" y="7248"/>
                  </a:lnTo>
                  <a:cubicBezTo>
                    <a:pt x="25627" y="7214"/>
                    <a:pt x="25661" y="7180"/>
                    <a:pt x="25661" y="7146"/>
                  </a:cubicBezTo>
                  <a:cubicBezTo>
                    <a:pt x="25636" y="7096"/>
                    <a:pt x="25611" y="7064"/>
                    <a:pt x="25586" y="7064"/>
                  </a:cubicBezTo>
                  <a:close/>
                  <a:moveTo>
                    <a:pt x="87799" y="7112"/>
                  </a:moveTo>
                  <a:cubicBezTo>
                    <a:pt x="87731" y="7112"/>
                    <a:pt x="87697" y="7112"/>
                    <a:pt x="87663" y="7180"/>
                  </a:cubicBezTo>
                  <a:cubicBezTo>
                    <a:pt x="87663" y="7214"/>
                    <a:pt x="87697" y="7248"/>
                    <a:pt x="87731" y="7282"/>
                  </a:cubicBezTo>
                  <a:lnTo>
                    <a:pt x="87833" y="7316"/>
                  </a:lnTo>
                  <a:lnTo>
                    <a:pt x="87867" y="7316"/>
                  </a:lnTo>
                  <a:cubicBezTo>
                    <a:pt x="87901" y="7316"/>
                    <a:pt x="87936" y="7282"/>
                    <a:pt x="87936" y="7248"/>
                  </a:cubicBezTo>
                  <a:cubicBezTo>
                    <a:pt x="87970" y="7214"/>
                    <a:pt x="87936" y="7180"/>
                    <a:pt x="87901" y="7146"/>
                  </a:cubicBezTo>
                  <a:lnTo>
                    <a:pt x="87799" y="7112"/>
                  </a:lnTo>
                  <a:close/>
                  <a:moveTo>
                    <a:pt x="24979" y="7146"/>
                  </a:moveTo>
                  <a:lnTo>
                    <a:pt x="24876" y="7180"/>
                  </a:lnTo>
                  <a:cubicBezTo>
                    <a:pt x="24808" y="7180"/>
                    <a:pt x="24808" y="7248"/>
                    <a:pt x="24808" y="7282"/>
                  </a:cubicBezTo>
                  <a:cubicBezTo>
                    <a:pt x="24808" y="7316"/>
                    <a:pt x="24842" y="7350"/>
                    <a:pt x="24876" y="7350"/>
                  </a:cubicBezTo>
                  <a:lnTo>
                    <a:pt x="24910" y="7350"/>
                  </a:lnTo>
                  <a:lnTo>
                    <a:pt x="25013" y="7316"/>
                  </a:lnTo>
                  <a:cubicBezTo>
                    <a:pt x="25047" y="7316"/>
                    <a:pt x="25081" y="7282"/>
                    <a:pt x="25081" y="7214"/>
                  </a:cubicBezTo>
                  <a:cubicBezTo>
                    <a:pt x="25081" y="7180"/>
                    <a:pt x="25013" y="7146"/>
                    <a:pt x="24979" y="7146"/>
                  </a:cubicBezTo>
                  <a:close/>
                  <a:moveTo>
                    <a:pt x="24433" y="7248"/>
                  </a:moveTo>
                  <a:lnTo>
                    <a:pt x="24296" y="7282"/>
                  </a:lnTo>
                  <a:cubicBezTo>
                    <a:pt x="24262" y="7282"/>
                    <a:pt x="24228" y="7316"/>
                    <a:pt x="24228" y="7385"/>
                  </a:cubicBezTo>
                  <a:cubicBezTo>
                    <a:pt x="24228" y="7419"/>
                    <a:pt x="24262" y="7453"/>
                    <a:pt x="24330" y="7453"/>
                  </a:cubicBezTo>
                  <a:lnTo>
                    <a:pt x="24433" y="7419"/>
                  </a:lnTo>
                  <a:cubicBezTo>
                    <a:pt x="24501" y="7419"/>
                    <a:pt x="24535" y="7385"/>
                    <a:pt x="24501" y="7316"/>
                  </a:cubicBezTo>
                  <a:cubicBezTo>
                    <a:pt x="24501" y="7282"/>
                    <a:pt x="24467" y="7248"/>
                    <a:pt x="24433" y="7248"/>
                  </a:cubicBezTo>
                  <a:close/>
                  <a:moveTo>
                    <a:pt x="88293" y="7302"/>
                  </a:moveTo>
                  <a:cubicBezTo>
                    <a:pt x="88257" y="7302"/>
                    <a:pt x="88233" y="7326"/>
                    <a:pt x="88209" y="7350"/>
                  </a:cubicBezTo>
                  <a:cubicBezTo>
                    <a:pt x="88209" y="7385"/>
                    <a:pt x="88243" y="7453"/>
                    <a:pt x="88277" y="7453"/>
                  </a:cubicBezTo>
                  <a:lnTo>
                    <a:pt x="88379" y="7487"/>
                  </a:lnTo>
                  <a:cubicBezTo>
                    <a:pt x="88379" y="7521"/>
                    <a:pt x="88413" y="7521"/>
                    <a:pt x="88413" y="7521"/>
                  </a:cubicBezTo>
                  <a:cubicBezTo>
                    <a:pt x="88447" y="7521"/>
                    <a:pt x="88481" y="7487"/>
                    <a:pt x="88481" y="7453"/>
                  </a:cubicBezTo>
                  <a:cubicBezTo>
                    <a:pt x="88516" y="7419"/>
                    <a:pt x="88481" y="7350"/>
                    <a:pt x="88447" y="7350"/>
                  </a:cubicBezTo>
                  <a:lnTo>
                    <a:pt x="88345" y="7316"/>
                  </a:lnTo>
                  <a:cubicBezTo>
                    <a:pt x="88325" y="7306"/>
                    <a:pt x="88308" y="7302"/>
                    <a:pt x="88293" y="7302"/>
                  </a:cubicBezTo>
                  <a:close/>
                  <a:moveTo>
                    <a:pt x="23852" y="7350"/>
                  </a:moveTo>
                  <a:lnTo>
                    <a:pt x="23750" y="7385"/>
                  </a:lnTo>
                  <a:cubicBezTo>
                    <a:pt x="23682" y="7385"/>
                    <a:pt x="23648" y="7419"/>
                    <a:pt x="23682" y="7487"/>
                  </a:cubicBezTo>
                  <a:cubicBezTo>
                    <a:pt x="23682" y="7521"/>
                    <a:pt x="23716" y="7555"/>
                    <a:pt x="23750" y="7555"/>
                  </a:cubicBezTo>
                  <a:lnTo>
                    <a:pt x="23784" y="7555"/>
                  </a:lnTo>
                  <a:lnTo>
                    <a:pt x="23887" y="7521"/>
                  </a:lnTo>
                  <a:cubicBezTo>
                    <a:pt x="23921" y="7521"/>
                    <a:pt x="23955" y="7487"/>
                    <a:pt x="23955" y="7419"/>
                  </a:cubicBezTo>
                  <a:cubicBezTo>
                    <a:pt x="23955" y="7385"/>
                    <a:pt x="23887" y="7350"/>
                    <a:pt x="23852" y="7350"/>
                  </a:cubicBezTo>
                  <a:close/>
                  <a:moveTo>
                    <a:pt x="23272" y="7453"/>
                  </a:moveTo>
                  <a:lnTo>
                    <a:pt x="23170" y="7487"/>
                  </a:lnTo>
                  <a:cubicBezTo>
                    <a:pt x="23136" y="7487"/>
                    <a:pt x="23102" y="7521"/>
                    <a:pt x="23102" y="7555"/>
                  </a:cubicBezTo>
                  <a:cubicBezTo>
                    <a:pt x="23102" y="7623"/>
                    <a:pt x="23136" y="7623"/>
                    <a:pt x="23204" y="7623"/>
                  </a:cubicBezTo>
                  <a:lnTo>
                    <a:pt x="23307" y="7623"/>
                  </a:lnTo>
                  <a:cubicBezTo>
                    <a:pt x="23375" y="7623"/>
                    <a:pt x="23409" y="7555"/>
                    <a:pt x="23375" y="7521"/>
                  </a:cubicBezTo>
                  <a:cubicBezTo>
                    <a:pt x="23375" y="7487"/>
                    <a:pt x="23341" y="7453"/>
                    <a:pt x="23272" y="7453"/>
                  </a:cubicBezTo>
                  <a:close/>
                  <a:moveTo>
                    <a:pt x="88857" y="7487"/>
                  </a:moveTo>
                  <a:cubicBezTo>
                    <a:pt x="88823" y="7487"/>
                    <a:pt x="88789" y="7487"/>
                    <a:pt x="88754" y="7555"/>
                  </a:cubicBezTo>
                  <a:cubicBezTo>
                    <a:pt x="88754" y="7589"/>
                    <a:pt x="88754" y="7623"/>
                    <a:pt x="88823" y="7658"/>
                  </a:cubicBezTo>
                  <a:lnTo>
                    <a:pt x="88925" y="7692"/>
                  </a:lnTo>
                  <a:lnTo>
                    <a:pt x="88959" y="7692"/>
                  </a:lnTo>
                  <a:cubicBezTo>
                    <a:pt x="88993" y="7692"/>
                    <a:pt x="89027" y="7658"/>
                    <a:pt x="89027" y="7623"/>
                  </a:cubicBezTo>
                  <a:cubicBezTo>
                    <a:pt x="89062" y="7589"/>
                    <a:pt x="89027" y="7555"/>
                    <a:pt x="88993" y="7521"/>
                  </a:cubicBezTo>
                  <a:lnTo>
                    <a:pt x="88857" y="7487"/>
                  </a:lnTo>
                  <a:close/>
                  <a:moveTo>
                    <a:pt x="22624" y="7555"/>
                  </a:moveTo>
                  <a:cubicBezTo>
                    <a:pt x="22556" y="7589"/>
                    <a:pt x="22522" y="7623"/>
                    <a:pt x="22556" y="7658"/>
                  </a:cubicBezTo>
                  <a:cubicBezTo>
                    <a:pt x="22556" y="7692"/>
                    <a:pt x="22590" y="7726"/>
                    <a:pt x="22624" y="7726"/>
                  </a:cubicBezTo>
                  <a:lnTo>
                    <a:pt x="22761" y="7726"/>
                  </a:lnTo>
                  <a:cubicBezTo>
                    <a:pt x="22795" y="7692"/>
                    <a:pt x="22829" y="7658"/>
                    <a:pt x="22829" y="7623"/>
                  </a:cubicBezTo>
                  <a:cubicBezTo>
                    <a:pt x="22829" y="7555"/>
                    <a:pt x="22761" y="7555"/>
                    <a:pt x="22726" y="7555"/>
                  </a:cubicBezTo>
                  <a:close/>
                  <a:moveTo>
                    <a:pt x="22194" y="7644"/>
                  </a:moveTo>
                  <a:cubicBezTo>
                    <a:pt x="22180" y="7644"/>
                    <a:pt x="22165" y="7648"/>
                    <a:pt x="22146" y="7658"/>
                  </a:cubicBezTo>
                  <a:lnTo>
                    <a:pt x="22044" y="7658"/>
                  </a:lnTo>
                  <a:cubicBezTo>
                    <a:pt x="22010" y="7658"/>
                    <a:pt x="21976" y="7726"/>
                    <a:pt x="21976" y="7760"/>
                  </a:cubicBezTo>
                  <a:cubicBezTo>
                    <a:pt x="21976" y="7794"/>
                    <a:pt x="22010" y="7828"/>
                    <a:pt x="22078" y="7828"/>
                  </a:cubicBezTo>
                  <a:lnTo>
                    <a:pt x="22180" y="7828"/>
                  </a:lnTo>
                  <a:cubicBezTo>
                    <a:pt x="22249" y="7794"/>
                    <a:pt x="22283" y="7760"/>
                    <a:pt x="22249" y="7726"/>
                  </a:cubicBezTo>
                  <a:cubicBezTo>
                    <a:pt x="22249" y="7676"/>
                    <a:pt x="22230" y="7644"/>
                    <a:pt x="22194" y="7644"/>
                  </a:cubicBezTo>
                  <a:close/>
                  <a:moveTo>
                    <a:pt x="89373" y="7678"/>
                  </a:moveTo>
                  <a:cubicBezTo>
                    <a:pt x="89349" y="7678"/>
                    <a:pt x="89325" y="7702"/>
                    <a:pt x="89300" y="7726"/>
                  </a:cubicBezTo>
                  <a:cubicBezTo>
                    <a:pt x="89300" y="7760"/>
                    <a:pt x="89300" y="7828"/>
                    <a:pt x="89369" y="7828"/>
                  </a:cubicBezTo>
                  <a:lnTo>
                    <a:pt x="89471" y="7862"/>
                  </a:lnTo>
                  <a:cubicBezTo>
                    <a:pt x="89471" y="7862"/>
                    <a:pt x="89471" y="7896"/>
                    <a:pt x="89505" y="7896"/>
                  </a:cubicBezTo>
                  <a:cubicBezTo>
                    <a:pt x="89539" y="7896"/>
                    <a:pt x="89573" y="7862"/>
                    <a:pt x="89573" y="7828"/>
                  </a:cubicBezTo>
                  <a:cubicBezTo>
                    <a:pt x="89573" y="7794"/>
                    <a:pt x="89573" y="7726"/>
                    <a:pt x="89505" y="7726"/>
                  </a:cubicBezTo>
                  <a:lnTo>
                    <a:pt x="89403" y="7692"/>
                  </a:lnTo>
                  <a:cubicBezTo>
                    <a:pt x="89393" y="7682"/>
                    <a:pt x="89383" y="7678"/>
                    <a:pt x="89373" y="7678"/>
                  </a:cubicBezTo>
                  <a:close/>
                  <a:moveTo>
                    <a:pt x="21600" y="7726"/>
                  </a:moveTo>
                  <a:lnTo>
                    <a:pt x="21498" y="7760"/>
                  </a:lnTo>
                  <a:cubicBezTo>
                    <a:pt x="21430" y="7760"/>
                    <a:pt x="21396" y="7828"/>
                    <a:pt x="21430" y="7862"/>
                  </a:cubicBezTo>
                  <a:cubicBezTo>
                    <a:pt x="21430" y="7896"/>
                    <a:pt x="21464" y="7931"/>
                    <a:pt x="21498" y="7931"/>
                  </a:cubicBezTo>
                  <a:lnTo>
                    <a:pt x="21634" y="7896"/>
                  </a:lnTo>
                  <a:cubicBezTo>
                    <a:pt x="21669" y="7896"/>
                    <a:pt x="21703" y="7862"/>
                    <a:pt x="21703" y="7794"/>
                  </a:cubicBezTo>
                  <a:cubicBezTo>
                    <a:pt x="21703" y="7760"/>
                    <a:pt x="21634" y="7726"/>
                    <a:pt x="21600" y="7726"/>
                  </a:cubicBezTo>
                  <a:close/>
                  <a:moveTo>
                    <a:pt x="21020" y="7828"/>
                  </a:moveTo>
                  <a:lnTo>
                    <a:pt x="20918" y="7862"/>
                  </a:lnTo>
                  <a:cubicBezTo>
                    <a:pt x="20884" y="7862"/>
                    <a:pt x="20850" y="7896"/>
                    <a:pt x="20850" y="7965"/>
                  </a:cubicBezTo>
                  <a:cubicBezTo>
                    <a:pt x="20850" y="7999"/>
                    <a:pt x="20884" y="8033"/>
                    <a:pt x="20918" y="8033"/>
                  </a:cubicBezTo>
                  <a:lnTo>
                    <a:pt x="20952" y="8033"/>
                  </a:lnTo>
                  <a:lnTo>
                    <a:pt x="21054" y="7999"/>
                  </a:lnTo>
                  <a:cubicBezTo>
                    <a:pt x="21123" y="7999"/>
                    <a:pt x="21123" y="7965"/>
                    <a:pt x="21123" y="7896"/>
                  </a:cubicBezTo>
                  <a:cubicBezTo>
                    <a:pt x="21123" y="7862"/>
                    <a:pt x="21089" y="7828"/>
                    <a:pt x="21020" y="7828"/>
                  </a:cubicBezTo>
                  <a:close/>
                  <a:moveTo>
                    <a:pt x="89949" y="7862"/>
                  </a:moveTo>
                  <a:cubicBezTo>
                    <a:pt x="89915" y="7862"/>
                    <a:pt x="89846" y="7862"/>
                    <a:pt x="89846" y="7931"/>
                  </a:cubicBezTo>
                  <a:cubicBezTo>
                    <a:pt x="89812" y="7965"/>
                    <a:pt x="89846" y="7999"/>
                    <a:pt x="89881" y="8033"/>
                  </a:cubicBezTo>
                  <a:lnTo>
                    <a:pt x="90017" y="8067"/>
                  </a:lnTo>
                  <a:cubicBezTo>
                    <a:pt x="90085" y="8067"/>
                    <a:pt x="90085" y="8033"/>
                    <a:pt x="90119" y="7999"/>
                  </a:cubicBezTo>
                  <a:cubicBezTo>
                    <a:pt x="90119" y="7965"/>
                    <a:pt x="90119" y="7931"/>
                    <a:pt x="90051" y="7896"/>
                  </a:cubicBezTo>
                  <a:lnTo>
                    <a:pt x="89949" y="7862"/>
                  </a:lnTo>
                  <a:close/>
                  <a:moveTo>
                    <a:pt x="20474" y="7931"/>
                  </a:moveTo>
                  <a:lnTo>
                    <a:pt x="20372" y="7965"/>
                  </a:lnTo>
                  <a:cubicBezTo>
                    <a:pt x="20304" y="7965"/>
                    <a:pt x="20270" y="7999"/>
                    <a:pt x="20270" y="8067"/>
                  </a:cubicBezTo>
                  <a:cubicBezTo>
                    <a:pt x="20304" y="8101"/>
                    <a:pt x="20338" y="8135"/>
                    <a:pt x="20372" y="8135"/>
                  </a:cubicBezTo>
                  <a:lnTo>
                    <a:pt x="20508" y="8101"/>
                  </a:lnTo>
                  <a:cubicBezTo>
                    <a:pt x="20543" y="8101"/>
                    <a:pt x="20577" y="8067"/>
                    <a:pt x="20577" y="7999"/>
                  </a:cubicBezTo>
                  <a:cubicBezTo>
                    <a:pt x="20543" y="7965"/>
                    <a:pt x="20508" y="7931"/>
                    <a:pt x="20474" y="7931"/>
                  </a:cubicBezTo>
                  <a:close/>
                  <a:moveTo>
                    <a:pt x="19894" y="8033"/>
                  </a:moveTo>
                  <a:lnTo>
                    <a:pt x="19792" y="8067"/>
                  </a:lnTo>
                  <a:cubicBezTo>
                    <a:pt x="19758" y="8067"/>
                    <a:pt x="19724" y="8101"/>
                    <a:pt x="19724" y="8135"/>
                  </a:cubicBezTo>
                  <a:cubicBezTo>
                    <a:pt x="19724" y="8204"/>
                    <a:pt x="19758" y="8238"/>
                    <a:pt x="19792" y="8238"/>
                  </a:cubicBezTo>
                  <a:cubicBezTo>
                    <a:pt x="19826" y="8238"/>
                    <a:pt x="19826" y="8204"/>
                    <a:pt x="19826" y="8204"/>
                  </a:cubicBezTo>
                  <a:lnTo>
                    <a:pt x="19928" y="8204"/>
                  </a:lnTo>
                  <a:cubicBezTo>
                    <a:pt x="19997" y="8204"/>
                    <a:pt x="19997" y="8135"/>
                    <a:pt x="19997" y="8101"/>
                  </a:cubicBezTo>
                  <a:cubicBezTo>
                    <a:pt x="19997" y="8067"/>
                    <a:pt x="19962" y="8033"/>
                    <a:pt x="19894" y="8033"/>
                  </a:cubicBezTo>
                  <a:close/>
                  <a:moveTo>
                    <a:pt x="90495" y="8033"/>
                  </a:moveTo>
                  <a:cubicBezTo>
                    <a:pt x="90461" y="8033"/>
                    <a:pt x="90392" y="8067"/>
                    <a:pt x="90392" y="8101"/>
                  </a:cubicBezTo>
                  <a:cubicBezTo>
                    <a:pt x="90358" y="8135"/>
                    <a:pt x="90392" y="8204"/>
                    <a:pt x="90427" y="8204"/>
                  </a:cubicBezTo>
                  <a:lnTo>
                    <a:pt x="90563" y="8238"/>
                  </a:lnTo>
                  <a:cubicBezTo>
                    <a:pt x="90597" y="8238"/>
                    <a:pt x="90631" y="8238"/>
                    <a:pt x="90665" y="8204"/>
                  </a:cubicBezTo>
                  <a:cubicBezTo>
                    <a:pt x="90665" y="8135"/>
                    <a:pt x="90631" y="8101"/>
                    <a:pt x="90597" y="8101"/>
                  </a:cubicBezTo>
                  <a:lnTo>
                    <a:pt x="90495" y="8033"/>
                  </a:lnTo>
                  <a:close/>
                  <a:moveTo>
                    <a:pt x="19212" y="8135"/>
                  </a:moveTo>
                  <a:cubicBezTo>
                    <a:pt x="19178" y="8169"/>
                    <a:pt x="19144" y="8204"/>
                    <a:pt x="19144" y="8238"/>
                  </a:cubicBezTo>
                  <a:cubicBezTo>
                    <a:pt x="19178" y="8272"/>
                    <a:pt x="19212" y="8306"/>
                    <a:pt x="19246" y="8306"/>
                  </a:cubicBezTo>
                  <a:lnTo>
                    <a:pt x="19382" y="8306"/>
                  </a:lnTo>
                  <a:cubicBezTo>
                    <a:pt x="19417" y="8272"/>
                    <a:pt x="19451" y="8238"/>
                    <a:pt x="19451" y="8204"/>
                  </a:cubicBezTo>
                  <a:cubicBezTo>
                    <a:pt x="19417" y="8135"/>
                    <a:pt x="19382" y="8135"/>
                    <a:pt x="19348" y="8135"/>
                  </a:cubicBezTo>
                  <a:close/>
                  <a:moveTo>
                    <a:pt x="18816" y="8224"/>
                  </a:moveTo>
                  <a:cubicBezTo>
                    <a:pt x="18802" y="8224"/>
                    <a:pt x="18786" y="8228"/>
                    <a:pt x="18768" y="8238"/>
                  </a:cubicBezTo>
                  <a:lnTo>
                    <a:pt x="18666" y="8238"/>
                  </a:lnTo>
                  <a:cubicBezTo>
                    <a:pt x="18632" y="8238"/>
                    <a:pt x="18598" y="8306"/>
                    <a:pt x="18598" y="8340"/>
                  </a:cubicBezTo>
                  <a:cubicBezTo>
                    <a:pt x="18598" y="8374"/>
                    <a:pt x="18632" y="8408"/>
                    <a:pt x="18666" y="8408"/>
                  </a:cubicBezTo>
                  <a:lnTo>
                    <a:pt x="18802" y="8408"/>
                  </a:lnTo>
                  <a:cubicBezTo>
                    <a:pt x="18836" y="8374"/>
                    <a:pt x="18871" y="8340"/>
                    <a:pt x="18871" y="8306"/>
                  </a:cubicBezTo>
                  <a:cubicBezTo>
                    <a:pt x="18871" y="8256"/>
                    <a:pt x="18852" y="8224"/>
                    <a:pt x="18816" y="8224"/>
                  </a:cubicBezTo>
                  <a:close/>
                  <a:moveTo>
                    <a:pt x="91041" y="8238"/>
                  </a:moveTo>
                  <a:cubicBezTo>
                    <a:pt x="91007" y="8238"/>
                    <a:pt x="90938" y="8238"/>
                    <a:pt x="90938" y="8306"/>
                  </a:cubicBezTo>
                  <a:cubicBezTo>
                    <a:pt x="90904" y="8340"/>
                    <a:pt x="90938" y="8374"/>
                    <a:pt x="90972" y="8408"/>
                  </a:cubicBezTo>
                  <a:lnTo>
                    <a:pt x="91075" y="8442"/>
                  </a:lnTo>
                  <a:lnTo>
                    <a:pt x="91109" y="8442"/>
                  </a:lnTo>
                  <a:cubicBezTo>
                    <a:pt x="91143" y="8442"/>
                    <a:pt x="91177" y="8408"/>
                    <a:pt x="91211" y="8374"/>
                  </a:cubicBezTo>
                  <a:cubicBezTo>
                    <a:pt x="91211" y="8340"/>
                    <a:pt x="91177" y="8306"/>
                    <a:pt x="91143" y="8272"/>
                  </a:cubicBezTo>
                  <a:lnTo>
                    <a:pt x="91041" y="8238"/>
                  </a:lnTo>
                  <a:close/>
                  <a:moveTo>
                    <a:pt x="18222" y="8306"/>
                  </a:moveTo>
                  <a:lnTo>
                    <a:pt x="18086" y="8340"/>
                  </a:lnTo>
                  <a:cubicBezTo>
                    <a:pt x="18052" y="8340"/>
                    <a:pt x="18017" y="8408"/>
                    <a:pt x="18017" y="8442"/>
                  </a:cubicBezTo>
                  <a:cubicBezTo>
                    <a:pt x="18052" y="8476"/>
                    <a:pt x="18086" y="8511"/>
                    <a:pt x="18120" y="8511"/>
                  </a:cubicBezTo>
                  <a:lnTo>
                    <a:pt x="18256" y="8476"/>
                  </a:lnTo>
                  <a:cubicBezTo>
                    <a:pt x="18290" y="8476"/>
                    <a:pt x="18325" y="8442"/>
                    <a:pt x="18325" y="8374"/>
                  </a:cubicBezTo>
                  <a:cubicBezTo>
                    <a:pt x="18290" y="8340"/>
                    <a:pt x="18256" y="8306"/>
                    <a:pt x="18222" y="8306"/>
                  </a:cubicBezTo>
                  <a:close/>
                  <a:moveTo>
                    <a:pt x="17642" y="8408"/>
                  </a:moveTo>
                  <a:lnTo>
                    <a:pt x="17540" y="8442"/>
                  </a:lnTo>
                  <a:cubicBezTo>
                    <a:pt x="17471" y="8442"/>
                    <a:pt x="17471" y="8476"/>
                    <a:pt x="17471" y="8545"/>
                  </a:cubicBezTo>
                  <a:cubicBezTo>
                    <a:pt x="17471" y="8579"/>
                    <a:pt x="17506" y="8613"/>
                    <a:pt x="17540" y="8613"/>
                  </a:cubicBezTo>
                  <a:lnTo>
                    <a:pt x="17574" y="8613"/>
                  </a:lnTo>
                  <a:lnTo>
                    <a:pt x="17676" y="8579"/>
                  </a:lnTo>
                  <a:cubicBezTo>
                    <a:pt x="17710" y="8579"/>
                    <a:pt x="17744" y="8545"/>
                    <a:pt x="17744" y="8476"/>
                  </a:cubicBezTo>
                  <a:cubicBezTo>
                    <a:pt x="17744" y="8442"/>
                    <a:pt x="17710" y="8408"/>
                    <a:pt x="17642" y="8408"/>
                  </a:cubicBezTo>
                  <a:close/>
                  <a:moveTo>
                    <a:pt x="91587" y="8408"/>
                  </a:moveTo>
                  <a:cubicBezTo>
                    <a:pt x="91518" y="8408"/>
                    <a:pt x="91484" y="8442"/>
                    <a:pt x="91484" y="8476"/>
                  </a:cubicBezTo>
                  <a:cubicBezTo>
                    <a:pt x="91450" y="8511"/>
                    <a:pt x="91484" y="8579"/>
                    <a:pt x="91518" y="8579"/>
                  </a:cubicBezTo>
                  <a:lnTo>
                    <a:pt x="91621" y="8613"/>
                  </a:lnTo>
                  <a:lnTo>
                    <a:pt x="91655" y="8613"/>
                  </a:lnTo>
                  <a:cubicBezTo>
                    <a:pt x="91689" y="8613"/>
                    <a:pt x="91723" y="8613"/>
                    <a:pt x="91723" y="8579"/>
                  </a:cubicBezTo>
                  <a:cubicBezTo>
                    <a:pt x="91757" y="8511"/>
                    <a:pt x="91723" y="8476"/>
                    <a:pt x="91689" y="8476"/>
                  </a:cubicBezTo>
                  <a:lnTo>
                    <a:pt x="91587" y="8408"/>
                  </a:lnTo>
                  <a:close/>
                  <a:moveTo>
                    <a:pt x="17096" y="8511"/>
                  </a:moveTo>
                  <a:lnTo>
                    <a:pt x="16960" y="8545"/>
                  </a:lnTo>
                  <a:cubicBezTo>
                    <a:pt x="16926" y="8545"/>
                    <a:pt x="16891" y="8579"/>
                    <a:pt x="16891" y="8647"/>
                  </a:cubicBezTo>
                  <a:cubicBezTo>
                    <a:pt x="16891" y="8681"/>
                    <a:pt x="16960" y="8715"/>
                    <a:pt x="16994" y="8715"/>
                  </a:cubicBezTo>
                  <a:lnTo>
                    <a:pt x="17096" y="8681"/>
                  </a:lnTo>
                  <a:cubicBezTo>
                    <a:pt x="17164" y="8681"/>
                    <a:pt x="17199" y="8647"/>
                    <a:pt x="17164" y="8579"/>
                  </a:cubicBezTo>
                  <a:cubicBezTo>
                    <a:pt x="17164" y="8545"/>
                    <a:pt x="17130" y="8511"/>
                    <a:pt x="17096" y="8511"/>
                  </a:cubicBezTo>
                  <a:close/>
                  <a:moveTo>
                    <a:pt x="16516" y="8613"/>
                  </a:moveTo>
                  <a:lnTo>
                    <a:pt x="16414" y="8647"/>
                  </a:lnTo>
                  <a:cubicBezTo>
                    <a:pt x="16345" y="8647"/>
                    <a:pt x="16311" y="8681"/>
                    <a:pt x="16345" y="8715"/>
                  </a:cubicBezTo>
                  <a:cubicBezTo>
                    <a:pt x="16345" y="8784"/>
                    <a:pt x="16380" y="8784"/>
                    <a:pt x="16414" y="8784"/>
                  </a:cubicBezTo>
                  <a:lnTo>
                    <a:pt x="16550" y="8784"/>
                  </a:lnTo>
                  <a:cubicBezTo>
                    <a:pt x="16584" y="8784"/>
                    <a:pt x="16618" y="8715"/>
                    <a:pt x="16618" y="8681"/>
                  </a:cubicBezTo>
                  <a:cubicBezTo>
                    <a:pt x="16618" y="8647"/>
                    <a:pt x="16550" y="8613"/>
                    <a:pt x="16516" y="8613"/>
                  </a:cubicBezTo>
                  <a:close/>
                  <a:moveTo>
                    <a:pt x="92081" y="8599"/>
                  </a:moveTo>
                  <a:cubicBezTo>
                    <a:pt x="92044" y="8599"/>
                    <a:pt x="92020" y="8623"/>
                    <a:pt x="91996" y="8647"/>
                  </a:cubicBezTo>
                  <a:cubicBezTo>
                    <a:pt x="91996" y="8715"/>
                    <a:pt x="92030" y="8749"/>
                    <a:pt x="92064" y="8784"/>
                  </a:cubicBezTo>
                  <a:lnTo>
                    <a:pt x="92167" y="8818"/>
                  </a:lnTo>
                  <a:lnTo>
                    <a:pt x="92201" y="8818"/>
                  </a:lnTo>
                  <a:cubicBezTo>
                    <a:pt x="92235" y="8818"/>
                    <a:pt x="92269" y="8784"/>
                    <a:pt x="92269" y="8749"/>
                  </a:cubicBezTo>
                  <a:cubicBezTo>
                    <a:pt x="92303" y="8715"/>
                    <a:pt x="92269" y="8647"/>
                    <a:pt x="92235" y="8647"/>
                  </a:cubicBezTo>
                  <a:lnTo>
                    <a:pt x="92133" y="8613"/>
                  </a:lnTo>
                  <a:cubicBezTo>
                    <a:pt x="92113" y="8603"/>
                    <a:pt x="92096" y="8599"/>
                    <a:pt x="92081" y="8599"/>
                  </a:cubicBezTo>
                  <a:close/>
                  <a:moveTo>
                    <a:pt x="15834" y="8715"/>
                  </a:moveTo>
                  <a:cubicBezTo>
                    <a:pt x="15799" y="8749"/>
                    <a:pt x="15765" y="8784"/>
                    <a:pt x="15765" y="8818"/>
                  </a:cubicBezTo>
                  <a:cubicBezTo>
                    <a:pt x="15765" y="8852"/>
                    <a:pt x="15799" y="8886"/>
                    <a:pt x="15868" y="8886"/>
                  </a:cubicBezTo>
                  <a:lnTo>
                    <a:pt x="15970" y="8886"/>
                  </a:lnTo>
                  <a:cubicBezTo>
                    <a:pt x="16038" y="8852"/>
                    <a:pt x="16072" y="8818"/>
                    <a:pt x="16038" y="8784"/>
                  </a:cubicBezTo>
                  <a:cubicBezTo>
                    <a:pt x="16038" y="8715"/>
                    <a:pt x="16004" y="8715"/>
                    <a:pt x="15970" y="8715"/>
                  </a:cubicBezTo>
                  <a:close/>
                  <a:moveTo>
                    <a:pt x="15423" y="8804"/>
                  </a:moveTo>
                  <a:cubicBezTo>
                    <a:pt x="15411" y="8804"/>
                    <a:pt x="15399" y="8809"/>
                    <a:pt x="15390" y="8818"/>
                  </a:cubicBezTo>
                  <a:lnTo>
                    <a:pt x="15288" y="8818"/>
                  </a:lnTo>
                  <a:cubicBezTo>
                    <a:pt x="15219" y="8818"/>
                    <a:pt x="15185" y="8886"/>
                    <a:pt x="15219" y="8920"/>
                  </a:cubicBezTo>
                  <a:cubicBezTo>
                    <a:pt x="15219" y="8954"/>
                    <a:pt x="15253" y="8988"/>
                    <a:pt x="15288" y="8988"/>
                  </a:cubicBezTo>
                  <a:lnTo>
                    <a:pt x="15424" y="8988"/>
                  </a:lnTo>
                  <a:cubicBezTo>
                    <a:pt x="15458" y="8954"/>
                    <a:pt x="15492" y="8920"/>
                    <a:pt x="15492" y="8886"/>
                  </a:cubicBezTo>
                  <a:cubicBezTo>
                    <a:pt x="15492" y="8836"/>
                    <a:pt x="15456" y="8804"/>
                    <a:pt x="15423" y="8804"/>
                  </a:cubicBezTo>
                  <a:close/>
                  <a:moveTo>
                    <a:pt x="92645" y="8784"/>
                  </a:moveTo>
                  <a:cubicBezTo>
                    <a:pt x="92610" y="8784"/>
                    <a:pt x="92576" y="8818"/>
                    <a:pt x="92542" y="8852"/>
                  </a:cubicBezTo>
                  <a:cubicBezTo>
                    <a:pt x="92542" y="8886"/>
                    <a:pt x="92542" y="8954"/>
                    <a:pt x="92610" y="8954"/>
                  </a:cubicBezTo>
                  <a:lnTo>
                    <a:pt x="92713" y="8988"/>
                  </a:lnTo>
                  <a:lnTo>
                    <a:pt x="92747" y="8988"/>
                  </a:lnTo>
                  <a:cubicBezTo>
                    <a:pt x="92781" y="8988"/>
                    <a:pt x="92815" y="8988"/>
                    <a:pt x="92815" y="8954"/>
                  </a:cubicBezTo>
                  <a:cubicBezTo>
                    <a:pt x="92849" y="8886"/>
                    <a:pt x="92815" y="8852"/>
                    <a:pt x="92781" y="8818"/>
                  </a:cubicBezTo>
                  <a:lnTo>
                    <a:pt x="92645" y="8784"/>
                  </a:lnTo>
                  <a:close/>
                  <a:moveTo>
                    <a:pt x="14810" y="8886"/>
                  </a:moveTo>
                  <a:lnTo>
                    <a:pt x="14708" y="8920"/>
                  </a:lnTo>
                  <a:cubicBezTo>
                    <a:pt x="14673" y="8920"/>
                    <a:pt x="14639" y="8988"/>
                    <a:pt x="14639" y="9022"/>
                  </a:cubicBezTo>
                  <a:cubicBezTo>
                    <a:pt x="14639" y="9057"/>
                    <a:pt x="14673" y="9091"/>
                    <a:pt x="14742" y="9091"/>
                  </a:cubicBezTo>
                  <a:lnTo>
                    <a:pt x="14844" y="9057"/>
                  </a:lnTo>
                  <a:cubicBezTo>
                    <a:pt x="14912" y="9057"/>
                    <a:pt x="14946" y="9022"/>
                    <a:pt x="14912" y="8988"/>
                  </a:cubicBezTo>
                  <a:cubicBezTo>
                    <a:pt x="14912" y="8920"/>
                    <a:pt x="14878" y="8886"/>
                    <a:pt x="14810" y="8886"/>
                  </a:cubicBezTo>
                  <a:close/>
                  <a:moveTo>
                    <a:pt x="14264" y="8988"/>
                  </a:moveTo>
                  <a:lnTo>
                    <a:pt x="14162" y="9022"/>
                  </a:lnTo>
                  <a:cubicBezTo>
                    <a:pt x="14093" y="9022"/>
                    <a:pt x="14059" y="9057"/>
                    <a:pt x="14093" y="9125"/>
                  </a:cubicBezTo>
                  <a:cubicBezTo>
                    <a:pt x="14093" y="9159"/>
                    <a:pt x="14127" y="9193"/>
                    <a:pt x="14162" y="9193"/>
                  </a:cubicBezTo>
                  <a:lnTo>
                    <a:pt x="14298" y="9159"/>
                  </a:lnTo>
                  <a:cubicBezTo>
                    <a:pt x="14332" y="9159"/>
                    <a:pt x="14366" y="9125"/>
                    <a:pt x="14366" y="9057"/>
                  </a:cubicBezTo>
                  <a:cubicBezTo>
                    <a:pt x="14366" y="9022"/>
                    <a:pt x="14298" y="8988"/>
                    <a:pt x="14264" y="8988"/>
                  </a:cubicBezTo>
                  <a:close/>
                  <a:moveTo>
                    <a:pt x="93160" y="8974"/>
                  </a:moveTo>
                  <a:cubicBezTo>
                    <a:pt x="93136" y="8974"/>
                    <a:pt x="93112" y="8998"/>
                    <a:pt x="93088" y="9022"/>
                  </a:cubicBezTo>
                  <a:cubicBezTo>
                    <a:pt x="93088" y="9091"/>
                    <a:pt x="93088" y="9125"/>
                    <a:pt x="93156" y="9159"/>
                  </a:cubicBezTo>
                  <a:lnTo>
                    <a:pt x="93259" y="9193"/>
                  </a:lnTo>
                  <a:lnTo>
                    <a:pt x="93293" y="9193"/>
                  </a:lnTo>
                  <a:cubicBezTo>
                    <a:pt x="93327" y="9193"/>
                    <a:pt x="93361" y="9159"/>
                    <a:pt x="93361" y="9125"/>
                  </a:cubicBezTo>
                  <a:cubicBezTo>
                    <a:pt x="93361" y="9091"/>
                    <a:pt x="93361" y="9022"/>
                    <a:pt x="93293" y="9022"/>
                  </a:cubicBezTo>
                  <a:lnTo>
                    <a:pt x="93190" y="8988"/>
                  </a:lnTo>
                  <a:cubicBezTo>
                    <a:pt x="93180" y="8978"/>
                    <a:pt x="93170" y="8974"/>
                    <a:pt x="93160" y="8974"/>
                  </a:cubicBezTo>
                  <a:close/>
                  <a:moveTo>
                    <a:pt x="13684" y="9091"/>
                  </a:moveTo>
                  <a:lnTo>
                    <a:pt x="13581" y="9125"/>
                  </a:lnTo>
                  <a:cubicBezTo>
                    <a:pt x="13547" y="9125"/>
                    <a:pt x="13513" y="9159"/>
                    <a:pt x="13513" y="9227"/>
                  </a:cubicBezTo>
                  <a:cubicBezTo>
                    <a:pt x="13513" y="9261"/>
                    <a:pt x="13547" y="9295"/>
                    <a:pt x="13616" y="9295"/>
                  </a:cubicBezTo>
                  <a:lnTo>
                    <a:pt x="13718" y="9261"/>
                  </a:lnTo>
                  <a:cubicBezTo>
                    <a:pt x="13786" y="9261"/>
                    <a:pt x="13820" y="9227"/>
                    <a:pt x="13786" y="9159"/>
                  </a:cubicBezTo>
                  <a:cubicBezTo>
                    <a:pt x="13786" y="9125"/>
                    <a:pt x="13752" y="9091"/>
                    <a:pt x="13684" y="9091"/>
                  </a:cubicBezTo>
                  <a:close/>
                  <a:moveTo>
                    <a:pt x="93736" y="9159"/>
                  </a:moveTo>
                  <a:cubicBezTo>
                    <a:pt x="93702" y="9159"/>
                    <a:pt x="93634" y="9193"/>
                    <a:pt x="93634" y="9227"/>
                  </a:cubicBezTo>
                  <a:cubicBezTo>
                    <a:pt x="93600" y="9261"/>
                    <a:pt x="93634" y="9330"/>
                    <a:pt x="93668" y="9330"/>
                  </a:cubicBezTo>
                  <a:lnTo>
                    <a:pt x="93805" y="9364"/>
                  </a:lnTo>
                  <a:cubicBezTo>
                    <a:pt x="93873" y="9364"/>
                    <a:pt x="93907" y="9364"/>
                    <a:pt x="93907" y="9330"/>
                  </a:cubicBezTo>
                  <a:cubicBezTo>
                    <a:pt x="93907" y="9261"/>
                    <a:pt x="93907" y="9227"/>
                    <a:pt x="93839" y="9193"/>
                  </a:cubicBezTo>
                  <a:lnTo>
                    <a:pt x="93736" y="9159"/>
                  </a:lnTo>
                  <a:close/>
                  <a:moveTo>
                    <a:pt x="13138" y="9193"/>
                  </a:moveTo>
                  <a:lnTo>
                    <a:pt x="13035" y="9227"/>
                  </a:lnTo>
                  <a:cubicBezTo>
                    <a:pt x="12967" y="9227"/>
                    <a:pt x="12933" y="9261"/>
                    <a:pt x="12933" y="9295"/>
                  </a:cubicBezTo>
                  <a:cubicBezTo>
                    <a:pt x="12967" y="9364"/>
                    <a:pt x="13001" y="9398"/>
                    <a:pt x="13035" y="9398"/>
                  </a:cubicBezTo>
                  <a:cubicBezTo>
                    <a:pt x="13035" y="9398"/>
                    <a:pt x="13035" y="9398"/>
                    <a:pt x="13035" y="9364"/>
                  </a:cubicBezTo>
                  <a:lnTo>
                    <a:pt x="13172" y="9364"/>
                  </a:lnTo>
                  <a:cubicBezTo>
                    <a:pt x="13206" y="9364"/>
                    <a:pt x="13240" y="9295"/>
                    <a:pt x="13240" y="9261"/>
                  </a:cubicBezTo>
                  <a:cubicBezTo>
                    <a:pt x="13240" y="9227"/>
                    <a:pt x="13172" y="9193"/>
                    <a:pt x="13138" y="9193"/>
                  </a:cubicBezTo>
                  <a:close/>
                  <a:moveTo>
                    <a:pt x="12455" y="9295"/>
                  </a:moveTo>
                  <a:cubicBezTo>
                    <a:pt x="12421" y="9330"/>
                    <a:pt x="12387" y="9364"/>
                    <a:pt x="12387" y="9398"/>
                  </a:cubicBezTo>
                  <a:cubicBezTo>
                    <a:pt x="12387" y="9432"/>
                    <a:pt x="12421" y="9466"/>
                    <a:pt x="12455" y="9466"/>
                  </a:cubicBezTo>
                  <a:lnTo>
                    <a:pt x="12592" y="9466"/>
                  </a:lnTo>
                  <a:cubicBezTo>
                    <a:pt x="12660" y="9466"/>
                    <a:pt x="12660" y="9398"/>
                    <a:pt x="12660" y="9364"/>
                  </a:cubicBezTo>
                  <a:cubicBezTo>
                    <a:pt x="12660" y="9295"/>
                    <a:pt x="12626" y="9295"/>
                    <a:pt x="12558" y="9295"/>
                  </a:cubicBezTo>
                  <a:close/>
                  <a:moveTo>
                    <a:pt x="12039" y="9384"/>
                  </a:moveTo>
                  <a:cubicBezTo>
                    <a:pt x="12030" y="9384"/>
                    <a:pt x="12021" y="9389"/>
                    <a:pt x="12012" y="9398"/>
                  </a:cubicBezTo>
                  <a:lnTo>
                    <a:pt x="11875" y="9398"/>
                  </a:lnTo>
                  <a:cubicBezTo>
                    <a:pt x="11841" y="9398"/>
                    <a:pt x="11807" y="9466"/>
                    <a:pt x="11807" y="9500"/>
                  </a:cubicBezTo>
                  <a:cubicBezTo>
                    <a:pt x="11841" y="9534"/>
                    <a:pt x="11875" y="9568"/>
                    <a:pt x="11909" y="9568"/>
                  </a:cubicBezTo>
                  <a:lnTo>
                    <a:pt x="12046" y="9568"/>
                  </a:lnTo>
                  <a:cubicBezTo>
                    <a:pt x="12080" y="9534"/>
                    <a:pt x="12114" y="9500"/>
                    <a:pt x="12114" y="9466"/>
                  </a:cubicBezTo>
                  <a:cubicBezTo>
                    <a:pt x="12089" y="9416"/>
                    <a:pt x="12064" y="9384"/>
                    <a:pt x="12039" y="9384"/>
                  </a:cubicBezTo>
                  <a:close/>
                  <a:moveTo>
                    <a:pt x="94246" y="9350"/>
                  </a:moveTo>
                  <a:cubicBezTo>
                    <a:pt x="94214" y="9350"/>
                    <a:pt x="94180" y="9374"/>
                    <a:pt x="94180" y="9398"/>
                  </a:cubicBezTo>
                  <a:cubicBezTo>
                    <a:pt x="94146" y="9466"/>
                    <a:pt x="94180" y="9500"/>
                    <a:pt x="94214" y="9534"/>
                  </a:cubicBezTo>
                  <a:lnTo>
                    <a:pt x="94351" y="9568"/>
                  </a:lnTo>
                  <a:cubicBezTo>
                    <a:pt x="94385" y="9568"/>
                    <a:pt x="94419" y="9534"/>
                    <a:pt x="94453" y="9500"/>
                  </a:cubicBezTo>
                  <a:cubicBezTo>
                    <a:pt x="94453" y="9466"/>
                    <a:pt x="94419" y="9398"/>
                    <a:pt x="94385" y="9398"/>
                  </a:cubicBezTo>
                  <a:lnTo>
                    <a:pt x="94282" y="9364"/>
                  </a:lnTo>
                  <a:cubicBezTo>
                    <a:pt x="94272" y="9354"/>
                    <a:pt x="94259" y="9350"/>
                    <a:pt x="94246" y="9350"/>
                  </a:cubicBezTo>
                  <a:close/>
                  <a:moveTo>
                    <a:pt x="11432" y="9466"/>
                  </a:moveTo>
                  <a:lnTo>
                    <a:pt x="11329" y="9500"/>
                  </a:lnTo>
                  <a:cubicBezTo>
                    <a:pt x="11295" y="9500"/>
                    <a:pt x="11261" y="9568"/>
                    <a:pt x="11261" y="9603"/>
                  </a:cubicBezTo>
                  <a:cubicBezTo>
                    <a:pt x="11261" y="9637"/>
                    <a:pt x="11295" y="9671"/>
                    <a:pt x="11329" y="9671"/>
                  </a:cubicBezTo>
                  <a:lnTo>
                    <a:pt x="11363" y="9671"/>
                  </a:lnTo>
                  <a:lnTo>
                    <a:pt x="11466" y="9637"/>
                  </a:lnTo>
                  <a:cubicBezTo>
                    <a:pt x="11500" y="9637"/>
                    <a:pt x="11534" y="9603"/>
                    <a:pt x="11534" y="9568"/>
                  </a:cubicBezTo>
                  <a:cubicBezTo>
                    <a:pt x="11534" y="9500"/>
                    <a:pt x="11500" y="9466"/>
                    <a:pt x="11432" y="9466"/>
                  </a:cubicBezTo>
                  <a:close/>
                  <a:moveTo>
                    <a:pt x="94828" y="9534"/>
                  </a:moveTo>
                  <a:cubicBezTo>
                    <a:pt x="94794" y="9534"/>
                    <a:pt x="94726" y="9568"/>
                    <a:pt x="94726" y="9603"/>
                  </a:cubicBezTo>
                  <a:cubicBezTo>
                    <a:pt x="94692" y="9637"/>
                    <a:pt x="94726" y="9705"/>
                    <a:pt x="94760" y="9705"/>
                  </a:cubicBezTo>
                  <a:lnTo>
                    <a:pt x="94862" y="9739"/>
                  </a:lnTo>
                  <a:lnTo>
                    <a:pt x="94897" y="9739"/>
                  </a:lnTo>
                  <a:cubicBezTo>
                    <a:pt x="94931" y="9739"/>
                    <a:pt x="94965" y="9739"/>
                    <a:pt x="94999" y="9705"/>
                  </a:cubicBezTo>
                  <a:cubicBezTo>
                    <a:pt x="94999" y="9637"/>
                    <a:pt x="94965" y="9603"/>
                    <a:pt x="94931" y="9568"/>
                  </a:cubicBezTo>
                  <a:lnTo>
                    <a:pt x="94828" y="9534"/>
                  </a:lnTo>
                  <a:close/>
                  <a:moveTo>
                    <a:pt x="10886" y="9568"/>
                  </a:moveTo>
                  <a:lnTo>
                    <a:pt x="10749" y="9603"/>
                  </a:lnTo>
                  <a:cubicBezTo>
                    <a:pt x="10715" y="9603"/>
                    <a:pt x="10681" y="9637"/>
                    <a:pt x="10681" y="9705"/>
                  </a:cubicBezTo>
                  <a:cubicBezTo>
                    <a:pt x="10715" y="9739"/>
                    <a:pt x="10749" y="9773"/>
                    <a:pt x="10783" y="9773"/>
                  </a:cubicBezTo>
                  <a:lnTo>
                    <a:pt x="10920" y="9739"/>
                  </a:lnTo>
                  <a:cubicBezTo>
                    <a:pt x="10954" y="9739"/>
                    <a:pt x="10988" y="9705"/>
                    <a:pt x="10988" y="9637"/>
                  </a:cubicBezTo>
                  <a:cubicBezTo>
                    <a:pt x="10954" y="9603"/>
                    <a:pt x="10920" y="9568"/>
                    <a:pt x="10886" y="9568"/>
                  </a:cubicBezTo>
                  <a:close/>
                  <a:moveTo>
                    <a:pt x="10306" y="9671"/>
                  </a:moveTo>
                  <a:lnTo>
                    <a:pt x="10203" y="9705"/>
                  </a:lnTo>
                  <a:cubicBezTo>
                    <a:pt x="10169" y="9705"/>
                    <a:pt x="10135" y="9739"/>
                    <a:pt x="10135" y="9807"/>
                  </a:cubicBezTo>
                  <a:cubicBezTo>
                    <a:pt x="10135" y="9841"/>
                    <a:pt x="10169" y="9876"/>
                    <a:pt x="10203" y="9876"/>
                  </a:cubicBezTo>
                  <a:lnTo>
                    <a:pt x="10237" y="9876"/>
                  </a:lnTo>
                  <a:lnTo>
                    <a:pt x="10340" y="9841"/>
                  </a:lnTo>
                  <a:cubicBezTo>
                    <a:pt x="10374" y="9841"/>
                    <a:pt x="10408" y="9807"/>
                    <a:pt x="10408" y="9739"/>
                  </a:cubicBezTo>
                  <a:cubicBezTo>
                    <a:pt x="10408" y="9705"/>
                    <a:pt x="10374" y="9671"/>
                    <a:pt x="10306" y="9671"/>
                  </a:cubicBezTo>
                  <a:close/>
                  <a:moveTo>
                    <a:pt x="95323" y="9725"/>
                  </a:moveTo>
                  <a:cubicBezTo>
                    <a:pt x="95289" y="9725"/>
                    <a:pt x="95272" y="9749"/>
                    <a:pt x="95272" y="9773"/>
                  </a:cubicBezTo>
                  <a:cubicBezTo>
                    <a:pt x="95238" y="9841"/>
                    <a:pt x="95272" y="9876"/>
                    <a:pt x="95306" y="9910"/>
                  </a:cubicBezTo>
                  <a:lnTo>
                    <a:pt x="95408" y="9944"/>
                  </a:lnTo>
                  <a:lnTo>
                    <a:pt x="95443" y="9944"/>
                  </a:lnTo>
                  <a:cubicBezTo>
                    <a:pt x="95477" y="9944"/>
                    <a:pt x="95511" y="9910"/>
                    <a:pt x="95511" y="9876"/>
                  </a:cubicBezTo>
                  <a:cubicBezTo>
                    <a:pt x="95545" y="9841"/>
                    <a:pt x="95511" y="9773"/>
                    <a:pt x="95477" y="9773"/>
                  </a:cubicBezTo>
                  <a:lnTo>
                    <a:pt x="95374" y="9739"/>
                  </a:lnTo>
                  <a:cubicBezTo>
                    <a:pt x="95354" y="9729"/>
                    <a:pt x="95337" y="9725"/>
                    <a:pt x="95323" y="9725"/>
                  </a:cubicBezTo>
                  <a:close/>
                  <a:moveTo>
                    <a:pt x="9760" y="9773"/>
                  </a:moveTo>
                  <a:lnTo>
                    <a:pt x="9623" y="9807"/>
                  </a:lnTo>
                  <a:cubicBezTo>
                    <a:pt x="9589" y="9807"/>
                    <a:pt x="9555" y="9841"/>
                    <a:pt x="9555" y="9876"/>
                  </a:cubicBezTo>
                  <a:cubicBezTo>
                    <a:pt x="9555" y="9944"/>
                    <a:pt x="9623" y="9978"/>
                    <a:pt x="9657" y="9978"/>
                  </a:cubicBezTo>
                  <a:cubicBezTo>
                    <a:pt x="9657" y="9978"/>
                    <a:pt x="9657" y="9978"/>
                    <a:pt x="9657" y="9944"/>
                  </a:cubicBezTo>
                  <a:lnTo>
                    <a:pt x="9760" y="9944"/>
                  </a:lnTo>
                  <a:cubicBezTo>
                    <a:pt x="9828" y="9944"/>
                    <a:pt x="9862" y="9876"/>
                    <a:pt x="9862" y="9841"/>
                  </a:cubicBezTo>
                  <a:cubicBezTo>
                    <a:pt x="9828" y="9807"/>
                    <a:pt x="9794" y="9773"/>
                    <a:pt x="9760" y="9773"/>
                  </a:cubicBezTo>
                  <a:close/>
                  <a:moveTo>
                    <a:pt x="9077" y="9876"/>
                  </a:moveTo>
                  <a:cubicBezTo>
                    <a:pt x="9009" y="9910"/>
                    <a:pt x="8975" y="9944"/>
                    <a:pt x="9009" y="9978"/>
                  </a:cubicBezTo>
                  <a:cubicBezTo>
                    <a:pt x="9009" y="10012"/>
                    <a:pt x="9043" y="10046"/>
                    <a:pt x="9077" y="10046"/>
                  </a:cubicBezTo>
                  <a:lnTo>
                    <a:pt x="9214" y="10046"/>
                  </a:lnTo>
                  <a:cubicBezTo>
                    <a:pt x="9248" y="10012"/>
                    <a:pt x="9282" y="9978"/>
                    <a:pt x="9282" y="9944"/>
                  </a:cubicBezTo>
                  <a:cubicBezTo>
                    <a:pt x="9282" y="9876"/>
                    <a:pt x="9214" y="9876"/>
                    <a:pt x="9180" y="9876"/>
                  </a:cubicBezTo>
                  <a:close/>
                  <a:moveTo>
                    <a:pt x="95920" y="9910"/>
                  </a:moveTo>
                  <a:cubicBezTo>
                    <a:pt x="95852" y="9910"/>
                    <a:pt x="95818" y="9910"/>
                    <a:pt x="95784" y="9978"/>
                  </a:cubicBezTo>
                  <a:cubicBezTo>
                    <a:pt x="95784" y="10012"/>
                    <a:pt x="95818" y="10080"/>
                    <a:pt x="95852" y="10080"/>
                  </a:cubicBezTo>
                  <a:lnTo>
                    <a:pt x="95954" y="10114"/>
                  </a:lnTo>
                  <a:lnTo>
                    <a:pt x="95989" y="10114"/>
                  </a:lnTo>
                  <a:cubicBezTo>
                    <a:pt x="96023" y="10114"/>
                    <a:pt x="96057" y="10114"/>
                    <a:pt x="96057" y="10080"/>
                  </a:cubicBezTo>
                  <a:cubicBezTo>
                    <a:pt x="96091" y="10012"/>
                    <a:pt x="96057" y="9978"/>
                    <a:pt x="96023" y="9944"/>
                  </a:cubicBezTo>
                  <a:lnTo>
                    <a:pt x="95920" y="9910"/>
                  </a:lnTo>
                  <a:close/>
                  <a:moveTo>
                    <a:pt x="8660" y="9965"/>
                  </a:moveTo>
                  <a:cubicBezTo>
                    <a:pt x="8652" y="9965"/>
                    <a:pt x="8643" y="9969"/>
                    <a:pt x="8634" y="9978"/>
                  </a:cubicBezTo>
                  <a:lnTo>
                    <a:pt x="8497" y="9978"/>
                  </a:lnTo>
                  <a:cubicBezTo>
                    <a:pt x="8463" y="9978"/>
                    <a:pt x="8429" y="10046"/>
                    <a:pt x="8429" y="10080"/>
                  </a:cubicBezTo>
                  <a:cubicBezTo>
                    <a:pt x="8429" y="10114"/>
                    <a:pt x="8463" y="10149"/>
                    <a:pt x="8531" y="10149"/>
                  </a:cubicBezTo>
                  <a:lnTo>
                    <a:pt x="8634" y="10149"/>
                  </a:lnTo>
                  <a:cubicBezTo>
                    <a:pt x="8702" y="10114"/>
                    <a:pt x="8736" y="10080"/>
                    <a:pt x="8702" y="10046"/>
                  </a:cubicBezTo>
                  <a:cubicBezTo>
                    <a:pt x="8702" y="9996"/>
                    <a:pt x="8684" y="9965"/>
                    <a:pt x="8660" y="9965"/>
                  </a:cubicBezTo>
                  <a:close/>
                  <a:moveTo>
                    <a:pt x="8054" y="10046"/>
                  </a:moveTo>
                  <a:lnTo>
                    <a:pt x="7951" y="10080"/>
                  </a:lnTo>
                  <a:cubicBezTo>
                    <a:pt x="7883" y="10080"/>
                    <a:pt x="7849" y="10149"/>
                    <a:pt x="7883" y="10183"/>
                  </a:cubicBezTo>
                  <a:cubicBezTo>
                    <a:pt x="7883" y="10217"/>
                    <a:pt x="7917" y="10251"/>
                    <a:pt x="7951" y="10251"/>
                  </a:cubicBezTo>
                  <a:lnTo>
                    <a:pt x="7985" y="10251"/>
                  </a:lnTo>
                  <a:lnTo>
                    <a:pt x="8088" y="10217"/>
                  </a:lnTo>
                  <a:cubicBezTo>
                    <a:pt x="8122" y="10217"/>
                    <a:pt x="8156" y="10183"/>
                    <a:pt x="8156" y="10149"/>
                  </a:cubicBezTo>
                  <a:cubicBezTo>
                    <a:pt x="8156" y="10080"/>
                    <a:pt x="8088" y="10046"/>
                    <a:pt x="8054" y="10046"/>
                  </a:cubicBezTo>
                  <a:close/>
                  <a:moveTo>
                    <a:pt x="96402" y="10100"/>
                  </a:moveTo>
                  <a:cubicBezTo>
                    <a:pt x="96378" y="10100"/>
                    <a:pt x="96354" y="10124"/>
                    <a:pt x="96330" y="10149"/>
                  </a:cubicBezTo>
                  <a:cubicBezTo>
                    <a:pt x="96330" y="10217"/>
                    <a:pt x="96330" y="10251"/>
                    <a:pt x="96398" y="10251"/>
                  </a:cubicBezTo>
                  <a:lnTo>
                    <a:pt x="96500" y="10319"/>
                  </a:lnTo>
                  <a:lnTo>
                    <a:pt x="96535" y="10319"/>
                  </a:lnTo>
                  <a:cubicBezTo>
                    <a:pt x="96569" y="10319"/>
                    <a:pt x="96603" y="10285"/>
                    <a:pt x="96603" y="10251"/>
                  </a:cubicBezTo>
                  <a:cubicBezTo>
                    <a:pt x="96637" y="10217"/>
                    <a:pt x="96603" y="10149"/>
                    <a:pt x="96569" y="10149"/>
                  </a:cubicBezTo>
                  <a:lnTo>
                    <a:pt x="96432" y="10114"/>
                  </a:lnTo>
                  <a:cubicBezTo>
                    <a:pt x="96422" y="10104"/>
                    <a:pt x="96412" y="10100"/>
                    <a:pt x="96402" y="10100"/>
                  </a:cubicBezTo>
                  <a:close/>
                  <a:moveTo>
                    <a:pt x="7473" y="10149"/>
                  </a:moveTo>
                  <a:lnTo>
                    <a:pt x="7371" y="10183"/>
                  </a:lnTo>
                  <a:cubicBezTo>
                    <a:pt x="7337" y="10183"/>
                    <a:pt x="7303" y="10217"/>
                    <a:pt x="7303" y="10285"/>
                  </a:cubicBezTo>
                  <a:cubicBezTo>
                    <a:pt x="7303" y="10319"/>
                    <a:pt x="7337" y="10353"/>
                    <a:pt x="7405" y="10353"/>
                  </a:cubicBezTo>
                  <a:lnTo>
                    <a:pt x="7508" y="10319"/>
                  </a:lnTo>
                  <a:cubicBezTo>
                    <a:pt x="7576" y="10319"/>
                    <a:pt x="7610" y="10285"/>
                    <a:pt x="7576" y="10217"/>
                  </a:cubicBezTo>
                  <a:cubicBezTo>
                    <a:pt x="7576" y="10183"/>
                    <a:pt x="7542" y="10149"/>
                    <a:pt x="7473" y="10149"/>
                  </a:cubicBezTo>
                  <a:close/>
                  <a:moveTo>
                    <a:pt x="6927" y="10251"/>
                  </a:moveTo>
                  <a:lnTo>
                    <a:pt x="6825" y="10285"/>
                  </a:lnTo>
                  <a:cubicBezTo>
                    <a:pt x="6757" y="10285"/>
                    <a:pt x="6723" y="10319"/>
                    <a:pt x="6757" y="10387"/>
                  </a:cubicBezTo>
                  <a:cubicBezTo>
                    <a:pt x="6757" y="10422"/>
                    <a:pt x="6791" y="10456"/>
                    <a:pt x="6825" y="10456"/>
                  </a:cubicBezTo>
                  <a:lnTo>
                    <a:pt x="6962" y="10422"/>
                  </a:lnTo>
                  <a:cubicBezTo>
                    <a:pt x="6996" y="10422"/>
                    <a:pt x="7030" y="10387"/>
                    <a:pt x="7030" y="10319"/>
                  </a:cubicBezTo>
                  <a:cubicBezTo>
                    <a:pt x="7030" y="10285"/>
                    <a:pt x="6962" y="10251"/>
                    <a:pt x="6927" y="10251"/>
                  </a:cubicBezTo>
                  <a:close/>
                  <a:moveTo>
                    <a:pt x="96978" y="10285"/>
                  </a:moveTo>
                  <a:cubicBezTo>
                    <a:pt x="96944" y="10285"/>
                    <a:pt x="96910" y="10285"/>
                    <a:pt x="96876" y="10353"/>
                  </a:cubicBezTo>
                  <a:cubicBezTo>
                    <a:pt x="96876" y="10387"/>
                    <a:pt x="96876" y="10422"/>
                    <a:pt x="96944" y="10456"/>
                  </a:cubicBezTo>
                  <a:lnTo>
                    <a:pt x="97046" y="10490"/>
                  </a:lnTo>
                  <a:lnTo>
                    <a:pt x="97080" y="10490"/>
                  </a:lnTo>
                  <a:cubicBezTo>
                    <a:pt x="97115" y="10490"/>
                    <a:pt x="97149" y="10490"/>
                    <a:pt x="97149" y="10422"/>
                  </a:cubicBezTo>
                  <a:cubicBezTo>
                    <a:pt x="97149" y="10387"/>
                    <a:pt x="97149" y="10353"/>
                    <a:pt x="97080" y="10319"/>
                  </a:cubicBezTo>
                  <a:lnTo>
                    <a:pt x="96978" y="10285"/>
                  </a:lnTo>
                  <a:close/>
                  <a:moveTo>
                    <a:pt x="6347" y="10353"/>
                  </a:moveTo>
                  <a:lnTo>
                    <a:pt x="6245" y="10387"/>
                  </a:lnTo>
                  <a:cubicBezTo>
                    <a:pt x="6211" y="10387"/>
                    <a:pt x="6177" y="10422"/>
                    <a:pt x="6177" y="10456"/>
                  </a:cubicBezTo>
                  <a:cubicBezTo>
                    <a:pt x="6177" y="10524"/>
                    <a:pt x="6211" y="10558"/>
                    <a:pt x="6279" y="10558"/>
                  </a:cubicBezTo>
                  <a:lnTo>
                    <a:pt x="6382" y="10524"/>
                  </a:lnTo>
                  <a:cubicBezTo>
                    <a:pt x="6450" y="10524"/>
                    <a:pt x="6484" y="10456"/>
                    <a:pt x="6450" y="10422"/>
                  </a:cubicBezTo>
                  <a:cubicBezTo>
                    <a:pt x="6450" y="10387"/>
                    <a:pt x="6416" y="10353"/>
                    <a:pt x="6347" y="10353"/>
                  </a:cubicBezTo>
                  <a:close/>
                  <a:moveTo>
                    <a:pt x="5699" y="10456"/>
                  </a:moveTo>
                  <a:cubicBezTo>
                    <a:pt x="5631" y="10490"/>
                    <a:pt x="5597" y="10524"/>
                    <a:pt x="5631" y="10558"/>
                  </a:cubicBezTo>
                  <a:cubicBezTo>
                    <a:pt x="5631" y="10626"/>
                    <a:pt x="5665" y="10626"/>
                    <a:pt x="5699" y="10626"/>
                  </a:cubicBezTo>
                  <a:lnTo>
                    <a:pt x="5836" y="10626"/>
                  </a:lnTo>
                  <a:cubicBezTo>
                    <a:pt x="5870" y="10626"/>
                    <a:pt x="5904" y="10558"/>
                    <a:pt x="5904" y="10524"/>
                  </a:cubicBezTo>
                  <a:cubicBezTo>
                    <a:pt x="5904" y="10456"/>
                    <a:pt x="5836" y="10456"/>
                    <a:pt x="5801" y="10456"/>
                  </a:cubicBezTo>
                  <a:close/>
                  <a:moveTo>
                    <a:pt x="5269" y="10545"/>
                  </a:moveTo>
                  <a:cubicBezTo>
                    <a:pt x="5255" y="10545"/>
                    <a:pt x="5240" y="10549"/>
                    <a:pt x="5221" y="10558"/>
                  </a:cubicBezTo>
                  <a:lnTo>
                    <a:pt x="5119" y="10558"/>
                  </a:lnTo>
                  <a:cubicBezTo>
                    <a:pt x="5085" y="10558"/>
                    <a:pt x="5051" y="10626"/>
                    <a:pt x="5051" y="10660"/>
                  </a:cubicBezTo>
                  <a:cubicBezTo>
                    <a:pt x="5051" y="10694"/>
                    <a:pt x="5085" y="10729"/>
                    <a:pt x="5119" y="10729"/>
                  </a:cubicBezTo>
                  <a:lnTo>
                    <a:pt x="5255" y="10729"/>
                  </a:lnTo>
                  <a:cubicBezTo>
                    <a:pt x="5324" y="10694"/>
                    <a:pt x="5324" y="10660"/>
                    <a:pt x="5324" y="10626"/>
                  </a:cubicBezTo>
                  <a:cubicBezTo>
                    <a:pt x="5324" y="10576"/>
                    <a:pt x="5305" y="10545"/>
                    <a:pt x="5269" y="10545"/>
                  </a:cubicBezTo>
                  <a:close/>
                  <a:moveTo>
                    <a:pt x="4675" y="10626"/>
                  </a:moveTo>
                  <a:lnTo>
                    <a:pt x="4539" y="10660"/>
                  </a:lnTo>
                  <a:cubicBezTo>
                    <a:pt x="4505" y="10660"/>
                    <a:pt x="4471" y="10729"/>
                    <a:pt x="4471" y="10763"/>
                  </a:cubicBezTo>
                  <a:cubicBezTo>
                    <a:pt x="4505" y="10797"/>
                    <a:pt x="4539" y="10831"/>
                    <a:pt x="4573" y="10831"/>
                  </a:cubicBezTo>
                  <a:lnTo>
                    <a:pt x="4709" y="10797"/>
                  </a:lnTo>
                  <a:cubicBezTo>
                    <a:pt x="4744" y="10797"/>
                    <a:pt x="4778" y="10763"/>
                    <a:pt x="4778" y="10729"/>
                  </a:cubicBezTo>
                  <a:cubicBezTo>
                    <a:pt x="4744" y="10660"/>
                    <a:pt x="4709" y="10626"/>
                    <a:pt x="4675" y="10626"/>
                  </a:cubicBezTo>
                  <a:close/>
                  <a:moveTo>
                    <a:pt x="4095" y="10729"/>
                  </a:moveTo>
                  <a:lnTo>
                    <a:pt x="3993" y="10763"/>
                  </a:lnTo>
                  <a:cubicBezTo>
                    <a:pt x="3959" y="10763"/>
                    <a:pt x="3925" y="10797"/>
                    <a:pt x="3925" y="10865"/>
                  </a:cubicBezTo>
                  <a:cubicBezTo>
                    <a:pt x="3925" y="10899"/>
                    <a:pt x="3959" y="10933"/>
                    <a:pt x="3993" y="10933"/>
                  </a:cubicBezTo>
                  <a:lnTo>
                    <a:pt x="4027" y="10933"/>
                  </a:lnTo>
                  <a:lnTo>
                    <a:pt x="4129" y="10899"/>
                  </a:lnTo>
                  <a:cubicBezTo>
                    <a:pt x="4164" y="10899"/>
                    <a:pt x="4198" y="10865"/>
                    <a:pt x="4198" y="10797"/>
                  </a:cubicBezTo>
                  <a:cubicBezTo>
                    <a:pt x="4198" y="10763"/>
                    <a:pt x="4164" y="10729"/>
                    <a:pt x="4095" y="10729"/>
                  </a:cubicBezTo>
                  <a:close/>
                  <a:moveTo>
                    <a:pt x="97285" y="10626"/>
                  </a:moveTo>
                  <a:cubicBezTo>
                    <a:pt x="97217" y="10626"/>
                    <a:pt x="97183" y="10660"/>
                    <a:pt x="97183" y="10729"/>
                  </a:cubicBezTo>
                  <a:lnTo>
                    <a:pt x="97183" y="10831"/>
                  </a:lnTo>
                  <a:cubicBezTo>
                    <a:pt x="97183" y="10865"/>
                    <a:pt x="97217" y="10933"/>
                    <a:pt x="97285" y="10933"/>
                  </a:cubicBezTo>
                  <a:cubicBezTo>
                    <a:pt x="97319" y="10933"/>
                    <a:pt x="97353" y="10865"/>
                    <a:pt x="97353" y="10831"/>
                  </a:cubicBezTo>
                  <a:lnTo>
                    <a:pt x="97353" y="10729"/>
                  </a:lnTo>
                  <a:cubicBezTo>
                    <a:pt x="97353" y="10660"/>
                    <a:pt x="97319" y="10626"/>
                    <a:pt x="97285" y="10626"/>
                  </a:cubicBezTo>
                  <a:close/>
                  <a:moveTo>
                    <a:pt x="3549" y="10831"/>
                  </a:moveTo>
                  <a:lnTo>
                    <a:pt x="3413" y="10865"/>
                  </a:lnTo>
                  <a:cubicBezTo>
                    <a:pt x="3379" y="10865"/>
                    <a:pt x="3345" y="10899"/>
                    <a:pt x="3345" y="10967"/>
                  </a:cubicBezTo>
                  <a:cubicBezTo>
                    <a:pt x="3379" y="11002"/>
                    <a:pt x="3413" y="11036"/>
                    <a:pt x="3447" y="11036"/>
                  </a:cubicBezTo>
                  <a:lnTo>
                    <a:pt x="3583" y="11002"/>
                  </a:lnTo>
                  <a:cubicBezTo>
                    <a:pt x="3618" y="11002"/>
                    <a:pt x="3652" y="10967"/>
                    <a:pt x="3652" y="10899"/>
                  </a:cubicBezTo>
                  <a:cubicBezTo>
                    <a:pt x="3618" y="10865"/>
                    <a:pt x="3583" y="10831"/>
                    <a:pt x="3549" y="10831"/>
                  </a:cubicBezTo>
                  <a:close/>
                  <a:moveTo>
                    <a:pt x="2969" y="10933"/>
                  </a:moveTo>
                  <a:lnTo>
                    <a:pt x="2867" y="10967"/>
                  </a:lnTo>
                  <a:cubicBezTo>
                    <a:pt x="2833" y="10967"/>
                    <a:pt x="2799" y="11002"/>
                    <a:pt x="2799" y="11036"/>
                  </a:cubicBezTo>
                  <a:cubicBezTo>
                    <a:pt x="2799" y="11104"/>
                    <a:pt x="2833" y="11138"/>
                    <a:pt x="2867" y="11138"/>
                  </a:cubicBezTo>
                  <a:cubicBezTo>
                    <a:pt x="2867" y="11138"/>
                    <a:pt x="2901" y="11138"/>
                    <a:pt x="2901" y="11104"/>
                  </a:cubicBezTo>
                  <a:lnTo>
                    <a:pt x="3003" y="11104"/>
                  </a:lnTo>
                  <a:cubicBezTo>
                    <a:pt x="3037" y="11104"/>
                    <a:pt x="3072" y="11036"/>
                    <a:pt x="3072" y="11002"/>
                  </a:cubicBezTo>
                  <a:cubicBezTo>
                    <a:pt x="3072" y="10967"/>
                    <a:pt x="3037" y="10933"/>
                    <a:pt x="2969" y="10933"/>
                  </a:cubicBezTo>
                  <a:close/>
                  <a:moveTo>
                    <a:pt x="2287" y="11036"/>
                  </a:moveTo>
                  <a:cubicBezTo>
                    <a:pt x="2253" y="11070"/>
                    <a:pt x="2218" y="11104"/>
                    <a:pt x="2218" y="11138"/>
                  </a:cubicBezTo>
                  <a:cubicBezTo>
                    <a:pt x="2253" y="11206"/>
                    <a:pt x="2287" y="11206"/>
                    <a:pt x="2321" y="11206"/>
                  </a:cubicBezTo>
                  <a:lnTo>
                    <a:pt x="2457" y="11206"/>
                  </a:lnTo>
                  <a:cubicBezTo>
                    <a:pt x="2491" y="11206"/>
                    <a:pt x="2526" y="11138"/>
                    <a:pt x="2526" y="11104"/>
                  </a:cubicBezTo>
                  <a:cubicBezTo>
                    <a:pt x="2491" y="11036"/>
                    <a:pt x="2457" y="11036"/>
                    <a:pt x="2423" y="11036"/>
                  </a:cubicBezTo>
                  <a:close/>
                  <a:moveTo>
                    <a:pt x="1891" y="11125"/>
                  </a:moveTo>
                  <a:cubicBezTo>
                    <a:pt x="1877" y="11125"/>
                    <a:pt x="1861" y="11129"/>
                    <a:pt x="1843" y="11138"/>
                  </a:cubicBezTo>
                  <a:lnTo>
                    <a:pt x="1741" y="11138"/>
                  </a:lnTo>
                  <a:cubicBezTo>
                    <a:pt x="1673" y="11138"/>
                    <a:pt x="1673" y="11206"/>
                    <a:pt x="1673" y="11240"/>
                  </a:cubicBezTo>
                  <a:cubicBezTo>
                    <a:pt x="1673" y="11275"/>
                    <a:pt x="1707" y="11309"/>
                    <a:pt x="1741" y="11309"/>
                  </a:cubicBezTo>
                  <a:lnTo>
                    <a:pt x="1877" y="11309"/>
                  </a:lnTo>
                  <a:cubicBezTo>
                    <a:pt x="1911" y="11275"/>
                    <a:pt x="1946" y="11240"/>
                    <a:pt x="1946" y="11206"/>
                  </a:cubicBezTo>
                  <a:cubicBezTo>
                    <a:pt x="1946" y="11156"/>
                    <a:pt x="1927" y="11125"/>
                    <a:pt x="1891" y="11125"/>
                  </a:cubicBezTo>
                  <a:close/>
                  <a:moveTo>
                    <a:pt x="1297" y="11206"/>
                  </a:moveTo>
                  <a:lnTo>
                    <a:pt x="1161" y="11240"/>
                  </a:lnTo>
                  <a:cubicBezTo>
                    <a:pt x="1127" y="11240"/>
                    <a:pt x="1092" y="11309"/>
                    <a:pt x="1092" y="11343"/>
                  </a:cubicBezTo>
                  <a:cubicBezTo>
                    <a:pt x="1092" y="11377"/>
                    <a:pt x="1161" y="11411"/>
                    <a:pt x="1195" y="11411"/>
                  </a:cubicBezTo>
                  <a:lnTo>
                    <a:pt x="1297" y="11377"/>
                  </a:lnTo>
                  <a:cubicBezTo>
                    <a:pt x="1365" y="11377"/>
                    <a:pt x="1400" y="11343"/>
                    <a:pt x="1365" y="11309"/>
                  </a:cubicBezTo>
                  <a:cubicBezTo>
                    <a:pt x="1365" y="11240"/>
                    <a:pt x="1331" y="11206"/>
                    <a:pt x="1297" y="11206"/>
                  </a:cubicBezTo>
                  <a:close/>
                  <a:moveTo>
                    <a:pt x="97285" y="11206"/>
                  </a:moveTo>
                  <a:cubicBezTo>
                    <a:pt x="97217" y="11206"/>
                    <a:pt x="97183" y="11240"/>
                    <a:pt x="97183" y="11275"/>
                  </a:cubicBezTo>
                  <a:lnTo>
                    <a:pt x="97183" y="11411"/>
                  </a:lnTo>
                  <a:cubicBezTo>
                    <a:pt x="97183" y="11445"/>
                    <a:pt x="97217" y="11479"/>
                    <a:pt x="97285" y="11479"/>
                  </a:cubicBezTo>
                  <a:cubicBezTo>
                    <a:pt x="97319" y="11479"/>
                    <a:pt x="97353" y="11445"/>
                    <a:pt x="97353" y="11411"/>
                  </a:cubicBezTo>
                  <a:lnTo>
                    <a:pt x="97353" y="11275"/>
                  </a:lnTo>
                  <a:cubicBezTo>
                    <a:pt x="97353" y="11240"/>
                    <a:pt x="97319" y="11206"/>
                    <a:pt x="97285" y="11206"/>
                  </a:cubicBezTo>
                  <a:close/>
                  <a:moveTo>
                    <a:pt x="717" y="11309"/>
                  </a:moveTo>
                  <a:lnTo>
                    <a:pt x="615" y="11343"/>
                  </a:lnTo>
                  <a:cubicBezTo>
                    <a:pt x="546" y="11343"/>
                    <a:pt x="512" y="11377"/>
                    <a:pt x="546" y="11445"/>
                  </a:cubicBezTo>
                  <a:cubicBezTo>
                    <a:pt x="546" y="11479"/>
                    <a:pt x="581" y="11513"/>
                    <a:pt x="615" y="11513"/>
                  </a:cubicBezTo>
                  <a:lnTo>
                    <a:pt x="649" y="11513"/>
                  </a:lnTo>
                  <a:lnTo>
                    <a:pt x="751" y="11479"/>
                  </a:lnTo>
                  <a:cubicBezTo>
                    <a:pt x="785" y="11479"/>
                    <a:pt x="819" y="11445"/>
                    <a:pt x="819" y="11377"/>
                  </a:cubicBezTo>
                  <a:cubicBezTo>
                    <a:pt x="819" y="11343"/>
                    <a:pt x="751" y="11309"/>
                    <a:pt x="717" y="11309"/>
                  </a:cubicBezTo>
                  <a:close/>
                  <a:moveTo>
                    <a:pt x="103" y="11411"/>
                  </a:moveTo>
                  <a:cubicBezTo>
                    <a:pt x="35" y="11445"/>
                    <a:pt x="0" y="11479"/>
                    <a:pt x="35" y="11513"/>
                  </a:cubicBezTo>
                  <a:cubicBezTo>
                    <a:pt x="35" y="11582"/>
                    <a:pt x="69" y="11582"/>
                    <a:pt x="103" y="11582"/>
                  </a:cubicBezTo>
                  <a:lnTo>
                    <a:pt x="171" y="11582"/>
                  </a:lnTo>
                  <a:cubicBezTo>
                    <a:pt x="239" y="11582"/>
                    <a:pt x="273" y="11548"/>
                    <a:pt x="239" y="11479"/>
                  </a:cubicBezTo>
                  <a:cubicBezTo>
                    <a:pt x="239" y="11445"/>
                    <a:pt x="205" y="11411"/>
                    <a:pt x="171" y="11411"/>
                  </a:cubicBezTo>
                  <a:close/>
                  <a:moveTo>
                    <a:pt x="97285" y="11786"/>
                  </a:moveTo>
                  <a:cubicBezTo>
                    <a:pt x="97217" y="11786"/>
                    <a:pt x="97183" y="11821"/>
                    <a:pt x="97183" y="11855"/>
                  </a:cubicBezTo>
                  <a:lnTo>
                    <a:pt x="97183" y="11991"/>
                  </a:lnTo>
                  <a:cubicBezTo>
                    <a:pt x="97183" y="12025"/>
                    <a:pt x="97217" y="12059"/>
                    <a:pt x="97285" y="12059"/>
                  </a:cubicBezTo>
                  <a:cubicBezTo>
                    <a:pt x="97319" y="12059"/>
                    <a:pt x="97353" y="12025"/>
                    <a:pt x="97353" y="11991"/>
                  </a:cubicBezTo>
                  <a:lnTo>
                    <a:pt x="97353" y="11855"/>
                  </a:lnTo>
                  <a:cubicBezTo>
                    <a:pt x="97353" y="11821"/>
                    <a:pt x="97319" y="11786"/>
                    <a:pt x="97285" y="11786"/>
                  </a:cubicBezTo>
                  <a:close/>
                  <a:moveTo>
                    <a:pt x="97285" y="12367"/>
                  </a:moveTo>
                  <a:cubicBezTo>
                    <a:pt x="97217" y="12367"/>
                    <a:pt x="97183" y="12401"/>
                    <a:pt x="97183" y="12435"/>
                  </a:cubicBezTo>
                  <a:lnTo>
                    <a:pt x="97183" y="12537"/>
                  </a:lnTo>
                  <a:cubicBezTo>
                    <a:pt x="97183" y="12605"/>
                    <a:pt x="97217" y="12640"/>
                    <a:pt x="97285" y="12640"/>
                  </a:cubicBezTo>
                  <a:cubicBezTo>
                    <a:pt x="97319" y="12640"/>
                    <a:pt x="97353" y="12605"/>
                    <a:pt x="97353" y="12537"/>
                  </a:cubicBezTo>
                  <a:lnTo>
                    <a:pt x="97353" y="12435"/>
                  </a:lnTo>
                  <a:cubicBezTo>
                    <a:pt x="97353" y="12401"/>
                    <a:pt x="97319" y="12367"/>
                    <a:pt x="97285" y="12367"/>
                  </a:cubicBezTo>
                  <a:close/>
                  <a:moveTo>
                    <a:pt x="97285" y="12912"/>
                  </a:moveTo>
                  <a:cubicBezTo>
                    <a:pt x="97217" y="12912"/>
                    <a:pt x="97183" y="12947"/>
                    <a:pt x="97183" y="13015"/>
                  </a:cubicBezTo>
                  <a:lnTo>
                    <a:pt x="97183" y="13117"/>
                  </a:lnTo>
                  <a:cubicBezTo>
                    <a:pt x="97183" y="13185"/>
                    <a:pt x="97217" y="13220"/>
                    <a:pt x="97285" y="13220"/>
                  </a:cubicBezTo>
                  <a:cubicBezTo>
                    <a:pt x="97319" y="13220"/>
                    <a:pt x="97353" y="13185"/>
                    <a:pt x="97353" y="13117"/>
                  </a:cubicBezTo>
                  <a:lnTo>
                    <a:pt x="97353" y="13015"/>
                  </a:lnTo>
                  <a:cubicBezTo>
                    <a:pt x="97353" y="12947"/>
                    <a:pt x="97319" y="12912"/>
                    <a:pt x="97285" y="12912"/>
                  </a:cubicBezTo>
                  <a:close/>
                  <a:moveTo>
                    <a:pt x="97285" y="13493"/>
                  </a:moveTo>
                  <a:cubicBezTo>
                    <a:pt x="97217" y="13493"/>
                    <a:pt x="97183" y="13527"/>
                    <a:pt x="97183" y="13595"/>
                  </a:cubicBezTo>
                  <a:lnTo>
                    <a:pt x="97183" y="13697"/>
                  </a:lnTo>
                  <a:cubicBezTo>
                    <a:pt x="97183" y="13731"/>
                    <a:pt x="97217" y="13766"/>
                    <a:pt x="97285" y="13766"/>
                  </a:cubicBezTo>
                  <a:cubicBezTo>
                    <a:pt x="97319" y="13766"/>
                    <a:pt x="97353" y="13731"/>
                    <a:pt x="97353" y="13697"/>
                  </a:cubicBezTo>
                  <a:lnTo>
                    <a:pt x="97353" y="13595"/>
                  </a:lnTo>
                  <a:cubicBezTo>
                    <a:pt x="97353" y="13527"/>
                    <a:pt x="97319" y="13493"/>
                    <a:pt x="97285" y="13493"/>
                  </a:cubicBezTo>
                  <a:close/>
                  <a:moveTo>
                    <a:pt x="97285" y="14073"/>
                  </a:moveTo>
                  <a:cubicBezTo>
                    <a:pt x="97217" y="14073"/>
                    <a:pt x="97183" y="14107"/>
                    <a:pt x="97183" y="14141"/>
                  </a:cubicBezTo>
                  <a:lnTo>
                    <a:pt x="97183" y="14277"/>
                  </a:lnTo>
                  <a:cubicBezTo>
                    <a:pt x="97183" y="14312"/>
                    <a:pt x="97217" y="14346"/>
                    <a:pt x="97285" y="14346"/>
                  </a:cubicBezTo>
                  <a:cubicBezTo>
                    <a:pt x="97319" y="14346"/>
                    <a:pt x="97353" y="14312"/>
                    <a:pt x="97353" y="14277"/>
                  </a:cubicBezTo>
                  <a:lnTo>
                    <a:pt x="97353" y="14141"/>
                  </a:lnTo>
                  <a:cubicBezTo>
                    <a:pt x="97353" y="14107"/>
                    <a:pt x="97319" y="14073"/>
                    <a:pt x="97285" y="14073"/>
                  </a:cubicBezTo>
                  <a:close/>
                  <a:moveTo>
                    <a:pt x="97285" y="14653"/>
                  </a:moveTo>
                  <a:cubicBezTo>
                    <a:pt x="97217" y="14653"/>
                    <a:pt x="97183" y="14687"/>
                    <a:pt x="97183" y="14721"/>
                  </a:cubicBezTo>
                  <a:lnTo>
                    <a:pt x="97183" y="14858"/>
                  </a:lnTo>
                  <a:cubicBezTo>
                    <a:pt x="97183" y="14892"/>
                    <a:pt x="97217" y="14926"/>
                    <a:pt x="97285" y="14926"/>
                  </a:cubicBezTo>
                  <a:cubicBezTo>
                    <a:pt x="97319" y="14926"/>
                    <a:pt x="97353" y="14892"/>
                    <a:pt x="97353" y="14858"/>
                  </a:cubicBezTo>
                  <a:lnTo>
                    <a:pt x="97353" y="14721"/>
                  </a:lnTo>
                  <a:cubicBezTo>
                    <a:pt x="97353" y="14687"/>
                    <a:pt x="97319" y="14653"/>
                    <a:pt x="97285" y="1465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9" name="Google Shape;1791;p45">
              <a:extLst>
                <a:ext uri="{FF2B5EF4-FFF2-40B4-BE49-F238E27FC236}">
                  <a16:creationId xmlns:a16="http://schemas.microsoft.com/office/drawing/2014/main" id="{DA8A40EA-0C1E-D0E0-346E-5828E2908EDF}"/>
                </a:ext>
              </a:extLst>
            </p:cNvPr>
            <p:cNvSpPr/>
            <p:nvPr/>
          </p:nvSpPr>
          <p:spPr>
            <a:xfrm>
              <a:off x="1543551" y="1278473"/>
              <a:ext cx="2152040" cy="470280"/>
            </a:xfrm>
            <a:custGeom>
              <a:avLst/>
              <a:gdLst/>
              <a:ahLst/>
              <a:cxnLst/>
              <a:rect l="l" t="t" r="r" b="b"/>
              <a:pathLst>
                <a:path w="96569" h="21103" extrusionOk="0">
                  <a:moveTo>
                    <a:pt x="57139" y="0"/>
                  </a:moveTo>
                  <a:cubicBezTo>
                    <a:pt x="57105" y="0"/>
                    <a:pt x="57088" y="24"/>
                    <a:pt x="57088" y="48"/>
                  </a:cubicBezTo>
                  <a:cubicBezTo>
                    <a:pt x="57054" y="82"/>
                    <a:pt x="57088" y="151"/>
                    <a:pt x="57122" y="151"/>
                  </a:cubicBezTo>
                  <a:lnTo>
                    <a:pt x="57225" y="185"/>
                  </a:lnTo>
                  <a:cubicBezTo>
                    <a:pt x="57259" y="219"/>
                    <a:pt x="57259" y="219"/>
                    <a:pt x="57259" y="219"/>
                  </a:cubicBezTo>
                  <a:cubicBezTo>
                    <a:pt x="57293" y="219"/>
                    <a:pt x="57327" y="185"/>
                    <a:pt x="57327" y="151"/>
                  </a:cubicBezTo>
                  <a:cubicBezTo>
                    <a:pt x="57361" y="117"/>
                    <a:pt x="57327" y="48"/>
                    <a:pt x="57293" y="48"/>
                  </a:cubicBezTo>
                  <a:lnTo>
                    <a:pt x="57191" y="14"/>
                  </a:lnTo>
                  <a:cubicBezTo>
                    <a:pt x="57171" y="4"/>
                    <a:pt x="57154" y="0"/>
                    <a:pt x="57139" y="0"/>
                  </a:cubicBezTo>
                  <a:close/>
                  <a:moveTo>
                    <a:pt x="57737" y="185"/>
                  </a:moveTo>
                  <a:cubicBezTo>
                    <a:pt x="57668" y="185"/>
                    <a:pt x="57634" y="185"/>
                    <a:pt x="57600" y="253"/>
                  </a:cubicBezTo>
                  <a:cubicBezTo>
                    <a:pt x="57600" y="287"/>
                    <a:pt x="57634" y="321"/>
                    <a:pt x="57668" y="355"/>
                  </a:cubicBezTo>
                  <a:lnTo>
                    <a:pt x="57771" y="390"/>
                  </a:lnTo>
                  <a:lnTo>
                    <a:pt x="57805" y="390"/>
                  </a:lnTo>
                  <a:cubicBezTo>
                    <a:pt x="57839" y="390"/>
                    <a:pt x="57873" y="355"/>
                    <a:pt x="57873" y="321"/>
                  </a:cubicBezTo>
                  <a:cubicBezTo>
                    <a:pt x="57907" y="287"/>
                    <a:pt x="57873" y="253"/>
                    <a:pt x="57839" y="219"/>
                  </a:cubicBezTo>
                  <a:lnTo>
                    <a:pt x="57737" y="185"/>
                  </a:lnTo>
                  <a:close/>
                  <a:moveTo>
                    <a:pt x="58248" y="355"/>
                  </a:moveTo>
                  <a:cubicBezTo>
                    <a:pt x="58214" y="355"/>
                    <a:pt x="58180" y="390"/>
                    <a:pt x="58146" y="424"/>
                  </a:cubicBezTo>
                  <a:cubicBezTo>
                    <a:pt x="58146" y="458"/>
                    <a:pt x="58180" y="526"/>
                    <a:pt x="58214" y="526"/>
                  </a:cubicBezTo>
                  <a:lnTo>
                    <a:pt x="58317" y="560"/>
                  </a:lnTo>
                  <a:lnTo>
                    <a:pt x="58351" y="560"/>
                  </a:lnTo>
                  <a:cubicBezTo>
                    <a:pt x="58385" y="560"/>
                    <a:pt x="58419" y="560"/>
                    <a:pt x="58419" y="526"/>
                  </a:cubicBezTo>
                  <a:cubicBezTo>
                    <a:pt x="58453" y="458"/>
                    <a:pt x="58419" y="424"/>
                    <a:pt x="58385" y="390"/>
                  </a:cubicBezTo>
                  <a:lnTo>
                    <a:pt x="58248" y="355"/>
                  </a:lnTo>
                  <a:close/>
                  <a:moveTo>
                    <a:pt x="58764" y="546"/>
                  </a:moveTo>
                  <a:cubicBezTo>
                    <a:pt x="58740" y="546"/>
                    <a:pt x="58716" y="570"/>
                    <a:pt x="58692" y="594"/>
                  </a:cubicBezTo>
                  <a:cubicBezTo>
                    <a:pt x="58692" y="662"/>
                    <a:pt x="58692" y="697"/>
                    <a:pt x="58760" y="697"/>
                  </a:cubicBezTo>
                  <a:lnTo>
                    <a:pt x="58863" y="765"/>
                  </a:lnTo>
                  <a:lnTo>
                    <a:pt x="58897" y="765"/>
                  </a:lnTo>
                  <a:cubicBezTo>
                    <a:pt x="58931" y="765"/>
                    <a:pt x="58965" y="731"/>
                    <a:pt x="58965" y="697"/>
                  </a:cubicBezTo>
                  <a:cubicBezTo>
                    <a:pt x="58999" y="662"/>
                    <a:pt x="58965" y="594"/>
                    <a:pt x="58931" y="594"/>
                  </a:cubicBezTo>
                  <a:lnTo>
                    <a:pt x="58794" y="560"/>
                  </a:lnTo>
                  <a:cubicBezTo>
                    <a:pt x="58784" y="550"/>
                    <a:pt x="58774" y="546"/>
                    <a:pt x="58764" y="546"/>
                  </a:cubicBezTo>
                  <a:close/>
                  <a:moveTo>
                    <a:pt x="59340" y="731"/>
                  </a:moveTo>
                  <a:cubicBezTo>
                    <a:pt x="59306" y="731"/>
                    <a:pt x="59272" y="731"/>
                    <a:pt x="59238" y="799"/>
                  </a:cubicBezTo>
                  <a:cubicBezTo>
                    <a:pt x="59238" y="833"/>
                    <a:pt x="59238" y="867"/>
                    <a:pt x="59306" y="901"/>
                  </a:cubicBezTo>
                  <a:lnTo>
                    <a:pt x="59409" y="935"/>
                  </a:lnTo>
                  <a:lnTo>
                    <a:pt x="59443" y="935"/>
                  </a:lnTo>
                  <a:cubicBezTo>
                    <a:pt x="59477" y="935"/>
                    <a:pt x="59511" y="901"/>
                    <a:pt x="59511" y="867"/>
                  </a:cubicBezTo>
                  <a:cubicBezTo>
                    <a:pt x="59511" y="833"/>
                    <a:pt x="59511" y="799"/>
                    <a:pt x="59443" y="765"/>
                  </a:cubicBezTo>
                  <a:lnTo>
                    <a:pt x="59340" y="731"/>
                  </a:lnTo>
                  <a:close/>
                  <a:moveTo>
                    <a:pt x="59850" y="921"/>
                  </a:moveTo>
                  <a:cubicBezTo>
                    <a:pt x="59818" y="921"/>
                    <a:pt x="59784" y="945"/>
                    <a:pt x="59784" y="970"/>
                  </a:cubicBezTo>
                  <a:cubicBezTo>
                    <a:pt x="59784" y="1004"/>
                    <a:pt x="59784" y="1072"/>
                    <a:pt x="59852" y="1072"/>
                  </a:cubicBezTo>
                  <a:lnTo>
                    <a:pt x="59955" y="1106"/>
                  </a:lnTo>
                  <a:lnTo>
                    <a:pt x="59989" y="1106"/>
                  </a:lnTo>
                  <a:cubicBezTo>
                    <a:pt x="60023" y="1106"/>
                    <a:pt x="60057" y="1106"/>
                    <a:pt x="60057" y="1072"/>
                  </a:cubicBezTo>
                  <a:cubicBezTo>
                    <a:pt x="60057" y="1004"/>
                    <a:pt x="60057" y="970"/>
                    <a:pt x="59989" y="970"/>
                  </a:cubicBezTo>
                  <a:lnTo>
                    <a:pt x="59886" y="935"/>
                  </a:lnTo>
                  <a:cubicBezTo>
                    <a:pt x="59876" y="925"/>
                    <a:pt x="59863" y="921"/>
                    <a:pt x="59850" y="921"/>
                  </a:cubicBezTo>
                  <a:close/>
                  <a:moveTo>
                    <a:pt x="60396" y="1092"/>
                  </a:moveTo>
                  <a:cubicBezTo>
                    <a:pt x="60364" y="1092"/>
                    <a:pt x="60330" y="1116"/>
                    <a:pt x="60330" y="1140"/>
                  </a:cubicBezTo>
                  <a:cubicBezTo>
                    <a:pt x="60296" y="1208"/>
                    <a:pt x="60330" y="1243"/>
                    <a:pt x="60364" y="1277"/>
                  </a:cubicBezTo>
                  <a:lnTo>
                    <a:pt x="60501" y="1311"/>
                  </a:lnTo>
                  <a:cubicBezTo>
                    <a:pt x="60535" y="1311"/>
                    <a:pt x="60569" y="1277"/>
                    <a:pt x="60603" y="1243"/>
                  </a:cubicBezTo>
                  <a:cubicBezTo>
                    <a:pt x="60603" y="1208"/>
                    <a:pt x="60603" y="1140"/>
                    <a:pt x="60535" y="1140"/>
                  </a:cubicBezTo>
                  <a:lnTo>
                    <a:pt x="60432" y="1106"/>
                  </a:lnTo>
                  <a:cubicBezTo>
                    <a:pt x="60422" y="1096"/>
                    <a:pt x="60409" y="1092"/>
                    <a:pt x="60396" y="1092"/>
                  </a:cubicBezTo>
                  <a:close/>
                  <a:moveTo>
                    <a:pt x="60978" y="1277"/>
                  </a:moveTo>
                  <a:cubicBezTo>
                    <a:pt x="60944" y="1277"/>
                    <a:pt x="60876" y="1311"/>
                    <a:pt x="60876" y="1345"/>
                  </a:cubicBezTo>
                  <a:cubicBezTo>
                    <a:pt x="60842" y="1379"/>
                    <a:pt x="60876" y="1447"/>
                    <a:pt x="60910" y="1447"/>
                  </a:cubicBezTo>
                  <a:lnTo>
                    <a:pt x="61047" y="1481"/>
                  </a:lnTo>
                  <a:cubicBezTo>
                    <a:pt x="61081" y="1481"/>
                    <a:pt x="61115" y="1481"/>
                    <a:pt x="61149" y="1447"/>
                  </a:cubicBezTo>
                  <a:cubicBezTo>
                    <a:pt x="61149" y="1379"/>
                    <a:pt x="61115" y="1345"/>
                    <a:pt x="61081" y="1311"/>
                  </a:cubicBezTo>
                  <a:lnTo>
                    <a:pt x="60978" y="1277"/>
                  </a:lnTo>
                  <a:close/>
                  <a:moveTo>
                    <a:pt x="61488" y="1467"/>
                  </a:moveTo>
                  <a:cubicBezTo>
                    <a:pt x="61456" y="1467"/>
                    <a:pt x="61422" y="1491"/>
                    <a:pt x="61422" y="1516"/>
                  </a:cubicBezTo>
                  <a:cubicBezTo>
                    <a:pt x="61388" y="1584"/>
                    <a:pt x="61422" y="1618"/>
                    <a:pt x="61456" y="1618"/>
                  </a:cubicBezTo>
                  <a:lnTo>
                    <a:pt x="61558" y="1652"/>
                  </a:lnTo>
                  <a:cubicBezTo>
                    <a:pt x="61593" y="1686"/>
                    <a:pt x="61593" y="1686"/>
                    <a:pt x="61593" y="1686"/>
                  </a:cubicBezTo>
                  <a:cubicBezTo>
                    <a:pt x="61627" y="1686"/>
                    <a:pt x="61661" y="1652"/>
                    <a:pt x="61695" y="1618"/>
                  </a:cubicBezTo>
                  <a:cubicBezTo>
                    <a:pt x="61695" y="1584"/>
                    <a:pt x="61661" y="1516"/>
                    <a:pt x="61627" y="1516"/>
                  </a:cubicBezTo>
                  <a:lnTo>
                    <a:pt x="61524" y="1481"/>
                  </a:lnTo>
                  <a:cubicBezTo>
                    <a:pt x="61514" y="1471"/>
                    <a:pt x="61501" y="1467"/>
                    <a:pt x="61488" y="1467"/>
                  </a:cubicBezTo>
                  <a:close/>
                  <a:moveTo>
                    <a:pt x="62070" y="1652"/>
                  </a:moveTo>
                  <a:cubicBezTo>
                    <a:pt x="62002" y="1652"/>
                    <a:pt x="61968" y="1652"/>
                    <a:pt x="61968" y="1720"/>
                  </a:cubicBezTo>
                  <a:cubicBezTo>
                    <a:pt x="61934" y="1754"/>
                    <a:pt x="61968" y="1789"/>
                    <a:pt x="62002" y="1823"/>
                  </a:cubicBezTo>
                  <a:lnTo>
                    <a:pt x="62104" y="1857"/>
                  </a:lnTo>
                  <a:lnTo>
                    <a:pt x="62139" y="1857"/>
                  </a:lnTo>
                  <a:cubicBezTo>
                    <a:pt x="62173" y="1857"/>
                    <a:pt x="62207" y="1823"/>
                    <a:pt x="62207" y="1789"/>
                  </a:cubicBezTo>
                  <a:cubicBezTo>
                    <a:pt x="62241" y="1754"/>
                    <a:pt x="62207" y="1720"/>
                    <a:pt x="62173" y="1686"/>
                  </a:cubicBezTo>
                  <a:lnTo>
                    <a:pt x="62070" y="1652"/>
                  </a:lnTo>
                  <a:close/>
                  <a:moveTo>
                    <a:pt x="62616" y="1823"/>
                  </a:moveTo>
                  <a:cubicBezTo>
                    <a:pt x="62548" y="1823"/>
                    <a:pt x="62514" y="1857"/>
                    <a:pt x="62480" y="1891"/>
                  </a:cubicBezTo>
                  <a:cubicBezTo>
                    <a:pt x="62480" y="1925"/>
                    <a:pt x="62514" y="1993"/>
                    <a:pt x="62548" y="1993"/>
                  </a:cubicBezTo>
                  <a:lnTo>
                    <a:pt x="62650" y="2027"/>
                  </a:lnTo>
                  <a:lnTo>
                    <a:pt x="62684" y="2027"/>
                  </a:lnTo>
                  <a:cubicBezTo>
                    <a:pt x="62719" y="2027"/>
                    <a:pt x="62753" y="2027"/>
                    <a:pt x="62753" y="1993"/>
                  </a:cubicBezTo>
                  <a:cubicBezTo>
                    <a:pt x="62787" y="1925"/>
                    <a:pt x="62753" y="1891"/>
                    <a:pt x="62719" y="1857"/>
                  </a:cubicBezTo>
                  <a:lnTo>
                    <a:pt x="62616" y="1823"/>
                  </a:lnTo>
                  <a:close/>
                  <a:moveTo>
                    <a:pt x="63110" y="2013"/>
                  </a:moveTo>
                  <a:cubicBezTo>
                    <a:pt x="63074" y="2013"/>
                    <a:pt x="63050" y="2037"/>
                    <a:pt x="63026" y="2062"/>
                  </a:cubicBezTo>
                  <a:cubicBezTo>
                    <a:pt x="63026" y="2130"/>
                    <a:pt x="63060" y="2164"/>
                    <a:pt x="63094" y="2198"/>
                  </a:cubicBezTo>
                  <a:lnTo>
                    <a:pt x="63196" y="2232"/>
                  </a:lnTo>
                  <a:lnTo>
                    <a:pt x="63230" y="2232"/>
                  </a:lnTo>
                  <a:cubicBezTo>
                    <a:pt x="63265" y="2232"/>
                    <a:pt x="63299" y="2198"/>
                    <a:pt x="63299" y="2164"/>
                  </a:cubicBezTo>
                  <a:cubicBezTo>
                    <a:pt x="63333" y="2130"/>
                    <a:pt x="63299" y="2062"/>
                    <a:pt x="63265" y="2062"/>
                  </a:cubicBezTo>
                  <a:lnTo>
                    <a:pt x="63162" y="2027"/>
                  </a:lnTo>
                  <a:cubicBezTo>
                    <a:pt x="63142" y="2017"/>
                    <a:pt x="63125" y="2013"/>
                    <a:pt x="63110" y="2013"/>
                  </a:cubicBezTo>
                  <a:close/>
                  <a:moveTo>
                    <a:pt x="63674" y="2198"/>
                  </a:moveTo>
                  <a:cubicBezTo>
                    <a:pt x="63640" y="2198"/>
                    <a:pt x="63606" y="2198"/>
                    <a:pt x="63572" y="2266"/>
                  </a:cubicBezTo>
                  <a:cubicBezTo>
                    <a:pt x="63572" y="2300"/>
                    <a:pt x="63572" y="2335"/>
                    <a:pt x="63640" y="2369"/>
                  </a:cubicBezTo>
                  <a:lnTo>
                    <a:pt x="63742" y="2403"/>
                  </a:lnTo>
                  <a:lnTo>
                    <a:pt x="63776" y="2403"/>
                  </a:lnTo>
                  <a:cubicBezTo>
                    <a:pt x="63811" y="2403"/>
                    <a:pt x="63845" y="2369"/>
                    <a:pt x="63845" y="2335"/>
                  </a:cubicBezTo>
                  <a:cubicBezTo>
                    <a:pt x="63879" y="2300"/>
                    <a:pt x="63845" y="2266"/>
                    <a:pt x="63811" y="2232"/>
                  </a:cubicBezTo>
                  <a:lnTo>
                    <a:pt x="63674" y="2198"/>
                  </a:lnTo>
                  <a:close/>
                  <a:moveTo>
                    <a:pt x="64190" y="2389"/>
                  </a:moveTo>
                  <a:cubicBezTo>
                    <a:pt x="64166" y="2389"/>
                    <a:pt x="64142" y="2413"/>
                    <a:pt x="64118" y="2437"/>
                  </a:cubicBezTo>
                  <a:cubicBezTo>
                    <a:pt x="64118" y="2471"/>
                    <a:pt x="64118" y="2539"/>
                    <a:pt x="64186" y="2539"/>
                  </a:cubicBezTo>
                  <a:lnTo>
                    <a:pt x="64288" y="2573"/>
                  </a:lnTo>
                  <a:cubicBezTo>
                    <a:pt x="64288" y="2573"/>
                    <a:pt x="64288" y="2608"/>
                    <a:pt x="64322" y="2608"/>
                  </a:cubicBezTo>
                  <a:cubicBezTo>
                    <a:pt x="64357" y="2608"/>
                    <a:pt x="64391" y="2573"/>
                    <a:pt x="64391" y="2539"/>
                  </a:cubicBezTo>
                  <a:cubicBezTo>
                    <a:pt x="64391" y="2505"/>
                    <a:pt x="64391" y="2437"/>
                    <a:pt x="64322" y="2437"/>
                  </a:cubicBezTo>
                  <a:lnTo>
                    <a:pt x="64220" y="2403"/>
                  </a:lnTo>
                  <a:cubicBezTo>
                    <a:pt x="64210" y="2393"/>
                    <a:pt x="64200" y="2389"/>
                    <a:pt x="64190" y="2389"/>
                  </a:cubicBezTo>
                  <a:close/>
                  <a:moveTo>
                    <a:pt x="64733" y="2560"/>
                  </a:moveTo>
                  <a:cubicBezTo>
                    <a:pt x="64700" y="2560"/>
                    <a:pt x="64664" y="2592"/>
                    <a:pt x="64664" y="2642"/>
                  </a:cubicBezTo>
                  <a:cubicBezTo>
                    <a:pt x="64664" y="2676"/>
                    <a:pt x="64664" y="2710"/>
                    <a:pt x="64732" y="2744"/>
                  </a:cubicBezTo>
                  <a:lnTo>
                    <a:pt x="64834" y="2778"/>
                  </a:lnTo>
                  <a:lnTo>
                    <a:pt x="64868" y="2778"/>
                  </a:lnTo>
                  <a:cubicBezTo>
                    <a:pt x="64902" y="2778"/>
                    <a:pt x="64937" y="2744"/>
                    <a:pt x="64937" y="2710"/>
                  </a:cubicBezTo>
                  <a:cubicBezTo>
                    <a:pt x="64937" y="2676"/>
                    <a:pt x="64937" y="2608"/>
                    <a:pt x="64868" y="2608"/>
                  </a:cubicBezTo>
                  <a:lnTo>
                    <a:pt x="64766" y="2573"/>
                  </a:lnTo>
                  <a:cubicBezTo>
                    <a:pt x="64757" y="2564"/>
                    <a:pt x="64745" y="2560"/>
                    <a:pt x="64733" y="2560"/>
                  </a:cubicBezTo>
                  <a:close/>
                  <a:moveTo>
                    <a:pt x="65312" y="2744"/>
                  </a:moveTo>
                  <a:cubicBezTo>
                    <a:pt x="65278" y="2744"/>
                    <a:pt x="65210" y="2778"/>
                    <a:pt x="65210" y="2812"/>
                  </a:cubicBezTo>
                  <a:cubicBezTo>
                    <a:pt x="65175" y="2846"/>
                    <a:pt x="65210" y="2915"/>
                    <a:pt x="65244" y="2915"/>
                  </a:cubicBezTo>
                  <a:lnTo>
                    <a:pt x="65380" y="2949"/>
                  </a:lnTo>
                  <a:cubicBezTo>
                    <a:pt x="65414" y="2949"/>
                    <a:pt x="65448" y="2949"/>
                    <a:pt x="65483" y="2915"/>
                  </a:cubicBezTo>
                  <a:cubicBezTo>
                    <a:pt x="65483" y="2846"/>
                    <a:pt x="65483" y="2812"/>
                    <a:pt x="65414" y="2778"/>
                  </a:cubicBezTo>
                  <a:lnTo>
                    <a:pt x="65312" y="2744"/>
                  </a:lnTo>
                  <a:close/>
                  <a:moveTo>
                    <a:pt x="65822" y="2935"/>
                  </a:moveTo>
                  <a:cubicBezTo>
                    <a:pt x="65790" y="2935"/>
                    <a:pt x="65756" y="2959"/>
                    <a:pt x="65756" y="2983"/>
                  </a:cubicBezTo>
                  <a:cubicBezTo>
                    <a:pt x="65721" y="3051"/>
                    <a:pt x="65756" y="3085"/>
                    <a:pt x="65790" y="3085"/>
                  </a:cubicBezTo>
                  <a:lnTo>
                    <a:pt x="65926" y="3153"/>
                  </a:lnTo>
                  <a:cubicBezTo>
                    <a:pt x="65960" y="3153"/>
                    <a:pt x="65994" y="3119"/>
                    <a:pt x="66029" y="3085"/>
                  </a:cubicBezTo>
                  <a:cubicBezTo>
                    <a:pt x="66029" y="3051"/>
                    <a:pt x="65994" y="2983"/>
                    <a:pt x="65960" y="2983"/>
                  </a:cubicBezTo>
                  <a:lnTo>
                    <a:pt x="65858" y="2949"/>
                  </a:lnTo>
                  <a:cubicBezTo>
                    <a:pt x="65848" y="2939"/>
                    <a:pt x="65835" y="2935"/>
                    <a:pt x="65822" y="2935"/>
                  </a:cubicBezTo>
                  <a:close/>
                  <a:moveTo>
                    <a:pt x="66404" y="3119"/>
                  </a:moveTo>
                  <a:cubicBezTo>
                    <a:pt x="66370" y="3119"/>
                    <a:pt x="66302" y="3119"/>
                    <a:pt x="66302" y="3188"/>
                  </a:cubicBezTo>
                  <a:cubicBezTo>
                    <a:pt x="66267" y="3222"/>
                    <a:pt x="66302" y="3256"/>
                    <a:pt x="66336" y="3290"/>
                  </a:cubicBezTo>
                  <a:lnTo>
                    <a:pt x="66438" y="3324"/>
                  </a:lnTo>
                  <a:lnTo>
                    <a:pt x="66472" y="3324"/>
                  </a:lnTo>
                  <a:cubicBezTo>
                    <a:pt x="66506" y="3324"/>
                    <a:pt x="66540" y="3290"/>
                    <a:pt x="66575" y="3256"/>
                  </a:cubicBezTo>
                  <a:cubicBezTo>
                    <a:pt x="66575" y="3222"/>
                    <a:pt x="66540" y="3188"/>
                    <a:pt x="66506" y="3153"/>
                  </a:cubicBezTo>
                  <a:lnTo>
                    <a:pt x="66404" y="3119"/>
                  </a:lnTo>
                  <a:close/>
                  <a:moveTo>
                    <a:pt x="66950" y="3290"/>
                  </a:moveTo>
                  <a:cubicBezTo>
                    <a:pt x="66882" y="3290"/>
                    <a:pt x="66847" y="3324"/>
                    <a:pt x="66847" y="3358"/>
                  </a:cubicBezTo>
                  <a:cubicBezTo>
                    <a:pt x="66813" y="3392"/>
                    <a:pt x="66847" y="3461"/>
                    <a:pt x="66882" y="3461"/>
                  </a:cubicBezTo>
                  <a:lnTo>
                    <a:pt x="66984" y="3495"/>
                  </a:lnTo>
                  <a:lnTo>
                    <a:pt x="67018" y="3495"/>
                  </a:lnTo>
                  <a:cubicBezTo>
                    <a:pt x="67052" y="3495"/>
                    <a:pt x="67086" y="3495"/>
                    <a:pt x="67086" y="3461"/>
                  </a:cubicBezTo>
                  <a:cubicBezTo>
                    <a:pt x="67120" y="3392"/>
                    <a:pt x="67086" y="3358"/>
                    <a:pt x="67052" y="3358"/>
                  </a:cubicBezTo>
                  <a:lnTo>
                    <a:pt x="66950" y="3290"/>
                  </a:lnTo>
                  <a:close/>
                  <a:moveTo>
                    <a:pt x="67444" y="3481"/>
                  </a:moveTo>
                  <a:cubicBezTo>
                    <a:pt x="67408" y="3481"/>
                    <a:pt x="67383" y="3505"/>
                    <a:pt x="67359" y="3529"/>
                  </a:cubicBezTo>
                  <a:cubicBezTo>
                    <a:pt x="67359" y="3597"/>
                    <a:pt x="67393" y="3631"/>
                    <a:pt x="67428" y="3665"/>
                  </a:cubicBezTo>
                  <a:lnTo>
                    <a:pt x="67530" y="3699"/>
                  </a:lnTo>
                  <a:lnTo>
                    <a:pt x="67564" y="3699"/>
                  </a:lnTo>
                  <a:cubicBezTo>
                    <a:pt x="67598" y="3699"/>
                    <a:pt x="67632" y="3665"/>
                    <a:pt x="67632" y="3631"/>
                  </a:cubicBezTo>
                  <a:cubicBezTo>
                    <a:pt x="67666" y="3597"/>
                    <a:pt x="67632" y="3529"/>
                    <a:pt x="67598" y="3529"/>
                  </a:cubicBezTo>
                  <a:lnTo>
                    <a:pt x="67496" y="3495"/>
                  </a:lnTo>
                  <a:cubicBezTo>
                    <a:pt x="67476" y="3485"/>
                    <a:pt x="67459" y="3481"/>
                    <a:pt x="67444" y="3481"/>
                  </a:cubicBezTo>
                  <a:close/>
                  <a:moveTo>
                    <a:pt x="68042" y="3665"/>
                  </a:moveTo>
                  <a:cubicBezTo>
                    <a:pt x="67974" y="3665"/>
                    <a:pt x="67939" y="3665"/>
                    <a:pt x="67905" y="3734"/>
                  </a:cubicBezTo>
                  <a:cubicBezTo>
                    <a:pt x="67905" y="3768"/>
                    <a:pt x="67939" y="3836"/>
                    <a:pt x="67974" y="3836"/>
                  </a:cubicBezTo>
                  <a:lnTo>
                    <a:pt x="68076" y="3870"/>
                  </a:lnTo>
                  <a:lnTo>
                    <a:pt x="68110" y="3870"/>
                  </a:lnTo>
                  <a:cubicBezTo>
                    <a:pt x="68144" y="3870"/>
                    <a:pt x="68178" y="3870"/>
                    <a:pt x="68178" y="3802"/>
                  </a:cubicBezTo>
                  <a:cubicBezTo>
                    <a:pt x="68212" y="3768"/>
                    <a:pt x="68178" y="3734"/>
                    <a:pt x="68144" y="3699"/>
                  </a:cubicBezTo>
                  <a:lnTo>
                    <a:pt x="68042" y="3665"/>
                  </a:lnTo>
                  <a:close/>
                  <a:moveTo>
                    <a:pt x="68524" y="3856"/>
                  </a:moveTo>
                  <a:cubicBezTo>
                    <a:pt x="68500" y="3856"/>
                    <a:pt x="68475" y="3880"/>
                    <a:pt x="68451" y="3904"/>
                  </a:cubicBezTo>
                  <a:cubicBezTo>
                    <a:pt x="68451" y="3938"/>
                    <a:pt x="68451" y="4007"/>
                    <a:pt x="68520" y="4007"/>
                  </a:cubicBezTo>
                  <a:lnTo>
                    <a:pt x="68622" y="4041"/>
                  </a:lnTo>
                  <a:cubicBezTo>
                    <a:pt x="68622" y="4075"/>
                    <a:pt x="68656" y="4075"/>
                    <a:pt x="68656" y="4075"/>
                  </a:cubicBezTo>
                  <a:cubicBezTo>
                    <a:pt x="68690" y="4075"/>
                    <a:pt x="68724" y="4041"/>
                    <a:pt x="68724" y="4007"/>
                  </a:cubicBezTo>
                  <a:cubicBezTo>
                    <a:pt x="68758" y="3972"/>
                    <a:pt x="68724" y="3904"/>
                    <a:pt x="68690" y="3904"/>
                  </a:cubicBezTo>
                  <a:lnTo>
                    <a:pt x="68554" y="3870"/>
                  </a:lnTo>
                  <a:cubicBezTo>
                    <a:pt x="68544" y="3860"/>
                    <a:pt x="68534" y="3856"/>
                    <a:pt x="68524" y="3856"/>
                  </a:cubicBezTo>
                  <a:close/>
                  <a:moveTo>
                    <a:pt x="69100" y="4041"/>
                  </a:moveTo>
                  <a:cubicBezTo>
                    <a:pt x="69065" y="4041"/>
                    <a:pt x="69031" y="4041"/>
                    <a:pt x="68997" y="4109"/>
                  </a:cubicBezTo>
                  <a:cubicBezTo>
                    <a:pt x="68997" y="4143"/>
                    <a:pt x="68997" y="4177"/>
                    <a:pt x="69065" y="4211"/>
                  </a:cubicBezTo>
                  <a:lnTo>
                    <a:pt x="69168" y="4245"/>
                  </a:lnTo>
                  <a:lnTo>
                    <a:pt x="69202" y="4245"/>
                  </a:lnTo>
                  <a:cubicBezTo>
                    <a:pt x="69236" y="4245"/>
                    <a:pt x="69270" y="4211"/>
                    <a:pt x="69270" y="4177"/>
                  </a:cubicBezTo>
                  <a:cubicBezTo>
                    <a:pt x="69304" y="4143"/>
                    <a:pt x="69270" y="4109"/>
                    <a:pt x="69202" y="4075"/>
                  </a:cubicBezTo>
                  <a:lnTo>
                    <a:pt x="69100" y="4041"/>
                  </a:lnTo>
                  <a:close/>
                  <a:moveTo>
                    <a:pt x="69646" y="4211"/>
                  </a:moveTo>
                  <a:cubicBezTo>
                    <a:pt x="69611" y="4211"/>
                    <a:pt x="69543" y="4245"/>
                    <a:pt x="69543" y="4280"/>
                  </a:cubicBezTo>
                  <a:cubicBezTo>
                    <a:pt x="69543" y="4314"/>
                    <a:pt x="69543" y="4382"/>
                    <a:pt x="69611" y="4382"/>
                  </a:cubicBezTo>
                  <a:lnTo>
                    <a:pt x="69714" y="4416"/>
                  </a:lnTo>
                  <a:lnTo>
                    <a:pt x="69748" y="4416"/>
                  </a:lnTo>
                  <a:cubicBezTo>
                    <a:pt x="69782" y="4416"/>
                    <a:pt x="69816" y="4416"/>
                    <a:pt x="69816" y="4382"/>
                  </a:cubicBezTo>
                  <a:cubicBezTo>
                    <a:pt x="69816" y="4314"/>
                    <a:pt x="69816" y="4280"/>
                    <a:pt x="69748" y="4245"/>
                  </a:cubicBezTo>
                  <a:lnTo>
                    <a:pt x="69646" y="4211"/>
                  </a:lnTo>
                  <a:close/>
                  <a:moveTo>
                    <a:pt x="70155" y="4402"/>
                  </a:moveTo>
                  <a:cubicBezTo>
                    <a:pt x="70123" y="4402"/>
                    <a:pt x="70089" y="4426"/>
                    <a:pt x="70089" y="4450"/>
                  </a:cubicBezTo>
                  <a:cubicBezTo>
                    <a:pt x="70055" y="4518"/>
                    <a:pt x="70089" y="4553"/>
                    <a:pt x="70123" y="4587"/>
                  </a:cubicBezTo>
                  <a:lnTo>
                    <a:pt x="70260" y="4621"/>
                  </a:lnTo>
                  <a:cubicBezTo>
                    <a:pt x="70328" y="4621"/>
                    <a:pt x="70328" y="4587"/>
                    <a:pt x="70362" y="4553"/>
                  </a:cubicBezTo>
                  <a:cubicBezTo>
                    <a:pt x="70362" y="4518"/>
                    <a:pt x="70362" y="4450"/>
                    <a:pt x="70294" y="4450"/>
                  </a:cubicBezTo>
                  <a:lnTo>
                    <a:pt x="70192" y="4416"/>
                  </a:lnTo>
                  <a:cubicBezTo>
                    <a:pt x="70182" y="4406"/>
                    <a:pt x="70169" y="4402"/>
                    <a:pt x="70155" y="4402"/>
                  </a:cubicBezTo>
                  <a:close/>
                  <a:moveTo>
                    <a:pt x="70738" y="4587"/>
                  </a:moveTo>
                  <a:cubicBezTo>
                    <a:pt x="70703" y="4587"/>
                    <a:pt x="70635" y="4587"/>
                    <a:pt x="70635" y="4655"/>
                  </a:cubicBezTo>
                  <a:cubicBezTo>
                    <a:pt x="70601" y="4689"/>
                    <a:pt x="70635" y="4723"/>
                    <a:pt x="70669" y="4757"/>
                  </a:cubicBezTo>
                  <a:lnTo>
                    <a:pt x="70806" y="4791"/>
                  </a:lnTo>
                  <a:cubicBezTo>
                    <a:pt x="70840" y="4791"/>
                    <a:pt x="70874" y="4757"/>
                    <a:pt x="70908" y="4723"/>
                  </a:cubicBezTo>
                  <a:cubicBezTo>
                    <a:pt x="70908" y="4689"/>
                    <a:pt x="70874" y="4655"/>
                    <a:pt x="70840" y="4621"/>
                  </a:cubicBezTo>
                  <a:lnTo>
                    <a:pt x="70738" y="4587"/>
                  </a:lnTo>
                  <a:close/>
                  <a:moveTo>
                    <a:pt x="71283" y="4757"/>
                  </a:moveTo>
                  <a:cubicBezTo>
                    <a:pt x="71249" y="4757"/>
                    <a:pt x="71181" y="4791"/>
                    <a:pt x="71181" y="4826"/>
                  </a:cubicBezTo>
                  <a:cubicBezTo>
                    <a:pt x="71147" y="4860"/>
                    <a:pt x="71181" y="4928"/>
                    <a:pt x="71215" y="4928"/>
                  </a:cubicBezTo>
                  <a:lnTo>
                    <a:pt x="71318" y="4962"/>
                  </a:lnTo>
                  <a:lnTo>
                    <a:pt x="71352" y="4962"/>
                  </a:lnTo>
                  <a:cubicBezTo>
                    <a:pt x="71386" y="4962"/>
                    <a:pt x="71420" y="4962"/>
                    <a:pt x="71454" y="4928"/>
                  </a:cubicBezTo>
                  <a:cubicBezTo>
                    <a:pt x="71454" y="4860"/>
                    <a:pt x="71420" y="4826"/>
                    <a:pt x="71386" y="4826"/>
                  </a:cubicBezTo>
                  <a:lnTo>
                    <a:pt x="71283" y="4757"/>
                  </a:lnTo>
                  <a:close/>
                  <a:moveTo>
                    <a:pt x="71778" y="4948"/>
                  </a:moveTo>
                  <a:cubicBezTo>
                    <a:pt x="71744" y="4948"/>
                    <a:pt x="71727" y="4972"/>
                    <a:pt x="71727" y="4996"/>
                  </a:cubicBezTo>
                  <a:cubicBezTo>
                    <a:pt x="71693" y="5064"/>
                    <a:pt x="71727" y="5099"/>
                    <a:pt x="71761" y="5133"/>
                  </a:cubicBezTo>
                  <a:lnTo>
                    <a:pt x="71864" y="5167"/>
                  </a:lnTo>
                  <a:lnTo>
                    <a:pt x="71898" y="5167"/>
                  </a:lnTo>
                  <a:cubicBezTo>
                    <a:pt x="71932" y="5167"/>
                    <a:pt x="71966" y="5133"/>
                    <a:pt x="72000" y="5099"/>
                  </a:cubicBezTo>
                  <a:cubicBezTo>
                    <a:pt x="72000" y="5064"/>
                    <a:pt x="71966" y="4996"/>
                    <a:pt x="71932" y="4996"/>
                  </a:cubicBezTo>
                  <a:lnTo>
                    <a:pt x="71829" y="4962"/>
                  </a:lnTo>
                  <a:cubicBezTo>
                    <a:pt x="71809" y="4952"/>
                    <a:pt x="71792" y="4948"/>
                    <a:pt x="71778" y="4948"/>
                  </a:cubicBezTo>
                  <a:close/>
                  <a:moveTo>
                    <a:pt x="72375" y="5133"/>
                  </a:moveTo>
                  <a:cubicBezTo>
                    <a:pt x="72307" y="5133"/>
                    <a:pt x="72273" y="5167"/>
                    <a:pt x="72239" y="5201"/>
                  </a:cubicBezTo>
                  <a:cubicBezTo>
                    <a:pt x="72239" y="5235"/>
                    <a:pt x="72273" y="5303"/>
                    <a:pt x="72307" y="5303"/>
                  </a:cubicBezTo>
                  <a:lnTo>
                    <a:pt x="72410" y="5337"/>
                  </a:lnTo>
                  <a:lnTo>
                    <a:pt x="72444" y="5337"/>
                  </a:lnTo>
                  <a:cubicBezTo>
                    <a:pt x="72478" y="5337"/>
                    <a:pt x="72512" y="5337"/>
                    <a:pt x="72512" y="5303"/>
                  </a:cubicBezTo>
                  <a:cubicBezTo>
                    <a:pt x="72546" y="5235"/>
                    <a:pt x="72512" y="5201"/>
                    <a:pt x="72478" y="5167"/>
                  </a:cubicBezTo>
                  <a:lnTo>
                    <a:pt x="72375" y="5133"/>
                  </a:lnTo>
                  <a:close/>
                  <a:moveTo>
                    <a:pt x="72869" y="5323"/>
                  </a:moveTo>
                  <a:cubicBezTo>
                    <a:pt x="72833" y="5323"/>
                    <a:pt x="72809" y="5347"/>
                    <a:pt x="72785" y="5371"/>
                  </a:cubicBezTo>
                  <a:cubicBezTo>
                    <a:pt x="72785" y="5440"/>
                    <a:pt x="72819" y="5474"/>
                    <a:pt x="72853" y="5474"/>
                  </a:cubicBezTo>
                  <a:lnTo>
                    <a:pt x="72956" y="5508"/>
                  </a:lnTo>
                  <a:cubicBezTo>
                    <a:pt x="72956" y="5542"/>
                    <a:pt x="72990" y="5542"/>
                    <a:pt x="72990" y="5542"/>
                  </a:cubicBezTo>
                  <a:cubicBezTo>
                    <a:pt x="73024" y="5542"/>
                    <a:pt x="73058" y="5508"/>
                    <a:pt x="73058" y="5474"/>
                  </a:cubicBezTo>
                  <a:cubicBezTo>
                    <a:pt x="73092" y="5440"/>
                    <a:pt x="73058" y="5371"/>
                    <a:pt x="73024" y="5371"/>
                  </a:cubicBezTo>
                  <a:lnTo>
                    <a:pt x="72921" y="5337"/>
                  </a:lnTo>
                  <a:cubicBezTo>
                    <a:pt x="72901" y="5327"/>
                    <a:pt x="72884" y="5323"/>
                    <a:pt x="72869" y="5323"/>
                  </a:cubicBezTo>
                  <a:close/>
                  <a:moveTo>
                    <a:pt x="73433" y="5508"/>
                  </a:moveTo>
                  <a:cubicBezTo>
                    <a:pt x="73399" y="5508"/>
                    <a:pt x="73365" y="5508"/>
                    <a:pt x="73331" y="5576"/>
                  </a:cubicBezTo>
                  <a:cubicBezTo>
                    <a:pt x="73331" y="5610"/>
                    <a:pt x="73365" y="5644"/>
                    <a:pt x="73399" y="5679"/>
                  </a:cubicBezTo>
                  <a:lnTo>
                    <a:pt x="73501" y="5713"/>
                  </a:lnTo>
                  <a:lnTo>
                    <a:pt x="73536" y="5713"/>
                  </a:lnTo>
                  <a:cubicBezTo>
                    <a:pt x="73570" y="5713"/>
                    <a:pt x="73604" y="5679"/>
                    <a:pt x="73604" y="5644"/>
                  </a:cubicBezTo>
                  <a:cubicBezTo>
                    <a:pt x="73638" y="5610"/>
                    <a:pt x="73604" y="5576"/>
                    <a:pt x="73570" y="5542"/>
                  </a:cubicBezTo>
                  <a:lnTo>
                    <a:pt x="73433" y="5508"/>
                  </a:lnTo>
                  <a:close/>
                  <a:moveTo>
                    <a:pt x="73979" y="5679"/>
                  </a:moveTo>
                  <a:cubicBezTo>
                    <a:pt x="73945" y="5679"/>
                    <a:pt x="73911" y="5713"/>
                    <a:pt x="73877" y="5747"/>
                  </a:cubicBezTo>
                  <a:cubicBezTo>
                    <a:pt x="73877" y="5781"/>
                    <a:pt x="73877" y="5849"/>
                    <a:pt x="73945" y="5849"/>
                  </a:cubicBezTo>
                  <a:lnTo>
                    <a:pt x="74047" y="5883"/>
                  </a:lnTo>
                  <a:lnTo>
                    <a:pt x="74082" y="5883"/>
                  </a:lnTo>
                  <a:cubicBezTo>
                    <a:pt x="74116" y="5883"/>
                    <a:pt x="74150" y="5883"/>
                    <a:pt x="74150" y="5849"/>
                  </a:cubicBezTo>
                  <a:cubicBezTo>
                    <a:pt x="74184" y="5781"/>
                    <a:pt x="74150" y="5747"/>
                    <a:pt x="74116" y="5713"/>
                  </a:cubicBezTo>
                  <a:lnTo>
                    <a:pt x="73979" y="5679"/>
                  </a:lnTo>
                  <a:close/>
                  <a:moveTo>
                    <a:pt x="74489" y="5869"/>
                  </a:moveTo>
                  <a:cubicBezTo>
                    <a:pt x="74457" y="5869"/>
                    <a:pt x="74423" y="5893"/>
                    <a:pt x="74423" y="5917"/>
                  </a:cubicBezTo>
                  <a:cubicBezTo>
                    <a:pt x="74423" y="5986"/>
                    <a:pt x="74423" y="6020"/>
                    <a:pt x="74491" y="6054"/>
                  </a:cubicBezTo>
                  <a:lnTo>
                    <a:pt x="74593" y="6088"/>
                  </a:lnTo>
                  <a:lnTo>
                    <a:pt x="74628" y="6088"/>
                  </a:lnTo>
                  <a:cubicBezTo>
                    <a:pt x="74662" y="6088"/>
                    <a:pt x="74696" y="6054"/>
                    <a:pt x="74696" y="6020"/>
                  </a:cubicBezTo>
                  <a:cubicBezTo>
                    <a:pt x="74696" y="5986"/>
                    <a:pt x="74696" y="5917"/>
                    <a:pt x="74628" y="5917"/>
                  </a:cubicBezTo>
                  <a:lnTo>
                    <a:pt x="74525" y="5883"/>
                  </a:lnTo>
                  <a:cubicBezTo>
                    <a:pt x="74515" y="5873"/>
                    <a:pt x="74502" y="5869"/>
                    <a:pt x="74489" y="5869"/>
                  </a:cubicBezTo>
                  <a:close/>
                  <a:moveTo>
                    <a:pt x="75071" y="6054"/>
                  </a:moveTo>
                  <a:cubicBezTo>
                    <a:pt x="75037" y="6054"/>
                    <a:pt x="74969" y="6054"/>
                    <a:pt x="74969" y="6122"/>
                  </a:cubicBezTo>
                  <a:cubicBezTo>
                    <a:pt x="74935" y="6156"/>
                    <a:pt x="74969" y="6190"/>
                    <a:pt x="75003" y="6225"/>
                  </a:cubicBezTo>
                  <a:lnTo>
                    <a:pt x="75139" y="6259"/>
                  </a:lnTo>
                  <a:cubicBezTo>
                    <a:pt x="75208" y="6259"/>
                    <a:pt x="75208" y="6225"/>
                    <a:pt x="75242" y="6190"/>
                  </a:cubicBezTo>
                  <a:cubicBezTo>
                    <a:pt x="75242" y="6156"/>
                    <a:pt x="75242" y="6122"/>
                    <a:pt x="75174" y="6088"/>
                  </a:cubicBezTo>
                  <a:lnTo>
                    <a:pt x="75071" y="6054"/>
                  </a:lnTo>
                  <a:close/>
                  <a:moveTo>
                    <a:pt x="75581" y="6245"/>
                  </a:moveTo>
                  <a:cubicBezTo>
                    <a:pt x="75549" y="6245"/>
                    <a:pt x="75515" y="6269"/>
                    <a:pt x="75515" y="6293"/>
                  </a:cubicBezTo>
                  <a:cubicBezTo>
                    <a:pt x="75481" y="6327"/>
                    <a:pt x="75515" y="6395"/>
                    <a:pt x="75549" y="6395"/>
                  </a:cubicBezTo>
                  <a:lnTo>
                    <a:pt x="75685" y="6429"/>
                  </a:lnTo>
                  <a:cubicBezTo>
                    <a:pt x="75685" y="6429"/>
                    <a:pt x="75685" y="6463"/>
                    <a:pt x="75685" y="6463"/>
                  </a:cubicBezTo>
                  <a:cubicBezTo>
                    <a:pt x="75719" y="6463"/>
                    <a:pt x="75754" y="6429"/>
                    <a:pt x="75788" y="6395"/>
                  </a:cubicBezTo>
                  <a:cubicBezTo>
                    <a:pt x="75788" y="6361"/>
                    <a:pt x="75754" y="6293"/>
                    <a:pt x="75719" y="6293"/>
                  </a:cubicBezTo>
                  <a:lnTo>
                    <a:pt x="75617" y="6259"/>
                  </a:lnTo>
                  <a:cubicBezTo>
                    <a:pt x="75607" y="6249"/>
                    <a:pt x="75594" y="6245"/>
                    <a:pt x="75581" y="6245"/>
                  </a:cubicBezTo>
                  <a:close/>
                  <a:moveTo>
                    <a:pt x="76130" y="6416"/>
                  </a:moveTo>
                  <a:cubicBezTo>
                    <a:pt x="76097" y="6416"/>
                    <a:pt x="76061" y="6448"/>
                    <a:pt x="76061" y="6498"/>
                  </a:cubicBezTo>
                  <a:cubicBezTo>
                    <a:pt x="76027" y="6532"/>
                    <a:pt x="76061" y="6566"/>
                    <a:pt x="76095" y="6600"/>
                  </a:cubicBezTo>
                  <a:lnTo>
                    <a:pt x="76197" y="6634"/>
                  </a:lnTo>
                  <a:lnTo>
                    <a:pt x="76231" y="6634"/>
                  </a:lnTo>
                  <a:cubicBezTo>
                    <a:pt x="76265" y="6634"/>
                    <a:pt x="76300" y="6600"/>
                    <a:pt x="76334" y="6566"/>
                  </a:cubicBezTo>
                  <a:cubicBezTo>
                    <a:pt x="76334" y="6532"/>
                    <a:pt x="76300" y="6463"/>
                    <a:pt x="76265" y="6463"/>
                  </a:cubicBezTo>
                  <a:lnTo>
                    <a:pt x="76163" y="6429"/>
                  </a:lnTo>
                  <a:cubicBezTo>
                    <a:pt x="76154" y="6420"/>
                    <a:pt x="76142" y="6416"/>
                    <a:pt x="76130" y="6416"/>
                  </a:cubicBezTo>
                  <a:close/>
                  <a:moveTo>
                    <a:pt x="76709" y="6600"/>
                  </a:moveTo>
                  <a:cubicBezTo>
                    <a:pt x="76641" y="6600"/>
                    <a:pt x="76607" y="6634"/>
                    <a:pt x="76607" y="6668"/>
                  </a:cubicBezTo>
                  <a:cubicBezTo>
                    <a:pt x="76573" y="6702"/>
                    <a:pt x="76607" y="6771"/>
                    <a:pt x="76641" y="6771"/>
                  </a:cubicBezTo>
                  <a:lnTo>
                    <a:pt x="76743" y="6805"/>
                  </a:lnTo>
                  <a:lnTo>
                    <a:pt x="76777" y="6805"/>
                  </a:lnTo>
                  <a:cubicBezTo>
                    <a:pt x="76811" y="6805"/>
                    <a:pt x="76846" y="6805"/>
                    <a:pt x="76880" y="6771"/>
                  </a:cubicBezTo>
                  <a:cubicBezTo>
                    <a:pt x="76880" y="6702"/>
                    <a:pt x="76846" y="6668"/>
                    <a:pt x="76811" y="6634"/>
                  </a:cubicBezTo>
                  <a:lnTo>
                    <a:pt x="76709" y="6600"/>
                  </a:lnTo>
                  <a:close/>
                  <a:moveTo>
                    <a:pt x="77203" y="6791"/>
                  </a:moveTo>
                  <a:cubicBezTo>
                    <a:pt x="77167" y="6791"/>
                    <a:pt x="77143" y="6815"/>
                    <a:pt x="77119" y="6839"/>
                  </a:cubicBezTo>
                  <a:cubicBezTo>
                    <a:pt x="77119" y="6907"/>
                    <a:pt x="77153" y="6941"/>
                    <a:pt x="77187" y="6941"/>
                  </a:cubicBezTo>
                  <a:lnTo>
                    <a:pt x="77289" y="7009"/>
                  </a:lnTo>
                  <a:lnTo>
                    <a:pt x="77323" y="7009"/>
                  </a:lnTo>
                  <a:cubicBezTo>
                    <a:pt x="77357" y="7009"/>
                    <a:pt x="77392" y="6975"/>
                    <a:pt x="77392" y="6941"/>
                  </a:cubicBezTo>
                  <a:cubicBezTo>
                    <a:pt x="77426" y="6907"/>
                    <a:pt x="77392" y="6839"/>
                    <a:pt x="77357" y="6839"/>
                  </a:cubicBezTo>
                  <a:lnTo>
                    <a:pt x="77255" y="6805"/>
                  </a:lnTo>
                  <a:cubicBezTo>
                    <a:pt x="77235" y="6795"/>
                    <a:pt x="77218" y="6791"/>
                    <a:pt x="77203" y="6791"/>
                  </a:cubicBezTo>
                  <a:close/>
                  <a:moveTo>
                    <a:pt x="77801" y="6975"/>
                  </a:moveTo>
                  <a:cubicBezTo>
                    <a:pt x="77733" y="6975"/>
                    <a:pt x="77699" y="6975"/>
                    <a:pt x="77664" y="7044"/>
                  </a:cubicBezTo>
                  <a:cubicBezTo>
                    <a:pt x="77664" y="7078"/>
                    <a:pt x="77699" y="7112"/>
                    <a:pt x="77733" y="7146"/>
                  </a:cubicBezTo>
                  <a:lnTo>
                    <a:pt x="77835" y="7180"/>
                  </a:lnTo>
                  <a:lnTo>
                    <a:pt x="77869" y="7180"/>
                  </a:lnTo>
                  <a:cubicBezTo>
                    <a:pt x="77903" y="7180"/>
                    <a:pt x="77937" y="7146"/>
                    <a:pt x="77937" y="7112"/>
                  </a:cubicBezTo>
                  <a:cubicBezTo>
                    <a:pt x="77972" y="7078"/>
                    <a:pt x="77937" y="7044"/>
                    <a:pt x="77903" y="7009"/>
                  </a:cubicBezTo>
                  <a:lnTo>
                    <a:pt x="77801" y="6975"/>
                  </a:lnTo>
                  <a:close/>
                  <a:moveTo>
                    <a:pt x="78313" y="7146"/>
                  </a:moveTo>
                  <a:cubicBezTo>
                    <a:pt x="78279" y="7146"/>
                    <a:pt x="78245" y="7180"/>
                    <a:pt x="78210" y="7214"/>
                  </a:cubicBezTo>
                  <a:cubicBezTo>
                    <a:pt x="78210" y="7248"/>
                    <a:pt x="78245" y="7317"/>
                    <a:pt x="78279" y="7317"/>
                  </a:cubicBezTo>
                  <a:lnTo>
                    <a:pt x="78381" y="7351"/>
                  </a:lnTo>
                  <a:lnTo>
                    <a:pt x="78415" y="7351"/>
                  </a:lnTo>
                  <a:cubicBezTo>
                    <a:pt x="78449" y="7351"/>
                    <a:pt x="78483" y="7351"/>
                    <a:pt x="78483" y="7317"/>
                  </a:cubicBezTo>
                  <a:cubicBezTo>
                    <a:pt x="78518" y="7248"/>
                    <a:pt x="78483" y="7214"/>
                    <a:pt x="78449" y="7214"/>
                  </a:cubicBezTo>
                  <a:lnTo>
                    <a:pt x="78313" y="7146"/>
                  </a:lnTo>
                  <a:close/>
                  <a:moveTo>
                    <a:pt x="78829" y="7336"/>
                  </a:moveTo>
                  <a:cubicBezTo>
                    <a:pt x="78805" y="7336"/>
                    <a:pt x="78781" y="7361"/>
                    <a:pt x="78756" y="7385"/>
                  </a:cubicBezTo>
                  <a:cubicBezTo>
                    <a:pt x="78756" y="7453"/>
                    <a:pt x="78756" y="7487"/>
                    <a:pt x="78825" y="7521"/>
                  </a:cubicBezTo>
                  <a:lnTo>
                    <a:pt x="78927" y="7555"/>
                  </a:lnTo>
                  <a:lnTo>
                    <a:pt x="78961" y="7555"/>
                  </a:lnTo>
                  <a:cubicBezTo>
                    <a:pt x="78995" y="7555"/>
                    <a:pt x="79029" y="7521"/>
                    <a:pt x="79029" y="7487"/>
                  </a:cubicBezTo>
                  <a:cubicBezTo>
                    <a:pt x="79064" y="7453"/>
                    <a:pt x="79029" y="7385"/>
                    <a:pt x="78995" y="7385"/>
                  </a:cubicBezTo>
                  <a:lnTo>
                    <a:pt x="78859" y="7351"/>
                  </a:lnTo>
                  <a:cubicBezTo>
                    <a:pt x="78849" y="7341"/>
                    <a:pt x="78839" y="7336"/>
                    <a:pt x="78829" y="7336"/>
                  </a:cubicBezTo>
                  <a:close/>
                  <a:moveTo>
                    <a:pt x="79405" y="7521"/>
                  </a:moveTo>
                  <a:cubicBezTo>
                    <a:pt x="79371" y="7521"/>
                    <a:pt x="79302" y="7521"/>
                    <a:pt x="79302" y="7589"/>
                  </a:cubicBezTo>
                  <a:cubicBezTo>
                    <a:pt x="79302" y="7624"/>
                    <a:pt x="79302" y="7692"/>
                    <a:pt x="79371" y="7692"/>
                  </a:cubicBezTo>
                  <a:lnTo>
                    <a:pt x="79473" y="7726"/>
                  </a:lnTo>
                  <a:lnTo>
                    <a:pt x="79507" y="7726"/>
                  </a:lnTo>
                  <a:cubicBezTo>
                    <a:pt x="79541" y="7726"/>
                    <a:pt x="79575" y="7726"/>
                    <a:pt x="79575" y="7692"/>
                  </a:cubicBezTo>
                  <a:cubicBezTo>
                    <a:pt x="79575" y="7624"/>
                    <a:pt x="79575" y="7589"/>
                    <a:pt x="79507" y="7555"/>
                  </a:cubicBezTo>
                  <a:lnTo>
                    <a:pt x="79405" y="7521"/>
                  </a:lnTo>
                  <a:close/>
                  <a:moveTo>
                    <a:pt x="79915" y="7712"/>
                  </a:moveTo>
                  <a:cubicBezTo>
                    <a:pt x="79882" y="7712"/>
                    <a:pt x="79848" y="7736"/>
                    <a:pt x="79848" y="7760"/>
                  </a:cubicBezTo>
                  <a:cubicBezTo>
                    <a:pt x="79814" y="7828"/>
                    <a:pt x="79848" y="7862"/>
                    <a:pt x="79917" y="7862"/>
                  </a:cubicBezTo>
                  <a:lnTo>
                    <a:pt x="80019" y="7897"/>
                  </a:lnTo>
                  <a:cubicBezTo>
                    <a:pt x="80019" y="7931"/>
                    <a:pt x="80019" y="7931"/>
                    <a:pt x="80019" y="7931"/>
                  </a:cubicBezTo>
                  <a:cubicBezTo>
                    <a:pt x="80087" y="7931"/>
                    <a:pt x="80121" y="7897"/>
                    <a:pt x="80121" y="7862"/>
                  </a:cubicBezTo>
                  <a:cubicBezTo>
                    <a:pt x="80121" y="7828"/>
                    <a:pt x="80121" y="7760"/>
                    <a:pt x="80053" y="7760"/>
                  </a:cubicBezTo>
                  <a:lnTo>
                    <a:pt x="79951" y="7726"/>
                  </a:lnTo>
                  <a:cubicBezTo>
                    <a:pt x="79941" y="7716"/>
                    <a:pt x="79928" y="7712"/>
                    <a:pt x="79915" y="7712"/>
                  </a:cubicBezTo>
                  <a:close/>
                  <a:moveTo>
                    <a:pt x="80497" y="7897"/>
                  </a:moveTo>
                  <a:cubicBezTo>
                    <a:pt x="80463" y="7897"/>
                    <a:pt x="80394" y="7897"/>
                    <a:pt x="80394" y="7965"/>
                  </a:cubicBezTo>
                  <a:cubicBezTo>
                    <a:pt x="80360" y="7999"/>
                    <a:pt x="80394" y="8033"/>
                    <a:pt x="80428" y="8067"/>
                  </a:cubicBezTo>
                  <a:lnTo>
                    <a:pt x="80565" y="8101"/>
                  </a:lnTo>
                  <a:cubicBezTo>
                    <a:pt x="80599" y="8101"/>
                    <a:pt x="80633" y="8067"/>
                    <a:pt x="80667" y="8033"/>
                  </a:cubicBezTo>
                  <a:cubicBezTo>
                    <a:pt x="80667" y="7999"/>
                    <a:pt x="80667" y="7965"/>
                    <a:pt x="80599" y="7931"/>
                  </a:cubicBezTo>
                  <a:lnTo>
                    <a:pt x="80497" y="7897"/>
                  </a:lnTo>
                  <a:close/>
                  <a:moveTo>
                    <a:pt x="81043" y="8067"/>
                  </a:moveTo>
                  <a:cubicBezTo>
                    <a:pt x="81009" y="8067"/>
                    <a:pt x="80940" y="8101"/>
                    <a:pt x="80940" y="8135"/>
                  </a:cubicBezTo>
                  <a:cubicBezTo>
                    <a:pt x="80906" y="8170"/>
                    <a:pt x="80940" y="8238"/>
                    <a:pt x="80974" y="8238"/>
                  </a:cubicBezTo>
                  <a:lnTo>
                    <a:pt x="81077" y="8272"/>
                  </a:lnTo>
                  <a:lnTo>
                    <a:pt x="81111" y="8272"/>
                  </a:lnTo>
                  <a:cubicBezTo>
                    <a:pt x="81145" y="8272"/>
                    <a:pt x="81179" y="8272"/>
                    <a:pt x="81213" y="8238"/>
                  </a:cubicBezTo>
                  <a:cubicBezTo>
                    <a:pt x="81213" y="8170"/>
                    <a:pt x="81179" y="8135"/>
                    <a:pt x="81145" y="8101"/>
                  </a:cubicBezTo>
                  <a:lnTo>
                    <a:pt x="81043" y="8067"/>
                  </a:lnTo>
                  <a:close/>
                  <a:moveTo>
                    <a:pt x="81537" y="8258"/>
                  </a:moveTo>
                  <a:cubicBezTo>
                    <a:pt x="81503" y="8258"/>
                    <a:pt x="81486" y="8282"/>
                    <a:pt x="81486" y="8306"/>
                  </a:cubicBezTo>
                  <a:cubicBezTo>
                    <a:pt x="81452" y="8374"/>
                    <a:pt x="81486" y="8408"/>
                    <a:pt x="81520" y="8443"/>
                  </a:cubicBezTo>
                  <a:lnTo>
                    <a:pt x="81623" y="8477"/>
                  </a:lnTo>
                  <a:lnTo>
                    <a:pt x="81657" y="8477"/>
                  </a:lnTo>
                  <a:cubicBezTo>
                    <a:pt x="81691" y="8477"/>
                    <a:pt x="81725" y="8443"/>
                    <a:pt x="81759" y="8408"/>
                  </a:cubicBezTo>
                  <a:cubicBezTo>
                    <a:pt x="81759" y="8374"/>
                    <a:pt x="81725" y="8306"/>
                    <a:pt x="81691" y="8306"/>
                  </a:cubicBezTo>
                  <a:lnTo>
                    <a:pt x="81589" y="8272"/>
                  </a:lnTo>
                  <a:cubicBezTo>
                    <a:pt x="81569" y="8262"/>
                    <a:pt x="81552" y="8258"/>
                    <a:pt x="81537" y="8258"/>
                  </a:cubicBezTo>
                  <a:close/>
                  <a:moveTo>
                    <a:pt x="82135" y="8443"/>
                  </a:moveTo>
                  <a:cubicBezTo>
                    <a:pt x="82066" y="8443"/>
                    <a:pt x="82032" y="8443"/>
                    <a:pt x="82032" y="8511"/>
                  </a:cubicBezTo>
                  <a:cubicBezTo>
                    <a:pt x="81998" y="8545"/>
                    <a:pt x="82032" y="8579"/>
                    <a:pt x="82066" y="8613"/>
                  </a:cubicBezTo>
                  <a:lnTo>
                    <a:pt x="82169" y="8647"/>
                  </a:lnTo>
                  <a:lnTo>
                    <a:pt x="82203" y="8647"/>
                  </a:lnTo>
                  <a:cubicBezTo>
                    <a:pt x="82237" y="8647"/>
                    <a:pt x="82271" y="8613"/>
                    <a:pt x="82271" y="8579"/>
                  </a:cubicBezTo>
                  <a:cubicBezTo>
                    <a:pt x="82305" y="8545"/>
                    <a:pt x="82271" y="8511"/>
                    <a:pt x="82237" y="8477"/>
                  </a:cubicBezTo>
                  <a:lnTo>
                    <a:pt x="82135" y="8443"/>
                  </a:lnTo>
                  <a:close/>
                  <a:moveTo>
                    <a:pt x="82629" y="8633"/>
                  </a:moveTo>
                  <a:cubicBezTo>
                    <a:pt x="82592" y="8633"/>
                    <a:pt x="82568" y="8657"/>
                    <a:pt x="82544" y="8681"/>
                  </a:cubicBezTo>
                  <a:cubicBezTo>
                    <a:pt x="82544" y="8716"/>
                    <a:pt x="82578" y="8784"/>
                    <a:pt x="82612" y="8784"/>
                  </a:cubicBezTo>
                  <a:lnTo>
                    <a:pt x="82715" y="8818"/>
                  </a:lnTo>
                  <a:lnTo>
                    <a:pt x="82749" y="8818"/>
                  </a:lnTo>
                  <a:cubicBezTo>
                    <a:pt x="82783" y="8818"/>
                    <a:pt x="82817" y="8818"/>
                    <a:pt x="82817" y="8784"/>
                  </a:cubicBezTo>
                  <a:cubicBezTo>
                    <a:pt x="82851" y="8716"/>
                    <a:pt x="82817" y="8681"/>
                    <a:pt x="82783" y="8681"/>
                  </a:cubicBezTo>
                  <a:lnTo>
                    <a:pt x="82681" y="8647"/>
                  </a:lnTo>
                  <a:cubicBezTo>
                    <a:pt x="82661" y="8637"/>
                    <a:pt x="82644" y="8633"/>
                    <a:pt x="82629" y="8633"/>
                  </a:cubicBezTo>
                  <a:close/>
                  <a:moveTo>
                    <a:pt x="83162" y="8804"/>
                  </a:moveTo>
                  <a:cubicBezTo>
                    <a:pt x="83138" y="8804"/>
                    <a:pt x="83114" y="8828"/>
                    <a:pt x="83090" y="8852"/>
                  </a:cubicBezTo>
                  <a:cubicBezTo>
                    <a:pt x="83090" y="8920"/>
                    <a:pt x="83124" y="8954"/>
                    <a:pt x="83158" y="8989"/>
                  </a:cubicBezTo>
                  <a:lnTo>
                    <a:pt x="83261" y="9023"/>
                  </a:lnTo>
                  <a:lnTo>
                    <a:pt x="83295" y="9023"/>
                  </a:lnTo>
                  <a:cubicBezTo>
                    <a:pt x="83329" y="9023"/>
                    <a:pt x="83363" y="8989"/>
                    <a:pt x="83363" y="8954"/>
                  </a:cubicBezTo>
                  <a:cubicBezTo>
                    <a:pt x="83397" y="8920"/>
                    <a:pt x="83363" y="8852"/>
                    <a:pt x="83329" y="8852"/>
                  </a:cubicBezTo>
                  <a:lnTo>
                    <a:pt x="83192" y="8818"/>
                  </a:lnTo>
                  <a:cubicBezTo>
                    <a:pt x="83182" y="8808"/>
                    <a:pt x="83172" y="8804"/>
                    <a:pt x="83162" y="8804"/>
                  </a:cubicBezTo>
                  <a:close/>
                  <a:moveTo>
                    <a:pt x="83738" y="8989"/>
                  </a:moveTo>
                  <a:cubicBezTo>
                    <a:pt x="83704" y="8989"/>
                    <a:pt x="83670" y="9023"/>
                    <a:pt x="83636" y="9057"/>
                  </a:cubicBezTo>
                  <a:cubicBezTo>
                    <a:pt x="83636" y="9091"/>
                    <a:pt x="83636" y="9159"/>
                    <a:pt x="83704" y="9159"/>
                  </a:cubicBezTo>
                  <a:lnTo>
                    <a:pt x="83807" y="9193"/>
                  </a:lnTo>
                  <a:lnTo>
                    <a:pt x="83841" y="9193"/>
                  </a:lnTo>
                  <a:cubicBezTo>
                    <a:pt x="83875" y="9193"/>
                    <a:pt x="83909" y="9193"/>
                    <a:pt x="83909" y="9159"/>
                  </a:cubicBezTo>
                  <a:cubicBezTo>
                    <a:pt x="83943" y="9091"/>
                    <a:pt x="83909" y="9057"/>
                    <a:pt x="83875" y="9023"/>
                  </a:cubicBezTo>
                  <a:lnTo>
                    <a:pt x="83738" y="8989"/>
                  </a:lnTo>
                  <a:close/>
                  <a:moveTo>
                    <a:pt x="84254" y="9179"/>
                  </a:moveTo>
                  <a:cubicBezTo>
                    <a:pt x="84230" y="9179"/>
                    <a:pt x="84206" y="9203"/>
                    <a:pt x="84182" y="9227"/>
                  </a:cubicBezTo>
                  <a:cubicBezTo>
                    <a:pt x="84182" y="9296"/>
                    <a:pt x="84182" y="9330"/>
                    <a:pt x="84250" y="9330"/>
                  </a:cubicBezTo>
                  <a:lnTo>
                    <a:pt x="84353" y="9398"/>
                  </a:lnTo>
                  <a:lnTo>
                    <a:pt x="84387" y="9398"/>
                  </a:lnTo>
                  <a:cubicBezTo>
                    <a:pt x="84421" y="9398"/>
                    <a:pt x="84455" y="9364"/>
                    <a:pt x="84455" y="9330"/>
                  </a:cubicBezTo>
                  <a:cubicBezTo>
                    <a:pt x="84455" y="9296"/>
                    <a:pt x="84455" y="9227"/>
                    <a:pt x="84387" y="9227"/>
                  </a:cubicBezTo>
                  <a:lnTo>
                    <a:pt x="84284" y="9193"/>
                  </a:lnTo>
                  <a:cubicBezTo>
                    <a:pt x="84274" y="9183"/>
                    <a:pt x="84264" y="9179"/>
                    <a:pt x="84254" y="9179"/>
                  </a:cubicBezTo>
                  <a:close/>
                  <a:moveTo>
                    <a:pt x="84830" y="9364"/>
                  </a:moveTo>
                  <a:cubicBezTo>
                    <a:pt x="84796" y="9364"/>
                    <a:pt x="84728" y="9364"/>
                    <a:pt x="84728" y="9432"/>
                  </a:cubicBezTo>
                  <a:cubicBezTo>
                    <a:pt x="84694" y="9466"/>
                    <a:pt x="84728" y="9500"/>
                    <a:pt x="84796" y="9535"/>
                  </a:cubicBezTo>
                  <a:lnTo>
                    <a:pt x="84899" y="9569"/>
                  </a:lnTo>
                  <a:lnTo>
                    <a:pt x="84933" y="9569"/>
                  </a:lnTo>
                  <a:cubicBezTo>
                    <a:pt x="84967" y="9569"/>
                    <a:pt x="85001" y="9535"/>
                    <a:pt x="85001" y="9500"/>
                  </a:cubicBezTo>
                  <a:cubicBezTo>
                    <a:pt x="85001" y="9466"/>
                    <a:pt x="85001" y="9432"/>
                    <a:pt x="84933" y="9398"/>
                  </a:cubicBezTo>
                  <a:lnTo>
                    <a:pt x="84830" y="9364"/>
                  </a:lnTo>
                  <a:close/>
                  <a:moveTo>
                    <a:pt x="85376" y="9535"/>
                  </a:moveTo>
                  <a:cubicBezTo>
                    <a:pt x="85342" y="9535"/>
                    <a:pt x="85274" y="9569"/>
                    <a:pt x="85274" y="9603"/>
                  </a:cubicBezTo>
                  <a:cubicBezTo>
                    <a:pt x="85240" y="9637"/>
                    <a:pt x="85274" y="9705"/>
                    <a:pt x="85308" y="9705"/>
                  </a:cubicBezTo>
                  <a:lnTo>
                    <a:pt x="85445" y="9739"/>
                  </a:lnTo>
                  <a:cubicBezTo>
                    <a:pt x="85479" y="9739"/>
                    <a:pt x="85513" y="9739"/>
                    <a:pt x="85547" y="9705"/>
                  </a:cubicBezTo>
                  <a:cubicBezTo>
                    <a:pt x="85547" y="9637"/>
                    <a:pt x="85547" y="9603"/>
                    <a:pt x="85479" y="9603"/>
                  </a:cubicBezTo>
                  <a:lnTo>
                    <a:pt x="85376" y="9535"/>
                  </a:lnTo>
                  <a:close/>
                  <a:moveTo>
                    <a:pt x="85886" y="9725"/>
                  </a:moveTo>
                  <a:cubicBezTo>
                    <a:pt x="85854" y="9725"/>
                    <a:pt x="85820" y="9749"/>
                    <a:pt x="85820" y="9773"/>
                  </a:cubicBezTo>
                  <a:cubicBezTo>
                    <a:pt x="85786" y="9842"/>
                    <a:pt x="85820" y="9876"/>
                    <a:pt x="85854" y="9910"/>
                  </a:cubicBezTo>
                  <a:lnTo>
                    <a:pt x="85956" y="9944"/>
                  </a:lnTo>
                  <a:lnTo>
                    <a:pt x="85991" y="9944"/>
                  </a:lnTo>
                  <a:cubicBezTo>
                    <a:pt x="86025" y="9944"/>
                    <a:pt x="86059" y="9910"/>
                    <a:pt x="86093" y="9876"/>
                  </a:cubicBezTo>
                  <a:cubicBezTo>
                    <a:pt x="86093" y="9842"/>
                    <a:pt x="86059" y="9773"/>
                    <a:pt x="86025" y="9773"/>
                  </a:cubicBezTo>
                  <a:lnTo>
                    <a:pt x="85922" y="9739"/>
                  </a:lnTo>
                  <a:cubicBezTo>
                    <a:pt x="85912" y="9729"/>
                    <a:pt x="85899" y="9725"/>
                    <a:pt x="85886" y="9725"/>
                  </a:cubicBezTo>
                  <a:close/>
                  <a:moveTo>
                    <a:pt x="86468" y="9910"/>
                  </a:moveTo>
                  <a:cubicBezTo>
                    <a:pt x="86400" y="9910"/>
                    <a:pt x="86366" y="9910"/>
                    <a:pt x="86366" y="9978"/>
                  </a:cubicBezTo>
                  <a:cubicBezTo>
                    <a:pt x="86332" y="10012"/>
                    <a:pt x="86366" y="10080"/>
                    <a:pt x="86400" y="10080"/>
                  </a:cubicBezTo>
                  <a:lnTo>
                    <a:pt x="86502" y="10115"/>
                  </a:lnTo>
                  <a:lnTo>
                    <a:pt x="86536" y="10115"/>
                  </a:lnTo>
                  <a:cubicBezTo>
                    <a:pt x="86571" y="10115"/>
                    <a:pt x="86605" y="10080"/>
                    <a:pt x="86639" y="10046"/>
                  </a:cubicBezTo>
                  <a:cubicBezTo>
                    <a:pt x="86639" y="10012"/>
                    <a:pt x="86605" y="9978"/>
                    <a:pt x="86571" y="9944"/>
                  </a:cubicBezTo>
                  <a:lnTo>
                    <a:pt x="86468" y="9910"/>
                  </a:lnTo>
                  <a:close/>
                  <a:moveTo>
                    <a:pt x="86963" y="10100"/>
                  </a:moveTo>
                  <a:cubicBezTo>
                    <a:pt x="86929" y="10100"/>
                    <a:pt x="86912" y="10125"/>
                    <a:pt x="86912" y="10149"/>
                  </a:cubicBezTo>
                  <a:cubicBezTo>
                    <a:pt x="86878" y="10183"/>
                    <a:pt x="86912" y="10251"/>
                    <a:pt x="86946" y="10251"/>
                  </a:cubicBezTo>
                  <a:lnTo>
                    <a:pt x="87048" y="10285"/>
                  </a:lnTo>
                  <a:cubicBezTo>
                    <a:pt x="87082" y="10285"/>
                    <a:pt x="87082" y="10319"/>
                    <a:pt x="87082" y="10319"/>
                  </a:cubicBezTo>
                  <a:cubicBezTo>
                    <a:pt x="87117" y="10319"/>
                    <a:pt x="87151" y="10285"/>
                    <a:pt x="87151" y="10251"/>
                  </a:cubicBezTo>
                  <a:cubicBezTo>
                    <a:pt x="87185" y="10217"/>
                    <a:pt x="87151" y="10149"/>
                    <a:pt x="87117" y="10149"/>
                  </a:cubicBezTo>
                  <a:lnTo>
                    <a:pt x="87014" y="10115"/>
                  </a:lnTo>
                  <a:cubicBezTo>
                    <a:pt x="86994" y="10105"/>
                    <a:pt x="86977" y="10100"/>
                    <a:pt x="86963" y="10100"/>
                  </a:cubicBezTo>
                  <a:close/>
                  <a:moveTo>
                    <a:pt x="87560" y="10285"/>
                  </a:moveTo>
                  <a:cubicBezTo>
                    <a:pt x="87492" y="10285"/>
                    <a:pt x="87458" y="10285"/>
                    <a:pt x="87424" y="10353"/>
                  </a:cubicBezTo>
                  <a:cubicBezTo>
                    <a:pt x="87424" y="10388"/>
                    <a:pt x="87458" y="10422"/>
                    <a:pt x="87492" y="10456"/>
                  </a:cubicBezTo>
                  <a:lnTo>
                    <a:pt x="87594" y="10490"/>
                  </a:lnTo>
                  <a:lnTo>
                    <a:pt x="87628" y="10490"/>
                  </a:lnTo>
                  <a:cubicBezTo>
                    <a:pt x="87663" y="10490"/>
                    <a:pt x="87697" y="10456"/>
                    <a:pt x="87697" y="10422"/>
                  </a:cubicBezTo>
                  <a:cubicBezTo>
                    <a:pt x="87731" y="10388"/>
                    <a:pt x="87697" y="10319"/>
                    <a:pt x="87663" y="10319"/>
                  </a:cubicBezTo>
                  <a:lnTo>
                    <a:pt x="87560" y="10285"/>
                  </a:lnTo>
                  <a:close/>
                  <a:moveTo>
                    <a:pt x="88072" y="10456"/>
                  </a:moveTo>
                  <a:cubicBezTo>
                    <a:pt x="88038" y="10456"/>
                    <a:pt x="88004" y="10490"/>
                    <a:pt x="87970" y="10524"/>
                  </a:cubicBezTo>
                  <a:cubicBezTo>
                    <a:pt x="87970" y="10558"/>
                    <a:pt x="88004" y="10626"/>
                    <a:pt x="88038" y="10626"/>
                  </a:cubicBezTo>
                  <a:lnTo>
                    <a:pt x="88140" y="10661"/>
                  </a:lnTo>
                  <a:lnTo>
                    <a:pt x="88174" y="10661"/>
                  </a:lnTo>
                  <a:cubicBezTo>
                    <a:pt x="88209" y="10661"/>
                    <a:pt x="88243" y="10661"/>
                    <a:pt x="88243" y="10626"/>
                  </a:cubicBezTo>
                  <a:cubicBezTo>
                    <a:pt x="88277" y="10558"/>
                    <a:pt x="88243" y="10524"/>
                    <a:pt x="88209" y="10490"/>
                  </a:cubicBezTo>
                  <a:lnTo>
                    <a:pt x="88072" y="10456"/>
                  </a:lnTo>
                  <a:close/>
                  <a:moveTo>
                    <a:pt x="88588" y="10646"/>
                  </a:moveTo>
                  <a:cubicBezTo>
                    <a:pt x="88564" y="10646"/>
                    <a:pt x="88540" y="10671"/>
                    <a:pt x="88516" y="10695"/>
                  </a:cubicBezTo>
                  <a:cubicBezTo>
                    <a:pt x="88516" y="10763"/>
                    <a:pt x="88516" y="10797"/>
                    <a:pt x="88584" y="10797"/>
                  </a:cubicBezTo>
                  <a:lnTo>
                    <a:pt x="88686" y="10865"/>
                  </a:lnTo>
                  <a:lnTo>
                    <a:pt x="88720" y="10865"/>
                  </a:lnTo>
                  <a:cubicBezTo>
                    <a:pt x="88754" y="10865"/>
                    <a:pt x="88789" y="10831"/>
                    <a:pt x="88789" y="10797"/>
                  </a:cubicBezTo>
                  <a:cubicBezTo>
                    <a:pt x="88823" y="10763"/>
                    <a:pt x="88789" y="10695"/>
                    <a:pt x="88754" y="10695"/>
                  </a:cubicBezTo>
                  <a:lnTo>
                    <a:pt x="88618" y="10661"/>
                  </a:lnTo>
                  <a:cubicBezTo>
                    <a:pt x="88608" y="10651"/>
                    <a:pt x="88598" y="10646"/>
                    <a:pt x="88588" y="10646"/>
                  </a:cubicBezTo>
                  <a:close/>
                  <a:moveTo>
                    <a:pt x="89164" y="10831"/>
                  </a:moveTo>
                  <a:cubicBezTo>
                    <a:pt x="89130" y="10831"/>
                    <a:pt x="89096" y="10831"/>
                    <a:pt x="89062" y="10899"/>
                  </a:cubicBezTo>
                  <a:cubicBezTo>
                    <a:pt x="89062" y="10934"/>
                    <a:pt x="89062" y="10968"/>
                    <a:pt x="89130" y="11002"/>
                  </a:cubicBezTo>
                  <a:lnTo>
                    <a:pt x="89232" y="11036"/>
                  </a:lnTo>
                  <a:lnTo>
                    <a:pt x="89266" y="11036"/>
                  </a:lnTo>
                  <a:cubicBezTo>
                    <a:pt x="89300" y="11036"/>
                    <a:pt x="89335" y="11002"/>
                    <a:pt x="89335" y="10968"/>
                  </a:cubicBezTo>
                  <a:cubicBezTo>
                    <a:pt x="89335" y="10934"/>
                    <a:pt x="89335" y="10899"/>
                    <a:pt x="89266" y="10865"/>
                  </a:cubicBezTo>
                  <a:lnTo>
                    <a:pt x="89164" y="10831"/>
                  </a:lnTo>
                  <a:close/>
                  <a:moveTo>
                    <a:pt x="137" y="10934"/>
                  </a:moveTo>
                  <a:cubicBezTo>
                    <a:pt x="69" y="10934"/>
                    <a:pt x="35" y="10934"/>
                    <a:pt x="35" y="11002"/>
                  </a:cubicBezTo>
                  <a:cubicBezTo>
                    <a:pt x="0" y="11036"/>
                    <a:pt x="35" y="11070"/>
                    <a:pt x="69" y="11104"/>
                  </a:cubicBezTo>
                  <a:lnTo>
                    <a:pt x="137" y="11104"/>
                  </a:lnTo>
                  <a:cubicBezTo>
                    <a:pt x="171" y="11104"/>
                    <a:pt x="205" y="11070"/>
                    <a:pt x="239" y="11036"/>
                  </a:cubicBezTo>
                  <a:cubicBezTo>
                    <a:pt x="239" y="11002"/>
                    <a:pt x="205" y="10934"/>
                    <a:pt x="171" y="10934"/>
                  </a:cubicBezTo>
                  <a:close/>
                  <a:moveTo>
                    <a:pt x="89710" y="11002"/>
                  </a:moveTo>
                  <a:cubicBezTo>
                    <a:pt x="89676" y="11002"/>
                    <a:pt x="89608" y="11036"/>
                    <a:pt x="89608" y="11070"/>
                  </a:cubicBezTo>
                  <a:cubicBezTo>
                    <a:pt x="89608" y="11104"/>
                    <a:pt x="89608" y="11172"/>
                    <a:pt x="89676" y="11172"/>
                  </a:cubicBezTo>
                  <a:lnTo>
                    <a:pt x="89778" y="11207"/>
                  </a:lnTo>
                  <a:lnTo>
                    <a:pt x="89812" y="11207"/>
                  </a:lnTo>
                  <a:cubicBezTo>
                    <a:pt x="89846" y="11207"/>
                    <a:pt x="89881" y="11207"/>
                    <a:pt x="89881" y="11172"/>
                  </a:cubicBezTo>
                  <a:cubicBezTo>
                    <a:pt x="89881" y="11104"/>
                    <a:pt x="89881" y="11070"/>
                    <a:pt x="89812" y="11070"/>
                  </a:cubicBezTo>
                  <a:lnTo>
                    <a:pt x="89710" y="11002"/>
                  </a:lnTo>
                  <a:close/>
                  <a:moveTo>
                    <a:pt x="615" y="11036"/>
                  </a:moveTo>
                  <a:cubicBezTo>
                    <a:pt x="546" y="11036"/>
                    <a:pt x="512" y="11070"/>
                    <a:pt x="512" y="11104"/>
                  </a:cubicBezTo>
                  <a:cubicBezTo>
                    <a:pt x="478" y="11138"/>
                    <a:pt x="512" y="11207"/>
                    <a:pt x="581" y="11207"/>
                  </a:cubicBezTo>
                  <a:lnTo>
                    <a:pt x="683" y="11241"/>
                  </a:lnTo>
                  <a:cubicBezTo>
                    <a:pt x="751" y="11241"/>
                    <a:pt x="785" y="11207"/>
                    <a:pt x="785" y="11172"/>
                  </a:cubicBezTo>
                  <a:cubicBezTo>
                    <a:pt x="785" y="11104"/>
                    <a:pt x="751" y="11070"/>
                    <a:pt x="717" y="11070"/>
                  </a:cubicBezTo>
                  <a:lnTo>
                    <a:pt x="615" y="11036"/>
                  </a:lnTo>
                  <a:close/>
                  <a:moveTo>
                    <a:pt x="1128" y="11159"/>
                  </a:moveTo>
                  <a:cubicBezTo>
                    <a:pt x="1095" y="11159"/>
                    <a:pt x="1058" y="11191"/>
                    <a:pt x="1058" y="11241"/>
                  </a:cubicBezTo>
                  <a:cubicBezTo>
                    <a:pt x="1058" y="11275"/>
                    <a:pt x="1092" y="11309"/>
                    <a:pt x="1127" y="11343"/>
                  </a:cubicBezTo>
                  <a:lnTo>
                    <a:pt x="1263" y="11343"/>
                  </a:lnTo>
                  <a:cubicBezTo>
                    <a:pt x="1297" y="11343"/>
                    <a:pt x="1331" y="11343"/>
                    <a:pt x="1331" y="11275"/>
                  </a:cubicBezTo>
                  <a:cubicBezTo>
                    <a:pt x="1365" y="11241"/>
                    <a:pt x="1331" y="11207"/>
                    <a:pt x="1263" y="11172"/>
                  </a:cubicBezTo>
                  <a:lnTo>
                    <a:pt x="1161" y="11172"/>
                  </a:lnTo>
                  <a:cubicBezTo>
                    <a:pt x="1152" y="11163"/>
                    <a:pt x="1140" y="11159"/>
                    <a:pt x="1128" y="11159"/>
                  </a:cubicBezTo>
                  <a:close/>
                  <a:moveTo>
                    <a:pt x="90220" y="11192"/>
                  </a:moveTo>
                  <a:cubicBezTo>
                    <a:pt x="90188" y="11192"/>
                    <a:pt x="90154" y="11217"/>
                    <a:pt x="90154" y="11241"/>
                  </a:cubicBezTo>
                  <a:cubicBezTo>
                    <a:pt x="90119" y="11309"/>
                    <a:pt x="90154" y="11343"/>
                    <a:pt x="90188" y="11377"/>
                  </a:cubicBezTo>
                  <a:lnTo>
                    <a:pt x="90324" y="11411"/>
                  </a:lnTo>
                  <a:cubicBezTo>
                    <a:pt x="90358" y="11411"/>
                    <a:pt x="90392" y="11377"/>
                    <a:pt x="90427" y="11343"/>
                  </a:cubicBezTo>
                  <a:cubicBezTo>
                    <a:pt x="90427" y="11309"/>
                    <a:pt x="90427" y="11241"/>
                    <a:pt x="90358" y="11241"/>
                  </a:cubicBezTo>
                  <a:lnTo>
                    <a:pt x="90256" y="11207"/>
                  </a:lnTo>
                  <a:cubicBezTo>
                    <a:pt x="90246" y="11197"/>
                    <a:pt x="90233" y="11192"/>
                    <a:pt x="90220" y="11192"/>
                  </a:cubicBezTo>
                  <a:close/>
                  <a:moveTo>
                    <a:pt x="1707" y="11275"/>
                  </a:moveTo>
                  <a:cubicBezTo>
                    <a:pt x="1673" y="11275"/>
                    <a:pt x="1638" y="11309"/>
                    <a:pt x="1604" y="11343"/>
                  </a:cubicBezTo>
                  <a:cubicBezTo>
                    <a:pt x="1604" y="11377"/>
                    <a:pt x="1638" y="11445"/>
                    <a:pt x="1673" y="11445"/>
                  </a:cubicBezTo>
                  <a:lnTo>
                    <a:pt x="1809" y="11480"/>
                  </a:lnTo>
                  <a:cubicBezTo>
                    <a:pt x="1843" y="11480"/>
                    <a:pt x="1877" y="11445"/>
                    <a:pt x="1911" y="11411"/>
                  </a:cubicBezTo>
                  <a:cubicBezTo>
                    <a:pt x="1911" y="11377"/>
                    <a:pt x="1877" y="11309"/>
                    <a:pt x="1843" y="11309"/>
                  </a:cubicBezTo>
                  <a:lnTo>
                    <a:pt x="1707" y="11275"/>
                  </a:lnTo>
                  <a:close/>
                  <a:moveTo>
                    <a:pt x="90802" y="11377"/>
                  </a:moveTo>
                  <a:cubicBezTo>
                    <a:pt x="90768" y="11377"/>
                    <a:pt x="90699" y="11377"/>
                    <a:pt x="90699" y="11445"/>
                  </a:cubicBezTo>
                  <a:cubicBezTo>
                    <a:pt x="90665" y="11480"/>
                    <a:pt x="90699" y="11548"/>
                    <a:pt x="90734" y="11548"/>
                  </a:cubicBezTo>
                  <a:lnTo>
                    <a:pt x="90836" y="11582"/>
                  </a:lnTo>
                  <a:lnTo>
                    <a:pt x="90870" y="11582"/>
                  </a:lnTo>
                  <a:cubicBezTo>
                    <a:pt x="90904" y="11582"/>
                    <a:pt x="90938" y="11582"/>
                    <a:pt x="90972" y="11514"/>
                  </a:cubicBezTo>
                  <a:cubicBezTo>
                    <a:pt x="90972" y="11480"/>
                    <a:pt x="90938" y="11445"/>
                    <a:pt x="90904" y="11411"/>
                  </a:cubicBezTo>
                  <a:lnTo>
                    <a:pt x="90802" y="11377"/>
                  </a:lnTo>
                  <a:close/>
                  <a:moveTo>
                    <a:pt x="2287" y="11411"/>
                  </a:moveTo>
                  <a:cubicBezTo>
                    <a:pt x="2218" y="11411"/>
                    <a:pt x="2184" y="11411"/>
                    <a:pt x="2184" y="11480"/>
                  </a:cubicBezTo>
                  <a:cubicBezTo>
                    <a:pt x="2184" y="11514"/>
                    <a:pt x="2184" y="11548"/>
                    <a:pt x="2253" y="11582"/>
                  </a:cubicBezTo>
                  <a:lnTo>
                    <a:pt x="2355" y="11582"/>
                  </a:lnTo>
                  <a:cubicBezTo>
                    <a:pt x="2355" y="11616"/>
                    <a:pt x="2355" y="11616"/>
                    <a:pt x="2389" y="11616"/>
                  </a:cubicBezTo>
                  <a:cubicBezTo>
                    <a:pt x="2423" y="11616"/>
                    <a:pt x="2457" y="11582"/>
                    <a:pt x="2457" y="11548"/>
                  </a:cubicBezTo>
                  <a:cubicBezTo>
                    <a:pt x="2457" y="11480"/>
                    <a:pt x="2423" y="11445"/>
                    <a:pt x="2389" y="11445"/>
                  </a:cubicBezTo>
                  <a:lnTo>
                    <a:pt x="2287" y="11411"/>
                  </a:lnTo>
                  <a:close/>
                  <a:moveTo>
                    <a:pt x="2833" y="11514"/>
                  </a:moveTo>
                  <a:cubicBezTo>
                    <a:pt x="2799" y="11514"/>
                    <a:pt x="2764" y="11548"/>
                    <a:pt x="2730" y="11582"/>
                  </a:cubicBezTo>
                  <a:cubicBezTo>
                    <a:pt x="2730" y="11650"/>
                    <a:pt x="2764" y="11684"/>
                    <a:pt x="2799" y="11684"/>
                  </a:cubicBezTo>
                  <a:lnTo>
                    <a:pt x="2901" y="11718"/>
                  </a:lnTo>
                  <a:lnTo>
                    <a:pt x="2935" y="11718"/>
                  </a:lnTo>
                  <a:cubicBezTo>
                    <a:pt x="2969" y="11718"/>
                    <a:pt x="3003" y="11684"/>
                    <a:pt x="3003" y="11650"/>
                  </a:cubicBezTo>
                  <a:cubicBezTo>
                    <a:pt x="3037" y="11616"/>
                    <a:pt x="3003" y="11548"/>
                    <a:pt x="2969" y="11548"/>
                  </a:cubicBezTo>
                  <a:lnTo>
                    <a:pt x="2833" y="11514"/>
                  </a:lnTo>
                  <a:close/>
                  <a:moveTo>
                    <a:pt x="91312" y="11568"/>
                  </a:moveTo>
                  <a:cubicBezTo>
                    <a:pt x="91280" y="11568"/>
                    <a:pt x="91245" y="11592"/>
                    <a:pt x="91245" y="11616"/>
                  </a:cubicBezTo>
                  <a:cubicBezTo>
                    <a:pt x="91211" y="11684"/>
                    <a:pt x="91245" y="11718"/>
                    <a:pt x="91280" y="11718"/>
                  </a:cubicBezTo>
                  <a:lnTo>
                    <a:pt x="91382" y="11753"/>
                  </a:lnTo>
                  <a:cubicBezTo>
                    <a:pt x="91416" y="11787"/>
                    <a:pt x="91416" y="11787"/>
                    <a:pt x="91416" y="11787"/>
                  </a:cubicBezTo>
                  <a:cubicBezTo>
                    <a:pt x="91450" y="11787"/>
                    <a:pt x="91484" y="11753"/>
                    <a:pt x="91518" y="11718"/>
                  </a:cubicBezTo>
                  <a:cubicBezTo>
                    <a:pt x="91518" y="11684"/>
                    <a:pt x="91484" y="11616"/>
                    <a:pt x="91450" y="11616"/>
                  </a:cubicBezTo>
                  <a:lnTo>
                    <a:pt x="91348" y="11582"/>
                  </a:lnTo>
                  <a:cubicBezTo>
                    <a:pt x="91338" y="11572"/>
                    <a:pt x="91325" y="11568"/>
                    <a:pt x="91312" y="11568"/>
                  </a:cubicBezTo>
                  <a:close/>
                  <a:moveTo>
                    <a:pt x="3413" y="11650"/>
                  </a:moveTo>
                  <a:cubicBezTo>
                    <a:pt x="3345" y="11650"/>
                    <a:pt x="3310" y="11684"/>
                    <a:pt x="3310" y="11718"/>
                  </a:cubicBezTo>
                  <a:cubicBezTo>
                    <a:pt x="3276" y="11753"/>
                    <a:pt x="3310" y="11821"/>
                    <a:pt x="3379" y="11821"/>
                  </a:cubicBezTo>
                  <a:lnTo>
                    <a:pt x="3481" y="11855"/>
                  </a:lnTo>
                  <a:cubicBezTo>
                    <a:pt x="3549" y="11855"/>
                    <a:pt x="3583" y="11821"/>
                    <a:pt x="3583" y="11787"/>
                  </a:cubicBezTo>
                  <a:cubicBezTo>
                    <a:pt x="3583" y="11718"/>
                    <a:pt x="3549" y="11684"/>
                    <a:pt x="3515" y="11684"/>
                  </a:cubicBezTo>
                  <a:lnTo>
                    <a:pt x="3413" y="11650"/>
                  </a:lnTo>
                  <a:close/>
                  <a:moveTo>
                    <a:pt x="3926" y="11773"/>
                  </a:moveTo>
                  <a:cubicBezTo>
                    <a:pt x="3893" y="11773"/>
                    <a:pt x="3856" y="11805"/>
                    <a:pt x="3856" y="11855"/>
                  </a:cubicBezTo>
                  <a:cubicBezTo>
                    <a:pt x="3856" y="11889"/>
                    <a:pt x="3891" y="11923"/>
                    <a:pt x="3925" y="11957"/>
                  </a:cubicBezTo>
                  <a:lnTo>
                    <a:pt x="4061" y="11957"/>
                  </a:lnTo>
                  <a:cubicBezTo>
                    <a:pt x="4095" y="11957"/>
                    <a:pt x="4129" y="11957"/>
                    <a:pt x="4129" y="11889"/>
                  </a:cubicBezTo>
                  <a:cubicBezTo>
                    <a:pt x="4129" y="11855"/>
                    <a:pt x="4129" y="11821"/>
                    <a:pt x="4061" y="11787"/>
                  </a:cubicBezTo>
                  <a:lnTo>
                    <a:pt x="3959" y="11787"/>
                  </a:lnTo>
                  <a:cubicBezTo>
                    <a:pt x="3950" y="11777"/>
                    <a:pt x="3938" y="11773"/>
                    <a:pt x="3926" y="11773"/>
                  </a:cubicBezTo>
                  <a:close/>
                  <a:moveTo>
                    <a:pt x="91894" y="11753"/>
                  </a:moveTo>
                  <a:cubicBezTo>
                    <a:pt x="91826" y="11753"/>
                    <a:pt x="91791" y="11753"/>
                    <a:pt x="91791" y="11821"/>
                  </a:cubicBezTo>
                  <a:cubicBezTo>
                    <a:pt x="91757" y="11855"/>
                    <a:pt x="91791" y="11889"/>
                    <a:pt x="91826" y="11923"/>
                  </a:cubicBezTo>
                  <a:lnTo>
                    <a:pt x="91928" y="11957"/>
                  </a:lnTo>
                  <a:lnTo>
                    <a:pt x="91962" y="11957"/>
                  </a:lnTo>
                  <a:cubicBezTo>
                    <a:pt x="91996" y="11957"/>
                    <a:pt x="92030" y="11923"/>
                    <a:pt x="92030" y="11889"/>
                  </a:cubicBezTo>
                  <a:cubicBezTo>
                    <a:pt x="92064" y="11855"/>
                    <a:pt x="92030" y="11821"/>
                    <a:pt x="91996" y="11787"/>
                  </a:cubicBezTo>
                  <a:lnTo>
                    <a:pt x="91894" y="11753"/>
                  </a:lnTo>
                  <a:close/>
                  <a:moveTo>
                    <a:pt x="4505" y="11889"/>
                  </a:moveTo>
                  <a:cubicBezTo>
                    <a:pt x="4471" y="11889"/>
                    <a:pt x="4436" y="11923"/>
                    <a:pt x="4402" y="11957"/>
                  </a:cubicBezTo>
                  <a:cubicBezTo>
                    <a:pt x="4402" y="12025"/>
                    <a:pt x="4436" y="12060"/>
                    <a:pt x="4471" y="12060"/>
                  </a:cubicBezTo>
                  <a:lnTo>
                    <a:pt x="4607" y="12094"/>
                  </a:lnTo>
                  <a:cubicBezTo>
                    <a:pt x="4641" y="12094"/>
                    <a:pt x="4675" y="12060"/>
                    <a:pt x="4709" y="12025"/>
                  </a:cubicBezTo>
                  <a:cubicBezTo>
                    <a:pt x="4709" y="11991"/>
                    <a:pt x="4675" y="11923"/>
                    <a:pt x="4641" y="11923"/>
                  </a:cubicBezTo>
                  <a:lnTo>
                    <a:pt x="4505" y="11889"/>
                  </a:lnTo>
                  <a:close/>
                  <a:moveTo>
                    <a:pt x="92440" y="11923"/>
                  </a:moveTo>
                  <a:cubicBezTo>
                    <a:pt x="92372" y="11923"/>
                    <a:pt x="92337" y="11957"/>
                    <a:pt x="92303" y="11991"/>
                  </a:cubicBezTo>
                  <a:cubicBezTo>
                    <a:pt x="92303" y="12025"/>
                    <a:pt x="92337" y="12094"/>
                    <a:pt x="92372" y="12094"/>
                  </a:cubicBezTo>
                  <a:lnTo>
                    <a:pt x="92474" y="12128"/>
                  </a:lnTo>
                  <a:lnTo>
                    <a:pt x="92508" y="12128"/>
                  </a:lnTo>
                  <a:cubicBezTo>
                    <a:pt x="92542" y="12128"/>
                    <a:pt x="92576" y="12128"/>
                    <a:pt x="92576" y="12094"/>
                  </a:cubicBezTo>
                  <a:cubicBezTo>
                    <a:pt x="92610" y="12025"/>
                    <a:pt x="92576" y="11991"/>
                    <a:pt x="92542" y="11957"/>
                  </a:cubicBezTo>
                  <a:lnTo>
                    <a:pt x="92440" y="11923"/>
                  </a:lnTo>
                  <a:close/>
                  <a:moveTo>
                    <a:pt x="5085" y="12025"/>
                  </a:moveTo>
                  <a:cubicBezTo>
                    <a:pt x="5017" y="12025"/>
                    <a:pt x="4982" y="12025"/>
                    <a:pt x="4982" y="12094"/>
                  </a:cubicBezTo>
                  <a:cubicBezTo>
                    <a:pt x="4948" y="12128"/>
                    <a:pt x="4982" y="12196"/>
                    <a:pt x="5051" y="12196"/>
                  </a:cubicBezTo>
                  <a:lnTo>
                    <a:pt x="5153" y="12230"/>
                  </a:lnTo>
                  <a:cubicBezTo>
                    <a:pt x="5221" y="12230"/>
                    <a:pt x="5255" y="12196"/>
                    <a:pt x="5255" y="12162"/>
                  </a:cubicBezTo>
                  <a:cubicBezTo>
                    <a:pt x="5255" y="12094"/>
                    <a:pt x="5221" y="12060"/>
                    <a:pt x="5187" y="12060"/>
                  </a:cubicBezTo>
                  <a:lnTo>
                    <a:pt x="5085" y="12025"/>
                  </a:lnTo>
                  <a:close/>
                  <a:moveTo>
                    <a:pt x="5631" y="12128"/>
                  </a:moveTo>
                  <a:cubicBezTo>
                    <a:pt x="5597" y="12128"/>
                    <a:pt x="5528" y="12162"/>
                    <a:pt x="5528" y="12196"/>
                  </a:cubicBezTo>
                  <a:cubicBezTo>
                    <a:pt x="5528" y="12264"/>
                    <a:pt x="5563" y="12298"/>
                    <a:pt x="5597" y="12298"/>
                  </a:cubicBezTo>
                  <a:lnTo>
                    <a:pt x="5699" y="12333"/>
                  </a:lnTo>
                  <a:lnTo>
                    <a:pt x="5733" y="12333"/>
                  </a:lnTo>
                  <a:cubicBezTo>
                    <a:pt x="5767" y="12333"/>
                    <a:pt x="5801" y="12298"/>
                    <a:pt x="5801" y="12264"/>
                  </a:cubicBezTo>
                  <a:cubicBezTo>
                    <a:pt x="5836" y="12230"/>
                    <a:pt x="5801" y="12196"/>
                    <a:pt x="5733" y="12162"/>
                  </a:cubicBezTo>
                  <a:lnTo>
                    <a:pt x="5631" y="12128"/>
                  </a:lnTo>
                  <a:close/>
                  <a:moveTo>
                    <a:pt x="92922" y="12114"/>
                  </a:moveTo>
                  <a:cubicBezTo>
                    <a:pt x="92897" y="12114"/>
                    <a:pt x="92873" y="12138"/>
                    <a:pt x="92849" y="12162"/>
                  </a:cubicBezTo>
                  <a:cubicBezTo>
                    <a:pt x="92849" y="12230"/>
                    <a:pt x="92883" y="12264"/>
                    <a:pt x="92917" y="12298"/>
                  </a:cubicBezTo>
                  <a:lnTo>
                    <a:pt x="93020" y="12333"/>
                  </a:lnTo>
                  <a:lnTo>
                    <a:pt x="93054" y="12333"/>
                  </a:lnTo>
                  <a:cubicBezTo>
                    <a:pt x="93088" y="12333"/>
                    <a:pt x="93122" y="12298"/>
                    <a:pt x="93122" y="12264"/>
                  </a:cubicBezTo>
                  <a:cubicBezTo>
                    <a:pt x="93156" y="12230"/>
                    <a:pt x="93122" y="12162"/>
                    <a:pt x="93088" y="12162"/>
                  </a:cubicBezTo>
                  <a:lnTo>
                    <a:pt x="92952" y="12128"/>
                  </a:lnTo>
                  <a:cubicBezTo>
                    <a:pt x="92942" y="12118"/>
                    <a:pt x="92932" y="12114"/>
                    <a:pt x="92922" y="12114"/>
                  </a:cubicBezTo>
                  <a:close/>
                  <a:moveTo>
                    <a:pt x="6211" y="12264"/>
                  </a:moveTo>
                  <a:cubicBezTo>
                    <a:pt x="6143" y="12264"/>
                    <a:pt x="6109" y="12298"/>
                    <a:pt x="6109" y="12333"/>
                  </a:cubicBezTo>
                  <a:cubicBezTo>
                    <a:pt x="6074" y="12367"/>
                    <a:pt x="6109" y="12435"/>
                    <a:pt x="6143" y="12435"/>
                  </a:cubicBezTo>
                  <a:lnTo>
                    <a:pt x="6279" y="12469"/>
                  </a:lnTo>
                  <a:cubicBezTo>
                    <a:pt x="6313" y="12469"/>
                    <a:pt x="6347" y="12435"/>
                    <a:pt x="6382" y="12401"/>
                  </a:cubicBezTo>
                  <a:cubicBezTo>
                    <a:pt x="6382" y="12333"/>
                    <a:pt x="6347" y="12298"/>
                    <a:pt x="6313" y="12298"/>
                  </a:cubicBezTo>
                  <a:lnTo>
                    <a:pt x="6211" y="12264"/>
                  </a:lnTo>
                  <a:close/>
                  <a:moveTo>
                    <a:pt x="93498" y="12298"/>
                  </a:moveTo>
                  <a:cubicBezTo>
                    <a:pt x="93463" y="12298"/>
                    <a:pt x="93429" y="12298"/>
                    <a:pt x="93395" y="12367"/>
                  </a:cubicBezTo>
                  <a:cubicBezTo>
                    <a:pt x="93395" y="12401"/>
                    <a:pt x="93395" y="12435"/>
                    <a:pt x="93463" y="12469"/>
                  </a:cubicBezTo>
                  <a:lnTo>
                    <a:pt x="93566" y="12503"/>
                  </a:lnTo>
                  <a:lnTo>
                    <a:pt x="93600" y="12503"/>
                  </a:lnTo>
                  <a:cubicBezTo>
                    <a:pt x="93634" y="12503"/>
                    <a:pt x="93668" y="12469"/>
                    <a:pt x="93668" y="12435"/>
                  </a:cubicBezTo>
                  <a:cubicBezTo>
                    <a:pt x="93702" y="12401"/>
                    <a:pt x="93668" y="12367"/>
                    <a:pt x="93634" y="12333"/>
                  </a:cubicBezTo>
                  <a:lnTo>
                    <a:pt x="93498" y="12298"/>
                  </a:lnTo>
                  <a:close/>
                  <a:moveTo>
                    <a:pt x="6724" y="12387"/>
                  </a:moveTo>
                  <a:cubicBezTo>
                    <a:pt x="6691" y="12387"/>
                    <a:pt x="6654" y="12419"/>
                    <a:pt x="6654" y="12469"/>
                  </a:cubicBezTo>
                  <a:cubicBezTo>
                    <a:pt x="6654" y="12503"/>
                    <a:pt x="6654" y="12537"/>
                    <a:pt x="6723" y="12571"/>
                  </a:cubicBezTo>
                  <a:lnTo>
                    <a:pt x="6859" y="12571"/>
                  </a:lnTo>
                  <a:cubicBezTo>
                    <a:pt x="6893" y="12571"/>
                    <a:pt x="6927" y="12571"/>
                    <a:pt x="6927" y="12503"/>
                  </a:cubicBezTo>
                  <a:cubicBezTo>
                    <a:pt x="6927" y="12469"/>
                    <a:pt x="6927" y="12435"/>
                    <a:pt x="6859" y="12401"/>
                  </a:cubicBezTo>
                  <a:lnTo>
                    <a:pt x="6757" y="12401"/>
                  </a:lnTo>
                  <a:cubicBezTo>
                    <a:pt x="6748" y="12392"/>
                    <a:pt x="6736" y="12387"/>
                    <a:pt x="6724" y="12387"/>
                  </a:cubicBezTo>
                  <a:close/>
                  <a:moveTo>
                    <a:pt x="94014" y="12489"/>
                  </a:moveTo>
                  <a:cubicBezTo>
                    <a:pt x="93989" y="12489"/>
                    <a:pt x="93965" y="12513"/>
                    <a:pt x="93941" y="12537"/>
                  </a:cubicBezTo>
                  <a:cubicBezTo>
                    <a:pt x="93941" y="12571"/>
                    <a:pt x="93941" y="12640"/>
                    <a:pt x="94009" y="12640"/>
                  </a:cubicBezTo>
                  <a:lnTo>
                    <a:pt x="94112" y="12674"/>
                  </a:lnTo>
                  <a:lnTo>
                    <a:pt x="94146" y="12674"/>
                  </a:lnTo>
                  <a:cubicBezTo>
                    <a:pt x="94180" y="12674"/>
                    <a:pt x="94214" y="12674"/>
                    <a:pt x="94214" y="12640"/>
                  </a:cubicBezTo>
                  <a:cubicBezTo>
                    <a:pt x="94214" y="12571"/>
                    <a:pt x="94214" y="12537"/>
                    <a:pt x="94146" y="12537"/>
                  </a:cubicBezTo>
                  <a:lnTo>
                    <a:pt x="94044" y="12503"/>
                  </a:lnTo>
                  <a:cubicBezTo>
                    <a:pt x="94034" y="12493"/>
                    <a:pt x="94024" y="12489"/>
                    <a:pt x="94014" y="12489"/>
                  </a:cubicBezTo>
                  <a:close/>
                  <a:moveTo>
                    <a:pt x="7303" y="12503"/>
                  </a:moveTo>
                  <a:cubicBezTo>
                    <a:pt x="7269" y="12503"/>
                    <a:pt x="7235" y="12537"/>
                    <a:pt x="7200" y="12571"/>
                  </a:cubicBezTo>
                  <a:cubicBezTo>
                    <a:pt x="7200" y="12640"/>
                    <a:pt x="7235" y="12674"/>
                    <a:pt x="7269" y="12674"/>
                  </a:cubicBezTo>
                  <a:lnTo>
                    <a:pt x="7371" y="12708"/>
                  </a:lnTo>
                  <a:lnTo>
                    <a:pt x="7405" y="12708"/>
                  </a:lnTo>
                  <a:cubicBezTo>
                    <a:pt x="7439" y="12708"/>
                    <a:pt x="7473" y="12674"/>
                    <a:pt x="7473" y="12640"/>
                  </a:cubicBezTo>
                  <a:cubicBezTo>
                    <a:pt x="7508" y="12606"/>
                    <a:pt x="7473" y="12537"/>
                    <a:pt x="7439" y="12537"/>
                  </a:cubicBezTo>
                  <a:lnTo>
                    <a:pt x="7303" y="12503"/>
                  </a:lnTo>
                  <a:close/>
                  <a:moveTo>
                    <a:pt x="7883" y="12640"/>
                  </a:moveTo>
                  <a:cubicBezTo>
                    <a:pt x="7815" y="12640"/>
                    <a:pt x="7781" y="12640"/>
                    <a:pt x="7781" y="12708"/>
                  </a:cubicBezTo>
                  <a:cubicBezTo>
                    <a:pt x="7746" y="12742"/>
                    <a:pt x="7781" y="12810"/>
                    <a:pt x="7849" y="12810"/>
                  </a:cubicBezTo>
                  <a:lnTo>
                    <a:pt x="7951" y="12844"/>
                  </a:lnTo>
                  <a:cubicBezTo>
                    <a:pt x="8019" y="12844"/>
                    <a:pt x="8054" y="12810"/>
                    <a:pt x="8054" y="12776"/>
                  </a:cubicBezTo>
                  <a:cubicBezTo>
                    <a:pt x="8054" y="12708"/>
                    <a:pt x="8019" y="12674"/>
                    <a:pt x="7985" y="12674"/>
                  </a:cubicBezTo>
                  <a:lnTo>
                    <a:pt x="7883" y="12640"/>
                  </a:lnTo>
                  <a:close/>
                  <a:moveTo>
                    <a:pt x="94553" y="12660"/>
                  </a:moveTo>
                  <a:cubicBezTo>
                    <a:pt x="94521" y="12660"/>
                    <a:pt x="94487" y="12684"/>
                    <a:pt x="94487" y="12708"/>
                  </a:cubicBezTo>
                  <a:cubicBezTo>
                    <a:pt x="94487" y="12776"/>
                    <a:pt x="94487" y="12810"/>
                    <a:pt x="94555" y="12844"/>
                  </a:cubicBezTo>
                  <a:lnTo>
                    <a:pt x="94658" y="12879"/>
                  </a:lnTo>
                  <a:lnTo>
                    <a:pt x="94692" y="12879"/>
                  </a:lnTo>
                  <a:cubicBezTo>
                    <a:pt x="94726" y="12879"/>
                    <a:pt x="94760" y="12844"/>
                    <a:pt x="94760" y="12810"/>
                  </a:cubicBezTo>
                  <a:cubicBezTo>
                    <a:pt x="94760" y="12776"/>
                    <a:pt x="94760" y="12708"/>
                    <a:pt x="94692" y="12708"/>
                  </a:cubicBezTo>
                  <a:lnTo>
                    <a:pt x="94590" y="12674"/>
                  </a:lnTo>
                  <a:cubicBezTo>
                    <a:pt x="94580" y="12664"/>
                    <a:pt x="94567" y="12660"/>
                    <a:pt x="94553" y="12660"/>
                  </a:cubicBezTo>
                  <a:close/>
                  <a:moveTo>
                    <a:pt x="8393" y="12762"/>
                  </a:moveTo>
                  <a:cubicBezTo>
                    <a:pt x="8361" y="12762"/>
                    <a:pt x="8327" y="12786"/>
                    <a:pt x="8327" y="12810"/>
                  </a:cubicBezTo>
                  <a:cubicBezTo>
                    <a:pt x="8327" y="12879"/>
                    <a:pt x="8361" y="12913"/>
                    <a:pt x="8395" y="12913"/>
                  </a:cubicBezTo>
                  <a:lnTo>
                    <a:pt x="8497" y="12947"/>
                  </a:lnTo>
                  <a:lnTo>
                    <a:pt x="8531" y="12947"/>
                  </a:lnTo>
                  <a:cubicBezTo>
                    <a:pt x="8565" y="12947"/>
                    <a:pt x="8599" y="12913"/>
                    <a:pt x="8599" y="12879"/>
                  </a:cubicBezTo>
                  <a:cubicBezTo>
                    <a:pt x="8634" y="12844"/>
                    <a:pt x="8599" y="12810"/>
                    <a:pt x="8531" y="12776"/>
                  </a:cubicBezTo>
                  <a:lnTo>
                    <a:pt x="8429" y="12776"/>
                  </a:lnTo>
                  <a:cubicBezTo>
                    <a:pt x="8419" y="12766"/>
                    <a:pt x="8406" y="12762"/>
                    <a:pt x="8393" y="12762"/>
                  </a:cubicBezTo>
                  <a:close/>
                  <a:moveTo>
                    <a:pt x="95135" y="12844"/>
                  </a:moveTo>
                  <a:cubicBezTo>
                    <a:pt x="95101" y="12844"/>
                    <a:pt x="95033" y="12879"/>
                    <a:pt x="95033" y="12913"/>
                  </a:cubicBezTo>
                  <a:cubicBezTo>
                    <a:pt x="94999" y="12947"/>
                    <a:pt x="95033" y="13015"/>
                    <a:pt x="95067" y="13015"/>
                  </a:cubicBezTo>
                  <a:lnTo>
                    <a:pt x="95204" y="13049"/>
                  </a:lnTo>
                  <a:cubicBezTo>
                    <a:pt x="95238" y="13049"/>
                    <a:pt x="95272" y="13049"/>
                    <a:pt x="95306" y="13015"/>
                  </a:cubicBezTo>
                  <a:cubicBezTo>
                    <a:pt x="95306" y="12947"/>
                    <a:pt x="95306" y="12913"/>
                    <a:pt x="95238" y="12879"/>
                  </a:cubicBezTo>
                  <a:lnTo>
                    <a:pt x="95135" y="12844"/>
                  </a:lnTo>
                  <a:close/>
                  <a:moveTo>
                    <a:pt x="8975" y="12879"/>
                  </a:moveTo>
                  <a:cubicBezTo>
                    <a:pt x="8941" y="12879"/>
                    <a:pt x="8907" y="12913"/>
                    <a:pt x="8872" y="12947"/>
                  </a:cubicBezTo>
                  <a:cubicBezTo>
                    <a:pt x="8872" y="12981"/>
                    <a:pt x="8907" y="13049"/>
                    <a:pt x="8941" y="13049"/>
                  </a:cubicBezTo>
                  <a:lnTo>
                    <a:pt x="9077" y="13083"/>
                  </a:lnTo>
                  <a:cubicBezTo>
                    <a:pt x="9111" y="13083"/>
                    <a:pt x="9145" y="13049"/>
                    <a:pt x="9180" y="13015"/>
                  </a:cubicBezTo>
                  <a:cubicBezTo>
                    <a:pt x="9180" y="12981"/>
                    <a:pt x="9145" y="12913"/>
                    <a:pt x="9111" y="12913"/>
                  </a:cubicBezTo>
                  <a:lnTo>
                    <a:pt x="8975" y="12879"/>
                  </a:lnTo>
                  <a:close/>
                  <a:moveTo>
                    <a:pt x="9507" y="13002"/>
                  </a:moveTo>
                  <a:cubicBezTo>
                    <a:pt x="9471" y="13002"/>
                    <a:pt x="9453" y="13033"/>
                    <a:pt x="9453" y="13083"/>
                  </a:cubicBezTo>
                  <a:cubicBezTo>
                    <a:pt x="9453" y="13117"/>
                    <a:pt x="9453" y="13152"/>
                    <a:pt x="9521" y="13186"/>
                  </a:cubicBezTo>
                  <a:lnTo>
                    <a:pt x="9657" y="13186"/>
                  </a:lnTo>
                  <a:cubicBezTo>
                    <a:pt x="9691" y="13186"/>
                    <a:pt x="9726" y="13186"/>
                    <a:pt x="9726" y="13152"/>
                  </a:cubicBezTo>
                  <a:cubicBezTo>
                    <a:pt x="9726" y="13083"/>
                    <a:pt x="9691" y="13049"/>
                    <a:pt x="9657" y="13049"/>
                  </a:cubicBezTo>
                  <a:lnTo>
                    <a:pt x="9555" y="13015"/>
                  </a:lnTo>
                  <a:cubicBezTo>
                    <a:pt x="9537" y="13006"/>
                    <a:pt x="9521" y="13002"/>
                    <a:pt x="9507" y="13002"/>
                  </a:cubicBezTo>
                  <a:close/>
                  <a:moveTo>
                    <a:pt x="95645" y="13035"/>
                  </a:moveTo>
                  <a:cubicBezTo>
                    <a:pt x="95613" y="13035"/>
                    <a:pt x="95579" y="13059"/>
                    <a:pt x="95579" y="13083"/>
                  </a:cubicBezTo>
                  <a:cubicBezTo>
                    <a:pt x="95545" y="13152"/>
                    <a:pt x="95579" y="13186"/>
                    <a:pt x="95613" y="13186"/>
                  </a:cubicBezTo>
                  <a:lnTo>
                    <a:pt x="95750" y="13254"/>
                  </a:lnTo>
                  <a:cubicBezTo>
                    <a:pt x="95784" y="13254"/>
                    <a:pt x="95818" y="13220"/>
                    <a:pt x="95852" y="13186"/>
                  </a:cubicBezTo>
                  <a:cubicBezTo>
                    <a:pt x="95852" y="13152"/>
                    <a:pt x="95818" y="13083"/>
                    <a:pt x="95784" y="13083"/>
                  </a:cubicBezTo>
                  <a:lnTo>
                    <a:pt x="95681" y="13049"/>
                  </a:lnTo>
                  <a:cubicBezTo>
                    <a:pt x="95671" y="13039"/>
                    <a:pt x="95659" y="13035"/>
                    <a:pt x="95645" y="13035"/>
                  </a:cubicBezTo>
                  <a:close/>
                  <a:moveTo>
                    <a:pt x="10101" y="13117"/>
                  </a:moveTo>
                  <a:cubicBezTo>
                    <a:pt x="10067" y="13117"/>
                    <a:pt x="10033" y="13152"/>
                    <a:pt x="9999" y="13186"/>
                  </a:cubicBezTo>
                  <a:cubicBezTo>
                    <a:pt x="9999" y="13254"/>
                    <a:pt x="10033" y="13288"/>
                    <a:pt x="10067" y="13288"/>
                  </a:cubicBezTo>
                  <a:lnTo>
                    <a:pt x="10169" y="13322"/>
                  </a:lnTo>
                  <a:lnTo>
                    <a:pt x="10203" y="13322"/>
                  </a:lnTo>
                  <a:cubicBezTo>
                    <a:pt x="10237" y="13322"/>
                    <a:pt x="10272" y="13288"/>
                    <a:pt x="10272" y="13254"/>
                  </a:cubicBezTo>
                  <a:cubicBezTo>
                    <a:pt x="10306" y="13220"/>
                    <a:pt x="10272" y="13152"/>
                    <a:pt x="10203" y="13152"/>
                  </a:cubicBezTo>
                  <a:lnTo>
                    <a:pt x="10101" y="13117"/>
                  </a:lnTo>
                  <a:close/>
                  <a:moveTo>
                    <a:pt x="96227" y="13220"/>
                  </a:moveTo>
                  <a:cubicBezTo>
                    <a:pt x="96193" y="13220"/>
                    <a:pt x="96125" y="13220"/>
                    <a:pt x="96125" y="13288"/>
                  </a:cubicBezTo>
                  <a:cubicBezTo>
                    <a:pt x="96091" y="13322"/>
                    <a:pt x="96125" y="13356"/>
                    <a:pt x="96159" y="13390"/>
                  </a:cubicBezTo>
                  <a:lnTo>
                    <a:pt x="96262" y="13425"/>
                  </a:lnTo>
                  <a:lnTo>
                    <a:pt x="96296" y="13425"/>
                  </a:lnTo>
                  <a:cubicBezTo>
                    <a:pt x="96330" y="13425"/>
                    <a:pt x="96364" y="13390"/>
                    <a:pt x="96398" y="13356"/>
                  </a:cubicBezTo>
                  <a:cubicBezTo>
                    <a:pt x="96398" y="13322"/>
                    <a:pt x="96364" y="13288"/>
                    <a:pt x="96330" y="13254"/>
                  </a:cubicBezTo>
                  <a:lnTo>
                    <a:pt x="96227" y="13220"/>
                  </a:lnTo>
                  <a:close/>
                  <a:moveTo>
                    <a:pt x="10681" y="13254"/>
                  </a:moveTo>
                  <a:cubicBezTo>
                    <a:pt x="10613" y="13254"/>
                    <a:pt x="10579" y="13288"/>
                    <a:pt x="10579" y="13322"/>
                  </a:cubicBezTo>
                  <a:cubicBezTo>
                    <a:pt x="10545" y="13356"/>
                    <a:pt x="10579" y="13425"/>
                    <a:pt x="10647" y="13425"/>
                  </a:cubicBezTo>
                  <a:lnTo>
                    <a:pt x="10749" y="13459"/>
                  </a:lnTo>
                  <a:cubicBezTo>
                    <a:pt x="10783" y="13459"/>
                    <a:pt x="10852" y="13425"/>
                    <a:pt x="10852" y="13390"/>
                  </a:cubicBezTo>
                  <a:cubicBezTo>
                    <a:pt x="10852" y="13322"/>
                    <a:pt x="10817" y="13288"/>
                    <a:pt x="10783" y="13288"/>
                  </a:cubicBezTo>
                  <a:lnTo>
                    <a:pt x="10681" y="13254"/>
                  </a:lnTo>
                  <a:close/>
                  <a:moveTo>
                    <a:pt x="11194" y="13377"/>
                  </a:moveTo>
                  <a:cubicBezTo>
                    <a:pt x="11161" y="13377"/>
                    <a:pt x="11125" y="13409"/>
                    <a:pt x="11125" y="13459"/>
                  </a:cubicBezTo>
                  <a:cubicBezTo>
                    <a:pt x="11125" y="13493"/>
                    <a:pt x="11159" y="13527"/>
                    <a:pt x="11193" y="13561"/>
                  </a:cubicBezTo>
                  <a:lnTo>
                    <a:pt x="11329" y="13561"/>
                  </a:lnTo>
                  <a:cubicBezTo>
                    <a:pt x="11363" y="13561"/>
                    <a:pt x="11398" y="13561"/>
                    <a:pt x="11398" y="13493"/>
                  </a:cubicBezTo>
                  <a:cubicBezTo>
                    <a:pt x="11398" y="13459"/>
                    <a:pt x="11398" y="13425"/>
                    <a:pt x="11329" y="13390"/>
                  </a:cubicBezTo>
                  <a:lnTo>
                    <a:pt x="11227" y="13390"/>
                  </a:lnTo>
                  <a:cubicBezTo>
                    <a:pt x="11218" y="13381"/>
                    <a:pt x="11206" y="13377"/>
                    <a:pt x="11194" y="13377"/>
                  </a:cubicBezTo>
                  <a:close/>
                  <a:moveTo>
                    <a:pt x="11773" y="13493"/>
                  </a:moveTo>
                  <a:cubicBezTo>
                    <a:pt x="11739" y="13493"/>
                    <a:pt x="11705" y="13527"/>
                    <a:pt x="11671" y="13561"/>
                  </a:cubicBezTo>
                  <a:cubicBezTo>
                    <a:pt x="11671" y="13629"/>
                    <a:pt x="11705" y="13663"/>
                    <a:pt x="11739" y="13663"/>
                  </a:cubicBezTo>
                  <a:lnTo>
                    <a:pt x="11875" y="13698"/>
                  </a:lnTo>
                  <a:cubicBezTo>
                    <a:pt x="11909" y="13698"/>
                    <a:pt x="11944" y="13663"/>
                    <a:pt x="11978" y="13629"/>
                  </a:cubicBezTo>
                  <a:cubicBezTo>
                    <a:pt x="11978" y="13595"/>
                    <a:pt x="11944" y="13527"/>
                    <a:pt x="11909" y="13527"/>
                  </a:cubicBezTo>
                  <a:lnTo>
                    <a:pt x="11773" y="13493"/>
                  </a:lnTo>
                  <a:close/>
                  <a:moveTo>
                    <a:pt x="12353" y="13629"/>
                  </a:moveTo>
                  <a:cubicBezTo>
                    <a:pt x="12285" y="13629"/>
                    <a:pt x="12251" y="13629"/>
                    <a:pt x="12251" y="13698"/>
                  </a:cubicBezTo>
                  <a:cubicBezTo>
                    <a:pt x="12217" y="13732"/>
                    <a:pt x="12251" y="13766"/>
                    <a:pt x="12319" y="13800"/>
                  </a:cubicBezTo>
                  <a:lnTo>
                    <a:pt x="12421" y="13800"/>
                  </a:lnTo>
                  <a:cubicBezTo>
                    <a:pt x="12421" y="13834"/>
                    <a:pt x="12421" y="13834"/>
                    <a:pt x="12421" y="13834"/>
                  </a:cubicBezTo>
                  <a:cubicBezTo>
                    <a:pt x="12490" y="13834"/>
                    <a:pt x="12524" y="13800"/>
                    <a:pt x="12524" y="13766"/>
                  </a:cubicBezTo>
                  <a:cubicBezTo>
                    <a:pt x="12524" y="13698"/>
                    <a:pt x="12490" y="13663"/>
                    <a:pt x="12455" y="13663"/>
                  </a:cubicBezTo>
                  <a:lnTo>
                    <a:pt x="12353" y="13629"/>
                  </a:lnTo>
                  <a:close/>
                  <a:moveTo>
                    <a:pt x="96500" y="13561"/>
                  </a:moveTo>
                  <a:cubicBezTo>
                    <a:pt x="96432" y="13561"/>
                    <a:pt x="96398" y="13629"/>
                    <a:pt x="96398" y="13663"/>
                  </a:cubicBezTo>
                  <a:lnTo>
                    <a:pt x="96398" y="13766"/>
                  </a:lnTo>
                  <a:cubicBezTo>
                    <a:pt x="96398" y="13834"/>
                    <a:pt x="96432" y="13868"/>
                    <a:pt x="96500" y="13868"/>
                  </a:cubicBezTo>
                  <a:cubicBezTo>
                    <a:pt x="96535" y="13868"/>
                    <a:pt x="96569" y="13834"/>
                    <a:pt x="96569" y="13766"/>
                  </a:cubicBezTo>
                  <a:lnTo>
                    <a:pt x="96569" y="13663"/>
                  </a:lnTo>
                  <a:cubicBezTo>
                    <a:pt x="96569" y="13629"/>
                    <a:pt x="96535" y="13561"/>
                    <a:pt x="96500" y="13561"/>
                  </a:cubicBezTo>
                  <a:close/>
                  <a:moveTo>
                    <a:pt x="12899" y="13732"/>
                  </a:moveTo>
                  <a:cubicBezTo>
                    <a:pt x="12865" y="13732"/>
                    <a:pt x="12797" y="13766"/>
                    <a:pt x="12797" y="13800"/>
                  </a:cubicBezTo>
                  <a:cubicBezTo>
                    <a:pt x="12797" y="13868"/>
                    <a:pt x="12831" y="13902"/>
                    <a:pt x="12865" y="13902"/>
                  </a:cubicBezTo>
                  <a:lnTo>
                    <a:pt x="12967" y="13936"/>
                  </a:lnTo>
                  <a:lnTo>
                    <a:pt x="13001" y="13936"/>
                  </a:lnTo>
                  <a:cubicBezTo>
                    <a:pt x="13035" y="13936"/>
                    <a:pt x="13070" y="13902"/>
                    <a:pt x="13070" y="13868"/>
                  </a:cubicBezTo>
                  <a:cubicBezTo>
                    <a:pt x="13104" y="13834"/>
                    <a:pt x="13070" y="13766"/>
                    <a:pt x="13001" y="13766"/>
                  </a:cubicBezTo>
                  <a:lnTo>
                    <a:pt x="12899" y="13732"/>
                  </a:lnTo>
                  <a:close/>
                  <a:moveTo>
                    <a:pt x="13479" y="13868"/>
                  </a:moveTo>
                  <a:cubicBezTo>
                    <a:pt x="13411" y="13868"/>
                    <a:pt x="13377" y="13902"/>
                    <a:pt x="13377" y="13936"/>
                  </a:cubicBezTo>
                  <a:cubicBezTo>
                    <a:pt x="13343" y="13971"/>
                    <a:pt x="13377" y="14039"/>
                    <a:pt x="13411" y="14039"/>
                  </a:cubicBezTo>
                  <a:lnTo>
                    <a:pt x="13547" y="14073"/>
                  </a:lnTo>
                  <a:cubicBezTo>
                    <a:pt x="13581" y="14073"/>
                    <a:pt x="13616" y="14039"/>
                    <a:pt x="13650" y="14005"/>
                  </a:cubicBezTo>
                  <a:cubicBezTo>
                    <a:pt x="13650" y="13936"/>
                    <a:pt x="13616" y="13902"/>
                    <a:pt x="13581" y="13902"/>
                  </a:cubicBezTo>
                  <a:lnTo>
                    <a:pt x="13479" y="13868"/>
                  </a:lnTo>
                  <a:close/>
                  <a:moveTo>
                    <a:pt x="13992" y="13991"/>
                  </a:moveTo>
                  <a:cubicBezTo>
                    <a:pt x="13959" y="13991"/>
                    <a:pt x="13923" y="14023"/>
                    <a:pt x="13923" y="14073"/>
                  </a:cubicBezTo>
                  <a:cubicBezTo>
                    <a:pt x="13923" y="14107"/>
                    <a:pt x="13923" y="14141"/>
                    <a:pt x="13991" y="14175"/>
                  </a:cubicBezTo>
                  <a:lnTo>
                    <a:pt x="14127" y="14175"/>
                  </a:lnTo>
                  <a:cubicBezTo>
                    <a:pt x="14162" y="14175"/>
                    <a:pt x="14196" y="14175"/>
                    <a:pt x="14196" y="14107"/>
                  </a:cubicBezTo>
                  <a:cubicBezTo>
                    <a:pt x="14196" y="14073"/>
                    <a:pt x="14196" y="14039"/>
                    <a:pt x="14127" y="14005"/>
                  </a:cubicBezTo>
                  <a:lnTo>
                    <a:pt x="14025" y="14005"/>
                  </a:lnTo>
                  <a:cubicBezTo>
                    <a:pt x="14016" y="13995"/>
                    <a:pt x="14004" y="13991"/>
                    <a:pt x="13992" y="13991"/>
                  </a:cubicBezTo>
                  <a:close/>
                  <a:moveTo>
                    <a:pt x="14571" y="14107"/>
                  </a:moveTo>
                  <a:cubicBezTo>
                    <a:pt x="14537" y="14107"/>
                    <a:pt x="14503" y="14141"/>
                    <a:pt x="14469" y="14175"/>
                  </a:cubicBezTo>
                  <a:cubicBezTo>
                    <a:pt x="14469" y="14243"/>
                    <a:pt x="14503" y="14278"/>
                    <a:pt x="14537" y="14278"/>
                  </a:cubicBezTo>
                  <a:lnTo>
                    <a:pt x="14639" y="14312"/>
                  </a:lnTo>
                  <a:lnTo>
                    <a:pt x="14673" y="14312"/>
                  </a:lnTo>
                  <a:cubicBezTo>
                    <a:pt x="14708" y="14312"/>
                    <a:pt x="14742" y="14278"/>
                    <a:pt x="14742" y="14243"/>
                  </a:cubicBezTo>
                  <a:cubicBezTo>
                    <a:pt x="14776" y="14209"/>
                    <a:pt x="14742" y="14141"/>
                    <a:pt x="14708" y="14141"/>
                  </a:cubicBezTo>
                  <a:lnTo>
                    <a:pt x="14571" y="14107"/>
                  </a:lnTo>
                  <a:close/>
                  <a:moveTo>
                    <a:pt x="96466" y="14141"/>
                  </a:moveTo>
                  <a:lnTo>
                    <a:pt x="96364" y="14175"/>
                  </a:lnTo>
                  <a:cubicBezTo>
                    <a:pt x="96330" y="14175"/>
                    <a:pt x="96296" y="14209"/>
                    <a:pt x="96296" y="14243"/>
                  </a:cubicBezTo>
                  <a:cubicBezTo>
                    <a:pt x="96296" y="14312"/>
                    <a:pt x="96330" y="14346"/>
                    <a:pt x="96364" y="14346"/>
                  </a:cubicBezTo>
                  <a:lnTo>
                    <a:pt x="96398" y="14346"/>
                  </a:lnTo>
                  <a:lnTo>
                    <a:pt x="96500" y="14312"/>
                  </a:lnTo>
                  <a:cubicBezTo>
                    <a:pt x="96535" y="14312"/>
                    <a:pt x="96569" y="14278"/>
                    <a:pt x="96569" y="14209"/>
                  </a:cubicBezTo>
                  <a:cubicBezTo>
                    <a:pt x="96569" y="14175"/>
                    <a:pt x="96535" y="14141"/>
                    <a:pt x="96466" y="14141"/>
                  </a:cubicBezTo>
                  <a:close/>
                  <a:moveTo>
                    <a:pt x="95920" y="14209"/>
                  </a:moveTo>
                  <a:lnTo>
                    <a:pt x="95784" y="14243"/>
                  </a:lnTo>
                  <a:cubicBezTo>
                    <a:pt x="95750" y="14243"/>
                    <a:pt x="95716" y="14278"/>
                    <a:pt x="95716" y="14346"/>
                  </a:cubicBezTo>
                  <a:cubicBezTo>
                    <a:pt x="95716" y="14380"/>
                    <a:pt x="95750" y="14414"/>
                    <a:pt x="95818" y="14414"/>
                  </a:cubicBezTo>
                  <a:lnTo>
                    <a:pt x="95920" y="14380"/>
                  </a:lnTo>
                  <a:cubicBezTo>
                    <a:pt x="95989" y="14380"/>
                    <a:pt x="96023" y="14346"/>
                    <a:pt x="95989" y="14312"/>
                  </a:cubicBezTo>
                  <a:cubicBezTo>
                    <a:pt x="95989" y="14243"/>
                    <a:pt x="95954" y="14209"/>
                    <a:pt x="95920" y="14209"/>
                  </a:cubicBezTo>
                  <a:close/>
                  <a:moveTo>
                    <a:pt x="15151" y="14243"/>
                  </a:moveTo>
                  <a:cubicBezTo>
                    <a:pt x="15083" y="14243"/>
                    <a:pt x="15049" y="14243"/>
                    <a:pt x="15049" y="14312"/>
                  </a:cubicBezTo>
                  <a:cubicBezTo>
                    <a:pt x="15015" y="14346"/>
                    <a:pt x="15049" y="14414"/>
                    <a:pt x="15117" y="14414"/>
                  </a:cubicBezTo>
                  <a:lnTo>
                    <a:pt x="15219" y="14448"/>
                  </a:lnTo>
                  <a:cubicBezTo>
                    <a:pt x="15288" y="14448"/>
                    <a:pt x="15322" y="14414"/>
                    <a:pt x="15322" y="14380"/>
                  </a:cubicBezTo>
                  <a:cubicBezTo>
                    <a:pt x="15322" y="14312"/>
                    <a:pt x="15288" y="14278"/>
                    <a:pt x="15253" y="14278"/>
                  </a:cubicBezTo>
                  <a:lnTo>
                    <a:pt x="15151" y="14243"/>
                  </a:lnTo>
                  <a:close/>
                  <a:moveTo>
                    <a:pt x="95373" y="14298"/>
                  </a:moveTo>
                  <a:cubicBezTo>
                    <a:pt x="95361" y="14298"/>
                    <a:pt x="95349" y="14303"/>
                    <a:pt x="95340" y="14312"/>
                  </a:cubicBezTo>
                  <a:lnTo>
                    <a:pt x="95238" y="14312"/>
                  </a:lnTo>
                  <a:cubicBezTo>
                    <a:pt x="95170" y="14312"/>
                    <a:pt x="95135" y="14380"/>
                    <a:pt x="95170" y="14414"/>
                  </a:cubicBezTo>
                  <a:cubicBezTo>
                    <a:pt x="95170" y="14448"/>
                    <a:pt x="95204" y="14482"/>
                    <a:pt x="95238" y="14482"/>
                  </a:cubicBezTo>
                  <a:lnTo>
                    <a:pt x="95374" y="14482"/>
                  </a:lnTo>
                  <a:cubicBezTo>
                    <a:pt x="95408" y="14448"/>
                    <a:pt x="95443" y="14414"/>
                    <a:pt x="95443" y="14380"/>
                  </a:cubicBezTo>
                  <a:cubicBezTo>
                    <a:pt x="95443" y="14330"/>
                    <a:pt x="95406" y="14298"/>
                    <a:pt x="95373" y="14298"/>
                  </a:cubicBezTo>
                  <a:close/>
                  <a:moveTo>
                    <a:pt x="15661" y="14366"/>
                  </a:moveTo>
                  <a:cubicBezTo>
                    <a:pt x="15629" y="14366"/>
                    <a:pt x="15595" y="14390"/>
                    <a:pt x="15595" y="14414"/>
                  </a:cubicBezTo>
                  <a:cubicBezTo>
                    <a:pt x="15595" y="14482"/>
                    <a:pt x="15629" y="14516"/>
                    <a:pt x="15663" y="14516"/>
                  </a:cubicBezTo>
                  <a:lnTo>
                    <a:pt x="15765" y="14551"/>
                  </a:lnTo>
                  <a:lnTo>
                    <a:pt x="15799" y="14551"/>
                  </a:lnTo>
                  <a:cubicBezTo>
                    <a:pt x="15834" y="14551"/>
                    <a:pt x="15868" y="14516"/>
                    <a:pt x="15868" y="14482"/>
                  </a:cubicBezTo>
                  <a:cubicBezTo>
                    <a:pt x="15902" y="14448"/>
                    <a:pt x="15868" y="14414"/>
                    <a:pt x="15799" y="14380"/>
                  </a:cubicBezTo>
                  <a:lnTo>
                    <a:pt x="15697" y="14380"/>
                  </a:lnTo>
                  <a:cubicBezTo>
                    <a:pt x="15687" y="14370"/>
                    <a:pt x="15674" y="14366"/>
                    <a:pt x="15661" y="14366"/>
                  </a:cubicBezTo>
                  <a:close/>
                  <a:moveTo>
                    <a:pt x="94658" y="14380"/>
                  </a:moveTo>
                  <a:cubicBezTo>
                    <a:pt x="94624" y="14380"/>
                    <a:pt x="94590" y="14448"/>
                    <a:pt x="94590" y="14482"/>
                  </a:cubicBezTo>
                  <a:cubicBezTo>
                    <a:pt x="94590" y="14516"/>
                    <a:pt x="94624" y="14551"/>
                    <a:pt x="94658" y="14551"/>
                  </a:cubicBezTo>
                  <a:lnTo>
                    <a:pt x="94794" y="14551"/>
                  </a:lnTo>
                  <a:cubicBezTo>
                    <a:pt x="94828" y="14551"/>
                    <a:pt x="94862" y="14482"/>
                    <a:pt x="94862" y="14448"/>
                  </a:cubicBezTo>
                  <a:cubicBezTo>
                    <a:pt x="94862" y="14414"/>
                    <a:pt x="94828" y="14380"/>
                    <a:pt x="94760" y="14380"/>
                  </a:cubicBezTo>
                  <a:close/>
                  <a:moveTo>
                    <a:pt x="94214" y="14448"/>
                  </a:moveTo>
                  <a:lnTo>
                    <a:pt x="94078" y="14482"/>
                  </a:lnTo>
                  <a:cubicBezTo>
                    <a:pt x="94044" y="14482"/>
                    <a:pt x="94009" y="14516"/>
                    <a:pt x="94009" y="14551"/>
                  </a:cubicBezTo>
                  <a:cubicBezTo>
                    <a:pt x="94009" y="14619"/>
                    <a:pt x="94044" y="14653"/>
                    <a:pt x="94112" y="14653"/>
                  </a:cubicBezTo>
                  <a:lnTo>
                    <a:pt x="94214" y="14619"/>
                  </a:lnTo>
                  <a:cubicBezTo>
                    <a:pt x="94282" y="14619"/>
                    <a:pt x="94317" y="14585"/>
                    <a:pt x="94317" y="14516"/>
                  </a:cubicBezTo>
                  <a:cubicBezTo>
                    <a:pt x="94282" y="14482"/>
                    <a:pt x="94248" y="14448"/>
                    <a:pt x="94214" y="14448"/>
                  </a:cubicBezTo>
                  <a:close/>
                  <a:moveTo>
                    <a:pt x="16243" y="14482"/>
                  </a:moveTo>
                  <a:cubicBezTo>
                    <a:pt x="16209" y="14482"/>
                    <a:pt x="16175" y="14516"/>
                    <a:pt x="16141" y="14551"/>
                  </a:cubicBezTo>
                  <a:cubicBezTo>
                    <a:pt x="16141" y="14585"/>
                    <a:pt x="16175" y="14653"/>
                    <a:pt x="16209" y="14653"/>
                  </a:cubicBezTo>
                  <a:lnTo>
                    <a:pt x="16345" y="14687"/>
                  </a:lnTo>
                  <a:cubicBezTo>
                    <a:pt x="16380" y="14687"/>
                    <a:pt x="16414" y="14653"/>
                    <a:pt x="16448" y="14619"/>
                  </a:cubicBezTo>
                  <a:cubicBezTo>
                    <a:pt x="16448" y="14585"/>
                    <a:pt x="16414" y="14516"/>
                    <a:pt x="16380" y="14516"/>
                  </a:cubicBezTo>
                  <a:lnTo>
                    <a:pt x="16243" y="14482"/>
                  </a:lnTo>
                  <a:close/>
                  <a:moveTo>
                    <a:pt x="93634" y="14516"/>
                  </a:moveTo>
                  <a:lnTo>
                    <a:pt x="93532" y="14551"/>
                  </a:lnTo>
                  <a:cubicBezTo>
                    <a:pt x="93463" y="14551"/>
                    <a:pt x="93429" y="14585"/>
                    <a:pt x="93463" y="14653"/>
                  </a:cubicBezTo>
                  <a:cubicBezTo>
                    <a:pt x="93463" y="14687"/>
                    <a:pt x="93498" y="14721"/>
                    <a:pt x="93532" y="14721"/>
                  </a:cubicBezTo>
                  <a:lnTo>
                    <a:pt x="93668" y="14687"/>
                  </a:lnTo>
                  <a:cubicBezTo>
                    <a:pt x="93702" y="14687"/>
                    <a:pt x="93736" y="14653"/>
                    <a:pt x="93736" y="14585"/>
                  </a:cubicBezTo>
                  <a:cubicBezTo>
                    <a:pt x="93736" y="14551"/>
                    <a:pt x="93702" y="14516"/>
                    <a:pt x="93634" y="14516"/>
                  </a:cubicBezTo>
                  <a:close/>
                  <a:moveTo>
                    <a:pt x="16776" y="14605"/>
                  </a:moveTo>
                  <a:cubicBezTo>
                    <a:pt x="16739" y="14605"/>
                    <a:pt x="16721" y="14637"/>
                    <a:pt x="16721" y="14687"/>
                  </a:cubicBezTo>
                  <a:cubicBezTo>
                    <a:pt x="16721" y="14721"/>
                    <a:pt x="16721" y="14755"/>
                    <a:pt x="16789" y="14789"/>
                  </a:cubicBezTo>
                  <a:lnTo>
                    <a:pt x="16926" y="14789"/>
                  </a:lnTo>
                  <a:cubicBezTo>
                    <a:pt x="16960" y="14789"/>
                    <a:pt x="16994" y="14789"/>
                    <a:pt x="16994" y="14721"/>
                  </a:cubicBezTo>
                  <a:cubicBezTo>
                    <a:pt x="16994" y="14687"/>
                    <a:pt x="16960" y="14653"/>
                    <a:pt x="16926" y="14619"/>
                  </a:cubicBezTo>
                  <a:lnTo>
                    <a:pt x="16823" y="14619"/>
                  </a:lnTo>
                  <a:cubicBezTo>
                    <a:pt x="16805" y="14610"/>
                    <a:pt x="16789" y="14605"/>
                    <a:pt x="16776" y="14605"/>
                  </a:cubicBezTo>
                  <a:close/>
                  <a:moveTo>
                    <a:pt x="93101" y="14605"/>
                  </a:moveTo>
                  <a:cubicBezTo>
                    <a:pt x="93088" y="14605"/>
                    <a:pt x="93072" y="14610"/>
                    <a:pt x="93054" y="14619"/>
                  </a:cubicBezTo>
                  <a:lnTo>
                    <a:pt x="92952" y="14619"/>
                  </a:lnTo>
                  <a:cubicBezTo>
                    <a:pt x="92917" y="14619"/>
                    <a:pt x="92883" y="14653"/>
                    <a:pt x="92883" y="14721"/>
                  </a:cubicBezTo>
                  <a:cubicBezTo>
                    <a:pt x="92883" y="14755"/>
                    <a:pt x="92917" y="14789"/>
                    <a:pt x="92986" y="14789"/>
                  </a:cubicBezTo>
                  <a:lnTo>
                    <a:pt x="93088" y="14789"/>
                  </a:lnTo>
                  <a:cubicBezTo>
                    <a:pt x="93156" y="14755"/>
                    <a:pt x="93190" y="14721"/>
                    <a:pt x="93156" y="14687"/>
                  </a:cubicBezTo>
                  <a:cubicBezTo>
                    <a:pt x="93156" y="14637"/>
                    <a:pt x="93138" y="14605"/>
                    <a:pt x="93101" y="14605"/>
                  </a:cubicBezTo>
                  <a:close/>
                  <a:moveTo>
                    <a:pt x="92406" y="14687"/>
                  </a:moveTo>
                  <a:cubicBezTo>
                    <a:pt x="92337" y="14687"/>
                    <a:pt x="92303" y="14755"/>
                    <a:pt x="92303" y="14789"/>
                  </a:cubicBezTo>
                  <a:cubicBezTo>
                    <a:pt x="92337" y="14824"/>
                    <a:pt x="92372" y="14858"/>
                    <a:pt x="92406" y="14858"/>
                  </a:cubicBezTo>
                  <a:lnTo>
                    <a:pt x="92542" y="14858"/>
                  </a:lnTo>
                  <a:cubicBezTo>
                    <a:pt x="92576" y="14858"/>
                    <a:pt x="92610" y="14789"/>
                    <a:pt x="92610" y="14755"/>
                  </a:cubicBezTo>
                  <a:cubicBezTo>
                    <a:pt x="92610" y="14721"/>
                    <a:pt x="92542" y="14687"/>
                    <a:pt x="92508" y="14687"/>
                  </a:cubicBezTo>
                  <a:close/>
                  <a:moveTo>
                    <a:pt x="17369" y="14721"/>
                  </a:moveTo>
                  <a:cubicBezTo>
                    <a:pt x="17335" y="14721"/>
                    <a:pt x="17301" y="14755"/>
                    <a:pt x="17267" y="14789"/>
                  </a:cubicBezTo>
                  <a:cubicBezTo>
                    <a:pt x="17267" y="14858"/>
                    <a:pt x="17301" y="14892"/>
                    <a:pt x="17335" y="14892"/>
                  </a:cubicBezTo>
                  <a:lnTo>
                    <a:pt x="17437" y="14926"/>
                  </a:lnTo>
                  <a:lnTo>
                    <a:pt x="17471" y="14926"/>
                  </a:lnTo>
                  <a:cubicBezTo>
                    <a:pt x="17506" y="14926"/>
                    <a:pt x="17540" y="14892"/>
                    <a:pt x="17540" y="14858"/>
                  </a:cubicBezTo>
                  <a:cubicBezTo>
                    <a:pt x="17574" y="14824"/>
                    <a:pt x="17540" y="14755"/>
                    <a:pt x="17471" y="14755"/>
                  </a:cubicBezTo>
                  <a:lnTo>
                    <a:pt x="17369" y="14721"/>
                  </a:lnTo>
                  <a:close/>
                  <a:moveTo>
                    <a:pt x="91826" y="14755"/>
                  </a:moveTo>
                  <a:cubicBezTo>
                    <a:pt x="91791" y="14789"/>
                    <a:pt x="91757" y="14824"/>
                    <a:pt x="91757" y="14858"/>
                  </a:cubicBezTo>
                  <a:cubicBezTo>
                    <a:pt x="91757" y="14926"/>
                    <a:pt x="91791" y="14926"/>
                    <a:pt x="91826" y="14926"/>
                  </a:cubicBezTo>
                  <a:lnTo>
                    <a:pt x="91962" y="14926"/>
                  </a:lnTo>
                  <a:cubicBezTo>
                    <a:pt x="91996" y="14926"/>
                    <a:pt x="92030" y="14892"/>
                    <a:pt x="92030" y="14824"/>
                  </a:cubicBezTo>
                  <a:cubicBezTo>
                    <a:pt x="92030" y="14789"/>
                    <a:pt x="91996" y="14755"/>
                    <a:pt x="91928" y="14755"/>
                  </a:cubicBezTo>
                  <a:close/>
                  <a:moveTo>
                    <a:pt x="91382" y="14824"/>
                  </a:moveTo>
                  <a:lnTo>
                    <a:pt x="91245" y="14858"/>
                  </a:lnTo>
                  <a:cubicBezTo>
                    <a:pt x="91211" y="14858"/>
                    <a:pt x="91177" y="14892"/>
                    <a:pt x="91177" y="14926"/>
                  </a:cubicBezTo>
                  <a:cubicBezTo>
                    <a:pt x="91177" y="14994"/>
                    <a:pt x="91211" y="15028"/>
                    <a:pt x="91280" y="15028"/>
                  </a:cubicBezTo>
                  <a:lnTo>
                    <a:pt x="91382" y="14994"/>
                  </a:lnTo>
                  <a:cubicBezTo>
                    <a:pt x="91450" y="14994"/>
                    <a:pt x="91484" y="14960"/>
                    <a:pt x="91450" y="14892"/>
                  </a:cubicBezTo>
                  <a:cubicBezTo>
                    <a:pt x="91450" y="14858"/>
                    <a:pt x="91416" y="14824"/>
                    <a:pt x="91382" y="14824"/>
                  </a:cubicBezTo>
                  <a:close/>
                  <a:moveTo>
                    <a:pt x="17949" y="14858"/>
                  </a:moveTo>
                  <a:cubicBezTo>
                    <a:pt x="17881" y="14858"/>
                    <a:pt x="17847" y="14892"/>
                    <a:pt x="17847" y="14926"/>
                  </a:cubicBezTo>
                  <a:cubicBezTo>
                    <a:pt x="17813" y="14960"/>
                    <a:pt x="17847" y="15028"/>
                    <a:pt x="17881" y="15028"/>
                  </a:cubicBezTo>
                  <a:lnTo>
                    <a:pt x="18017" y="15062"/>
                  </a:lnTo>
                  <a:cubicBezTo>
                    <a:pt x="18052" y="15062"/>
                    <a:pt x="18120" y="15028"/>
                    <a:pt x="18120" y="14994"/>
                  </a:cubicBezTo>
                  <a:cubicBezTo>
                    <a:pt x="18120" y="14926"/>
                    <a:pt x="18086" y="14892"/>
                    <a:pt x="18052" y="14892"/>
                  </a:cubicBezTo>
                  <a:lnTo>
                    <a:pt x="17949" y="14858"/>
                  </a:lnTo>
                  <a:close/>
                  <a:moveTo>
                    <a:pt x="90802" y="14892"/>
                  </a:moveTo>
                  <a:lnTo>
                    <a:pt x="90699" y="14926"/>
                  </a:lnTo>
                  <a:cubicBezTo>
                    <a:pt x="90631" y="14926"/>
                    <a:pt x="90597" y="14960"/>
                    <a:pt x="90597" y="15028"/>
                  </a:cubicBezTo>
                  <a:cubicBezTo>
                    <a:pt x="90631" y="15062"/>
                    <a:pt x="90665" y="15097"/>
                    <a:pt x="90699" y="15097"/>
                  </a:cubicBezTo>
                  <a:lnTo>
                    <a:pt x="90836" y="15062"/>
                  </a:lnTo>
                  <a:cubicBezTo>
                    <a:pt x="90870" y="15062"/>
                    <a:pt x="90904" y="15028"/>
                    <a:pt x="90904" y="14994"/>
                  </a:cubicBezTo>
                  <a:cubicBezTo>
                    <a:pt x="90904" y="14926"/>
                    <a:pt x="90836" y="14892"/>
                    <a:pt x="90802" y="14892"/>
                  </a:cubicBezTo>
                  <a:close/>
                  <a:moveTo>
                    <a:pt x="18459" y="14980"/>
                  </a:moveTo>
                  <a:cubicBezTo>
                    <a:pt x="18427" y="14980"/>
                    <a:pt x="18393" y="15004"/>
                    <a:pt x="18393" y="15028"/>
                  </a:cubicBezTo>
                  <a:cubicBezTo>
                    <a:pt x="18393" y="15097"/>
                    <a:pt x="18427" y="15131"/>
                    <a:pt x="18461" y="15131"/>
                  </a:cubicBezTo>
                  <a:lnTo>
                    <a:pt x="18563" y="15165"/>
                  </a:lnTo>
                  <a:lnTo>
                    <a:pt x="18598" y="15165"/>
                  </a:lnTo>
                  <a:cubicBezTo>
                    <a:pt x="18632" y="15165"/>
                    <a:pt x="18666" y="15131"/>
                    <a:pt x="18666" y="15097"/>
                  </a:cubicBezTo>
                  <a:cubicBezTo>
                    <a:pt x="18666" y="15062"/>
                    <a:pt x="18666" y="15028"/>
                    <a:pt x="18598" y="14994"/>
                  </a:cubicBezTo>
                  <a:lnTo>
                    <a:pt x="18495" y="14994"/>
                  </a:lnTo>
                  <a:cubicBezTo>
                    <a:pt x="18485" y="14984"/>
                    <a:pt x="18472" y="14980"/>
                    <a:pt x="18459" y="14980"/>
                  </a:cubicBezTo>
                  <a:close/>
                  <a:moveTo>
                    <a:pt x="90269" y="14981"/>
                  </a:moveTo>
                  <a:cubicBezTo>
                    <a:pt x="90256" y="14981"/>
                    <a:pt x="90240" y="14985"/>
                    <a:pt x="90222" y="14994"/>
                  </a:cubicBezTo>
                  <a:lnTo>
                    <a:pt x="90119" y="14994"/>
                  </a:lnTo>
                  <a:cubicBezTo>
                    <a:pt x="90085" y="14994"/>
                    <a:pt x="90051" y="15062"/>
                    <a:pt x="90051" y="15097"/>
                  </a:cubicBezTo>
                  <a:cubicBezTo>
                    <a:pt x="90051" y="15131"/>
                    <a:pt x="90085" y="15165"/>
                    <a:pt x="90119" y="15165"/>
                  </a:cubicBezTo>
                  <a:lnTo>
                    <a:pt x="90256" y="15165"/>
                  </a:lnTo>
                  <a:cubicBezTo>
                    <a:pt x="90290" y="15131"/>
                    <a:pt x="90324" y="15097"/>
                    <a:pt x="90324" y="15062"/>
                  </a:cubicBezTo>
                  <a:cubicBezTo>
                    <a:pt x="90324" y="15012"/>
                    <a:pt x="90306" y="14981"/>
                    <a:pt x="90269" y="14981"/>
                  </a:cubicBezTo>
                  <a:close/>
                  <a:moveTo>
                    <a:pt x="89539" y="15062"/>
                  </a:moveTo>
                  <a:cubicBezTo>
                    <a:pt x="89505" y="15097"/>
                    <a:pt x="89471" y="15131"/>
                    <a:pt x="89471" y="15165"/>
                  </a:cubicBezTo>
                  <a:cubicBezTo>
                    <a:pt x="89471" y="15199"/>
                    <a:pt x="89505" y="15233"/>
                    <a:pt x="89573" y="15233"/>
                  </a:cubicBezTo>
                  <a:lnTo>
                    <a:pt x="89676" y="15233"/>
                  </a:lnTo>
                  <a:cubicBezTo>
                    <a:pt x="89744" y="15233"/>
                    <a:pt x="89778" y="15165"/>
                    <a:pt x="89778" y="15131"/>
                  </a:cubicBezTo>
                  <a:cubicBezTo>
                    <a:pt x="89744" y="15097"/>
                    <a:pt x="89710" y="15062"/>
                    <a:pt x="89676" y="15062"/>
                  </a:cubicBezTo>
                  <a:close/>
                  <a:moveTo>
                    <a:pt x="19041" y="15097"/>
                  </a:moveTo>
                  <a:cubicBezTo>
                    <a:pt x="19007" y="15097"/>
                    <a:pt x="18973" y="15131"/>
                    <a:pt x="18939" y="15165"/>
                  </a:cubicBezTo>
                  <a:cubicBezTo>
                    <a:pt x="18939" y="15199"/>
                    <a:pt x="18973" y="15267"/>
                    <a:pt x="19007" y="15267"/>
                  </a:cubicBezTo>
                  <a:lnTo>
                    <a:pt x="19144" y="15301"/>
                  </a:lnTo>
                  <a:cubicBezTo>
                    <a:pt x="19178" y="15301"/>
                    <a:pt x="19212" y="15267"/>
                    <a:pt x="19246" y="15233"/>
                  </a:cubicBezTo>
                  <a:cubicBezTo>
                    <a:pt x="19246" y="15199"/>
                    <a:pt x="19212" y="15131"/>
                    <a:pt x="19178" y="15131"/>
                  </a:cubicBezTo>
                  <a:lnTo>
                    <a:pt x="19041" y="15097"/>
                  </a:lnTo>
                  <a:close/>
                  <a:moveTo>
                    <a:pt x="89096" y="15131"/>
                  </a:moveTo>
                  <a:lnTo>
                    <a:pt x="88993" y="15165"/>
                  </a:lnTo>
                  <a:cubicBezTo>
                    <a:pt x="88925" y="15165"/>
                    <a:pt x="88891" y="15199"/>
                    <a:pt x="88925" y="15233"/>
                  </a:cubicBezTo>
                  <a:cubicBezTo>
                    <a:pt x="88925" y="15301"/>
                    <a:pt x="88959" y="15335"/>
                    <a:pt x="88993" y="15335"/>
                  </a:cubicBezTo>
                  <a:lnTo>
                    <a:pt x="89130" y="15301"/>
                  </a:lnTo>
                  <a:cubicBezTo>
                    <a:pt x="89164" y="15301"/>
                    <a:pt x="89198" y="15267"/>
                    <a:pt x="89198" y="15199"/>
                  </a:cubicBezTo>
                  <a:cubicBezTo>
                    <a:pt x="89198" y="15165"/>
                    <a:pt x="89130" y="15131"/>
                    <a:pt x="89096" y="15131"/>
                  </a:cubicBezTo>
                  <a:close/>
                  <a:moveTo>
                    <a:pt x="88516" y="15199"/>
                  </a:moveTo>
                  <a:lnTo>
                    <a:pt x="88413" y="15233"/>
                  </a:lnTo>
                  <a:cubicBezTo>
                    <a:pt x="88379" y="15233"/>
                    <a:pt x="88345" y="15267"/>
                    <a:pt x="88345" y="15335"/>
                  </a:cubicBezTo>
                  <a:cubicBezTo>
                    <a:pt x="88345" y="15370"/>
                    <a:pt x="88379" y="15404"/>
                    <a:pt x="88413" y="15404"/>
                  </a:cubicBezTo>
                  <a:lnTo>
                    <a:pt x="88447" y="15404"/>
                  </a:lnTo>
                  <a:lnTo>
                    <a:pt x="88550" y="15370"/>
                  </a:lnTo>
                  <a:cubicBezTo>
                    <a:pt x="88618" y="15370"/>
                    <a:pt x="88618" y="15335"/>
                    <a:pt x="88618" y="15301"/>
                  </a:cubicBezTo>
                  <a:cubicBezTo>
                    <a:pt x="88618" y="15233"/>
                    <a:pt x="88584" y="15199"/>
                    <a:pt x="88516" y="15199"/>
                  </a:cubicBezTo>
                  <a:close/>
                  <a:moveTo>
                    <a:pt x="19621" y="15233"/>
                  </a:moveTo>
                  <a:cubicBezTo>
                    <a:pt x="19553" y="15233"/>
                    <a:pt x="19519" y="15233"/>
                    <a:pt x="19519" y="15301"/>
                  </a:cubicBezTo>
                  <a:cubicBezTo>
                    <a:pt x="19485" y="15335"/>
                    <a:pt x="19519" y="15370"/>
                    <a:pt x="19587" y="15404"/>
                  </a:cubicBezTo>
                  <a:lnTo>
                    <a:pt x="19689" y="15404"/>
                  </a:lnTo>
                  <a:cubicBezTo>
                    <a:pt x="19689" y="15404"/>
                    <a:pt x="19689" y="15438"/>
                    <a:pt x="19689" y="15438"/>
                  </a:cubicBezTo>
                  <a:cubicBezTo>
                    <a:pt x="19758" y="15438"/>
                    <a:pt x="19792" y="15404"/>
                    <a:pt x="19792" y="15370"/>
                  </a:cubicBezTo>
                  <a:cubicBezTo>
                    <a:pt x="19792" y="15301"/>
                    <a:pt x="19758" y="15267"/>
                    <a:pt x="19724" y="15267"/>
                  </a:cubicBezTo>
                  <a:lnTo>
                    <a:pt x="19621" y="15233"/>
                  </a:lnTo>
                  <a:close/>
                  <a:moveTo>
                    <a:pt x="87997" y="15288"/>
                  </a:moveTo>
                  <a:cubicBezTo>
                    <a:pt x="87988" y="15288"/>
                    <a:pt x="87979" y="15292"/>
                    <a:pt x="87970" y="15301"/>
                  </a:cubicBezTo>
                  <a:lnTo>
                    <a:pt x="87867" y="15301"/>
                  </a:lnTo>
                  <a:cubicBezTo>
                    <a:pt x="87799" y="15301"/>
                    <a:pt x="87765" y="15335"/>
                    <a:pt x="87765" y="15404"/>
                  </a:cubicBezTo>
                  <a:cubicBezTo>
                    <a:pt x="87799" y="15438"/>
                    <a:pt x="87833" y="15472"/>
                    <a:pt x="87867" y="15472"/>
                  </a:cubicBezTo>
                  <a:lnTo>
                    <a:pt x="88004" y="15472"/>
                  </a:lnTo>
                  <a:cubicBezTo>
                    <a:pt x="88038" y="15438"/>
                    <a:pt x="88072" y="15404"/>
                    <a:pt x="88072" y="15370"/>
                  </a:cubicBezTo>
                  <a:cubicBezTo>
                    <a:pt x="88047" y="15320"/>
                    <a:pt x="88022" y="15288"/>
                    <a:pt x="87997" y="15288"/>
                  </a:cubicBezTo>
                  <a:close/>
                  <a:moveTo>
                    <a:pt x="20167" y="15335"/>
                  </a:moveTo>
                  <a:cubicBezTo>
                    <a:pt x="20133" y="15335"/>
                    <a:pt x="20065" y="15370"/>
                    <a:pt x="20065" y="15404"/>
                  </a:cubicBezTo>
                  <a:cubicBezTo>
                    <a:pt x="20065" y="15472"/>
                    <a:pt x="20099" y="15506"/>
                    <a:pt x="20133" y="15506"/>
                  </a:cubicBezTo>
                  <a:lnTo>
                    <a:pt x="20235" y="15540"/>
                  </a:lnTo>
                  <a:lnTo>
                    <a:pt x="20270" y="15540"/>
                  </a:lnTo>
                  <a:cubicBezTo>
                    <a:pt x="20304" y="15540"/>
                    <a:pt x="20338" y="15506"/>
                    <a:pt x="20338" y="15472"/>
                  </a:cubicBezTo>
                  <a:cubicBezTo>
                    <a:pt x="20372" y="15438"/>
                    <a:pt x="20338" y="15370"/>
                    <a:pt x="20270" y="15370"/>
                  </a:cubicBezTo>
                  <a:lnTo>
                    <a:pt x="20167" y="15335"/>
                  </a:lnTo>
                  <a:close/>
                  <a:moveTo>
                    <a:pt x="87287" y="15370"/>
                  </a:moveTo>
                  <a:cubicBezTo>
                    <a:pt x="87219" y="15370"/>
                    <a:pt x="87219" y="15438"/>
                    <a:pt x="87219" y="15472"/>
                  </a:cubicBezTo>
                  <a:cubicBezTo>
                    <a:pt x="87219" y="15506"/>
                    <a:pt x="87253" y="15540"/>
                    <a:pt x="87287" y="15540"/>
                  </a:cubicBezTo>
                  <a:lnTo>
                    <a:pt x="87424" y="15540"/>
                  </a:lnTo>
                  <a:cubicBezTo>
                    <a:pt x="87458" y="15540"/>
                    <a:pt x="87492" y="15472"/>
                    <a:pt x="87492" y="15438"/>
                  </a:cubicBezTo>
                  <a:cubicBezTo>
                    <a:pt x="87492" y="15404"/>
                    <a:pt x="87458" y="15370"/>
                    <a:pt x="87390" y="15370"/>
                  </a:cubicBezTo>
                  <a:close/>
                  <a:moveTo>
                    <a:pt x="86707" y="15438"/>
                  </a:moveTo>
                  <a:cubicBezTo>
                    <a:pt x="86673" y="15472"/>
                    <a:pt x="86639" y="15506"/>
                    <a:pt x="86639" y="15540"/>
                  </a:cubicBezTo>
                  <a:cubicBezTo>
                    <a:pt x="86639" y="15608"/>
                    <a:pt x="86673" y="15643"/>
                    <a:pt x="86741" y="15643"/>
                  </a:cubicBezTo>
                  <a:cubicBezTo>
                    <a:pt x="86741" y="15643"/>
                    <a:pt x="86741" y="15643"/>
                    <a:pt x="86741" y="15608"/>
                  </a:cubicBezTo>
                  <a:lnTo>
                    <a:pt x="86844" y="15608"/>
                  </a:lnTo>
                  <a:cubicBezTo>
                    <a:pt x="86912" y="15608"/>
                    <a:pt x="86946" y="15574"/>
                    <a:pt x="86912" y="15506"/>
                  </a:cubicBezTo>
                  <a:cubicBezTo>
                    <a:pt x="86912" y="15472"/>
                    <a:pt x="86878" y="15438"/>
                    <a:pt x="86844" y="15438"/>
                  </a:cubicBezTo>
                  <a:close/>
                  <a:moveTo>
                    <a:pt x="20747" y="15472"/>
                  </a:moveTo>
                  <a:cubicBezTo>
                    <a:pt x="20679" y="15472"/>
                    <a:pt x="20645" y="15506"/>
                    <a:pt x="20645" y="15540"/>
                  </a:cubicBezTo>
                  <a:cubicBezTo>
                    <a:pt x="20611" y="15574"/>
                    <a:pt x="20645" y="15643"/>
                    <a:pt x="20679" y="15643"/>
                  </a:cubicBezTo>
                  <a:lnTo>
                    <a:pt x="20816" y="15677"/>
                  </a:lnTo>
                  <a:cubicBezTo>
                    <a:pt x="20850" y="15677"/>
                    <a:pt x="20884" y="15643"/>
                    <a:pt x="20918" y="15608"/>
                  </a:cubicBezTo>
                  <a:cubicBezTo>
                    <a:pt x="20918" y="15540"/>
                    <a:pt x="20884" y="15506"/>
                    <a:pt x="20850" y="15506"/>
                  </a:cubicBezTo>
                  <a:lnTo>
                    <a:pt x="20747" y="15472"/>
                  </a:lnTo>
                  <a:close/>
                  <a:moveTo>
                    <a:pt x="86263" y="15506"/>
                  </a:moveTo>
                  <a:lnTo>
                    <a:pt x="86161" y="15540"/>
                  </a:lnTo>
                  <a:cubicBezTo>
                    <a:pt x="86093" y="15540"/>
                    <a:pt x="86059" y="15574"/>
                    <a:pt x="86059" y="15643"/>
                  </a:cubicBezTo>
                  <a:cubicBezTo>
                    <a:pt x="86093" y="15677"/>
                    <a:pt x="86127" y="15711"/>
                    <a:pt x="86161" y="15711"/>
                  </a:cubicBezTo>
                  <a:lnTo>
                    <a:pt x="86298" y="15677"/>
                  </a:lnTo>
                  <a:cubicBezTo>
                    <a:pt x="86332" y="15677"/>
                    <a:pt x="86366" y="15643"/>
                    <a:pt x="86366" y="15574"/>
                  </a:cubicBezTo>
                  <a:cubicBezTo>
                    <a:pt x="86366" y="15540"/>
                    <a:pt x="86298" y="15506"/>
                    <a:pt x="86263" y="15506"/>
                  </a:cubicBezTo>
                  <a:close/>
                  <a:moveTo>
                    <a:pt x="21260" y="15595"/>
                  </a:moveTo>
                  <a:cubicBezTo>
                    <a:pt x="21227" y="15595"/>
                    <a:pt x="21191" y="15627"/>
                    <a:pt x="21191" y="15677"/>
                  </a:cubicBezTo>
                  <a:cubicBezTo>
                    <a:pt x="21191" y="15711"/>
                    <a:pt x="21191" y="15745"/>
                    <a:pt x="21259" y="15779"/>
                  </a:cubicBezTo>
                  <a:lnTo>
                    <a:pt x="21396" y="15779"/>
                  </a:lnTo>
                  <a:cubicBezTo>
                    <a:pt x="21430" y="15779"/>
                    <a:pt x="21464" y="15779"/>
                    <a:pt x="21464" y="15711"/>
                  </a:cubicBezTo>
                  <a:cubicBezTo>
                    <a:pt x="21464" y="15677"/>
                    <a:pt x="21464" y="15643"/>
                    <a:pt x="21396" y="15608"/>
                  </a:cubicBezTo>
                  <a:lnTo>
                    <a:pt x="21293" y="15608"/>
                  </a:lnTo>
                  <a:cubicBezTo>
                    <a:pt x="21284" y="15599"/>
                    <a:pt x="21273" y="15595"/>
                    <a:pt x="21260" y="15595"/>
                  </a:cubicBezTo>
                  <a:close/>
                  <a:moveTo>
                    <a:pt x="85683" y="15574"/>
                  </a:moveTo>
                  <a:lnTo>
                    <a:pt x="85581" y="15608"/>
                  </a:lnTo>
                  <a:cubicBezTo>
                    <a:pt x="85547" y="15608"/>
                    <a:pt x="85513" y="15643"/>
                    <a:pt x="85513" y="15711"/>
                  </a:cubicBezTo>
                  <a:cubicBezTo>
                    <a:pt x="85513" y="15745"/>
                    <a:pt x="85547" y="15779"/>
                    <a:pt x="85581" y="15779"/>
                  </a:cubicBezTo>
                  <a:lnTo>
                    <a:pt x="85615" y="15779"/>
                  </a:lnTo>
                  <a:lnTo>
                    <a:pt x="85718" y="15745"/>
                  </a:lnTo>
                  <a:cubicBezTo>
                    <a:pt x="85752" y="15745"/>
                    <a:pt x="85786" y="15711"/>
                    <a:pt x="85786" y="15677"/>
                  </a:cubicBezTo>
                  <a:cubicBezTo>
                    <a:pt x="85786" y="15608"/>
                    <a:pt x="85752" y="15574"/>
                    <a:pt x="85683" y="15574"/>
                  </a:cubicBezTo>
                  <a:close/>
                  <a:moveTo>
                    <a:pt x="85001" y="15677"/>
                  </a:moveTo>
                  <a:cubicBezTo>
                    <a:pt x="84967" y="15677"/>
                    <a:pt x="84933" y="15745"/>
                    <a:pt x="84933" y="15779"/>
                  </a:cubicBezTo>
                  <a:cubicBezTo>
                    <a:pt x="84933" y="15813"/>
                    <a:pt x="84967" y="15847"/>
                    <a:pt x="85035" y="15847"/>
                  </a:cubicBezTo>
                  <a:lnTo>
                    <a:pt x="85137" y="15847"/>
                  </a:lnTo>
                  <a:cubicBezTo>
                    <a:pt x="85206" y="15847"/>
                    <a:pt x="85240" y="15779"/>
                    <a:pt x="85240" y="15745"/>
                  </a:cubicBezTo>
                  <a:cubicBezTo>
                    <a:pt x="85206" y="15711"/>
                    <a:pt x="85172" y="15677"/>
                    <a:pt x="85137" y="15677"/>
                  </a:cubicBezTo>
                  <a:close/>
                  <a:moveTo>
                    <a:pt x="21839" y="15711"/>
                  </a:moveTo>
                  <a:cubicBezTo>
                    <a:pt x="21805" y="15711"/>
                    <a:pt x="21771" y="15745"/>
                    <a:pt x="21737" y="15779"/>
                  </a:cubicBezTo>
                  <a:cubicBezTo>
                    <a:pt x="21737" y="15847"/>
                    <a:pt x="21771" y="15881"/>
                    <a:pt x="21805" y="15881"/>
                  </a:cubicBezTo>
                  <a:lnTo>
                    <a:pt x="21907" y="15916"/>
                  </a:lnTo>
                  <a:lnTo>
                    <a:pt x="21942" y="15916"/>
                  </a:lnTo>
                  <a:cubicBezTo>
                    <a:pt x="21976" y="15916"/>
                    <a:pt x="22010" y="15881"/>
                    <a:pt x="22010" y="15847"/>
                  </a:cubicBezTo>
                  <a:cubicBezTo>
                    <a:pt x="22044" y="15813"/>
                    <a:pt x="22010" y="15745"/>
                    <a:pt x="21976" y="15745"/>
                  </a:cubicBezTo>
                  <a:lnTo>
                    <a:pt x="21839" y="15711"/>
                  </a:lnTo>
                  <a:close/>
                  <a:moveTo>
                    <a:pt x="84455" y="15745"/>
                  </a:moveTo>
                  <a:cubicBezTo>
                    <a:pt x="84387" y="15779"/>
                    <a:pt x="84353" y="15813"/>
                    <a:pt x="84387" y="15847"/>
                  </a:cubicBezTo>
                  <a:cubicBezTo>
                    <a:pt x="84387" y="15916"/>
                    <a:pt x="84421" y="15916"/>
                    <a:pt x="84455" y="15916"/>
                  </a:cubicBezTo>
                  <a:lnTo>
                    <a:pt x="84591" y="15916"/>
                  </a:lnTo>
                  <a:cubicBezTo>
                    <a:pt x="84626" y="15916"/>
                    <a:pt x="84660" y="15847"/>
                    <a:pt x="84660" y="15813"/>
                  </a:cubicBezTo>
                  <a:cubicBezTo>
                    <a:pt x="84660" y="15779"/>
                    <a:pt x="84591" y="15745"/>
                    <a:pt x="84557" y="15745"/>
                  </a:cubicBezTo>
                  <a:close/>
                  <a:moveTo>
                    <a:pt x="83977" y="15813"/>
                  </a:moveTo>
                  <a:lnTo>
                    <a:pt x="83875" y="15847"/>
                  </a:lnTo>
                  <a:cubicBezTo>
                    <a:pt x="83841" y="15847"/>
                    <a:pt x="83807" y="15881"/>
                    <a:pt x="83807" y="15916"/>
                  </a:cubicBezTo>
                  <a:cubicBezTo>
                    <a:pt x="83807" y="15984"/>
                    <a:pt x="83841" y="16018"/>
                    <a:pt x="83875" y="16018"/>
                  </a:cubicBezTo>
                  <a:lnTo>
                    <a:pt x="83909" y="16018"/>
                  </a:lnTo>
                  <a:lnTo>
                    <a:pt x="84011" y="15984"/>
                  </a:lnTo>
                  <a:cubicBezTo>
                    <a:pt x="84046" y="15984"/>
                    <a:pt x="84080" y="15950"/>
                    <a:pt x="84080" y="15881"/>
                  </a:cubicBezTo>
                  <a:cubicBezTo>
                    <a:pt x="84080" y="15847"/>
                    <a:pt x="84046" y="15813"/>
                    <a:pt x="83977" y="15813"/>
                  </a:cubicBezTo>
                  <a:close/>
                  <a:moveTo>
                    <a:pt x="22419" y="15847"/>
                  </a:moveTo>
                  <a:cubicBezTo>
                    <a:pt x="22351" y="15847"/>
                    <a:pt x="22317" y="15847"/>
                    <a:pt x="22317" y="15916"/>
                  </a:cubicBezTo>
                  <a:cubicBezTo>
                    <a:pt x="22283" y="15950"/>
                    <a:pt x="22317" y="15984"/>
                    <a:pt x="22385" y="16018"/>
                  </a:cubicBezTo>
                  <a:lnTo>
                    <a:pt x="22488" y="16052"/>
                  </a:lnTo>
                  <a:cubicBezTo>
                    <a:pt x="22556" y="16052"/>
                    <a:pt x="22590" y="16018"/>
                    <a:pt x="22590" y="15984"/>
                  </a:cubicBezTo>
                  <a:cubicBezTo>
                    <a:pt x="22590" y="15916"/>
                    <a:pt x="22556" y="15881"/>
                    <a:pt x="22522" y="15881"/>
                  </a:cubicBezTo>
                  <a:lnTo>
                    <a:pt x="22419" y="15847"/>
                  </a:lnTo>
                  <a:close/>
                  <a:moveTo>
                    <a:pt x="83431" y="15881"/>
                  </a:moveTo>
                  <a:lnTo>
                    <a:pt x="83295" y="15916"/>
                  </a:lnTo>
                  <a:cubicBezTo>
                    <a:pt x="83261" y="15916"/>
                    <a:pt x="83227" y="15950"/>
                    <a:pt x="83227" y="16018"/>
                  </a:cubicBezTo>
                  <a:cubicBezTo>
                    <a:pt x="83227" y="16052"/>
                    <a:pt x="83295" y="16086"/>
                    <a:pt x="83329" y="16086"/>
                  </a:cubicBezTo>
                  <a:lnTo>
                    <a:pt x="83431" y="16052"/>
                  </a:lnTo>
                  <a:cubicBezTo>
                    <a:pt x="83500" y="16052"/>
                    <a:pt x="83534" y="16018"/>
                    <a:pt x="83534" y="15984"/>
                  </a:cubicBezTo>
                  <a:cubicBezTo>
                    <a:pt x="83500" y="15916"/>
                    <a:pt x="83465" y="15881"/>
                    <a:pt x="83431" y="15881"/>
                  </a:cubicBezTo>
                  <a:close/>
                  <a:moveTo>
                    <a:pt x="22965" y="15950"/>
                  </a:moveTo>
                  <a:cubicBezTo>
                    <a:pt x="22931" y="15950"/>
                    <a:pt x="22863" y="15984"/>
                    <a:pt x="22863" y="16018"/>
                  </a:cubicBezTo>
                  <a:cubicBezTo>
                    <a:pt x="22863" y="16086"/>
                    <a:pt x="22897" y="16120"/>
                    <a:pt x="22931" y="16120"/>
                  </a:cubicBezTo>
                  <a:lnTo>
                    <a:pt x="23034" y="16154"/>
                  </a:lnTo>
                  <a:lnTo>
                    <a:pt x="23068" y="16154"/>
                  </a:lnTo>
                  <a:cubicBezTo>
                    <a:pt x="23102" y="16154"/>
                    <a:pt x="23136" y="16120"/>
                    <a:pt x="23136" y="16086"/>
                  </a:cubicBezTo>
                  <a:cubicBezTo>
                    <a:pt x="23170" y="16052"/>
                    <a:pt x="23136" y="16018"/>
                    <a:pt x="23068" y="15984"/>
                  </a:cubicBezTo>
                  <a:lnTo>
                    <a:pt x="22965" y="15950"/>
                  </a:lnTo>
                  <a:close/>
                  <a:moveTo>
                    <a:pt x="82749" y="15984"/>
                  </a:moveTo>
                  <a:cubicBezTo>
                    <a:pt x="82681" y="15984"/>
                    <a:pt x="82646" y="16052"/>
                    <a:pt x="82681" y="16086"/>
                  </a:cubicBezTo>
                  <a:cubicBezTo>
                    <a:pt x="82681" y="16120"/>
                    <a:pt x="82715" y="16154"/>
                    <a:pt x="82749" y="16154"/>
                  </a:cubicBezTo>
                  <a:lnTo>
                    <a:pt x="82885" y="16154"/>
                  </a:lnTo>
                  <a:cubicBezTo>
                    <a:pt x="82919" y="16120"/>
                    <a:pt x="82954" y="16086"/>
                    <a:pt x="82954" y="16052"/>
                  </a:cubicBezTo>
                  <a:cubicBezTo>
                    <a:pt x="82954" y="15984"/>
                    <a:pt x="82919" y="15984"/>
                    <a:pt x="82851" y="15984"/>
                  </a:cubicBezTo>
                  <a:close/>
                  <a:moveTo>
                    <a:pt x="82169" y="16052"/>
                  </a:moveTo>
                  <a:cubicBezTo>
                    <a:pt x="82135" y="16086"/>
                    <a:pt x="82100" y="16120"/>
                    <a:pt x="82100" y="16154"/>
                  </a:cubicBezTo>
                  <a:cubicBezTo>
                    <a:pt x="82100" y="16189"/>
                    <a:pt x="82135" y="16223"/>
                    <a:pt x="82203" y="16223"/>
                  </a:cubicBezTo>
                  <a:lnTo>
                    <a:pt x="82305" y="16223"/>
                  </a:lnTo>
                  <a:cubicBezTo>
                    <a:pt x="82373" y="16223"/>
                    <a:pt x="82408" y="16154"/>
                    <a:pt x="82373" y="16120"/>
                  </a:cubicBezTo>
                  <a:cubicBezTo>
                    <a:pt x="82373" y="16086"/>
                    <a:pt x="82339" y="16052"/>
                    <a:pt x="82305" y="16052"/>
                  </a:cubicBezTo>
                  <a:close/>
                  <a:moveTo>
                    <a:pt x="23511" y="16086"/>
                  </a:moveTo>
                  <a:cubicBezTo>
                    <a:pt x="23477" y="16086"/>
                    <a:pt x="23443" y="16120"/>
                    <a:pt x="23409" y="16154"/>
                  </a:cubicBezTo>
                  <a:cubicBezTo>
                    <a:pt x="23409" y="16189"/>
                    <a:pt x="23443" y="16257"/>
                    <a:pt x="23477" y="16257"/>
                  </a:cubicBezTo>
                  <a:lnTo>
                    <a:pt x="23614" y="16291"/>
                  </a:lnTo>
                  <a:cubicBezTo>
                    <a:pt x="23648" y="16291"/>
                    <a:pt x="23682" y="16257"/>
                    <a:pt x="23716" y="16223"/>
                  </a:cubicBezTo>
                  <a:cubicBezTo>
                    <a:pt x="23716" y="16154"/>
                    <a:pt x="23682" y="16120"/>
                    <a:pt x="23648" y="16120"/>
                  </a:cubicBezTo>
                  <a:lnTo>
                    <a:pt x="23511" y="16086"/>
                  </a:lnTo>
                  <a:close/>
                  <a:moveTo>
                    <a:pt x="81725" y="16120"/>
                  </a:moveTo>
                  <a:lnTo>
                    <a:pt x="81623" y="16154"/>
                  </a:lnTo>
                  <a:cubicBezTo>
                    <a:pt x="81555" y="16154"/>
                    <a:pt x="81520" y="16189"/>
                    <a:pt x="81520" y="16223"/>
                  </a:cubicBezTo>
                  <a:cubicBezTo>
                    <a:pt x="81555" y="16291"/>
                    <a:pt x="81589" y="16325"/>
                    <a:pt x="81623" y="16325"/>
                  </a:cubicBezTo>
                  <a:lnTo>
                    <a:pt x="81759" y="16291"/>
                  </a:lnTo>
                  <a:cubicBezTo>
                    <a:pt x="81793" y="16291"/>
                    <a:pt x="81828" y="16257"/>
                    <a:pt x="81828" y="16189"/>
                  </a:cubicBezTo>
                  <a:cubicBezTo>
                    <a:pt x="81828" y="16154"/>
                    <a:pt x="81759" y="16120"/>
                    <a:pt x="81725" y="16120"/>
                  </a:cubicBezTo>
                  <a:close/>
                  <a:moveTo>
                    <a:pt x="24044" y="16209"/>
                  </a:moveTo>
                  <a:cubicBezTo>
                    <a:pt x="24007" y="16209"/>
                    <a:pt x="23989" y="16241"/>
                    <a:pt x="23989" y="16291"/>
                  </a:cubicBezTo>
                  <a:cubicBezTo>
                    <a:pt x="23955" y="16325"/>
                    <a:pt x="23989" y="16359"/>
                    <a:pt x="24057" y="16393"/>
                  </a:cubicBezTo>
                  <a:lnTo>
                    <a:pt x="24194" y="16393"/>
                  </a:lnTo>
                  <a:cubicBezTo>
                    <a:pt x="24228" y="16393"/>
                    <a:pt x="24262" y="16393"/>
                    <a:pt x="24262" y="16325"/>
                  </a:cubicBezTo>
                  <a:cubicBezTo>
                    <a:pt x="24262" y="16291"/>
                    <a:pt x="24228" y="16257"/>
                    <a:pt x="24194" y="16223"/>
                  </a:cubicBezTo>
                  <a:lnTo>
                    <a:pt x="24091" y="16223"/>
                  </a:lnTo>
                  <a:cubicBezTo>
                    <a:pt x="24073" y="16213"/>
                    <a:pt x="24057" y="16209"/>
                    <a:pt x="24044" y="16209"/>
                  </a:cubicBezTo>
                  <a:close/>
                  <a:moveTo>
                    <a:pt x="81145" y="16189"/>
                  </a:moveTo>
                  <a:lnTo>
                    <a:pt x="81043" y="16223"/>
                  </a:lnTo>
                  <a:cubicBezTo>
                    <a:pt x="81009" y="16223"/>
                    <a:pt x="80974" y="16257"/>
                    <a:pt x="80974" y="16325"/>
                  </a:cubicBezTo>
                  <a:cubicBezTo>
                    <a:pt x="80974" y="16359"/>
                    <a:pt x="81009" y="16393"/>
                    <a:pt x="81043" y="16393"/>
                  </a:cubicBezTo>
                  <a:lnTo>
                    <a:pt x="81077" y="16393"/>
                  </a:lnTo>
                  <a:lnTo>
                    <a:pt x="81179" y="16359"/>
                  </a:lnTo>
                  <a:cubicBezTo>
                    <a:pt x="81213" y="16359"/>
                    <a:pt x="81247" y="16325"/>
                    <a:pt x="81247" y="16257"/>
                  </a:cubicBezTo>
                  <a:cubicBezTo>
                    <a:pt x="81247" y="16223"/>
                    <a:pt x="81213" y="16189"/>
                    <a:pt x="81145" y="16189"/>
                  </a:cubicBezTo>
                  <a:close/>
                  <a:moveTo>
                    <a:pt x="80627" y="16277"/>
                  </a:moveTo>
                  <a:cubicBezTo>
                    <a:pt x="80617" y="16277"/>
                    <a:pt x="80608" y="16282"/>
                    <a:pt x="80599" y="16291"/>
                  </a:cubicBezTo>
                  <a:lnTo>
                    <a:pt x="80463" y="16291"/>
                  </a:lnTo>
                  <a:cubicBezTo>
                    <a:pt x="80428" y="16291"/>
                    <a:pt x="80394" y="16325"/>
                    <a:pt x="80394" y="16393"/>
                  </a:cubicBezTo>
                  <a:cubicBezTo>
                    <a:pt x="80394" y="16427"/>
                    <a:pt x="80428" y="16461"/>
                    <a:pt x="80497" y="16461"/>
                  </a:cubicBezTo>
                  <a:lnTo>
                    <a:pt x="80599" y="16461"/>
                  </a:lnTo>
                  <a:cubicBezTo>
                    <a:pt x="80667" y="16427"/>
                    <a:pt x="80701" y="16393"/>
                    <a:pt x="80701" y="16359"/>
                  </a:cubicBezTo>
                  <a:cubicBezTo>
                    <a:pt x="80676" y="16309"/>
                    <a:pt x="80651" y="16277"/>
                    <a:pt x="80627" y="16277"/>
                  </a:cubicBezTo>
                  <a:close/>
                  <a:moveTo>
                    <a:pt x="24637" y="16325"/>
                  </a:moveTo>
                  <a:cubicBezTo>
                    <a:pt x="24603" y="16325"/>
                    <a:pt x="24535" y="16359"/>
                    <a:pt x="24535" y="16393"/>
                  </a:cubicBezTo>
                  <a:cubicBezTo>
                    <a:pt x="24535" y="16461"/>
                    <a:pt x="24569" y="16496"/>
                    <a:pt x="24603" y="16496"/>
                  </a:cubicBezTo>
                  <a:lnTo>
                    <a:pt x="24706" y="16530"/>
                  </a:lnTo>
                  <a:lnTo>
                    <a:pt x="24740" y="16530"/>
                  </a:lnTo>
                  <a:cubicBezTo>
                    <a:pt x="24774" y="16530"/>
                    <a:pt x="24808" y="16496"/>
                    <a:pt x="24808" y="16461"/>
                  </a:cubicBezTo>
                  <a:cubicBezTo>
                    <a:pt x="24842" y="16427"/>
                    <a:pt x="24808" y="16359"/>
                    <a:pt x="24740" y="16359"/>
                  </a:cubicBezTo>
                  <a:lnTo>
                    <a:pt x="24637" y="16325"/>
                  </a:lnTo>
                  <a:close/>
                  <a:moveTo>
                    <a:pt x="79917" y="16359"/>
                  </a:moveTo>
                  <a:cubicBezTo>
                    <a:pt x="79848" y="16359"/>
                    <a:pt x="79814" y="16427"/>
                    <a:pt x="79848" y="16461"/>
                  </a:cubicBezTo>
                  <a:cubicBezTo>
                    <a:pt x="79848" y="16496"/>
                    <a:pt x="79882" y="16530"/>
                    <a:pt x="79917" y="16530"/>
                  </a:cubicBezTo>
                  <a:lnTo>
                    <a:pt x="80053" y="16530"/>
                  </a:lnTo>
                  <a:cubicBezTo>
                    <a:pt x="80087" y="16530"/>
                    <a:pt x="80121" y="16461"/>
                    <a:pt x="80121" y="16427"/>
                  </a:cubicBezTo>
                  <a:cubicBezTo>
                    <a:pt x="80121" y="16393"/>
                    <a:pt x="80053" y="16359"/>
                    <a:pt x="80019" y="16359"/>
                  </a:cubicBezTo>
                  <a:close/>
                  <a:moveTo>
                    <a:pt x="79337" y="16427"/>
                  </a:moveTo>
                  <a:cubicBezTo>
                    <a:pt x="79302" y="16461"/>
                    <a:pt x="79268" y="16496"/>
                    <a:pt x="79268" y="16530"/>
                  </a:cubicBezTo>
                  <a:cubicBezTo>
                    <a:pt x="79268" y="16598"/>
                    <a:pt x="79302" y="16598"/>
                    <a:pt x="79337" y="16598"/>
                  </a:cubicBezTo>
                  <a:lnTo>
                    <a:pt x="79473" y="16598"/>
                  </a:lnTo>
                  <a:cubicBezTo>
                    <a:pt x="79507" y="16598"/>
                    <a:pt x="79541" y="16564"/>
                    <a:pt x="79541" y="16496"/>
                  </a:cubicBezTo>
                  <a:cubicBezTo>
                    <a:pt x="79541" y="16461"/>
                    <a:pt x="79507" y="16427"/>
                    <a:pt x="79439" y="16427"/>
                  </a:cubicBezTo>
                  <a:close/>
                  <a:moveTo>
                    <a:pt x="25217" y="16461"/>
                  </a:moveTo>
                  <a:cubicBezTo>
                    <a:pt x="25149" y="16461"/>
                    <a:pt x="25115" y="16461"/>
                    <a:pt x="25115" y="16530"/>
                  </a:cubicBezTo>
                  <a:cubicBezTo>
                    <a:pt x="25081" y="16564"/>
                    <a:pt x="25115" y="16632"/>
                    <a:pt x="25183" y="16632"/>
                  </a:cubicBezTo>
                  <a:lnTo>
                    <a:pt x="25286" y="16666"/>
                  </a:lnTo>
                  <a:cubicBezTo>
                    <a:pt x="25320" y="16666"/>
                    <a:pt x="25388" y="16632"/>
                    <a:pt x="25388" y="16598"/>
                  </a:cubicBezTo>
                  <a:cubicBezTo>
                    <a:pt x="25388" y="16530"/>
                    <a:pt x="25354" y="16496"/>
                    <a:pt x="25320" y="16496"/>
                  </a:cubicBezTo>
                  <a:lnTo>
                    <a:pt x="25217" y="16461"/>
                  </a:lnTo>
                  <a:close/>
                  <a:moveTo>
                    <a:pt x="78893" y="16496"/>
                  </a:moveTo>
                  <a:lnTo>
                    <a:pt x="78756" y="16530"/>
                  </a:lnTo>
                  <a:cubicBezTo>
                    <a:pt x="78722" y="16530"/>
                    <a:pt x="78688" y="16564"/>
                    <a:pt x="78688" y="16632"/>
                  </a:cubicBezTo>
                  <a:cubicBezTo>
                    <a:pt x="78688" y="16666"/>
                    <a:pt x="78756" y="16700"/>
                    <a:pt x="78791" y="16700"/>
                  </a:cubicBezTo>
                  <a:lnTo>
                    <a:pt x="78893" y="16666"/>
                  </a:lnTo>
                  <a:cubicBezTo>
                    <a:pt x="78961" y="16666"/>
                    <a:pt x="78995" y="16632"/>
                    <a:pt x="78995" y="16564"/>
                  </a:cubicBezTo>
                  <a:cubicBezTo>
                    <a:pt x="78961" y="16530"/>
                    <a:pt x="78927" y="16496"/>
                    <a:pt x="78893" y="16496"/>
                  </a:cubicBezTo>
                  <a:close/>
                  <a:moveTo>
                    <a:pt x="25727" y="16584"/>
                  </a:moveTo>
                  <a:cubicBezTo>
                    <a:pt x="25695" y="16584"/>
                    <a:pt x="25661" y="16608"/>
                    <a:pt x="25661" y="16632"/>
                  </a:cubicBezTo>
                  <a:cubicBezTo>
                    <a:pt x="25661" y="16700"/>
                    <a:pt x="25695" y="16734"/>
                    <a:pt x="25729" y="16734"/>
                  </a:cubicBezTo>
                  <a:lnTo>
                    <a:pt x="25832" y="16769"/>
                  </a:lnTo>
                  <a:lnTo>
                    <a:pt x="25866" y="16769"/>
                  </a:lnTo>
                  <a:cubicBezTo>
                    <a:pt x="25900" y="16769"/>
                    <a:pt x="25934" y="16734"/>
                    <a:pt x="25934" y="16700"/>
                  </a:cubicBezTo>
                  <a:cubicBezTo>
                    <a:pt x="25934" y="16666"/>
                    <a:pt x="25934" y="16632"/>
                    <a:pt x="25866" y="16598"/>
                  </a:cubicBezTo>
                  <a:lnTo>
                    <a:pt x="25763" y="16598"/>
                  </a:lnTo>
                  <a:cubicBezTo>
                    <a:pt x="25753" y="16588"/>
                    <a:pt x="25740" y="16584"/>
                    <a:pt x="25727" y="16584"/>
                  </a:cubicBezTo>
                  <a:close/>
                  <a:moveTo>
                    <a:pt x="78313" y="16564"/>
                  </a:moveTo>
                  <a:lnTo>
                    <a:pt x="78210" y="16598"/>
                  </a:lnTo>
                  <a:cubicBezTo>
                    <a:pt x="78142" y="16598"/>
                    <a:pt x="78108" y="16632"/>
                    <a:pt x="78142" y="16700"/>
                  </a:cubicBezTo>
                  <a:cubicBezTo>
                    <a:pt x="78142" y="16734"/>
                    <a:pt x="78176" y="16769"/>
                    <a:pt x="78210" y="16769"/>
                  </a:cubicBezTo>
                  <a:lnTo>
                    <a:pt x="78245" y="16769"/>
                  </a:lnTo>
                  <a:lnTo>
                    <a:pt x="78347" y="16734"/>
                  </a:lnTo>
                  <a:cubicBezTo>
                    <a:pt x="78381" y="16734"/>
                    <a:pt x="78415" y="16700"/>
                    <a:pt x="78415" y="16666"/>
                  </a:cubicBezTo>
                  <a:cubicBezTo>
                    <a:pt x="78415" y="16598"/>
                    <a:pt x="78381" y="16564"/>
                    <a:pt x="78313" y="16564"/>
                  </a:cubicBezTo>
                  <a:close/>
                  <a:moveTo>
                    <a:pt x="77630" y="16666"/>
                  </a:moveTo>
                  <a:cubicBezTo>
                    <a:pt x="77596" y="16666"/>
                    <a:pt x="77562" y="16734"/>
                    <a:pt x="77562" y="16769"/>
                  </a:cubicBezTo>
                  <a:cubicBezTo>
                    <a:pt x="77562" y="16803"/>
                    <a:pt x="77596" y="16837"/>
                    <a:pt x="77664" y="16837"/>
                  </a:cubicBezTo>
                  <a:lnTo>
                    <a:pt x="77767" y="16837"/>
                  </a:lnTo>
                  <a:cubicBezTo>
                    <a:pt x="77835" y="16803"/>
                    <a:pt x="77869" y="16769"/>
                    <a:pt x="77835" y="16734"/>
                  </a:cubicBezTo>
                  <a:cubicBezTo>
                    <a:pt x="77835" y="16666"/>
                    <a:pt x="77801" y="16666"/>
                    <a:pt x="77767" y="16666"/>
                  </a:cubicBezTo>
                  <a:close/>
                  <a:moveTo>
                    <a:pt x="26309" y="16700"/>
                  </a:moveTo>
                  <a:cubicBezTo>
                    <a:pt x="26275" y="16700"/>
                    <a:pt x="26241" y="16734"/>
                    <a:pt x="26207" y="16769"/>
                  </a:cubicBezTo>
                  <a:cubicBezTo>
                    <a:pt x="26207" y="16803"/>
                    <a:pt x="26241" y="16871"/>
                    <a:pt x="26275" y="16871"/>
                  </a:cubicBezTo>
                  <a:lnTo>
                    <a:pt x="26412" y="16905"/>
                  </a:lnTo>
                  <a:cubicBezTo>
                    <a:pt x="26446" y="16905"/>
                    <a:pt x="26480" y="16871"/>
                    <a:pt x="26514" y="16837"/>
                  </a:cubicBezTo>
                  <a:cubicBezTo>
                    <a:pt x="26514" y="16803"/>
                    <a:pt x="26480" y="16734"/>
                    <a:pt x="26446" y="16734"/>
                  </a:cubicBezTo>
                  <a:lnTo>
                    <a:pt x="26309" y="16700"/>
                  </a:lnTo>
                  <a:close/>
                  <a:moveTo>
                    <a:pt x="77084" y="16734"/>
                  </a:moveTo>
                  <a:cubicBezTo>
                    <a:pt x="77016" y="16769"/>
                    <a:pt x="76982" y="16803"/>
                    <a:pt x="76982" y="16837"/>
                  </a:cubicBezTo>
                  <a:cubicBezTo>
                    <a:pt x="77016" y="16871"/>
                    <a:pt x="77050" y="16905"/>
                    <a:pt x="77084" y="16905"/>
                  </a:cubicBezTo>
                  <a:lnTo>
                    <a:pt x="77221" y="16905"/>
                  </a:lnTo>
                  <a:cubicBezTo>
                    <a:pt x="77255" y="16905"/>
                    <a:pt x="77289" y="16837"/>
                    <a:pt x="77289" y="16803"/>
                  </a:cubicBezTo>
                  <a:cubicBezTo>
                    <a:pt x="77289" y="16769"/>
                    <a:pt x="77221" y="16734"/>
                    <a:pt x="77187" y="16734"/>
                  </a:cubicBezTo>
                  <a:close/>
                  <a:moveTo>
                    <a:pt x="26842" y="16823"/>
                  </a:moveTo>
                  <a:cubicBezTo>
                    <a:pt x="26805" y="16823"/>
                    <a:pt x="26787" y="16855"/>
                    <a:pt x="26787" y="16905"/>
                  </a:cubicBezTo>
                  <a:cubicBezTo>
                    <a:pt x="26753" y="16939"/>
                    <a:pt x="26787" y="16973"/>
                    <a:pt x="26855" y="17007"/>
                  </a:cubicBezTo>
                  <a:lnTo>
                    <a:pt x="26958" y="17007"/>
                  </a:lnTo>
                  <a:cubicBezTo>
                    <a:pt x="27026" y="17007"/>
                    <a:pt x="27060" y="17007"/>
                    <a:pt x="27060" y="16939"/>
                  </a:cubicBezTo>
                  <a:cubicBezTo>
                    <a:pt x="27060" y="16905"/>
                    <a:pt x="27026" y="16871"/>
                    <a:pt x="26992" y="16837"/>
                  </a:cubicBezTo>
                  <a:lnTo>
                    <a:pt x="26889" y="16837"/>
                  </a:lnTo>
                  <a:cubicBezTo>
                    <a:pt x="26871" y="16828"/>
                    <a:pt x="26855" y="16823"/>
                    <a:pt x="26842" y="16823"/>
                  </a:cubicBezTo>
                  <a:close/>
                  <a:moveTo>
                    <a:pt x="76607" y="16803"/>
                  </a:moveTo>
                  <a:lnTo>
                    <a:pt x="76504" y="16837"/>
                  </a:lnTo>
                  <a:cubicBezTo>
                    <a:pt x="76470" y="16837"/>
                    <a:pt x="76436" y="16871"/>
                    <a:pt x="76436" y="16905"/>
                  </a:cubicBezTo>
                  <a:cubicBezTo>
                    <a:pt x="76436" y="16973"/>
                    <a:pt x="76470" y="17007"/>
                    <a:pt x="76504" y="17007"/>
                  </a:cubicBezTo>
                  <a:lnTo>
                    <a:pt x="76538" y="17007"/>
                  </a:lnTo>
                  <a:lnTo>
                    <a:pt x="76641" y="16973"/>
                  </a:lnTo>
                  <a:cubicBezTo>
                    <a:pt x="76675" y="16973"/>
                    <a:pt x="76709" y="16939"/>
                    <a:pt x="76709" y="16871"/>
                  </a:cubicBezTo>
                  <a:cubicBezTo>
                    <a:pt x="76709" y="16837"/>
                    <a:pt x="76675" y="16803"/>
                    <a:pt x="76607" y="16803"/>
                  </a:cubicBezTo>
                  <a:close/>
                  <a:moveTo>
                    <a:pt x="76061" y="16871"/>
                  </a:moveTo>
                  <a:lnTo>
                    <a:pt x="75924" y="16905"/>
                  </a:lnTo>
                  <a:cubicBezTo>
                    <a:pt x="75890" y="16905"/>
                    <a:pt x="75856" y="16939"/>
                    <a:pt x="75856" y="17007"/>
                  </a:cubicBezTo>
                  <a:cubicBezTo>
                    <a:pt x="75856" y="17042"/>
                    <a:pt x="75890" y="17076"/>
                    <a:pt x="75958" y="17076"/>
                  </a:cubicBezTo>
                  <a:lnTo>
                    <a:pt x="76061" y="17042"/>
                  </a:lnTo>
                  <a:cubicBezTo>
                    <a:pt x="76129" y="17042"/>
                    <a:pt x="76163" y="17007"/>
                    <a:pt x="76129" y="16973"/>
                  </a:cubicBezTo>
                  <a:cubicBezTo>
                    <a:pt x="76129" y="16905"/>
                    <a:pt x="76095" y="16871"/>
                    <a:pt x="76061" y="16871"/>
                  </a:cubicBezTo>
                  <a:close/>
                  <a:moveTo>
                    <a:pt x="27435" y="16939"/>
                  </a:moveTo>
                  <a:cubicBezTo>
                    <a:pt x="27401" y="16939"/>
                    <a:pt x="27333" y="16973"/>
                    <a:pt x="27333" y="17007"/>
                  </a:cubicBezTo>
                  <a:cubicBezTo>
                    <a:pt x="27333" y="17076"/>
                    <a:pt x="27367" y="17110"/>
                    <a:pt x="27401" y="17110"/>
                  </a:cubicBezTo>
                  <a:lnTo>
                    <a:pt x="27504" y="17144"/>
                  </a:lnTo>
                  <a:lnTo>
                    <a:pt x="27538" y="17144"/>
                  </a:lnTo>
                  <a:cubicBezTo>
                    <a:pt x="27572" y="17144"/>
                    <a:pt x="27606" y="17110"/>
                    <a:pt x="27606" y="17076"/>
                  </a:cubicBezTo>
                  <a:cubicBezTo>
                    <a:pt x="27640" y="17042"/>
                    <a:pt x="27606" y="16973"/>
                    <a:pt x="27538" y="16973"/>
                  </a:cubicBezTo>
                  <a:lnTo>
                    <a:pt x="27435" y="16939"/>
                  </a:lnTo>
                  <a:close/>
                  <a:moveTo>
                    <a:pt x="75513" y="16960"/>
                  </a:moveTo>
                  <a:cubicBezTo>
                    <a:pt x="75501" y="16960"/>
                    <a:pt x="75490" y="16964"/>
                    <a:pt x="75481" y="16973"/>
                  </a:cubicBezTo>
                  <a:lnTo>
                    <a:pt x="75378" y="16973"/>
                  </a:lnTo>
                  <a:cubicBezTo>
                    <a:pt x="75310" y="16973"/>
                    <a:pt x="75276" y="17042"/>
                    <a:pt x="75310" y="17076"/>
                  </a:cubicBezTo>
                  <a:cubicBezTo>
                    <a:pt x="75310" y="17110"/>
                    <a:pt x="75344" y="17144"/>
                    <a:pt x="75378" y="17144"/>
                  </a:cubicBezTo>
                  <a:lnTo>
                    <a:pt x="75515" y="17144"/>
                  </a:lnTo>
                  <a:cubicBezTo>
                    <a:pt x="75549" y="17110"/>
                    <a:pt x="75583" y="17076"/>
                    <a:pt x="75583" y="17042"/>
                  </a:cubicBezTo>
                  <a:cubicBezTo>
                    <a:pt x="75583" y="16992"/>
                    <a:pt x="75546" y="16960"/>
                    <a:pt x="75513" y="16960"/>
                  </a:cubicBezTo>
                  <a:close/>
                  <a:moveTo>
                    <a:pt x="74798" y="17042"/>
                  </a:moveTo>
                  <a:cubicBezTo>
                    <a:pt x="74764" y="17042"/>
                    <a:pt x="74730" y="17110"/>
                    <a:pt x="74730" y="17144"/>
                  </a:cubicBezTo>
                  <a:cubicBezTo>
                    <a:pt x="74730" y="17178"/>
                    <a:pt x="74764" y="17212"/>
                    <a:pt x="74798" y="17212"/>
                  </a:cubicBezTo>
                  <a:lnTo>
                    <a:pt x="74935" y="17212"/>
                  </a:lnTo>
                  <a:cubicBezTo>
                    <a:pt x="74969" y="17212"/>
                    <a:pt x="75003" y="17144"/>
                    <a:pt x="75003" y="17110"/>
                  </a:cubicBezTo>
                  <a:cubicBezTo>
                    <a:pt x="75003" y="17076"/>
                    <a:pt x="74969" y="17042"/>
                    <a:pt x="74901" y="17042"/>
                  </a:cubicBezTo>
                  <a:close/>
                  <a:moveTo>
                    <a:pt x="27981" y="17076"/>
                  </a:moveTo>
                  <a:cubicBezTo>
                    <a:pt x="27947" y="17076"/>
                    <a:pt x="27913" y="17110"/>
                    <a:pt x="27879" y="17144"/>
                  </a:cubicBezTo>
                  <a:cubicBezTo>
                    <a:pt x="27879" y="17178"/>
                    <a:pt x="27913" y="17246"/>
                    <a:pt x="27947" y="17246"/>
                  </a:cubicBezTo>
                  <a:lnTo>
                    <a:pt x="28084" y="17280"/>
                  </a:lnTo>
                  <a:cubicBezTo>
                    <a:pt x="28118" y="17280"/>
                    <a:pt x="28152" y="17246"/>
                    <a:pt x="28186" y="17212"/>
                  </a:cubicBezTo>
                  <a:cubicBezTo>
                    <a:pt x="28186" y="17144"/>
                    <a:pt x="28152" y="17110"/>
                    <a:pt x="28118" y="17110"/>
                  </a:cubicBezTo>
                  <a:lnTo>
                    <a:pt x="27981" y="17076"/>
                  </a:lnTo>
                  <a:close/>
                  <a:moveTo>
                    <a:pt x="74355" y="17110"/>
                  </a:moveTo>
                  <a:lnTo>
                    <a:pt x="74218" y="17144"/>
                  </a:lnTo>
                  <a:cubicBezTo>
                    <a:pt x="74184" y="17144"/>
                    <a:pt x="74150" y="17178"/>
                    <a:pt x="74150" y="17212"/>
                  </a:cubicBezTo>
                  <a:cubicBezTo>
                    <a:pt x="74150" y="17280"/>
                    <a:pt x="74218" y="17315"/>
                    <a:pt x="74252" y="17315"/>
                  </a:cubicBezTo>
                  <a:lnTo>
                    <a:pt x="74355" y="17280"/>
                  </a:lnTo>
                  <a:cubicBezTo>
                    <a:pt x="74423" y="17280"/>
                    <a:pt x="74457" y="17246"/>
                    <a:pt x="74457" y="17178"/>
                  </a:cubicBezTo>
                  <a:cubicBezTo>
                    <a:pt x="74423" y="17144"/>
                    <a:pt x="74389" y="17110"/>
                    <a:pt x="74355" y="17110"/>
                  </a:cubicBezTo>
                  <a:close/>
                  <a:moveTo>
                    <a:pt x="28529" y="17199"/>
                  </a:moveTo>
                  <a:cubicBezTo>
                    <a:pt x="28496" y="17199"/>
                    <a:pt x="28459" y="17230"/>
                    <a:pt x="28459" y="17280"/>
                  </a:cubicBezTo>
                  <a:cubicBezTo>
                    <a:pt x="28459" y="17315"/>
                    <a:pt x="28459" y="17349"/>
                    <a:pt x="28527" y="17383"/>
                  </a:cubicBezTo>
                  <a:lnTo>
                    <a:pt x="28664" y="17383"/>
                  </a:lnTo>
                  <a:cubicBezTo>
                    <a:pt x="28698" y="17383"/>
                    <a:pt x="28732" y="17383"/>
                    <a:pt x="28732" y="17315"/>
                  </a:cubicBezTo>
                  <a:cubicBezTo>
                    <a:pt x="28732" y="17280"/>
                    <a:pt x="28732" y="17246"/>
                    <a:pt x="28664" y="17212"/>
                  </a:cubicBezTo>
                  <a:lnTo>
                    <a:pt x="28561" y="17212"/>
                  </a:lnTo>
                  <a:cubicBezTo>
                    <a:pt x="28552" y="17203"/>
                    <a:pt x="28541" y="17199"/>
                    <a:pt x="28529" y="17199"/>
                  </a:cubicBezTo>
                  <a:close/>
                  <a:moveTo>
                    <a:pt x="73774" y="17178"/>
                  </a:moveTo>
                  <a:lnTo>
                    <a:pt x="73672" y="17212"/>
                  </a:lnTo>
                  <a:cubicBezTo>
                    <a:pt x="73604" y="17212"/>
                    <a:pt x="73570" y="17246"/>
                    <a:pt x="73604" y="17315"/>
                  </a:cubicBezTo>
                  <a:cubicBezTo>
                    <a:pt x="73604" y="17349"/>
                    <a:pt x="73638" y="17383"/>
                    <a:pt x="73672" y="17383"/>
                  </a:cubicBezTo>
                  <a:lnTo>
                    <a:pt x="73809" y="17349"/>
                  </a:lnTo>
                  <a:cubicBezTo>
                    <a:pt x="73843" y="17349"/>
                    <a:pt x="73877" y="17315"/>
                    <a:pt x="73877" y="17246"/>
                  </a:cubicBezTo>
                  <a:cubicBezTo>
                    <a:pt x="73877" y="17212"/>
                    <a:pt x="73843" y="17178"/>
                    <a:pt x="73774" y="17178"/>
                  </a:cubicBezTo>
                  <a:close/>
                  <a:moveTo>
                    <a:pt x="73242" y="17267"/>
                  </a:moveTo>
                  <a:cubicBezTo>
                    <a:pt x="73229" y="17267"/>
                    <a:pt x="73213" y="17271"/>
                    <a:pt x="73194" y="17280"/>
                  </a:cubicBezTo>
                  <a:lnTo>
                    <a:pt x="73092" y="17280"/>
                  </a:lnTo>
                  <a:cubicBezTo>
                    <a:pt x="73058" y="17280"/>
                    <a:pt x="73024" y="17315"/>
                    <a:pt x="73024" y="17383"/>
                  </a:cubicBezTo>
                  <a:cubicBezTo>
                    <a:pt x="73024" y="17417"/>
                    <a:pt x="73058" y="17451"/>
                    <a:pt x="73126" y="17451"/>
                  </a:cubicBezTo>
                  <a:lnTo>
                    <a:pt x="73229" y="17451"/>
                  </a:lnTo>
                  <a:cubicBezTo>
                    <a:pt x="73297" y="17417"/>
                    <a:pt x="73331" y="17383"/>
                    <a:pt x="73297" y="17349"/>
                  </a:cubicBezTo>
                  <a:cubicBezTo>
                    <a:pt x="73297" y="17299"/>
                    <a:pt x="73278" y="17267"/>
                    <a:pt x="73242" y="17267"/>
                  </a:cubicBezTo>
                  <a:close/>
                  <a:moveTo>
                    <a:pt x="29107" y="17315"/>
                  </a:moveTo>
                  <a:cubicBezTo>
                    <a:pt x="29073" y="17315"/>
                    <a:pt x="29039" y="17349"/>
                    <a:pt x="29005" y="17383"/>
                  </a:cubicBezTo>
                  <a:cubicBezTo>
                    <a:pt x="29005" y="17417"/>
                    <a:pt x="29039" y="17485"/>
                    <a:pt x="29073" y="17485"/>
                  </a:cubicBezTo>
                  <a:lnTo>
                    <a:pt x="29176" y="17519"/>
                  </a:lnTo>
                  <a:lnTo>
                    <a:pt x="29210" y="17519"/>
                  </a:lnTo>
                  <a:cubicBezTo>
                    <a:pt x="29244" y="17519"/>
                    <a:pt x="29278" y="17485"/>
                    <a:pt x="29278" y="17451"/>
                  </a:cubicBezTo>
                  <a:cubicBezTo>
                    <a:pt x="29312" y="17417"/>
                    <a:pt x="29278" y="17349"/>
                    <a:pt x="29244" y="17349"/>
                  </a:cubicBezTo>
                  <a:lnTo>
                    <a:pt x="29107" y="17315"/>
                  </a:lnTo>
                  <a:close/>
                  <a:moveTo>
                    <a:pt x="72546" y="17349"/>
                  </a:moveTo>
                  <a:cubicBezTo>
                    <a:pt x="72478" y="17349"/>
                    <a:pt x="72444" y="17417"/>
                    <a:pt x="72444" y="17451"/>
                  </a:cubicBezTo>
                  <a:cubicBezTo>
                    <a:pt x="72478" y="17485"/>
                    <a:pt x="72512" y="17519"/>
                    <a:pt x="72546" y="17519"/>
                  </a:cubicBezTo>
                  <a:lnTo>
                    <a:pt x="72683" y="17519"/>
                  </a:lnTo>
                  <a:cubicBezTo>
                    <a:pt x="72717" y="17519"/>
                    <a:pt x="72751" y="17451"/>
                    <a:pt x="72751" y="17417"/>
                  </a:cubicBezTo>
                  <a:cubicBezTo>
                    <a:pt x="72751" y="17383"/>
                    <a:pt x="72683" y="17349"/>
                    <a:pt x="72648" y="17349"/>
                  </a:cubicBezTo>
                  <a:close/>
                  <a:moveTo>
                    <a:pt x="71966" y="17417"/>
                  </a:moveTo>
                  <a:cubicBezTo>
                    <a:pt x="71932" y="17451"/>
                    <a:pt x="71898" y="17485"/>
                    <a:pt x="71898" y="17519"/>
                  </a:cubicBezTo>
                  <a:cubicBezTo>
                    <a:pt x="71898" y="17588"/>
                    <a:pt x="71932" y="17588"/>
                    <a:pt x="71966" y="17588"/>
                  </a:cubicBezTo>
                  <a:lnTo>
                    <a:pt x="72102" y="17588"/>
                  </a:lnTo>
                  <a:cubicBezTo>
                    <a:pt x="72137" y="17588"/>
                    <a:pt x="72171" y="17553"/>
                    <a:pt x="72171" y="17485"/>
                  </a:cubicBezTo>
                  <a:cubicBezTo>
                    <a:pt x="72171" y="17451"/>
                    <a:pt x="72137" y="17417"/>
                    <a:pt x="72068" y="17417"/>
                  </a:cubicBezTo>
                  <a:close/>
                  <a:moveTo>
                    <a:pt x="29688" y="17451"/>
                  </a:moveTo>
                  <a:cubicBezTo>
                    <a:pt x="29619" y="17451"/>
                    <a:pt x="29585" y="17451"/>
                    <a:pt x="29585" y="17519"/>
                  </a:cubicBezTo>
                  <a:cubicBezTo>
                    <a:pt x="29551" y="17553"/>
                    <a:pt x="29585" y="17588"/>
                    <a:pt x="29653" y="17622"/>
                  </a:cubicBezTo>
                  <a:lnTo>
                    <a:pt x="29756" y="17622"/>
                  </a:lnTo>
                  <a:cubicBezTo>
                    <a:pt x="29756" y="17656"/>
                    <a:pt x="29756" y="17656"/>
                    <a:pt x="29756" y="17656"/>
                  </a:cubicBezTo>
                  <a:cubicBezTo>
                    <a:pt x="29824" y="17656"/>
                    <a:pt x="29858" y="17622"/>
                    <a:pt x="29858" y="17588"/>
                  </a:cubicBezTo>
                  <a:cubicBezTo>
                    <a:pt x="29858" y="17519"/>
                    <a:pt x="29824" y="17485"/>
                    <a:pt x="29790" y="17485"/>
                  </a:cubicBezTo>
                  <a:lnTo>
                    <a:pt x="29688" y="17451"/>
                  </a:lnTo>
                  <a:close/>
                  <a:moveTo>
                    <a:pt x="71522" y="17485"/>
                  </a:moveTo>
                  <a:lnTo>
                    <a:pt x="71386" y="17519"/>
                  </a:lnTo>
                  <a:cubicBezTo>
                    <a:pt x="71352" y="17519"/>
                    <a:pt x="71318" y="17553"/>
                    <a:pt x="71318" y="17588"/>
                  </a:cubicBezTo>
                  <a:cubicBezTo>
                    <a:pt x="71318" y="17656"/>
                    <a:pt x="71352" y="17690"/>
                    <a:pt x="71420" y="17690"/>
                  </a:cubicBezTo>
                  <a:lnTo>
                    <a:pt x="71522" y="17656"/>
                  </a:lnTo>
                  <a:cubicBezTo>
                    <a:pt x="71591" y="17656"/>
                    <a:pt x="71625" y="17622"/>
                    <a:pt x="71591" y="17553"/>
                  </a:cubicBezTo>
                  <a:cubicBezTo>
                    <a:pt x="71591" y="17519"/>
                    <a:pt x="71556" y="17485"/>
                    <a:pt x="71522" y="17485"/>
                  </a:cubicBezTo>
                  <a:close/>
                  <a:moveTo>
                    <a:pt x="30233" y="17553"/>
                  </a:moveTo>
                  <a:cubicBezTo>
                    <a:pt x="30199" y="17553"/>
                    <a:pt x="30131" y="17588"/>
                    <a:pt x="30131" y="17622"/>
                  </a:cubicBezTo>
                  <a:cubicBezTo>
                    <a:pt x="30131" y="17690"/>
                    <a:pt x="30165" y="17724"/>
                    <a:pt x="30199" y="17724"/>
                  </a:cubicBezTo>
                  <a:lnTo>
                    <a:pt x="30302" y="17758"/>
                  </a:lnTo>
                  <a:lnTo>
                    <a:pt x="30336" y="17758"/>
                  </a:lnTo>
                  <a:cubicBezTo>
                    <a:pt x="30370" y="17758"/>
                    <a:pt x="30404" y="17724"/>
                    <a:pt x="30404" y="17690"/>
                  </a:cubicBezTo>
                  <a:cubicBezTo>
                    <a:pt x="30438" y="17656"/>
                    <a:pt x="30404" y="17588"/>
                    <a:pt x="30336" y="17588"/>
                  </a:cubicBezTo>
                  <a:lnTo>
                    <a:pt x="30233" y="17553"/>
                  </a:lnTo>
                  <a:close/>
                  <a:moveTo>
                    <a:pt x="70942" y="17553"/>
                  </a:moveTo>
                  <a:lnTo>
                    <a:pt x="70840" y="17588"/>
                  </a:lnTo>
                  <a:cubicBezTo>
                    <a:pt x="70772" y="17588"/>
                    <a:pt x="70738" y="17622"/>
                    <a:pt x="70738" y="17690"/>
                  </a:cubicBezTo>
                  <a:cubicBezTo>
                    <a:pt x="70772" y="17724"/>
                    <a:pt x="70806" y="17758"/>
                    <a:pt x="70840" y="17758"/>
                  </a:cubicBezTo>
                  <a:lnTo>
                    <a:pt x="70976" y="17724"/>
                  </a:lnTo>
                  <a:cubicBezTo>
                    <a:pt x="71011" y="17724"/>
                    <a:pt x="71045" y="17690"/>
                    <a:pt x="71045" y="17656"/>
                  </a:cubicBezTo>
                  <a:cubicBezTo>
                    <a:pt x="71045" y="17588"/>
                    <a:pt x="70976" y="17553"/>
                    <a:pt x="70942" y="17553"/>
                  </a:cubicBezTo>
                  <a:close/>
                  <a:moveTo>
                    <a:pt x="70260" y="17656"/>
                  </a:moveTo>
                  <a:cubicBezTo>
                    <a:pt x="70226" y="17656"/>
                    <a:pt x="70192" y="17724"/>
                    <a:pt x="70192" y="17758"/>
                  </a:cubicBezTo>
                  <a:cubicBezTo>
                    <a:pt x="70192" y="17792"/>
                    <a:pt x="70226" y="17826"/>
                    <a:pt x="70260" y="17826"/>
                  </a:cubicBezTo>
                  <a:lnTo>
                    <a:pt x="70396" y="17826"/>
                  </a:lnTo>
                  <a:cubicBezTo>
                    <a:pt x="70430" y="17792"/>
                    <a:pt x="70465" y="17758"/>
                    <a:pt x="70465" y="17724"/>
                  </a:cubicBezTo>
                  <a:cubicBezTo>
                    <a:pt x="70465" y="17656"/>
                    <a:pt x="70430" y="17656"/>
                    <a:pt x="70362" y="17656"/>
                  </a:cubicBezTo>
                  <a:close/>
                  <a:moveTo>
                    <a:pt x="30779" y="17690"/>
                  </a:moveTo>
                  <a:cubicBezTo>
                    <a:pt x="30745" y="17690"/>
                    <a:pt x="30711" y="17724"/>
                    <a:pt x="30677" y="17758"/>
                  </a:cubicBezTo>
                  <a:cubicBezTo>
                    <a:pt x="30677" y="17792"/>
                    <a:pt x="30711" y="17861"/>
                    <a:pt x="30745" y="17861"/>
                  </a:cubicBezTo>
                  <a:lnTo>
                    <a:pt x="30882" y="17895"/>
                  </a:lnTo>
                  <a:cubicBezTo>
                    <a:pt x="30916" y="17895"/>
                    <a:pt x="30950" y="17861"/>
                    <a:pt x="30984" y="17826"/>
                  </a:cubicBezTo>
                  <a:cubicBezTo>
                    <a:pt x="30984" y="17758"/>
                    <a:pt x="30950" y="17724"/>
                    <a:pt x="30916" y="17724"/>
                  </a:cubicBezTo>
                  <a:lnTo>
                    <a:pt x="30779" y="17690"/>
                  </a:lnTo>
                  <a:close/>
                  <a:moveTo>
                    <a:pt x="69680" y="17724"/>
                  </a:moveTo>
                  <a:cubicBezTo>
                    <a:pt x="69646" y="17758"/>
                    <a:pt x="69611" y="17792"/>
                    <a:pt x="69611" y="17826"/>
                  </a:cubicBezTo>
                  <a:cubicBezTo>
                    <a:pt x="69611" y="17861"/>
                    <a:pt x="69646" y="17895"/>
                    <a:pt x="69714" y="17895"/>
                  </a:cubicBezTo>
                  <a:lnTo>
                    <a:pt x="69816" y="17895"/>
                  </a:lnTo>
                  <a:cubicBezTo>
                    <a:pt x="69884" y="17895"/>
                    <a:pt x="69919" y="17826"/>
                    <a:pt x="69919" y="17792"/>
                  </a:cubicBezTo>
                  <a:cubicBezTo>
                    <a:pt x="69884" y="17758"/>
                    <a:pt x="69850" y="17724"/>
                    <a:pt x="69816" y="17724"/>
                  </a:cubicBezTo>
                  <a:close/>
                  <a:moveTo>
                    <a:pt x="31312" y="17813"/>
                  </a:moveTo>
                  <a:cubicBezTo>
                    <a:pt x="31275" y="17813"/>
                    <a:pt x="31257" y="17845"/>
                    <a:pt x="31257" y="17895"/>
                  </a:cubicBezTo>
                  <a:cubicBezTo>
                    <a:pt x="31223" y="17929"/>
                    <a:pt x="31257" y="17963"/>
                    <a:pt x="31325" y="17997"/>
                  </a:cubicBezTo>
                  <a:lnTo>
                    <a:pt x="31462" y="17997"/>
                  </a:lnTo>
                  <a:cubicBezTo>
                    <a:pt x="31496" y="17997"/>
                    <a:pt x="31530" y="17997"/>
                    <a:pt x="31530" y="17929"/>
                  </a:cubicBezTo>
                  <a:cubicBezTo>
                    <a:pt x="31530" y="17895"/>
                    <a:pt x="31496" y="17861"/>
                    <a:pt x="31462" y="17826"/>
                  </a:cubicBezTo>
                  <a:lnTo>
                    <a:pt x="31360" y="17826"/>
                  </a:lnTo>
                  <a:cubicBezTo>
                    <a:pt x="31341" y="17817"/>
                    <a:pt x="31325" y="17813"/>
                    <a:pt x="31312" y="17813"/>
                  </a:cubicBezTo>
                  <a:close/>
                  <a:moveTo>
                    <a:pt x="69236" y="17792"/>
                  </a:moveTo>
                  <a:lnTo>
                    <a:pt x="69134" y="17826"/>
                  </a:lnTo>
                  <a:cubicBezTo>
                    <a:pt x="69065" y="17826"/>
                    <a:pt x="69031" y="17861"/>
                    <a:pt x="69065" y="17895"/>
                  </a:cubicBezTo>
                  <a:cubicBezTo>
                    <a:pt x="69065" y="17963"/>
                    <a:pt x="69100" y="17997"/>
                    <a:pt x="69134" y="17997"/>
                  </a:cubicBezTo>
                  <a:lnTo>
                    <a:pt x="69270" y="17963"/>
                  </a:lnTo>
                  <a:cubicBezTo>
                    <a:pt x="69304" y="17963"/>
                    <a:pt x="69338" y="17929"/>
                    <a:pt x="69338" y="17861"/>
                  </a:cubicBezTo>
                  <a:cubicBezTo>
                    <a:pt x="69338" y="17826"/>
                    <a:pt x="69270" y="17792"/>
                    <a:pt x="69236" y="17792"/>
                  </a:cubicBezTo>
                  <a:close/>
                  <a:moveTo>
                    <a:pt x="68656" y="17861"/>
                  </a:moveTo>
                  <a:lnTo>
                    <a:pt x="68554" y="17895"/>
                  </a:lnTo>
                  <a:cubicBezTo>
                    <a:pt x="68520" y="17895"/>
                    <a:pt x="68485" y="17929"/>
                    <a:pt x="68485" y="17997"/>
                  </a:cubicBezTo>
                  <a:cubicBezTo>
                    <a:pt x="68485" y="18031"/>
                    <a:pt x="68520" y="18065"/>
                    <a:pt x="68554" y="18065"/>
                  </a:cubicBezTo>
                  <a:lnTo>
                    <a:pt x="68588" y="18065"/>
                  </a:lnTo>
                  <a:lnTo>
                    <a:pt x="68690" y="18031"/>
                  </a:lnTo>
                  <a:cubicBezTo>
                    <a:pt x="68758" y="18031"/>
                    <a:pt x="68758" y="17997"/>
                    <a:pt x="68758" y="17963"/>
                  </a:cubicBezTo>
                  <a:cubicBezTo>
                    <a:pt x="68758" y="17895"/>
                    <a:pt x="68724" y="17861"/>
                    <a:pt x="68656" y="17861"/>
                  </a:cubicBezTo>
                  <a:close/>
                  <a:moveTo>
                    <a:pt x="31906" y="17929"/>
                  </a:moveTo>
                  <a:cubicBezTo>
                    <a:pt x="31871" y="17929"/>
                    <a:pt x="31803" y="17963"/>
                    <a:pt x="31803" y="17997"/>
                  </a:cubicBezTo>
                  <a:cubicBezTo>
                    <a:pt x="31803" y="18065"/>
                    <a:pt x="31837" y="18099"/>
                    <a:pt x="31871" y="18099"/>
                  </a:cubicBezTo>
                  <a:lnTo>
                    <a:pt x="31974" y="18134"/>
                  </a:lnTo>
                  <a:lnTo>
                    <a:pt x="32008" y="18134"/>
                  </a:lnTo>
                  <a:cubicBezTo>
                    <a:pt x="32042" y="18134"/>
                    <a:pt x="32076" y="18099"/>
                    <a:pt x="32076" y="18065"/>
                  </a:cubicBezTo>
                  <a:cubicBezTo>
                    <a:pt x="32110" y="18031"/>
                    <a:pt x="32076" y="17963"/>
                    <a:pt x="32008" y="17963"/>
                  </a:cubicBezTo>
                  <a:lnTo>
                    <a:pt x="31906" y="17929"/>
                  </a:lnTo>
                  <a:close/>
                  <a:moveTo>
                    <a:pt x="68137" y="17950"/>
                  </a:moveTo>
                  <a:cubicBezTo>
                    <a:pt x="68128" y="17950"/>
                    <a:pt x="68119" y="17954"/>
                    <a:pt x="68110" y="17963"/>
                  </a:cubicBezTo>
                  <a:lnTo>
                    <a:pt x="68008" y="17963"/>
                  </a:lnTo>
                  <a:cubicBezTo>
                    <a:pt x="67939" y="17963"/>
                    <a:pt x="67905" y="18031"/>
                    <a:pt x="67905" y="18065"/>
                  </a:cubicBezTo>
                  <a:cubicBezTo>
                    <a:pt x="67939" y="18099"/>
                    <a:pt x="67974" y="18134"/>
                    <a:pt x="68008" y="18134"/>
                  </a:cubicBezTo>
                  <a:lnTo>
                    <a:pt x="68144" y="18134"/>
                  </a:lnTo>
                  <a:cubicBezTo>
                    <a:pt x="68178" y="18099"/>
                    <a:pt x="68212" y="18065"/>
                    <a:pt x="68212" y="18031"/>
                  </a:cubicBezTo>
                  <a:cubicBezTo>
                    <a:pt x="68187" y="17981"/>
                    <a:pt x="68162" y="17950"/>
                    <a:pt x="68137" y="17950"/>
                  </a:cubicBezTo>
                  <a:close/>
                  <a:moveTo>
                    <a:pt x="67428" y="18031"/>
                  </a:moveTo>
                  <a:cubicBezTo>
                    <a:pt x="67393" y="18031"/>
                    <a:pt x="67359" y="18099"/>
                    <a:pt x="67359" y="18134"/>
                  </a:cubicBezTo>
                  <a:cubicBezTo>
                    <a:pt x="67359" y="18168"/>
                    <a:pt x="67393" y="18202"/>
                    <a:pt x="67428" y="18202"/>
                  </a:cubicBezTo>
                  <a:lnTo>
                    <a:pt x="67564" y="18202"/>
                  </a:lnTo>
                  <a:cubicBezTo>
                    <a:pt x="67598" y="18202"/>
                    <a:pt x="67632" y="18134"/>
                    <a:pt x="67632" y="18099"/>
                  </a:cubicBezTo>
                  <a:cubicBezTo>
                    <a:pt x="67632" y="18065"/>
                    <a:pt x="67598" y="18031"/>
                    <a:pt x="67530" y="18031"/>
                  </a:cubicBezTo>
                  <a:close/>
                  <a:moveTo>
                    <a:pt x="32486" y="18065"/>
                  </a:moveTo>
                  <a:cubicBezTo>
                    <a:pt x="32417" y="18065"/>
                    <a:pt x="32383" y="18065"/>
                    <a:pt x="32383" y="18134"/>
                  </a:cubicBezTo>
                  <a:cubicBezTo>
                    <a:pt x="32349" y="18168"/>
                    <a:pt x="32383" y="18202"/>
                    <a:pt x="32417" y="18236"/>
                  </a:cubicBezTo>
                  <a:lnTo>
                    <a:pt x="32554" y="18270"/>
                  </a:lnTo>
                  <a:cubicBezTo>
                    <a:pt x="32588" y="18270"/>
                    <a:pt x="32656" y="18236"/>
                    <a:pt x="32656" y="18202"/>
                  </a:cubicBezTo>
                  <a:cubicBezTo>
                    <a:pt x="32656" y="18134"/>
                    <a:pt x="32622" y="18099"/>
                    <a:pt x="32588" y="18099"/>
                  </a:cubicBezTo>
                  <a:lnTo>
                    <a:pt x="32486" y="18065"/>
                  </a:lnTo>
                  <a:close/>
                  <a:moveTo>
                    <a:pt x="66984" y="18099"/>
                  </a:moveTo>
                  <a:lnTo>
                    <a:pt x="66847" y="18134"/>
                  </a:lnTo>
                  <a:cubicBezTo>
                    <a:pt x="66813" y="18134"/>
                    <a:pt x="66779" y="18168"/>
                    <a:pt x="66779" y="18202"/>
                  </a:cubicBezTo>
                  <a:cubicBezTo>
                    <a:pt x="66779" y="18270"/>
                    <a:pt x="66813" y="18304"/>
                    <a:pt x="66882" y="18304"/>
                  </a:cubicBezTo>
                  <a:lnTo>
                    <a:pt x="66984" y="18270"/>
                  </a:lnTo>
                  <a:cubicBezTo>
                    <a:pt x="67052" y="18270"/>
                    <a:pt x="67086" y="18236"/>
                    <a:pt x="67052" y="18168"/>
                  </a:cubicBezTo>
                  <a:cubicBezTo>
                    <a:pt x="67052" y="18134"/>
                    <a:pt x="67018" y="18099"/>
                    <a:pt x="66984" y="18099"/>
                  </a:cubicBezTo>
                  <a:close/>
                  <a:moveTo>
                    <a:pt x="32995" y="18188"/>
                  </a:moveTo>
                  <a:cubicBezTo>
                    <a:pt x="32963" y="18188"/>
                    <a:pt x="32929" y="18212"/>
                    <a:pt x="32929" y="18236"/>
                  </a:cubicBezTo>
                  <a:cubicBezTo>
                    <a:pt x="32929" y="18304"/>
                    <a:pt x="32963" y="18338"/>
                    <a:pt x="32997" y="18338"/>
                  </a:cubicBezTo>
                  <a:lnTo>
                    <a:pt x="33100" y="18372"/>
                  </a:lnTo>
                  <a:lnTo>
                    <a:pt x="33134" y="18372"/>
                  </a:lnTo>
                  <a:cubicBezTo>
                    <a:pt x="33168" y="18372"/>
                    <a:pt x="33202" y="18338"/>
                    <a:pt x="33202" y="18304"/>
                  </a:cubicBezTo>
                  <a:cubicBezTo>
                    <a:pt x="33202" y="18270"/>
                    <a:pt x="33202" y="18236"/>
                    <a:pt x="33134" y="18202"/>
                  </a:cubicBezTo>
                  <a:lnTo>
                    <a:pt x="33032" y="18202"/>
                  </a:lnTo>
                  <a:cubicBezTo>
                    <a:pt x="33022" y="18192"/>
                    <a:pt x="33009" y="18188"/>
                    <a:pt x="32995" y="18188"/>
                  </a:cubicBezTo>
                  <a:close/>
                  <a:moveTo>
                    <a:pt x="66404" y="18168"/>
                  </a:moveTo>
                  <a:lnTo>
                    <a:pt x="66302" y="18202"/>
                  </a:lnTo>
                  <a:cubicBezTo>
                    <a:pt x="66233" y="18202"/>
                    <a:pt x="66199" y="18236"/>
                    <a:pt x="66199" y="18304"/>
                  </a:cubicBezTo>
                  <a:cubicBezTo>
                    <a:pt x="66233" y="18338"/>
                    <a:pt x="66267" y="18372"/>
                    <a:pt x="66302" y="18372"/>
                  </a:cubicBezTo>
                  <a:lnTo>
                    <a:pt x="66438" y="18338"/>
                  </a:lnTo>
                  <a:cubicBezTo>
                    <a:pt x="66472" y="18338"/>
                    <a:pt x="66506" y="18304"/>
                    <a:pt x="66506" y="18236"/>
                  </a:cubicBezTo>
                  <a:cubicBezTo>
                    <a:pt x="66506" y="18202"/>
                    <a:pt x="66438" y="18168"/>
                    <a:pt x="66404" y="18168"/>
                  </a:cubicBezTo>
                  <a:close/>
                  <a:moveTo>
                    <a:pt x="65871" y="18257"/>
                  </a:moveTo>
                  <a:cubicBezTo>
                    <a:pt x="65858" y="18257"/>
                    <a:pt x="65842" y="18261"/>
                    <a:pt x="65824" y="18270"/>
                  </a:cubicBezTo>
                  <a:lnTo>
                    <a:pt x="65721" y="18270"/>
                  </a:lnTo>
                  <a:cubicBezTo>
                    <a:pt x="65687" y="18270"/>
                    <a:pt x="65653" y="18304"/>
                    <a:pt x="65653" y="18372"/>
                  </a:cubicBezTo>
                  <a:cubicBezTo>
                    <a:pt x="65653" y="18407"/>
                    <a:pt x="65687" y="18441"/>
                    <a:pt x="65721" y="18441"/>
                  </a:cubicBezTo>
                  <a:lnTo>
                    <a:pt x="65858" y="18441"/>
                  </a:lnTo>
                  <a:cubicBezTo>
                    <a:pt x="65892" y="18407"/>
                    <a:pt x="65926" y="18372"/>
                    <a:pt x="65926" y="18338"/>
                  </a:cubicBezTo>
                  <a:cubicBezTo>
                    <a:pt x="65926" y="18288"/>
                    <a:pt x="65908" y="18257"/>
                    <a:pt x="65871" y="18257"/>
                  </a:cubicBezTo>
                  <a:close/>
                  <a:moveTo>
                    <a:pt x="33578" y="18304"/>
                  </a:moveTo>
                  <a:cubicBezTo>
                    <a:pt x="33543" y="18304"/>
                    <a:pt x="33509" y="18338"/>
                    <a:pt x="33475" y="18372"/>
                  </a:cubicBezTo>
                  <a:cubicBezTo>
                    <a:pt x="33475" y="18407"/>
                    <a:pt x="33509" y="18475"/>
                    <a:pt x="33543" y="18475"/>
                  </a:cubicBezTo>
                  <a:lnTo>
                    <a:pt x="33680" y="18509"/>
                  </a:lnTo>
                  <a:cubicBezTo>
                    <a:pt x="33714" y="18509"/>
                    <a:pt x="33748" y="18475"/>
                    <a:pt x="33782" y="18441"/>
                  </a:cubicBezTo>
                  <a:cubicBezTo>
                    <a:pt x="33782" y="18372"/>
                    <a:pt x="33748" y="18338"/>
                    <a:pt x="33714" y="18338"/>
                  </a:cubicBezTo>
                  <a:lnTo>
                    <a:pt x="33578" y="18304"/>
                  </a:lnTo>
                  <a:close/>
                  <a:moveTo>
                    <a:pt x="65141" y="18338"/>
                  </a:moveTo>
                  <a:cubicBezTo>
                    <a:pt x="65107" y="18338"/>
                    <a:pt x="65073" y="18407"/>
                    <a:pt x="65073" y="18441"/>
                  </a:cubicBezTo>
                  <a:cubicBezTo>
                    <a:pt x="65073" y="18475"/>
                    <a:pt x="65107" y="18509"/>
                    <a:pt x="65175" y="18509"/>
                  </a:cubicBezTo>
                  <a:lnTo>
                    <a:pt x="65278" y="18509"/>
                  </a:lnTo>
                  <a:cubicBezTo>
                    <a:pt x="65346" y="18509"/>
                    <a:pt x="65380" y="18441"/>
                    <a:pt x="65380" y="18407"/>
                  </a:cubicBezTo>
                  <a:cubicBezTo>
                    <a:pt x="65346" y="18372"/>
                    <a:pt x="65312" y="18338"/>
                    <a:pt x="65278" y="18338"/>
                  </a:cubicBezTo>
                  <a:close/>
                  <a:moveTo>
                    <a:pt x="64595" y="18407"/>
                  </a:moveTo>
                  <a:cubicBezTo>
                    <a:pt x="64527" y="18441"/>
                    <a:pt x="64493" y="18475"/>
                    <a:pt x="64527" y="18509"/>
                  </a:cubicBezTo>
                  <a:cubicBezTo>
                    <a:pt x="64527" y="18577"/>
                    <a:pt x="64561" y="18577"/>
                    <a:pt x="64595" y="18577"/>
                  </a:cubicBezTo>
                  <a:lnTo>
                    <a:pt x="64732" y="18577"/>
                  </a:lnTo>
                  <a:cubicBezTo>
                    <a:pt x="64766" y="18577"/>
                    <a:pt x="64800" y="18509"/>
                    <a:pt x="64800" y="18475"/>
                  </a:cubicBezTo>
                  <a:cubicBezTo>
                    <a:pt x="64800" y="18441"/>
                    <a:pt x="64766" y="18407"/>
                    <a:pt x="64698" y="18407"/>
                  </a:cubicBezTo>
                  <a:close/>
                  <a:moveTo>
                    <a:pt x="34110" y="18427"/>
                  </a:moveTo>
                  <a:cubicBezTo>
                    <a:pt x="34074" y="18427"/>
                    <a:pt x="34055" y="18459"/>
                    <a:pt x="34055" y="18509"/>
                  </a:cubicBezTo>
                  <a:cubicBezTo>
                    <a:pt x="34021" y="18543"/>
                    <a:pt x="34055" y="18577"/>
                    <a:pt x="34124" y="18611"/>
                  </a:cubicBezTo>
                  <a:lnTo>
                    <a:pt x="34226" y="18611"/>
                  </a:lnTo>
                  <a:cubicBezTo>
                    <a:pt x="34294" y="18611"/>
                    <a:pt x="34328" y="18611"/>
                    <a:pt x="34328" y="18543"/>
                  </a:cubicBezTo>
                  <a:cubicBezTo>
                    <a:pt x="34328" y="18509"/>
                    <a:pt x="34294" y="18475"/>
                    <a:pt x="34260" y="18441"/>
                  </a:cubicBezTo>
                  <a:lnTo>
                    <a:pt x="34158" y="18441"/>
                  </a:lnTo>
                  <a:cubicBezTo>
                    <a:pt x="34139" y="18431"/>
                    <a:pt x="34124" y="18427"/>
                    <a:pt x="34110" y="18427"/>
                  </a:cubicBezTo>
                  <a:close/>
                  <a:moveTo>
                    <a:pt x="64118" y="18475"/>
                  </a:moveTo>
                  <a:lnTo>
                    <a:pt x="64015" y="18509"/>
                  </a:lnTo>
                  <a:cubicBezTo>
                    <a:pt x="63981" y="18509"/>
                    <a:pt x="63947" y="18543"/>
                    <a:pt x="63947" y="18577"/>
                  </a:cubicBezTo>
                  <a:cubicBezTo>
                    <a:pt x="63947" y="18645"/>
                    <a:pt x="63981" y="18680"/>
                    <a:pt x="64015" y="18680"/>
                  </a:cubicBezTo>
                  <a:lnTo>
                    <a:pt x="64049" y="18680"/>
                  </a:lnTo>
                  <a:lnTo>
                    <a:pt x="64152" y="18645"/>
                  </a:lnTo>
                  <a:cubicBezTo>
                    <a:pt x="64186" y="18645"/>
                    <a:pt x="64220" y="18611"/>
                    <a:pt x="64220" y="18543"/>
                  </a:cubicBezTo>
                  <a:cubicBezTo>
                    <a:pt x="64220" y="18509"/>
                    <a:pt x="64186" y="18475"/>
                    <a:pt x="64118" y="18475"/>
                  </a:cubicBezTo>
                  <a:close/>
                  <a:moveTo>
                    <a:pt x="34704" y="18543"/>
                  </a:moveTo>
                  <a:cubicBezTo>
                    <a:pt x="34669" y="18543"/>
                    <a:pt x="34601" y="18577"/>
                    <a:pt x="34601" y="18611"/>
                  </a:cubicBezTo>
                  <a:cubicBezTo>
                    <a:pt x="34601" y="18680"/>
                    <a:pt x="34635" y="18714"/>
                    <a:pt x="34669" y="18714"/>
                  </a:cubicBezTo>
                  <a:lnTo>
                    <a:pt x="34772" y="18748"/>
                  </a:lnTo>
                  <a:lnTo>
                    <a:pt x="34806" y="18748"/>
                  </a:lnTo>
                  <a:cubicBezTo>
                    <a:pt x="34840" y="18748"/>
                    <a:pt x="34874" y="18714"/>
                    <a:pt x="34874" y="18680"/>
                  </a:cubicBezTo>
                  <a:cubicBezTo>
                    <a:pt x="34908" y="18645"/>
                    <a:pt x="34874" y="18577"/>
                    <a:pt x="34806" y="18577"/>
                  </a:cubicBezTo>
                  <a:lnTo>
                    <a:pt x="34704" y="18543"/>
                  </a:lnTo>
                  <a:close/>
                  <a:moveTo>
                    <a:pt x="63572" y="18543"/>
                  </a:moveTo>
                  <a:lnTo>
                    <a:pt x="63435" y="18577"/>
                  </a:lnTo>
                  <a:cubicBezTo>
                    <a:pt x="63401" y="18577"/>
                    <a:pt x="63367" y="18611"/>
                    <a:pt x="63367" y="18680"/>
                  </a:cubicBezTo>
                  <a:cubicBezTo>
                    <a:pt x="63367" y="18714"/>
                    <a:pt x="63435" y="18748"/>
                    <a:pt x="63469" y="18748"/>
                  </a:cubicBezTo>
                  <a:lnTo>
                    <a:pt x="63572" y="18714"/>
                  </a:lnTo>
                  <a:cubicBezTo>
                    <a:pt x="63640" y="18714"/>
                    <a:pt x="63674" y="18680"/>
                    <a:pt x="63674" y="18645"/>
                  </a:cubicBezTo>
                  <a:cubicBezTo>
                    <a:pt x="63640" y="18577"/>
                    <a:pt x="63606" y="18543"/>
                    <a:pt x="63572" y="18543"/>
                  </a:cubicBezTo>
                  <a:close/>
                  <a:moveTo>
                    <a:pt x="62889" y="18645"/>
                  </a:moveTo>
                  <a:cubicBezTo>
                    <a:pt x="62821" y="18645"/>
                    <a:pt x="62821" y="18714"/>
                    <a:pt x="62821" y="18748"/>
                  </a:cubicBezTo>
                  <a:cubicBezTo>
                    <a:pt x="62821" y="18782"/>
                    <a:pt x="62855" y="18816"/>
                    <a:pt x="62889" y="18816"/>
                  </a:cubicBezTo>
                  <a:lnTo>
                    <a:pt x="63026" y="18816"/>
                  </a:lnTo>
                  <a:cubicBezTo>
                    <a:pt x="63060" y="18782"/>
                    <a:pt x="63094" y="18748"/>
                    <a:pt x="63094" y="18714"/>
                  </a:cubicBezTo>
                  <a:cubicBezTo>
                    <a:pt x="63094" y="18645"/>
                    <a:pt x="63060" y="18645"/>
                    <a:pt x="62992" y="18645"/>
                  </a:cubicBezTo>
                  <a:close/>
                  <a:moveTo>
                    <a:pt x="35250" y="18680"/>
                  </a:moveTo>
                  <a:cubicBezTo>
                    <a:pt x="35215" y="18680"/>
                    <a:pt x="35181" y="18680"/>
                    <a:pt x="35147" y="18748"/>
                  </a:cubicBezTo>
                  <a:cubicBezTo>
                    <a:pt x="35147" y="18782"/>
                    <a:pt x="35181" y="18850"/>
                    <a:pt x="35215" y="18850"/>
                  </a:cubicBezTo>
                  <a:lnTo>
                    <a:pt x="35352" y="18884"/>
                  </a:lnTo>
                  <a:cubicBezTo>
                    <a:pt x="35386" y="18884"/>
                    <a:pt x="35420" y="18850"/>
                    <a:pt x="35454" y="18816"/>
                  </a:cubicBezTo>
                  <a:cubicBezTo>
                    <a:pt x="35454" y="18748"/>
                    <a:pt x="35420" y="18714"/>
                    <a:pt x="35386" y="18714"/>
                  </a:cubicBezTo>
                  <a:lnTo>
                    <a:pt x="35250" y="18680"/>
                  </a:lnTo>
                  <a:close/>
                  <a:moveTo>
                    <a:pt x="62309" y="18714"/>
                  </a:moveTo>
                  <a:cubicBezTo>
                    <a:pt x="62275" y="18748"/>
                    <a:pt x="62241" y="18782"/>
                    <a:pt x="62241" y="18816"/>
                  </a:cubicBezTo>
                  <a:cubicBezTo>
                    <a:pt x="62241" y="18850"/>
                    <a:pt x="62275" y="18884"/>
                    <a:pt x="62343" y="18884"/>
                  </a:cubicBezTo>
                  <a:lnTo>
                    <a:pt x="62446" y="18884"/>
                  </a:lnTo>
                  <a:cubicBezTo>
                    <a:pt x="62514" y="18884"/>
                    <a:pt x="62548" y="18816"/>
                    <a:pt x="62514" y="18782"/>
                  </a:cubicBezTo>
                  <a:cubicBezTo>
                    <a:pt x="62514" y="18748"/>
                    <a:pt x="62480" y="18714"/>
                    <a:pt x="62446" y="18714"/>
                  </a:cubicBezTo>
                  <a:close/>
                  <a:moveTo>
                    <a:pt x="35778" y="18802"/>
                  </a:moveTo>
                  <a:cubicBezTo>
                    <a:pt x="35744" y="18802"/>
                    <a:pt x="35727" y="18826"/>
                    <a:pt x="35727" y="18850"/>
                  </a:cubicBezTo>
                  <a:cubicBezTo>
                    <a:pt x="35727" y="18918"/>
                    <a:pt x="35727" y="18952"/>
                    <a:pt x="35796" y="18952"/>
                  </a:cubicBezTo>
                  <a:lnTo>
                    <a:pt x="35898" y="18987"/>
                  </a:lnTo>
                  <a:lnTo>
                    <a:pt x="35932" y="18987"/>
                  </a:lnTo>
                  <a:cubicBezTo>
                    <a:pt x="35966" y="18987"/>
                    <a:pt x="36000" y="18952"/>
                    <a:pt x="36000" y="18918"/>
                  </a:cubicBezTo>
                  <a:cubicBezTo>
                    <a:pt x="36000" y="18884"/>
                    <a:pt x="36000" y="18850"/>
                    <a:pt x="35932" y="18816"/>
                  </a:cubicBezTo>
                  <a:lnTo>
                    <a:pt x="35830" y="18816"/>
                  </a:lnTo>
                  <a:cubicBezTo>
                    <a:pt x="35810" y="18806"/>
                    <a:pt x="35793" y="18802"/>
                    <a:pt x="35778" y="18802"/>
                  </a:cubicBezTo>
                  <a:close/>
                  <a:moveTo>
                    <a:pt x="61866" y="18782"/>
                  </a:moveTo>
                  <a:lnTo>
                    <a:pt x="61763" y="18816"/>
                  </a:lnTo>
                  <a:cubicBezTo>
                    <a:pt x="61695" y="18816"/>
                    <a:pt x="61661" y="18850"/>
                    <a:pt x="61661" y="18884"/>
                  </a:cubicBezTo>
                  <a:cubicBezTo>
                    <a:pt x="61695" y="18952"/>
                    <a:pt x="61729" y="18987"/>
                    <a:pt x="61763" y="18987"/>
                  </a:cubicBezTo>
                  <a:lnTo>
                    <a:pt x="61900" y="18952"/>
                  </a:lnTo>
                  <a:cubicBezTo>
                    <a:pt x="61934" y="18952"/>
                    <a:pt x="61968" y="18918"/>
                    <a:pt x="61968" y="18850"/>
                  </a:cubicBezTo>
                  <a:cubicBezTo>
                    <a:pt x="61968" y="18816"/>
                    <a:pt x="61900" y="18782"/>
                    <a:pt x="61866" y="18782"/>
                  </a:cubicBezTo>
                  <a:close/>
                  <a:moveTo>
                    <a:pt x="61285" y="18850"/>
                  </a:moveTo>
                  <a:lnTo>
                    <a:pt x="61183" y="18884"/>
                  </a:lnTo>
                  <a:cubicBezTo>
                    <a:pt x="61149" y="18884"/>
                    <a:pt x="61115" y="18918"/>
                    <a:pt x="61115" y="18987"/>
                  </a:cubicBezTo>
                  <a:cubicBezTo>
                    <a:pt x="61115" y="19021"/>
                    <a:pt x="61149" y="19055"/>
                    <a:pt x="61183" y="19055"/>
                  </a:cubicBezTo>
                  <a:lnTo>
                    <a:pt x="61217" y="19055"/>
                  </a:lnTo>
                  <a:lnTo>
                    <a:pt x="61320" y="19021"/>
                  </a:lnTo>
                  <a:cubicBezTo>
                    <a:pt x="61354" y="19021"/>
                    <a:pt x="61388" y="18987"/>
                    <a:pt x="61388" y="18952"/>
                  </a:cubicBezTo>
                  <a:cubicBezTo>
                    <a:pt x="61388" y="18884"/>
                    <a:pt x="61354" y="18850"/>
                    <a:pt x="61285" y="18850"/>
                  </a:cubicBezTo>
                  <a:close/>
                  <a:moveTo>
                    <a:pt x="36376" y="18918"/>
                  </a:moveTo>
                  <a:cubicBezTo>
                    <a:pt x="36342" y="18918"/>
                    <a:pt x="36307" y="18952"/>
                    <a:pt x="36273" y="18987"/>
                  </a:cubicBezTo>
                  <a:cubicBezTo>
                    <a:pt x="36273" y="19021"/>
                    <a:pt x="36307" y="19089"/>
                    <a:pt x="36342" y="19089"/>
                  </a:cubicBezTo>
                  <a:lnTo>
                    <a:pt x="36444" y="19123"/>
                  </a:lnTo>
                  <a:lnTo>
                    <a:pt x="36478" y="19123"/>
                  </a:lnTo>
                  <a:cubicBezTo>
                    <a:pt x="36512" y="19123"/>
                    <a:pt x="36546" y="19089"/>
                    <a:pt x="36546" y="19055"/>
                  </a:cubicBezTo>
                  <a:cubicBezTo>
                    <a:pt x="36580" y="19021"/>
                    <a:pt x="36546" y="18952"/>
                    <a:pt x="36512" y="18952"/>
                  </a:cubicBezTo>
                  <a:lnTo>
                    <a:pt x="36376" y="18918"/>
                  </a:lnTo>
                  <a:close/>
                  <a:moveTo>
                    <a:pt x="60767" y="18939"/>
                  </a:moveTo>
                  <a:cubicBezTo>
                    <a:pt x="60758" y="18939"/>
                    <a:pt x="60749" y="18943"/>
                    <a:pt x="60739" y="18952"/>
                  </a:cubicBezTo>
                  <a:lnTo>
                    <a:pt x="60603" y="18952"/>
                  </a:lnTo>
                  <a:cubicBezTo>
                    <a:pt x="60569" y="18952"/>
                    <a:pt x="60535" y="18987"/>
                    <a:pt x="60535" y="19055"/>
                  </a:cubicBezTo>
                  <a:cubicBezTo>
                    <a:pt x="60535" y="19089"/>
                    <a:pt x="60569" y="19123"/>
                    <a:pt x="60637" y="19123"/>
                  </a:cubicBezTo>
                  <a:lnTo>
                    <a:pt x="60739" y="19123"/>
                  </a:lnTo>
                  <a:cubicBezTo>
                    <a:pt x="60808" y="19089"/>
                    <a:pt x="60842" y="19055"/>
                    <a:pt x="60842" y="19021"/>
                  </a:cubicBezTo>
                  <a:cubicBezTo>
                    <a:pt x="60817" y="18971"/>
                    <a:pt x="60792" y="18939"/>
                    <a:pt x="60767" y="18939"/>
                  </a:cubicBezTo>
                  <a:close/>
                  <a:moveTo>
                    <a:pt x="60057" y="19021"/>
                  </a:moveTo>
                  <a:cubicBezTo>
                    <a:pt x="59989" y="19021"/>
                    <a:pt x="59955" y="19089"/>
                    <a:pt x="59989" y="19123"/>
                  </a:cubicBezTo>
                  <a:cubicBezTo>
                    <a:pt x="59989" y="19157"/>
                    <a:pt x="60023" y="19191"/>
                    <a:pt x="60057" y="19191"/>
                  </a:cubicBezTo>
                  <a:lnTo>
                    <a:pt x="60194" y="19191"/>
                  </a:lnTo>
                  <a:cubicBezTo>
                    <a:pt x="60228" y="19191"/>
                    <a:pt x="60262" y="19123"/>
                    <a:pt x="60262" y="19089"/>
                  </a:cubicBezTo>
                  <a:cubicBezTo>
                    <a:pt x="60262" y="19055"/>
                    <a:pt x="60194" y="19021"/>
                    <a:pt x="60159" y="19021"/>
                  </a:cubicBezTo>
                  <a:close/>
                  <a:moveTo>
                    <a:pt x="36908" y="19041"/>
                  </a:moveTo>
                  <a:cubicBezTo>
                    <a:pt x="36872" y="19041"/>
                    <a:pt x="36853" y="19073"/>
                    <a:pt x="36853" y="19123"/>
                  </a:cubicBezTo>
                  <a:cubicBezTo>
                    <a:pt x="36819" y="19157"/>
                    <a:pt x="36853" y="19191"/>
                    <a:pt x="36922" y="19225"/>
                  </a:cubicBezTo>
                  <a:lnTo>
                    <a:pt x="37024" y="19225"/>
                  </a:lnTo>
                  <a:cubicBezTo>
                    <a:pt x="37092" y="19225"/>
                    <a:pt x="37126" y="19225"/>
                    <a:pt x="37126" y="19157"/>
                  </a:cubicBezTo>
                  <a:cubicBezTo>
                    <a:pt x="37126" y="19123"/>
                    <a:pt x="37092" y="19089"/>
                    <a:pt x="37058" y="19055"/>
                  </a:cubicBezTo>
                  <a:lnTo>
                    <a:pt x="36956" y="19055"/>
                  </a:lnTo>
                  <a:cubicBezTo>
                    <a:pt x="36937" y="19046"/>
                    <a:pt x="36922" y="19041"/>
                    <a:pt x="36908" y="19041"/>
                  </a:cubicBezTo>
                  <a:close/>
                  <a:moveTo>
                    <a:pt x="59477" y="19089"/>
                  </a:moveTo>
                  <a:cubicBezTo>
                    <a:pt x="59443" y="19123"/>
                    <a:pt x="59409" y="19157"/>
                    <a:pt x="59409" y="19191"/>
                  </a:cubicBezTo>
                  <a:cubicBezTo>
                    <a:pt x="59409" y="19260"/>
                    <a:pt x="59443" y="19260"/>
                    <a:pt x="59477" y="19260"/>
                  </a:cubicBezTo>
                  <a:lnTo>
                    <a:pt x="59613" y="19260"/>
                  </a:lnTo>
                  <a:cubicBezTo>
                    <a:pt x="59648" y="19260"/>
                    <a:pt x="59682" y="19225"/>
                    <a:pt x="59682" y="19157"/>
                  </a:cubicBezTo>
                  <a:cubicBezTo>
                    <a:pt x="59682" y="19123"/>
                    <a:pt x="59648" y="19089"/>
                    <a:pt x="59579" y="19089"/>
                  </a:cubicBezTo>
                  <a:close/>
                  <a:moveTo>
                    <a:pt x="37502" y="19157"/>
                  </a:moveTo>
                  <a:cubicBezTo>
                    <a:pt x="37468" y="19157"/>
                    <a:pt x="37399" y="19191"/>
                    <a:pt x="37399" y="19225"/>
                  </a:cubicBezTo>
                  <a:cubicBezTo>
                    <a:pt x="37399" y="19294"/>
                    <a:pt x="37433" y="19328"/>
                    <a:pt x="37468" y="19328"/>
                  </a:cubicBezTo>
                  <a:lnTo>
                    <a:pt x="37570" y="19362"/>
                  </a:lnTo>
                  <a:lnTo>
                    <a:pt x="37604" y="19362"/>
                  </a:lnTo>
                  <a:cubicBezTo>
                    <a:pt x="37638" y="19362"/>
                    <a:pt x="37672" y="19328"/>
                    <a:pt x="37672" y="19294"/>
                  </a:cubicBezTo>
                  <a:cubicBezTo>
                    <a:pt x="37706" y="19260"/>
                    <a:pt x="37672" y="19191"/>
                    <a:pt x="37604" y="19191"/>
                  </a:cubicBezTo>
                  <a:lnTo>
                    <a:pt x="37502" y="19157"/>
                  </a:lnTo>
                  <a:close/>
                  <a:moveTo>
                    <a:pt x="59033" y="19157"/>
                  </a:moveTo>
                  <a:lnTo>
                    <a:pt x="58897" y="19191"/>
                  </a:lnTo>
                  <a:cubicBezTo>
                    <a:pt x="58863" y="19191"/>
                    <a:pt x="58829" y="19225"/>
                    <a:pt x="58829" y="19294"/>
                  </a:cubicBezTo>
                  <a:cubicBezTo>
                    <a:pt x="58829" y="19328"/>
                    <a:pt x="58897" y="19362"/>
                    <a:pt x="58931" y="19362"/>
                  </a:cubicBezTo>
                  <a:lnTo>
                    <a:pt x="59033" y="19328"/>
                  </a:lnTo>
                  <a:cubicBezTo>
                    <a:pt x="59102" y="19328"/>
                    <a:pt x="59136" y="19294"/>
                    <a:pt x="59136" y="19225"/>
                  </a:cubicBezTo>
                  <a:cubicBezTo>
                    <a:pt x="59102" y="19191"/>
                    <a:pt x="59067" y="19157"/>
                    <a:pt x="59033" y="19157"/>
                  </a:cubicBezTo>
                  <a:close/>
                  <a:moveTo>
                    <a:pt x="58453" y="19225"/>
                  </a:moveTo>
                  <a:lnTo>
                    <a:pt x="58351" y="19260"/>
                  </a:lnTo>
                  <a:cubicBezTo>
                    <a:pt x="58283" y="19260"/>
                    <a:pt x="58248" y="19294"/>
                    <a:pt x="58283" y="19362"/>
                  </a:cubicBezTo>
                  <a:cubicBezTo>
                    <a:pt x="58283" y="19396"/>
                    <a:pt x="58317" y="19430"/>
                    <a:pt x="58351" y="19430"/>
                  </a:cubicBezTo>
                  <a:lnTo>
                    <a:pt x="58385" y="19430"/>
                  </a:lnTo>
                  <a:lnTo>
                    <a:pt x="58487" y="19396"/>
                  </a:lnTo>
                  <a:cubicBezTo>
                    <a:pt x="58521" y="19396"/>
                    <a:pt x="58556" y="19362"/>
                    <a:pt x="58556" y="19328"/>
                  </a:cubicBezTo>
                  <a:cubicBezTo>
                    <a:pt x="58556" y="19260"/>
                    <a:pt x="58521" y="19225"/>
                    <a:pt x="58453" y="19225"/>
                  </a:cubicBezTo>
                  <a:close/>
                  <a:moveTo>
                    <a:pt x="38048" y="19294"/>
                  </a:moveTo>
                  <a:cubicBezTo>
                    <a:pt x="38014" y="19294"/>
                    <a:pt x="37979" y="19328"/>
                    <a:pt x="37945" y="19362"/>
                  </a:cubicBezTo>
                  <a:cubicBezTo>
                    <a:pt x="37945" y="19396"/>
                    <a:pt x="37979" y="19464"/>
                    <a:pt x="38014" y="19464"/>
                  </a:cubicBezTo>
                  <a:lnTo>
                    <a:pt x="38150" y="19498"/>
                  </a:lnTo>
                  <a:cubicBezTo>
                    <a:pt x="38184" y="19498"/>
                    <a:pt x="38218" y="19464"/>
                    <a:pt x="38252" y="19430"/>
                  </a:cubicBezTo>
                  <a:cubicBezTo>
                    <a:pt x="38252" y="19362"/>
                    <a:pt x="38218" y="19328"/>
                    <a:pt x="38184" y="19328"/>
                  </a:cubicBezTo>
                  <a:lnTo>
                    <a:pt x="38048" y="19294"/>
                  </a:lnTo>
                  <a:close/>
                  <a:moveTo>
                    <a:pt x="57934" y="19314"/>
                  </a:moveTo>
                  <a:cubicBezTo>
                    <a:pt x="57926" y="19314"/>
                    <a:pt x="57916" y="19319"/>
                    <a:pt x="57907" y="19328"/>
                  </a:cubicBezTo>
                  <a:lnTo>
                    <a:pt x="57771" y="19328"/>
                  </a:lnTo>
                  <a:cubicBezTo>
                    <a:pt x="57737" y="19328"/>
                    <a:pt x="57703" y="19396"/>
                    <a:pt x="57703" y="19430"/>
                  </a:cubicBezTo>
                  <a:cubicBezTo>
                    <a:pt x="57703" y="19464"/>
                    <a:pt x="57737" y="19498"/>
                    <a:pt x="57805" y="19498"/>
                  </a:cubicBezTo>
                  <a:lnTo>
                    <a:pt x="57907" y="19498"/>
                  </a:lnTo>
                  <a:cubicBezTo>
                    <a:pt x="57976" y="19498"/>
                    <a:pt x="58010" y="19430"/>
                    <a:pt x="57976" y="19396"/>
                  </a:cubicBezTo>
                  <a:cubicBezTo>
                    <a:pt x="57976" y="19346"/>
                    <a:pt x="57957" y="19314"/>
                    <a:pt x="57934" y="19314"/>
                  </a:cubicBezTo>
                  <a:close/>
                  <a:moveTo>
                    <a:pt x="57225" y="19396"/>
                  </a:moveTo>
                  <a:cubicBezTo>
                    <a:pt x="57157" y="19430"/>
                    <a:pt x="57122" y="19464"/>
                    <a:pt x="57122" y="19498"/>
                  </a:cubicBezTo>
                  <a:cubicBezTo>
                    <a:pt x="57157" y="19567"/>
                    <a:pt x="57191" y="19567"/>
                    <a:pt x="57225" y="19567"/>
                  </a:cubicBezTo>
                  <a:lnTo>
                    <a:pt x="57361" y="19567"/>
                  </a:lnTo>
                  <a:cubicBezTo>
                    <a:pt x="57395" y="19567"/>
                    <a:pt x="57430" y="19498"/>
                    <a:pt x="57430" y="19464"/>
                  </a:cubicBezTo>
                  <a:cubicBezTo>
                    <a:pt x="57430" y="19430"/>
                    <a:pt x="57361" y="19396"/>
                    <a:pt x="57327" y="19396"/>
                  </a:cubicBezTo>
                  <a:close/>
                  <a:moveTo>
                    <a:pt x="38580" y="19417"/>
                  </a:moveTo>
                  <a:cubicBezTo>
                    <a:pt x="38544" y="19417"/>
                    <a:pt x="38525" y="19448"/>
                    <a:pt x="38525" y="19498"/>
                  </a:cubicBezTo>
                  <a:cubicBezTo>
                    <a:pt x="38491" y="19533"/>
                    <a:pt x="38525" y="19567"/>
                    <a:pt x="38594" y="19601"/>
                  </a:cubicBezTo>
                  <a:lnTo>
                    <a:pt x="38730" y="19601"/>
                  </a:lnTo>
                  <a:cubicBezTo>
                    <a:pt x="38764" y="19601"/>
                    <a:pt x="38798" y="19601"/>
                    <a:pt x="38798" y="19533"/>
                  </a:cubicBezTo>
                  <a:cubicBezTo>
                    <a:pt x="38798" y="19498"/>
                    <a:pt x="38764" y="19464"/>
                    <a:pt x="38730" y="19430"/>
                  </a:cubicBezTo>
                  <a:lnTo>
                    <a:pt x="38628" y="19430"/>
                  </a:lnTo>
                  <a:cubicBezTo>
                    <a:pt x="38609" y="19421"/>
                    <a:pt x="38594" y="19417"/>
                    <a:pt x="38580" y="19417"/>
                  </a:cubicBezTo>
                  <a:close/>
                  <a:moveTo>
                    <a:pt x="56747" y="19464"/>
                  </a:moveTo>
                  <a:lnTo>
                    <a:pt x="56645" y="19498"/>
                  </a:lnTo>
                  <a:cubicBezTo>
                    <a:pt x="56611" y="19498"/>
                    <a:pt x="56576" y="19533"/>
                    <a:pt x="56576" y="19567"/>
                  </a:cubicBezTo>
                  <a:cubicBezTo>
                    <a:pt x="56576" y="19635"/>
                    <a:pt x="56611" y="19669"/>
                    <a:pt x="56645" y="19669"/>
                  </a:cubicBezTo>
                  <a:lnTo>
                    <a:pt x="56679" y="19669"/>
                  </a:lnTo>
                  <a:lnTo>
                    <a:pt x="56781" y="19635"/>
                  </a:lnTo>
                  <a:cubicBezTo>
                    <a:pt x="56815" y="19635"/>
                    <a:pt x="56849" y="19601"/>
                    <a:pt x="56849" y="19533"/>
                  </a:cubicBezTo>
                  <a:cubicBezTo>
                    <a:pt x="56849" y="19498"/>
                    <a:pt x="56815" y="19464"/>
                    <a:pt x="56747" y="19464"/>
                  </a:cubicBezTo>
                  <a:close/>
                  <a:moveTo>
                    <a:pt x="39174" y="19533"/>
                  </a:moveTo>
                  <a:cubicBezTo>
                    <a:pt x="39140" y="19533"/>
                    <a:pt x="39071" y="19567"/>
                    <a:pt x="39071" y="19601"/>
                  </a:cubicBezTo>
                  <a:cubicBezTo>
                    <a:pt x="39071" y="19635"/>
                    <a:pt x="39105" y="19703"/>
                    <a:pt x="39140" y="19703"/>
                  </a:cubicBezTo>
                  <a:lnTo>
                    <a:pt x="39242" y="19737"/>
                  </a:lnTo>
                  <a:lnTo>
                    <a:pt x="39276" y="19737"/>
                  </a:lnTo>
                  <a:cubicBezTo>
                    <a:pt x="39310" y="19737"/>
                    <a:pt x="39344" y="19703"/>
                    <a:pt x="39344" y="19669"/>
                  </a:cubicBezTo>
                  <a:cubicBezTo>
                    <a:pt x="39378" y="19635"/>
                    <a:pt x="39344" y="19567"/>
                    <a:pt x="39276" y="19567"/>
                  </a:cubicBezTo>
                  <a:lnTo>
                    <a:pt x="39174" y="19533"/>
                  </a:lnTo>
                  <a:close/>
                  <a:moveTo>
                    <a:pt x="56201" y="19533"/>
                  </a:moveTo>
                  <a:lnTo>
                    <a:pt x="56065" y="19567"/>
                  </a:lnTo>
                  <a:cubicBezTo>
                    <a:pt x="56031" y="19567"/>
                    <a:pt x="55996" y="19601"/>
                    <a:pt x="55996" y="19669"/>
                  </a:cubicBezTo>
                  <a:cubicBezTo>
                    <a:pt x="55996" y="19703"/>
                    <a:pt x="56031" y="19737"/>
                    <a:pt x="56099" y="19737"/>
                  </a:cubicBezTo>
                  <a:lnTo>
                    <a:pt x="56201" y="19703"/>
                  </a:lnTo>
                  <a:cubicBezTo>
                    <a:pt x="56269" y="19703"/>
                    <a:pt x="56303" y="19669"/>
                    <a:pt x="56269" y="19635"/>
                  </a:cubicBezTo>
                  <a:cubicBezTo>
                    <a:pt x="56269" y="19567"/>
                    <a:pt x="56235" y="19533"/>
                    <a:pt x="56201" y="19533"/>
                  </a:cubicBezTo>
                  <a:close/>
                  <a:moveTo>
                    <a:pt x="55519" y="19635"/>
                  </a:moveTo>
                  <a:cubicBezTo>
                    <a:pt x="55450" y="19635"/>
                    <a:pt x="55416" y="19703"/>
                    <a:pt x="55450" y="19737"/>
                  </a:cubicBezTo>
                  <a:cubicBezTo>
                    <a:pt x="55450" y="19771"/>
                    <a:pt x="55485" y="19806"/>
                    <a:pt x="55519" y="19806"/>
                  </a:cubicBezTo>
                  <a:lnTo>
                    <a:pt x="55655" y="19806"/>
                  </a:lnTo>
                  <a:cubicBezTo>
                    <a:pt x="55689" y="19771"/>
                    <a:pt x="55723" y="19737"/>
                    <a:pt x="55723" y="19703"/>
                  </a:cubicBezTo>
                  <a:cubicBezTo>
                    <a:pt x="55723" y="19635"/>
                    <a:pt x="55655" y="19635"/>
                    <a:pt x="55621" y="19635"/>
                  </a:cubicBezTo>
                  <a:close/>
                  <a:moveTo>
                    <a:pt x="39754" y="19669"/>
                  </a:moveTo>
                  <a:cubicBezTo>
                    <a:pt x="39686" y="19669"/>
                    <a:pt x="39651" y="19669"/>
                    <a:pt x="39651" y="19737"/>
                  </a:cubicBezTo>
                  <a:cubicBezTo>
                    <a:pt x="39617" y="19771"/>
                    <a:pt x="39651" y="19806"/>
                    <a:pt x="39686" y="19840"/>
                  </a:cubicBezTo>
                  <a:lnTo>
                    <a:pt x="39822" y="19840"/>
                  </a:lnTo>
                  <a:cubicBezTo>
                    <a:pt x="39822" y="19874"/>
                    <a:pt x="39822" y="19874"/>
                    <a:pt x="39822" y="19874"/>
                  </a:cubicBezTo>
                  <a:cubicBezTo>
                    <a:pt x="39856" y="19874"/>
                    <a:pt x="39890" y="19840"/>
                    <a:pt x="39924" y="19806"/>
                  </a:cubicBezTo>
                  <a:cubicBezTo>
                    <a:pt x="39924" y="19737"/>
                    <a:pt x="39890" y="19703"/>
                    <a:pt x="39856" y="19703"/>
                  </a:cubicBezTo>
                  <a:lnTo>
                    <a:pt x="39754" y="19669"/>
                  </a:lnTo>
                  <a:close/>
                  <a:moveTo>
                    <a:pt x="54939" y="19703"/>
                  </a:moveTo>
                  <a:cubicBezTo>
                    <a:pt x="54904" y="19737"/>
                    <a:pt x="54870" y="19771"/>
                    <a:pt x="54870" y="19806"/>
                  </a:cubicBezTo>
                  <a:cubicBezTo>
                    <a:pt x="54870" y="19840"/>
                    <a:pt x="54904" y="19874"/>
                    <a:pt x="54939" y="19874"/>
                  </a:cubicBezTo>
                  <a:lnTo>
                    <a:pt x="55075" y="19874"/>
                  </a:lnTo>
                  <a:cubicBezTo>
                    <a:pt x="55109" y="19874"/>
                    <a:pt x="55143" y="19806"/>
                    <a:pt x="55143" y="19771"/>
                  </a:cubicBezTo>
                  <a:cubicBezTo>
                    <a:pt x="55143" y="19737"/>
                    <a:pt x="55109" y="19703"/>
                    <a:pt x="55041" y="19703"/>
                  </a:cubicBezTo>
                  <a:close/>
                  <a:moveTo>
                    <a:pt x="40300" y="19771"/>
                  </a:moveTo>
                  <a:cubicBezTo>
                    <a:pt x="40266" y="19771"/>
                    <a:pt x="40197" y="19806"/>
                    <a:pt x="40197" y="19840"/>
                  </a:cubicBezTo>
                  <a:cubicBezTo>
                    <a:pt x="40197" y="19908"/>
                    <a:pt x="40197" y="19942"/>
                    <a:pt x="40266" y="19942"/>
                  </a:cubicBezTo>
                  <a:lnTo>
                    <a:pt x="40368" y="19976"/>
                  </a:lnTo>
                  <a:lnTo>
                    <a:pt x="40402" y="19976"/>
                  </a:lnTo>
                  <a:cubicBezTo>
                    <a:pt x="40436" y="19976"/>
                    <a:pt x="40470" y="19942"/>
                    <a:pt x="40470" y="19908"/>
                  </a:cubicBezTo>
                  <a:cubicBezTo>
                    <a:pt x="40470" y="19874"/>
                    <a:pt x="40470" y="19806"/>
                    <a:pt x="40402" y="19806"/>
                  </a:cubicBezTo>
                  <a:lnTo>
                    <a:pt x="40300" y="19771"/>
                  </a:lnTo>
                  <a:close/>
                  <a:moveTo>
                    <a:pt x="54495" y="19771"/>
                  </a:moveTo>
                  <a:lnTo>
                    <a:pt x="54358" y="19806"/>
                  </a:lnTo>
                  <a:cubicBezTo>
                    <a:pt x="54324" y="19806"/>
                    <a:pt x="54290" y="19840"/>
                    <a:pt x="54290" y="19874"/>
                  </a:cubicBezTo>
                  <a:cubicBezTo>
                    <a:pt x="54290" y="19942"/>
                    <a:pt x="54358" y="19976"/>
                    <a:pt x="54393" y="19976"/>
                  </a:cubicBezTo>
                  <a:lnTo>
                    <a:pt x="54495" y="19942"/>
                  </a:lnTo>
                  <a:cubicBezTo>
                    <a:pt x="54563" y="19942"/>
                    <a:pt x="54597" y="19908"/>
                    <a:pt x="54597" y="19840"/>
                  </a:cubicBezTo>
                  <a:cubicBezTo>
                    <a:pt x="54563" y="19806"/>
                    <a:pt x="54529" y="19771"/>
                    <a:pt x="54495" y="19771"/>
                  </a:cubicBezTo>
                  <a:close/>
                  <a:moveTo>
                    <a:pt x="53915" y="19840"/>
                  </a:moveTo>
                  <a:lnTo>
                    <a:pt x="53813" y="19874"/>
                  </a:lnTo>
                  <a:cubicBezTo>
                    <a:pt x="53744" y="19874"/>
                    <a:pt x="53710" y="19908"/>
                    <a:pt x="53744" y="19976"/>
                  </a:cubicBezTo>
                  <a:cubicBezTo>
                    <a:pt x="53744" y="20010"/>
                    <a:pt x="53778" y="20044"/>
                    <a:pt x="53813" y="20044"/>
                  </a:cubicBezTo>
                  <a:lnTo>
                    <a:pt x="53949" y="20010"/>
                  </a:lnTo>
                  <a:cubicBezTo>
                    <a:pt x="53983" y="20010"/>
                    <a:pt x="54017" y="19976"/>
                    <a:pt x="54017" y="19908"/>
                  </a:cubicBezTo>
                  <a:cubicBezTo>
                    <a:pt x="54017" y="19874"/>
                    <a:pt x="53983" y="19840"/>
                    <a:pt x="53915" y="19840"/>
                  </a:cubicBezTo>
                  <a:close/>
                  <a:moveTo>
                    <a:pt x="40846" y="19908"/>
                  </a:moveTo>
                  <a:cubicBezTo>
                    <a:pt x="40812" y="19908"/>
                    <a:pt x="40778" y="19942"/>
                    <a:pt x="40743" y="19976"/>
                  </a:cubicBezTo>
                  <a:cubicBezTo>
                    <a:pt x="40743" y="20010"/>
                    <a:pt x="40778" y="20079"/>
                    <a:pt x="40812" y="20079"/>
                  </a:cubicBezTo>
                  <a:lnTo>
                    <a:pt x="40948" y="20113"/>
                  </a:lnTo>
                  <a:cubicBezTo>
                    <a:pt x="40982" y="20113"/>
                    <a:pt x="41016" y="20079"/>
                    <a:pt x="41050" y="20044"/>
                  </a:cubicBezTo>
                  <a:cubicBezTo>
                    <a:pt x="41050" y="19976"/>
                    <a:pt x="41016" y="19942"/>
                    <a:pt x="40982" y="19942"/>
                  </a:cubicBezTo>
                  <a:lnTo>
                    <a:pt x="40846" y="19908"/>
                  </a:lnTo>
                  <a:close/>
                  <a:moveTo>
                    <a:pt x="53382" y="19929"/>
                  </a:moveTo>
                  <a:cubicBezTo>
                    <a:pt x="53369" y="19929"/>
                    <a:pt x="53353" y="19933"/>
                    <a:pt x="53335" y="19942"/>
                  </a:cubicBezTo>
                  <a:lnTo>
                    <a:pt x="53232" y="19942"/>
                  </a:lnTo>
                  <a:cubicBezTo>
                    <a:pt x="53198" y="19942"/>
                    <a:pt x="53164" y="19976"/>
                    <a:pt x="53164" y="20044"/>
                  </a:cubicBezTo>
                  <a:cubicBezTo>
                    <a:pt x="53164" y="20079"/>
                    <a:pt x="53198" y="20113"/>
                    <a:pt x="53267" y="20113"/>
                  </a:cubicBezTo>
                  <a:lnTo>
                    <a:pt x="53369" y="20113"/>
                  </a:lnTo>
                  <a:cubicBezTo>
                    <a:pt x="53437" y="20079"/>
                    <a:pt x="53471" y="20044"/>
                    <a:pt x="53437" y="20010"/>
                  </a:cubicBezTo>
                  <a:cubicBezTo>
                    <a:pt x="53437" y="19960"/>
                    <a:pt x="53419" y="19929"/>
                    <a:pt x="53382" y="19929"/>
                  </a:cubicBezTo>
                  <a:close/>
                  <a:moveTo>
                    <a:pt x="52686" y="20010"/>
                  </a:moveTo>
                  <a:cubicBezTo>
                    <a:pt x="52618" y="20010"/>
                    <a:pt x="52584" y="20079"/>
                    <a:pt x="52584" y="20113"/>
                  </a:cubicBezTo>
                  <a:cubicBezTo>
                    <a:pt x="52618" y="20147"/>
                    <a:pt x="52652" y="20181"/>
                    <a:pt x="52686" y="20181"/>
                  </a:cubicBezTo>
                  <a:lnTo>
                    <a:pt x="52823" y="20181"/>
                  </a:lnTo>
                  <a:cubicBezTo>
                    <a:pt x="52857" y="20181"/>
                    <a:pt x="52891" y="20113"/>
                    <a:pt x="52891" y="20079"/>
                  </a:cubicBezTo>
                  <a:cubicBezTo>
                    <a:pt x="52891" y="20044"/>
                    <a:pt x="52823" y="20010"/>
                    <a:pt x="52789" y="20010"/>
                  </a:cubicBezTo>
                  <a:close/>
                  <a:moveTo>
                    <a:pt x="41378" y="20031"/>
                  </a:moveTo>
                  <a:cubicBezTo>
                    <a:pt x="41342" y="20031"/>
                    <a:pt x="41323" y="20063"/>
                    <a:pt x="41323" y="20113"/>
                  </a:cubicBezTo>
                  <a:cubicBezTo>
                    <a:pt x="41289" y="20147"/>
                    <a:pt x="41323" y="20181"/>
                    <a:pt x="41392" y="20215"/>
                  </a:cubicBezTo>
                  <a:lnTo>
                    <a:pt x="41494" y="20215"/>
                  </a:lnTo>
                  <a:cubicBezTo>
                    <a:pt x="41562" y="20215"/>
                    <a:pt x="41596" y="20215"/>
                    <a:pt x="41596" y="20147"/>
                  </a:cubicBezTo>
                  <a:cubicBezTo>
                    <a:pt x="41596" y="20113"/>
                    <a:pt x="41562" y="20079"/>
                    <a:pt x="41528" y="20044"/>
                  </a:cubicBezTo>
                  <a:lnTo>
                    <a:pt x="41426" y="20044"/>
                  </a:lnTo>
                  <a:cubicBezTo>
                    <a:pt x="41408" y="20035"/>
                    <a:pt x="41392" y="20031"/>
                    <a:pt x="41378" y="20031"/>
                  </a:cubicBezTo>
                  <a:close/>
                  <a:moveTo>
                    <a:pt x="52106" y="20079"/>
                  </a:moveTo>
                  <a:cubicBezTo>
                    <a:pt x="52072" y="20113"/>
                    <a:pt x="52038" y="20147"/>
                    <a:pt x="52038" y="20181"/>
                  </a:cubicBezTo>
                  <a:cubicBezTo>
                    <a:pt x="52038" y="20249"/>
                    <a:pt x="52072" y="20249"/>
                    <a:pt x="52106" y="20249"/>
                  </a:cubicBezTo>
                  <a:lnTo>
                    <a:pt x="52243" y="20249"/>
                  </a:lnTo>
                  <a:cubicBezTo>
                    <a:pt x="52277" y="20249"/>
                    <a:pt x="52311" y="20215"/>
                    <a:pt x="52311" y="20147"/>
                  </a:cubicBezTo>
                  <a:cubicBezTo>
                    <a:pt x="52311" y="20113"/>
                    <a:pt x="52277" y="20079"/>
                    <a:pt x="52209" y="20079"/>
                  </a:cubicBezTo>
                  <a:close/>
                  <a:moveTo>
                    <a:pt x="41972" y="20147"/>
                  </a:moveTo>
                  <a:cubicBezTo>
                    <a:pt x="41938" y="20147"/>
                    <a:pt x="41869" y="20181"/>
                    <a:pt x="41869" y="20215"/>
                  </a:cubicBezTo>
                  <a:cubicBezTo>
                    <a:pt x="41869" y="20283"/>
                    <a:pt x="41904" y="20317"/>
                    <a:pt x="41938" y="20317"/>
                  </a:cubicBezTo>
                  <a:lnTo>
                    <a:pt x="42040" y="20352"/>
                  </a:lnTo>
                  <a:lnTo>
                    <a:pt x="42074" y="20352"/>
                  </a:lnTo>
                  <a:cubicBezTo>
                    <a:pt x="42108" y="20352"/>
                    <a:pt x="42142" y="20317"/>
                    <a:pt x="42142" y="20283"/>
                  </a:cubicBezTo>
                  <a:cubicBezTo>
                    <a:pt x="42177" y="20249"/>
                    <a:pt x="42142" y="20181"/>
                    <a:pt x="42074" y="20181"/>
                  </a:cubicBezTo>
                  <a:lnTo>
                    <a:pt x="41972" y="20147"/>
                  </a:lnTo>
                  <a:close/>
                  <a:moveTo>
                    <a:pt x="51663" y="20147"/>
                  </a:moveTo>
                  <a:lnTo>
                    <a:pt x="51526" y="20181"/>
                  </a:lnTo>
                  <a:cubicBezTo>
                    <a:pt x="51492" y="20181"/>
                    <a:pt x="51458" y="20215"/>
                    <a:pt x="51458" y="20283"/>
                  </a:cubicBezTo>
                  <a:cubicBezTo>
                    <a:pt x="51458" y="20317"/>
                    <a:pt x="51492" y="20352"/>
                    <a:pt x="51560" y="20352"/>
                  </a:cubicBezTo>
                  <a:lnTo>
                    <a:pt x="51663" y="20317"/>
                  </a:lnTo>
                  <a:cubicBezTo>
                    <a:pt x="51731" y="20317"/>
                    <a:pt x="51765" y="20283"/>
                    <a:pt x="51731" y="20215"/>
                  </a:cubicBezTo>
                  <a:cubicBezTo>
                    <a:pt x="51731" y="20181"/>
                    <a:pt x="51697" y="20147"/>
                    <a:pt x="51663" y="20147"/>
                  </a:cubicBezTo>
                  <a:close/>
                  <a:moveTo>
                    <a:pt x="51083" y="20215"/>
                  </a:moveTo>
                  <a:lnTo>
                    <a:pt x="50980" y="20249"/>
                  </a:lnTo>
                  <a:cubicBezTo>
                    <a:pt x="50912" y="20249"/>
                    <a:pt x="50878" y="20283"/>
                    <a:pt x="50878" y="20352"/>
                  </a:cubicBezTo>
                  <a:cubicBezTo>
                    <a:pt x="50912" y="20386"/>
                    <a:pt x="50946" y="20420"/>
                    <a:pt x="50980" y="20420"/>
                  </a:cubicBezTo>
                  <a:lnTo>
                    <a:pt x="51117" y="20386"/>
                  </a:lnTo>
                  <a:cubicBezTo>
                    <a:pt x="51151" y="20386"/>
                    <a:pt x="51185" y="20352"/>
                    <a:pt x="51185" y="20317"/>
                  </a:cubicBezTo>
                  <a:cubicBezTo>
                    <a:pt x="51185" y="20249"/>
                    <a:pt x="51117" y="20215"/>
                    <a:pt x="51083" y="20215"/>
                  </a:cubicBezTo>
                  <a:close/>
                  <a:moveTo>
                    <a:pt x="42518" y="20283"/>
                  </a:moveTo>
                  <a:cubicBezTo>
                    <a:pt x="42484" y="20283"/>
                    <a:pt x="42450" y="20283"/>
                    <a:pt x="42415" y="20352"/>
                  </a:cubicBezTo>
                  <a:cubicBezTo>
                    <a:pt x="42415" y="20386"/>
                    <a:pt x="42450" y="20454"/>
                    <a:pt x="42484" y="20454"/>
                  </a:cubicBezTo>
                  <a:lnTo>
                    <a:pt x="42620" y="20488"/>
                  </a:lnTo>
                  <a:cubicBezTo>
                    <a:pt x="42654" y="20488"/>
                    <a:pt x="42688" y="20454"/>
                    <a:pt x="42723" y="20420"/>
                  </a:cubicBezTo>
                  <a:cubicBezTo>
                    <a:pt x="42723" y="20352"/>
                    <a:pt x="42688" y="20317"/>
                    <a:pt x="42654" y="20317"/>
                  </a:cubicBezTo>
                  <a:lnTo>
                    <a:pt x="42518" y="20283"/>
                  </a:lnTo>
                  <a:close/>
                  <a:moveTo>
                    <a:pt x="50550" y="20304"/>
                  </a:moveTo>
                  <a:cubicBezTo>
                    <a:pt x="50537" y="20304"/>
                    <a:pt x="50521" y="20308"/>
                    <a:pt x="50503" y="20317"/>
                  </a:cubicBezTo>
                  <a:lnTo>
                    <a:pt x="50400" y="20317"/>
                  </a:lnTo>
                  <a:cubicBezTo>
                    <a:pt x="50366" y="20317"/>
                    <a:pt x="50332" y="20386"/>
                    <a:pt x="50332" y="20420"/>
                  </a:cubicBezTo>
                  <a:cubicBezTo>
                    <a:pt x="50332" y="20454"/>
                    <a:pt x="50366" y="20488"/>
                    <a:pt x="50400" y="20488"/>
                  </a:cubicBezTo>
                  <a:lnTo>
                    <a:pt x="50537" y="20488"/>
                  </a:lnTo>
                  <a:cubicBezTo>
                    <a:pt x="50571" y="20454"/>
                    <a:pt x="50605" y="20420"/>
                    <a:pt x="50605" y="20386"/>
                  </a:cubicBezTo>
                  <a:cubicBezTo>
                    <a:pt x="50605" y="20336"/>
                    <a:pt x="50587" y="20304"/>
                    <a:pt x="50550" y="20304"/>
                  </a:cubicBezTo>
                  <a:close/>
                  <a:moveTo>
                    <a:pt x="49820" y="20386"/>
                  </a:moveTo>
                  <a:cubicBezTo>
                    <a:pt x="49786" y="20420"/>
                    <a:pt x="49752" y="20454"/>
                    <a:pt x="49752" y="20488"/>
                  </a:cubicBezTo>
                  <a:cubicBezTo>
                    <a:pt x="49752" y="20522"/>
                    <a:pt x="49786" y="20556"/>
                    <a:pt x="49854" y="20556"/>
                  </a:cubicBezTo>
                  <a:lnTo>
                    <a:pt x="49957" y="20556"/>
                  </a:lnTo>
                  <a:cubicBezTo>
                    <a:pt x="50025" y="20556"/>
                    <a:pt x="50059" y="20488"/>
                    <a:pt x="50059" y="20454"/>
                  </a:cubicBezTo>
                  <a:cubicBezTo>
                    <a:pt x="50025" y="20420"/>
                    <a:pt x="49991" y="20386"/>
                    <a:pt x="49957" y="20386"/>
                  </a:cubicBezTo>
                  <a:close/>
                  <a:moveTo>
                    <a:pt x="43062" y="20406"/>
                  </a:moveTo>
                  <a:cubicBezTo>
                    <a:pt x="43030" y="20406"/>
                    <a:pt x="42996" y="20430"/>
                    <a:pt x="42996" y="20454"/>
                  </a:cubicBezTo>
                  <a:cubicBezTo>
                    <a:pt x="42996" y="20522"/>
                    <a:pt x="42996" y="20556"/>
                    <a:pt x="43064" y="20556"/>
                  </a:cubicBezTo>
                  <a:lnTo>
                    <a:pt x="43166" y="20590"/>
                  </a:lnTo>
                  <a:lnTo>
                    <a:pt x="43200" y="20590"/>
                  </a:lnTo>
                  <a:cubicBezTo>
                    <a:pt x="43234" y="20590"/>
                    <a:pt x="43268" y="20556"/>
                    <a:pt x="43268" y="20522"/>
                  </a:cubicBezTo>
                  <a:cubicBezTo>
                    <a:pt x="43268" y="20488"/>
                    <a:pt x="43234" y="20454"/>
                    <a:pt x="43200" y="20420"/>
                  </a:cubicBezTo>
                  <a:lnTo>
                    <a:pt x="43098" y="20420"/>
                  </a:lnTo>
                  <a:cubicBezTo>
                    <a:pt x="43088" y="20410"/>
                    <a:pt x="43075" y="20406"/>
                    <a:pt x="43062" y="20406"/>
                  </a:cubicBezTo>
                  <a:close/>
                  <a:moveTo>
                    <a:pt x="49377" y="20454"/>
                  </a:moveTo>
                  <a:lnTo>
                    <a:pt x="49274" y="20488"/>
                  </a:lnTo>
                  <a:cubicBezTo>
                    <a:pt x="49206" y="20488"/>
                    <a:pt x="49172" y="20522"/>
                    <a:pt x="49206" y="20556"/>
                  </a:cubicBezTo>
                  <a:cubicBezTo>
                    <a:pt x="49206" y="20625"/>
                    <a:pt x="49240" y="20659"/>
                    <a:pt x="49274" y="20659"/>
                  </a:cubicBezTo>
                  <a:lnTo>
                    <a:pt x="49411" y="20625"/>
                  </a:lnTo>
                  <a:cubicBezTo>
                    <a:pt x="49445" y="20625"/>
                    <a:pt x="49479" y="20590"/>
                    <a:pt x="49479" y="20522"/>
                  </a:cubicBezTo>
                  <a:cubicBezTo>
                    <a:pt x="49479" y="20488"/>
                    <a:pt x="49445" y="20454"/>
                    <a:pt x="49377" y="20454"/>
                  </a:cubicBezTo>
                  <a:close/>
                  <a:moveTo>
                    <a:pt x="43644" y="20522"/>
                  </a:moveTo>
                  <a:cubicBezTo>
                    <a:pt x="43610" y="20522"/>
                    <a:pt x="43576" y="20556"/>
                    <a:pt x="43541" y="20590"/>
                  </a:cubicBezTo>
                  <a:cubicBezTo>
                    <a:pt x="43541" y="20625"/>
                    <a:pt x="43576" y="20693"/>
                    <a:pt x="43610" y="20693"/>
                  </a:cubicBezTo>
                  <a:lnTo>
                    <a:pt x="43712" y="20727"/>
                  </a:lnTo>
                  <a:lnTo>
                    <a:pt x="43746" y="20727"/>
                  </a:lnTo>
                  <a:cubicBezTo>
                    <a:pt x="43780" y="20727"/>
                    <a:pt x="43814" y="20693"/>
                    <a:pt x="43814" y="20659"/>
                  </a:cubicBezTo>
                  <a:cubicBezTo>
                    <a:pt x="43849" y="20625"/>
                    <a:pt x="43814" y="20556"/>
                    <a:pt x="43780" y="20556"/>
                  </a:cubicBezTo>
                  <a:lnTo>
                    <a:pt x="43644" y="20522"/>
                  </a:lnTo>
                  <a:close/>
                  <a:moveTo>
                    <a:pt x="48796" y="20522"/>
                  </a:moveTo>
                  <a:lnTo>
                    <a:pt x="48694" y="20556"/>
                  </a:lnTo>
                  <a:cubicBezTo>
                    <a:pt x="48660" y="20556"/>
                    <a:pt x="48626" y="20590"/>
                    <a:pt x="48626" y="20659"/>
                  </a:cubicBezTo>
                  <a:cubicBezTo>
                    <a:pt x="48626" y="20693"/>
                    <a:pt x="48660" y="20727"/>
                    <a:pt x="48694" y="20727"/>
                  </a:cubicBezTo>
                  <a:lnTo>
                    <a:pt x="48728" y="20727"/>
                  </a:lnTo>
                  <a:lnTo>
                    <a:pt x="48831" y="20693"/>
                  </a:lnTo>
                  <a:cubicBezTo>
                    <a:pt x="48899" y="20693"/>
                    <a:pt x="48899" y="20659"/>
                    <a:pt x="48899" y="20625"/>
                  </a:cubicBezTo>
                  <a:cubicBezTo>
                    <a:pt x="48899" y="20556"/>
                    <a:pt x="48865" y="20522"/>
                    <a:pt x="48796" y="20522"/>
                  </a:cubicBezTo>
                  <a:close/>
                  <a:moveTo>
                    <a:pt x="48278" y="20611"/>
                  </a:moveTo>
                  <a:cubicBezTo>
                    <a:pt x="48269" y="20611"/>
                    <a:pt x="48260" y="20615"/>
                    <a:pt x="48250" y="20625"/>
                  </a:cubicBezTo>
                  <a:lnTo>
                    <a:pt x="48148" y="20625"/>
                  </a:lnTo>
                  <a:cubicBezTo>
                    <a:pt x="48080" y="20625"/>
                    <a:pt x="48046" y="20659"/>
                    <a:pt x="48046" y="20727"/>
                  </a:cubicBezTo>
                  <a:cubicBezTo>
                    <a:pt x="48080" y="20761"/>
                    <a:pt x="48114" y="20795"/>
                    <a:pt x="48148" y="20795"/>
                  </a:cubicBezTo>
                  <a:lnTo>
                    <a:pt x="48285" y="20795"/>
                  </a:lnTo>
                  <a:cubicBezTo>
                    <a:pt x="48319" y="20761"/>
                    <a:pt x="48353" y="20727"/>
                    <a:pt x="48353" y="20693"/>
                  </a:cubicBezTo>
                  <a:cubicBezTo>
                    <a:pt x="48328" y="20643"/>
                    <a:pt x="48303" y="20611"/>
                    <a:pt x="48278" y="20611"/>
                  </a:cubicBezTo>
                  <a:close/>
                  <a:moveTo>
                    <a:pt x="44176" y="20645"/>
                  </a:moveTo>
                  <a:cubicBezTo>
                    <a:pt x="44140" y="20645"/>
                    <a:pt x="44122" y="20677"/>
                    <a:pt x="44122" y="20727"/>
                  </a:cubicBezTo>
                  <a:cubicBezTo>
                    <a:pt x="44087" y="20761"/>
                    <a:pt x="44122" y="20795"/>
                    <a:pt x="44190" y="20829"/>
                  </a:cubicBezTo>
                  <a:lnTo>
                    <a:pt x="44292" y="20829"/>
                  </a:lnTo>
                  <a:cubicBezTo>
                    <a:pt x="44360" y="20829"/>
                    <a:pt x="44395" y="20829"/>
                    <a:pt x="44395" y="20761"/>
                  </a:cubicBezTo>
                  <a:cubicBezTo>
                    <a:pt x="44395" y="20727"/>
                    <a:pt x="44360" y="20693"/>
                    <a:pt x="44326" y="20659"/>
                  </a:cubicBezTo>
                  <a:lnTo>
                    <a:pt x="44224" y="20659"/>
                  </a:lnTo>
                  <a:cubicBezTo>
                    <a:pt x="44206" y="20649"/>
                    <a:pt x="44190" y="20645"/>
                    <a:pt x="44176" y="20645"/>
                  </a:cubicBezTo>
                  <a:close/>
                  <a:moveTo>
                    <a:pt x="47568" y="20693"/>
                  </a:moveTo>
                  <a:cubicBezTo>
                    <a:pt x="47534" y="20693"/>
                    <a:pt x="47500" y="20761"/>
                    <a:pt x="47500" y="20795"/>
                  </a:cubicBezTo>
                  <a:cubicBezTo>
                    <a:pt x="47500" y="20829"/>
                    <a:pt x="47534" y="20863"/>
                    <a:pt x="47568" y="20863"/>
                  </a:cubicBezTo>
                  <a:lnTo>
                    <a:pt x="47704" y="20863"/>
                  </a:lnTo>
                  <a:cubicBezTo>
                    <a:pt x="47739" y="20863"/>
                    <a:pt x="47773" y="20795"/>
                    <a:pt x="47773" y="20761"/>
                  </a:cubicBezTo>
                  <a:cubicBezTo>
                    <a:pt x="47773" y="20727"/>
                    <a:pt x="47739" y="20693"/>
                    <a:pt x="47670" y="20693"/>
                  </a:cubicBezTo>
                  <a:close/>
                  <a:moveTo>
                    <a:pt x="44770" y="20761"/>
                  </a:moveTo>
                  <a:cubicBezTo>
                    <a:pt x="44736" y="20761"/>
                    <a:pt x="44668" y="20795"/>
                    <a:pt x="44668" y="20829"/>
                  </a:cubicBezTo>
                  <a:cubicBezTo>
                    <a:pt x="44668" y="20898"/>
                    <a:pt x="44702" y="20932"/>
                    <a:pt x="44736" y="20932"/>
                  </a:cubicBezTo>
                  <a:lnTo>
                    <a:pt x="44838" y="20966"/>
                  </a:lnTo>
                  <a:lnTo>
                    <a:pt x="44872" y="20966"/>
                  </a:lnTo>
                  <a:cubicBezTo>
                    <a:pt x="44906" y="20966"/>
                    <a:pt x="44941" y="20932"/>
                    <a:pt x="44941" y="20898"/>
                  </a:cubicBezTo>
                  <a:cubicBezTo>
                    <a:pt x="44975" y="20863"/>
                    <a:pt x="44941" y="20795"/>
                    <a:pt x="44872" y="20795"/>
                  </a:cubicBezTo>
                  <a:lnTo>
                    <a:pt x="44770" y="20761"/>
                  </a:lnTo>
                  <a:close/>
                  <a:moveTo>
                    <a:pt x="46988" y="20761"/>
                  </a:moveTo>
                  <a:cubicBezTo>
                    <a:pt x="46954" y="20795"/>
                    <a:pt x="46920" y="20829"/>
                    <a:pt x="46920" y="20863"/>
                  </a:cubicBezTo>
                  <a:cubicBezTo>
                    <a:pt x="46920" y="20932"/>
                    <a:pt x="46954" y="20966"/>
                    <a:pt x="47022" y="20966"/>
                  </a:cubicBezTo>
                  <a:lnTo>
                    <a:pt x="47124" y="20932"/>
                  </a:lnTo>
                  <a:cubicBezTo>
                    <a:pt x="47193" y="20932"/>
                    <a:pt x="47227" y="20898"/>
                    <a:pt x="47193" y="20829"/>
                  </a:cubicBezTo>
                  <a:cubicBezTo>
                    <a:pt x="47193" y="20795"/>
                    <a:pt x="47159" y="20761"/>
                    <a:pt x="47124" y="20761"/>
                  </a:cubicBezTo>
                  <a:close/>
                  <a:moveTo>
                    <a:pt x="46544" y="20829"/>
                  </a:moveTo>
                  <a:lnTo>
                    <a:pt x="46442" y="20863"/>
                  </a:lnTo>
                  <a:cubicBezTo>
                    <a:pt x="46374" y="20863"/>
                    <a:pt x="46340" y="20898"/>
                    <a:pt x="46340" y="20966"/>
                  </a:cubicBezTo>
                  <a:cubicBezTo>
                    <a:pt x="46374" y="21000"/>
                    <a:pt x="46408" y="21034"/>
                    <a:pt x="46442" y="21034"/>
                  </a:cubicBezTo>
                  <a:lnTo>
                    <a:pt x="46578" y="21000"/>
                  </a:lnTo>
                  <a:cubicBezTo>
                    <a:pt x="46613" y="21000"/>
                    <a:pt x="46647" y="20966"/>
                    <a:pt x="46647" y="20898"/>
                  </a:cubicBezTo>
                  <a:cubicBezTo>
                    <a:pt x="46647" y="20863"/>
                    <a:pt x="46578" y="20829"/>
                    <a:pt x="46544" y="20829"/>
                  </a:cubicBezTo>
                  <a:close/>
                  <a:moveTo>
                    <a:pt x="45316" y="20898"/>
                  </a:moveTo>
                  <a:cubicBezTo>
                    <a:pt x="45282" y="20898"/>
                    <a:pt x="45248" y="20932"/>
                    <a:pt x="45214" y="20966"/>
                  </a:cubicBezTo>
                  <a:cubicBezTo>
                    <a:pt x="45214" y="21000"/>
                    <a:pt x="45248" y="21068"/>
                    <a:pt x="45282" y="21068"/>
                  </a:cubicBezTo>
                  <a:lnTo>
                    <a:pt x="45418" y="21102"/>
                  </a:lnTo>
                  <a:cubicBezTo>
                    <a:pt x="45452" y="21102"/>
                    <a:pt x="45486" y="21068"/>
                    <a:pt x="45521" y="21034"/>
                  </a:cubicBezTo>
                  <a:cubicBezTo>
                    <a:pt x="45521" y="20966"/>
                    <a:pt x="45486" y="20932"/>
                    <a:pt x="45452" y="20932"/>
                  </a:cubicBezTo>
                  <a:lnTo>
                    <a:pt x="45316" y="20898"/>
                  </a:lnTo>
                  <a:close/>
                  <a:moveTo>
                    <a:pt x="45964" y="20898"/>
                  </a:moveTo>
                  <a:lnTo>
                    <a:pt x="45862" y="20932"/>
                  </a:lnTo>
                  <a:cubicBezTo>
                    <a:pt x="45828" y="20932"/>
                    <a:pt x="45794" y="20966"/>
                    <a:pt x="45794" y="21034"/>
                  </a:cubicBezTo>
                  <a:cubicBezTo>
                    <a:pt x="45794" y="21068"/>
                    <a:pt x="45828" y="21102"/>
                    <a:pt x="45862" y="21102"/>
                  </a:cubicBezTo>
                  <a:lnTo>
                    <a:pt x="45896" y="21102"/>
                  </a:lnTo>
                  <a:lnTo>
                    <a:pt x="45998" y="21068"/>
                  </a:lnTo>
                  <a:cubicBezTo>
                    <a:pt x="46032" y="21068"/>
                    <a:pt x="46067" y="21034"/>
                    <a:pt x="46067" y="21000"/>
                  </a:cubicBezTo>
                  <a:cubicBezTo>
                    <a:pt x="46067" y="20932"/>
                    <a:pt x="46032" y="20898"/>
                    <a:pt x="45964" y="2089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0" name="Google Shape;1792;p45">
              <a:extLst>
                <a:ext uri="{FF2B5EF4-FFF2-40B4-BE49-F238E27FC236}">
                  <a16:creationId xmlns:a16="http://schemas.microsoft.com/office/drawing/2014/main" id="{F02CBD55-CCF2-8A90-FB1A-69022145115A}"/>
                </a:ext>
              </a:extLst>
            </p:cNvPr>
            <p:cNvSpPr/>
            <p:nvPr/>
          </p:nvSpPr>
          <p:spPr>
            <a:xfrm>
              <a:off x="2551881" y="1745678"/>
              <a:ext cx="4591" cy="82922"/>
            </a:xfrm>
            <a:custGeom>
              <a:avLst/>
              <a:gdLst/>
              <a:ahLst/>
              <a:cxnLst/>
              <a:rect l="l" t="t" r="r" b="b"/>
              <a:pathLst>
                <a:path w="206" h="3721" extrusionOk="0">
                  <a:moveTo>
                    <a:pt x="69" y="1"/>
                  </a:moveTo>
                  <a:cubicBezTo>
                    <a:pt x="35" y="1"/>
                    <a:pt x="1" y="35"/>
                    <a:pt x="1" y="69"/>
                  </a:cubicBezTo>
                  <a:lnTo>
                    <a:pt x="1" y="205"/>
                  </a:lnTo>
                  <a:cubicBezTo>
                    <a:pt x="1" y="240"/>
                    <a:pt x="35" y="274"/>
                    <a:pt x="69" y="274"/>
                  </a:cubicBezTo>
                  <a:cubicBezTo>
                    <a:pt x="137" y="274"/>
                    <a:pt x="171" y="240"/>
                    <a:pt x="171" y="205"/>
                  </a:cubicBezTo>
                  <a:lnTo>
                    <a:pt x="171" y="69"/>
                  </a:lnTo>
                  <a:cubicBezTo>
                    <a:pt x="171" y="35"/>
                    <a:pt x="137" y="1"/>
                    <a:pt x="69" y="1"/>
                  </a:cubicBezTo>
                  <a:close/>
                  <a:moveTo>
                    <a:pt x="69" y="581"/>
                  </a:moveTo>
                  <a:cubicBezTo>
                    <a:pt x="35" y="581"/>
                    <a:pt x="1" y="615"/>
                    <a:pt x="1" y="649"/>
                  </a:cubicBezTo>
                  <a:lnTo>
                    <a:pt x="1" y="786"/>
                  </a:lnTo>
                  <a:cubicBezTo>
                    <a:pt x="1" y="820"/>
                    <a:pt x="35" y="854"/>
                    <a:pt x="103" y="854"/>
                  </a:cubicBezTo>
                  <a:cubicBezTo>
                    <a:pt x="137" y="854"/>
                    <a:pt x="171" y="820"/>
                    <a:pt x="171" y="786"/>
                  </a:cubicBezTo>
                  <a:lnTo>
                    <a:pt x="171" y="649"/>
                  </a:lnTo>
                  <a:cubicBezTo>
                    <a:pt x="171" y="615"/>
                    <a:pt x="137" y="581"/>
                    <a:pt x="103" y="581"/>
                  </a:cubicBezTo>
                  <a:close/>
                  <a:moveTo>
                    <a:pt x="103" y="1127"/>
                  </a:moveTo>
                  <a:cubicBezTo>
                    <a:pt x="35" y="1161"/>
                    <a:pt x="1" y="1195"/>
                    <a:pt x="1" y="1229"/>
                  </a:cubicBezTo>
                  <a:lnTo>
                    <a:pt x="1" y="1332"/>
                  </a:lnTo>
                  <a:cubicBezTo>
                    <a:pt x="1" y="1400"/>
                    <a:pt x="35" y="1434"/>
                    <a:pt x="103" y="1434"/>
                  </a:cubicBezTo>
                  <a:cubicBezTo>
                    <a:pt x="137" y="1434"/>
                    <a:pt x="171" y="1400"/>
                    <a:pt x="171" y="1332"/>
                  </a:cubicBezTo>
                  <a:lnTo>
                    <a:pt x="171" y="1229"/>
                  </a:lnTo>
                  <a:cubicBezTo>
                    <a:pt x="171" y="1195"/>
                    <a:pt x="137" y="1127"/>
                    <a:pt x="103" y="1127"/>
                  </a:cubicBezTo>
                  <a:close/>
                  <a:moveTo>
                    <a:pt x="103" y="1707"/>
                  </a:moveTo>
                  <a:cubicBezTo>
                    <a:pt x="69" y="1707"/>
                    <a:pt x="1" y="1741"/>
                    <a:pt x="35" y="1809"/>
                  </a:cubicBezTo>
                  <a:lnTo>
                    <a:pt x="35" y="1912"/>
                  </a:lnTo>
                  <a:cubicBezTo>
                    <a:pt x="35" y="1980"/>
                    <a:pt x="69" y="2014"/>
                    <a:pt x="103" y="2014"/>
                  </a:cubicBezTo>
                  <a:cubicBezTo>
                    <a:pt x="137" y="2014"/>
                    <a:pt x="205" y="1946"/>
                    <a:pt x="205" y="1912"/>
                  </a:cubicBezTo>
                  <a:lnTo>
                    <a:pt x="205" y="1809"/>
                  </a:lnTo>
                  <a:cubicBezTo>
                    <a:pt x="205" y="1741"/>
                    <a:pt x="137" y="1707"/>
                    <a:pt x="103" y="1707"/>
                  </a:cubicBezTo>
                  <a:close/>
                  <a:moveTo>
                    <a:pt x="103" y="2287"/>
                  </a:moveTo>
                  <a:cubicBezTo>
                    <a:pt x="69" y="2287"/>
                    <a:pt x="35" y="2321"/>
                    <a:pt x="35" y="2389"/>
                  </a:cubicBezTo>
                  <a:lnTo>
                    <a:pt x="35" y="2492"/>
                  </a:lnTo>
                  <a:cubicBezTo>
                    <a:pt x="35" y="2526"/>
                    <a:pt x="69" y="2560"/>
                    <a:pt x="103" y="2560"/>
                  </a:cubicBezTo>
                  <a:cubicBezTo>
                    <a:pt x="171" y="2560"/>
                    <a:pt x="205" y="2526"/>
                    <a:pt x="205" y="2492"/>
                  </a:cubicBezTo>
                  <a:lnTo>
                    <a:pt x="205" y="2389"/>
                  </a:lnTo>
                  <a:cubicBezTo>
                    <a:pt x="205" y="2321"/>
                    <a:pt x="171" y="2287"/>
                    <a:pt x="103" y="2287"/>
                  </a:cubicBezTo>
                  <a:close/>
                  <a:moveTo>
                    <a:pt x="103" y="2867"/>
                  </a:moveTo>
                  <a:cubicBezTo>
                    <a:pt x="69" y="2867"/>
                    <a:pt x="35" y="2901"/>
                    <a:pt x="35" y="2935"/>
                  </a:cubicBezTo>
                  <a:lnTo>
                    <a:pt x="35" y="3072"/>
                  </a:lnTo>
                  <a:cubicBezTo>
                    <a:pt x="35" y="3106"/>
                    <a:pt x="69" y="3140"/>
                    <a:pt x="137" y="3140"/>
                  </a:cubicBezTo>
                  <a:cubicBezTo>
                    <a:pt x="171" y="3140"/>
                    <a:pt x="205" y="3106"/>
                    <a:pt x="205" y="3072"/>
                  </a:cubicBezTo>
                  <a:lnTo>
                    <a:pt x="205" y="2935"/>
                  </a:lnTo>
                  <a:cubicBezTo>
                    <a:pt x="205" y="2901"/>
                    <a:pt x="171" y="2867"/>
                    <a:pt x="103" y="2867"/>
                  </a:cubicBezTo>
                  <a:close/>
                  <a:moveTo>
                    <a:pt x="137" y="3447"/>
                  </a:moveTo>
                  <a:cubicBezTo>
                    <a:pt x="69" y="3447"/>
                    <a:pt x="35" y="3481"/>
                    <a:pt x="35" y="3515"/>
                  </a:cubicBezTo>
                  <a:lnTo>
                    <a:pt x="35" y="3618"/>
                  </a:lnTo>
                  <a:cubicBezTo>
                    <a:pt x="35" y="3686"/>
                    <a:pt x="69" y="3720"/>
                    <a:pt x="137" y="3720"/>
                  </a:cubicBezTo>
                  <a:cubicBezTo>
                    <a:pt x="171" y="3720"/>
                    <a:pt x="205" y="3686"/>
                    <a:pt x="205" y="3618"/>
                  </a:cubicBezTo>
                  <a:lnTo>
                    <a:pt x="205" y="3515"/>
                  </a:lnTo>
                  <a:cubicBezTo>
                    <a:pt x="205" y="3481"/>
                    <a:pt x="171" y="3447"/>
                    <a:pt x="137" y="344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1" name="Google Shape;1793;p45">
              <a:extLst>
                <a:ext uri="{FF2B5EF4-FFF2-40B4-BE49-F238E27FC236}">
                  <a16:creationId xmlns:a16="http://schemas.microsoft.com/office/drawing/2014/main" id="{936AB44E-F227-9039-49E2-A6AD55EFF6FD}"/>
                </a:ext>
              </a:extLst>
            </p:cNvPr>
            <p:cNvSpPr/>
            <p:nvPr/>
          </p:nvSpPr>
          <p:spPr>
            <a:xfrm>
              <a:off x="2835524" y="1502349"/>
              <a:ext cx="6106" cy="2148252"/>
            </a:xfrm>
            <a:custGeom>
              <a:avLst/>
              <a:gdLst/>
              <a:ahLst/>
              <a:cxnLst/>
              <a:rect l="l" t="t" r="r" b="b"/>
              <a:pathLst>
                <a:path w="274" h="96399" extrusionOk="0">
                  <a:moveTo>
                    <a:pt x="205" y="0"/>
                  </a:moveTo>
                  <a:cubicBezTo>
                    <a:pt x="137" y="0"/>
                    <a:pt x="103" y="34"/>
                    <a:pt x="103" y="69"/>
                  </a:cubicBezTo>
                  <a:lnTo>
                    <a:pt x="1" y="96296"/>
                  </a:lnTo>
                  <a:cubicBezTo>
                    <a:pt x="1" y="96364"/>
                    <a:pt x="35" y="96398"/>
                    <a:pt x="69" y="96398"/>
                  </a:cubicBezTo>
                  <a:cubicBezTo>
                    <a:pt x="137" y="96398"/>
                    <a:pt x="171" y="96364"/>
                    <a:pt x="171" y="96296"/>
                  </a:cubicBezTo>
                  <a:lnTo>
                    <a:pt x="273" y="69"/>
                  </a:lnTo>
                  <a:cubicBezTo>
                    <a:pt x="273" y="34"/>
                    <a:pt x="239" y="0"/>
                    <a:pt x="20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2" name="Google Shape;1794;p45">
              <a:extLst>
                <a:ext uri="{FF2B5EF4-FFF2-40B4-BE49-F238E27FC236}">
                  <a16:creationId xmlns:a16="http://schemas.microsoft.com/office/drawing/2014/main" id="{6F04ADB3-E84A-B7E0-6A9F-8BD10176D0FC}"/>
                </a:ext>
              </a:extLst>
            </p:cNvPr>
            <p:cNvSpPr/>
            <p:nvPr/>
          </p:nvSpPr>
          <p:spPr>
            <a:xfrm>
              <a:off x="1630998" y="1714970"/>
              <a:ext cx="872993" cy="253536"/>
            </a:xfrm>
            <a:custGeom>
              <a:avLst/>
              <a:gdLst/>
              <a:ahLst/>
              <a:cxnLst/>
              <a:rect l="l" t="t" r="r" b="b"/>
              <a:pathLst>
                <a:path w="39174" h="11377" extrusionOk="0">
                  <a:moveTo>
                    <a:pt x="90" y="0"/>
                  </a:moveTo>
                  <a:cubicBezTo>
                    <a:pt x="53" y="0"/>
                    <a:pt x="35" y="32"/>
                    <a:pt x="35" y="82"/>
                  </a:cubicBezTo>
                  <a:cubicBezTo>
                    <a:pt x="1" y="116"/>
                    <a:pt x="35" y="150"/>
                    <a:pt x="103" y="184"/>
                  </a:cubicBezTo>
                  <a:cubicBezTo>
                    <a:pt x="171" y="184"/>
                    <a:pt x="171" y="150"/>
                    <a:pt x="205" y="116"/>
                  </a:cubicBezTo>
                  <a:cubicBezTo>
                    <a:pt x="205" y="48"/>
                    <a:pt x="171" y="14"/>
                    <a:pt x="137" y="14"/>
                  </a:cubicBezTo>
                  <a:cubicBezTo>
                    <a:pt x="119" y="5"/>
                    <a:pt x="103" y="0"/>
                    <a:pt x="90" y="0"/>
                  </a:cubicBezTo>
                  <a:close/>
                  <a:moveTo>
                    <a:pt x="581" y="82"/>
                  </a:moveTo>
                  <a:cubicBezTo>
                    <a:pt x="547" y="82"/>
                    <a:pt x="478" y="116"/>
                    <a:pt x="478" y="150"/>
                  </a:cubicBezTo>
                  <a:cubicBezTo>
                    <a:pt x="478" y="219"/>
                    <a:pt x="512" y="253"/>
                    <a:pt x="547" y="253"/>
                  </a:cubicBezTo>
                  <a:lnTo>
                    <a:pt x="649" y="287"/>
                  </a:lnTo>
                  <a:lnTo>
                    <a:pt x="683" y="287"/>
                  </a:lnTo>
                  <a:cubicBezTo>
                    <a:pt x="717" y="287"/>
                    <a:pt x="751" y="253"/>
                    <a:pt x="751" y="219"/>
                  </a:cubicBezTo>
                  <a:cubicBezTo>
                    <a:pt x="785" y="150"/>
                    <a:pt x="751" y="116"/>
                    <a:pt x="683" y="116"/>
                  </a:cubicBezTo>
                  <a:lnTo>
                    <a:pt x="581" y="82"/>
                  </a:lnTo>
                  <a:close/>
                  <a:moveTo>
                    <a:pt x="1127" y="184"/>
                  </a:moveTo>
                  <a:cubicBezTo>
                    <a:pt x="1093" y="184"/>
                    <a:pt x="1058" y="219"/>
                    <a:pt x="1058" y="253"/>
                  </a:cubicBezTo>
                  <a:cubicBezTo>
                    <a:pt x="1024" y="321"/>
                    <a:pt x="1058" y="355"/>
                    <a:pt x="1127" y="355"/>
                  </a:cubicBezTo>
                  <a:lnTo>
                    <a:pt x="1229" y="389"/>
                  </a:lnTo>
                  <a:cubicBezTo>
                    <a:pt x="1297" y="389"/>
                    <a:pt x="1331" y="355"/>
                    <a:pt x="1331" y="321"/>
                  </a:cubicBezTo>
                  <a:cubicBezTo>
                    <a:pt x="1331" y="287"/>
                    <a:pt x="1297" y="219"/>
                    <a:pt x="1263" y="219"/>
                  </a:cubicBezTo>
                  <a:lnTo>
                    <a:pt x="1127" y="184"/>
                  </a:lnTo>
                  <a:close/>
                  <a:moveTo>
                    <a:pt x="1707" y="287"/>
                  </a:moveTo>
                  <a:cubicBezTo>
                    <a:pt x="1673" y="287"/>
                    <a:pt x="1604" y="321"/>
                    <a:pt x="1604" y="355"/>
                  </a:cubicBezTo>
                  <a:cubicBezTo>
                    <a:pt x="1604" y="423"/>
                    <a:pt x="1639" y="457"/>
                    <a:pt x="1673" y="457"/>
                  </a:cubicBezTo>
                  <a:lnTo>
                    <a:pt x="1775" y="492"/>
                  </a:lnTo>
                  <a:lnTo>
                    <a:pt x="1809" y="492"/>
                  </a:lnTo>
                  <a:cubicBezTo>
                    <a:pt x="1843" y="492"/>
                    <a:pt x="1877" y="457"/>
                    <a:pt x="1877" y="423"/>
                  </a:cubicBezTo>
                  <a:cubicBezTo>
                    <a:pt x="1912" y="389"/>
                    <a:pt x="1877" y="321"/>
                    <a:pt x="1809" y="321"/>
                  </a:cubicBezTo>
                  <a:lnTo>
                    <a:pt x="1707" y="287"/>
                  </a:lnTo>
                  <a:close/>
                  <a:moveTo>
                    <a:pt x="2226" y="410"/>
                  </a:moveTo>
                  <a:cubicBezTo>
                    <a:pt x="2203" y="410"/>
                    <a:pt x="2185" y="442"/>
                    <a:pt x="2185" y="492"/>
                  </a:cubicBezTo>
                  <a:cubicBezTo>
                    <a:pt x="2150" y="526"/>
                    <a:pt x="2185" y="560"/>
                    <a:pt x="2253" y="594"/>
                  </a:cubicBezTo>
                  <a:lnTo>
                    <a:pt x="2355" y="594"/>
                  </a:lnTo>
                  <a:cubicBezTo>
                    <a:pt x="2389" y="594"/>
                    <a:pt x="2458" y="560"/>
                    <a:pt x="2458" y="526"/>
                  </a:cubicBezTo>
                  <a:cubicBezTo>
                    <a:pt x="2458" y="492"/>
                    <a:pt x="2423" y="423"/>
                    <a:pt x="2389" y="423"/>
                  </a:cubicBezTo>
                  <a:lnTo>
                    <a:pt x="2253" y="423"/>
                  </a:lnTo>
                  <a:cubicBezTo>
                    <a:pt x="2244" y="414"/>
                    <a:pt x="2234" y="410"/>
                    <a:pt x="2226" y="410"/>
                  </a:cubicBezTo>
                  <a:close/>
                  <a:moveTo>
                    <a:pt x="2800" y="512"/>
                  </a:moveTo>
                  <a:cubicBezTo>
                    <a:pt x="2767" y="512"/>
                    <a:pt x="2730" y="544"/>
                    <a:pt x="2730" y="594"/>
                  </a:cubicBezTo>
                  <a:cubicBezTo>
                    <a:pt x="2730" y="628"/>
                    <a:pt x="2765" y="662"/>
                    <a:pt x="2799" y="696"/>
                  </a:cubicBezTo>
                  <a:lnTo>
                    <a:pt x="2935" y="696"/>
                  </a:lnTo>
                  <a:cubicBezTo>
                    <a:pt x="2969" y="696"/>
                    <a:pt x="3003" y="662"/>
                    <a:pt x="3003" y="628"/>
                  </a:cubicBezTo>
                  <a:cubicBezTo>
                    <a:pt x="3038" y="594"/>
                    <a:pt x="3003" y="560"/>
                    <a:pt x="2935" y="526"/>
                  </a:cubicBezTo>
                  <a:lnTo>
                    <a:pt x="2833" y="526"/>
                  </a:lnTo>
                  <a:cubicBezTo>
                    <a:pt x="2824" y="517"/>
                    <a:pt x="2812" y="512"/>
                    <a:pt x="2800" y="512"/>
                  </a:cubicBezTo>
                  <a:close/>
                  <a:moveTo>
                    <a:pt x="3352" y="615"/>
                  </a:moveTo>
                  <a:cubicBezTo>
                    <a:pt x="3329" y="615"/>
                    <a:pt x="3311" y="646"/>
                    <a:pt x="3311" y="696"/>
                  </a:cubicBezTo>
                  <a:cubicBezTo>
                    <a:pt x="3276" y="730"/>
                    <a:pt x="3311" y="765"/>
                    <a:pt x="3345" y="799"/>
                  </a:cubicBezTo>
                  <a:lnTo>
                    <a:pt x="3481" y="799"/>
                  </a:lnTo>
                  <a:cubicBezTo>
                    <a:pt x="3515" y="799"/>
                    <a:pt x="3584" y="799"/>
                    <a:pt x="3584" y="730"/>
                  </a:cubicBezTo>
                  <a:cubicBezTo>
                    <a:pt x="3584" y="696"/>
                    <a:pt x="3549" y="662"/>
                    <a:pt x="3515" y="628"/>
                  </a:cubicBezTo>
                  <a:lnTo>
                    <a:pt x="3379" y="628"/>
                  </a:lnTo>
                  <a:cubicBezTo>
                    <a:pt x="3370" y="619"/>
                    <a:pt x="3361" y="615"/>
                    <a:pt x="3352" y="615"/>
                  </a:cubicBezTo>
                  <a:close/>
                  <a:moveTo>
                    <a:pt x="3959" y="730"/>
                  </a:moveTo>
                  <a:cubicBezTo>
                    <a:pt x="3925" y="730"/>
                    <a:pt x="3857" y="765"/>
                    <a:pt x="3857" y="799"/>
                  </a:cubicBezTo>
                  <a:cubicBezTo>
                    <a:pt x="3857" y="833"/>
                    <a:pt x="3891" y="901"/>
                    <a:pt x="3925" y="901"/>
                  </a:cubicBezTo>
                  <a:lnTo>
                    <a:pt x="4027" y="901"/>
                  </a:lnTo>
                  <a:cubicBezTo>
                    <a:pt x="4027" y="901"/>
                    <a:pt x="4061" y="935"/>
                    <a:pt x="4061" y="935"/>
                  </a:cubicBezTo>
                  <a:cubicBezTo>
                    <a:pt x="4095" y="935"/>
                    <a:pt x="4130" y="901"/>
                    <a:pt x="4130" y="833"/>
                  </a:cubicBezTo>
                  <a:cubicBezTo>
                    <a:pt x="4130" y="799"/>
                    <a:pt x="4130" y="765"/>
                    <a:pt x="4061" y="765"/>
                  </a:cubicBezTo>
                  <a:lnTo>
                    <a:pt x="3959" y="730"/>
                  </a:lnTo>
                  <a:close/>
                  <a:moveTo>
                    <a:pt x="4505" y="833"/>
                  </a:moveTo>
                  <a:cubicBezTo>
                    <a:pt x="4471" y="833"/>
                    <a:pt x="4437" y="867"/>
                    <a:pt x="4403" y="901"/>
                  </a:cubicBezTo>
                  <a:cubicBezTo>
                    <a:pt x="4403" y="935"/>
                    <a:pt x="4437" y="1003"/>
                    <a:pt x="4471" y="1003"/>
                  </a:cubicBezTo>
                  <a:lnTo>
                    <a:pt x="4607" y="1038"/>
                  </a:lnTo>
                  <a:cubicBezTo>
                    <a:pt x="4641" y="1038"/>
                    <a:pt x="4675" y="1003"/>
                    <a:pt x="4710" y="969"/>
                  </a:cubicBezTo>
                  <a:cubicBezTo>
                    <a:pt x="4710" y="901"/>
                    <a:pt x="4675" y="867"/>
                    <a:pt x="4641" y="867"/>
                  </a:cubicBezTo>
                  <a:lnTo>
                    <a:pt x="4505" y="833"/>
                  </a:lnTo>
                  <a:close/>
                  <a:moveTo>
                    <a:pt x="5085" y="935"/>
                  </a:moveTo>
                  <a:cubicBezTo>
                    <a:pt x="5051" y="935"/>
                    <a:pt x="4983" y="969"/>
                    <a:pt x="4983" y="1003"/>
                  </a:cubicBezTo>
                  <a:cubicBezTo>
                    <a:pt x="4983" y="1038"/>
                    <a:pt x="5017" y="1106"/>
                    <a:pt x="5051" y="1106"/>
                  </a:cubicBezTo>
                  <a:lnTo>
                    <a:pt x="5153" y="1140"/>
                  </a:lnTo>
                  <a:lnTo>
                    <a:pt x="5187" y="1140"/>
                  </a:lnTo>
                  <a:cubicBezTo>
                    <a:pt x="5221" y="1140"/>
                    <a:pt x="5256" y="1106"/>
                    <a:pt x="5256" y="1072"/>
                  </a:cubicBezTo>
                  <a:cubicBezTo>
                    <a:pt x="5256" y="1003"/>
                    <a:pt x="5256" y="969"/>
                    <a:pt x="5187" y="969"/>
                  </a:cubicBezTo>
                  <a:lnTo>
                    <a:pt x="5085" y="935"/>
                  </a:lnTo>
                  <a:close/>
                  <a:moveTo>
                    <a:pt x="5631" y="1038"/>
                  </a:moveTo>
                  <a:cubicBezTo>
                    <a:pt x="5597" y="1038"/>
                    <a:pt x="5563" y="1072"/>
                    <a:pt x="5529" y="1106"/>
                  </a:cubicBezTo>
                  <a:cubicBezTo>
                    <a:pt x="5529" y="1174"/>
                    <a:pt x="5563" y="1208"/>
                    <a:pt x="5597" y="1208"/>
                  </a:cubicBezTo>
                  <a:lnTo>
                    <a:pt x="5733" y="1242"/>
                  </a:lnTo>
                  <a:cubicBezTo>
                    <a:pt x="5767" y="1242"/>
                    <a:pt x="5802" y="1208"/>
                    <a:pt x="5836" y="1174"/>
                  </a:cubicBezTo>
                  <a:cubicBezTo>
                    <a:pt x="5836" y="1106"/>
                    <a:pt x="5802" y="1072"/>
                    <a:pt x="5767" y="1072"/>
                  </a:cubicBezTo>
                  <a:lnTo>
                    <a:pt x="5631" y="1038"/>
                  </a:lnTo>
                  <a:close/>
                  <a:moveTo>
                    <a:pt x="6211" y="1140"/>
                  </a:moveTo>
                  <a:cubicBezTo>
                    <a:pt x="6143" y="1140"/>
                    <a:pt x="6109" y="1174"/>
                    <a:pt x="6109" y="1208"/>
                  </a:cubicBezTo>
                  <a:cubicBezTo>
                    <a:pt x="6109" y="1276"/>
                    <a:pt x="6143" y="1311"/>
                    <a:pt x="6177" y="1311"/>
                  </a:cubicBezTo>
                  <a:lnTo>
                    <a:pt x="6279" y="1345"/>
                  </a:lnTo>
                  <a:lnTo>
                    <a:pt x="6313" y="1345"/>
                  </a:lnTo>
                  <a:cubicBezTo>
                    <a:pt x="6348" y="1345"/>
                    <a:pt x="6382" y="1311"/>
                    <a:pt x="6382" y="1276"/>
                  </a:cubicBezTo>
                  <a:cubicBezTo>
                    <a:pt x="6382" y="1242"/>
                    <a:pt x="6382" y="1174"/>
                    <a:pt x="6313" y="1174"/>
                  </a:cubicBezTo>
                  <a:lnTo>
                    <a:pt x="6211" y="1140"/>
                  </a:lnTo>
                  <a:close/>
                  <a:moveTo>
                    <a:pt x="6757" y="1242"/>
                  </a:moveTo>
                  <a:cubicBezTo>
                    <a:pt x="6723" y="1242"/>
                    <a:pt x="6689" y="1276"/>
                    <a:pt x="6655" y="1311"/>
                  </a:cubicBezTo>
                  <a:cubicBezTo>
                    <a:pt x="6655" y="1379"/>
                    <a:pt x="6689" y="1413"/>
                    <a:pt x="6723" y="1413"/>
                  </a:cubicBezTo>
                  <a:lnTo>
                    <a:pt x="6859" y="1447"/>
                  </a:lnTo>
                  <a:cubicBezTo>
                    <a:pt x="6893" y="1447"/>
                    <a:pt x="6928" y="1413"/>
                    <a:pt x="6962" y="1379"/>
                  </a:cubicBezTo>
                  <a:cubicBezTo>
                    <a:pt x="6962" y="1345"/>
                    <a:pt x="6928" y="1276"/>
                    <a:pt x="6893" y="1276"/>
                  </a:cubicBezTo>
                  <a:lnTo>
                    <a:pt x="6757" y="1242"/>
                  </a:lnTo>
                  <a:close/>
                  <a:moveTo>
                    <a:pt x="7290" y="1365"/>
                  </a:moveTo>
                  <a:cubicBezTo>
                    <a:pt x="7253" y="1365"/>
                    <a:pt x="7235" y="1397"/>
                    <a:pt x="7235" y="1447"/>
                  </a:cubicBezTo>
                  <a:cubicBezTo>
                    <a:pt x="7235" y="1481"/>
                    <a:pt x="7269" y="1515"/>
                    <a:pt x="7303" y="1515"/>
                  </a:cubicBezTo>
                  <a:lnTo>
                    <a:pt x="7405" y="1549"/>
                  </a:lnTo>
                  <a:lnTo>
                    <a:pt x="7439" y="1549"/>
                  </a:lnTo>
                  <a:cubicBezTo>
                    <a:pt x="7474" y="1549"/>
                    <a:pt x="7508" y="1515"/>
                    <a:pt x="7508" y="1481"/>
                  </a:cubicBezTo>
                  <a:cubicBezTo>
                    <a:pt x="7508" y="1447"/>
                    <a:pt x="7508" y="1379"/>
                    <a:pt x="7439" y="1379"/>
                  </a:cubicBezTo>
                  <a:lnTo>
                    <a:pt x="7337" y="1379"/>
                  </a:lnTo>
                  <a:cubicBezTo>
                    <a:pt x="7319" y="1370"/>
                    <a:pt x="7303" y="1365"/>
                    <a:pt x="7290" y="1365"/>
                  </a:cubicBezTo>
                  <a:close/>
                  <a:moveTo>
                    <a:pt x="7856" y="1468"/>
                  </a:moveTo>
                  <a:cubicBezTo>
                    <a:pt x="7831" y="1468"/>
                    <a:pt x="7806" y="1499"/>
                    <a:pt x="7781" y="1549"/>
                  </a:cubicBezTo>
                  <a:cubicBezTo>
                    <a:pt x="7781" y="1583"/>
                    <a:pt x="7815" y="1618"/>
                    <a:pt x="7849" y="1652"/>
                  </a:cubicBezTo>
                  <a:lnTo>
                    <a:pt x="7985" y="1652"/>
                  </a:lnTo>
                  <a:cubicBezTo>
                    <a:pt x="8020" y="1652"/>
                    <a:pt x="8054" y="1618"/>
                    <a:pt x="8088" y="1583"/>
                  </a:cubicBezTo>
                  <a:cubicBezTo>
                    <a:pt x="8088" y="1549"/>
                    <a:pt x="8054" y="1515"/>
                    <a:pt x="8020" y="1481"/>
                  </a:cubicBezTo>
                  <a:lnTo>
                    <a:pt x="7883" y="1481"/>
                  </a:lnTo>
                  <a:cubicBezTo>
                    <a:pt x="7874" y="1472"/>
                    <a:pt x="7865" y="1468"/>
                    <a:pt x="7856" y="1468"/>
                  </a:cubicBezTo>
                  <a:close/>
                  <a:moveTo>
                    <a:pt x="8416" y="1570"/>
                  </a:moveTo>
                  <a:cubicBezTo>
                    <a:pt x="8379" y="1570"/>
                    <a:pt x="8361" y="1602"/>
                    <a:pt x="8361" y="1652"/>
                  </a:cubicBezTo>
                  <a:cubicBezTo>
                    <a:pt x="8361" y="1686"/>
                    <a:pt x="8395" y="1720"/>
                    <a:pt x="8429" y="1754"/>
                  </a:cubicBezTo>
                  <a:lnTo>
                    <a:pt x="8566" y="1754"/>
                  </a:lnTo>
                  <a:cubicBezTo>
                    <a:pt x="8600" y="1754"/>
                    <a:pt x="8634" y="1754"/>
                    <a:pt x="8634" y="1686"/>
                  </a:cubicBezTo>
                  <a:cubicBezTo>
                    <a:pt x="8634" y="1652"/>
                    <a:pt x="8600" y="1618"/>
                    <a:pt x="8566" y="1583"/>
                  </a:cubicBezTo>
                  <a:lnTo>
                    <a:pt x="8463" y="1583"/>
                  </a:lnTo>
                  <a:cubicBezTo>
                    <a:pt x="8445" y="1574"/>
                    <a:pt x="8429" y="1570"/>
                    <a:pt x="8416" y="1570"/>
                  </a:cubicBezTo>
                  <a:close/>
                  <a:moveTo>
                    <a:pt x="9009" y="1686"/>
                  </a:moveTo>
                  <a:cubicBezTo>
                    <a:pt x="8975" y="1686"/>
                    <a:pt x="8941" y="1686"/>
                    <a:pt x="8907" y="1754"/>
                  </a:cubicBezTo>
                  <a:cubicBezTo>
                    <a:pt x="8907" y="1788"/>
                    <a:pt x="8941" y="1856"/>
                    <a:pt x="8975" y="1856"/>
                  </a:cubicBezTo>
                  <a:lnTo>
                    <a:pt x="9111" y="1856"/>
                  </a:lnTo>
                  <a:cubicBezTo>
                    <a:pt x="9146" y="1856"/>
                    <a:pt x="9180" y="1856"/>
                    <a:pt x="9214" y="1788"/>
                  </a:cubicBezTo>
                  <a:cubicBezTo>
                    <a:pt x="9214" y="1754"/>
                    <a:pt x="9180" y="1720"/>
                    <a:pt x="9146" y="1686"/>
                  </a:cubicBezTo>
                  <a:close/>
                  <a:moveTo>
                    <a:pt x="9589" y="1788"/>
                  </a:moveTo>
                  <a:cubicBezTo>
                    <a:pt x="9521" y="1788"/>
                    <a:pt x="9487" y="1822"/>
                    <a:pt x="9487" y="1856"/>
                  </a:cubicBezTo>
                  <a:cubicBezTo>
                    <a:pt x="9487" y="1891"/>
                    <a:pt x="9487" y="1959"/>
                    <a:pt x="9555" y="1959"/>
                  </a:cubicBezTo>
                  <a:lnTo>
                    <a:pt x="9657" y="1993"/>
                  </a:lnTo>
                  <a:lnTo>
                    <a:pt x="9692" y="1993"/>
                  </a:lnTo>
                  <a:cubicBezTo>
                    <a:pt x="9726" y="1993"/>
                    <a:pt x="9760" y="1959"/>
                    <a:pt x="9760" y="1925"/>
                  </a:cubicBezTo>
                  <a:cubicBezTo>
                    <a:pt x="9760" y="1856"/>
                    <a:pt x="9726" y="1822"/>
                    <a:pt x="9692" y="1822"/>
                  </a:cubicBezTo>
                  <a:lnTo>
                    <a:pt x="9589" y="1788"/>
                  </a:lnTo>
                  <a:close/>
                  <a:moveTo>
                    <a:pt x="10135" y="1891"/>
                  </a:moveTo>
                  <a:cubicBezTo>
                    <a:pt x="10101" y="1891"/>
                    <a:pt x="10067" y="1925"/>
                    <a:pt x="10033" y="1959"/>
                  </a:cubicBezTo>
                  <a:cubicBezTo>
                    <a:pt x="10033" y="1993"/>
                    <a:pt x="10067" y="2061"/>
                    <a:pt x="10101" y="2061"/>
                  </a:cubicBezTo>
                  <a:lnTo>
                    <a:pt x="10238" y="2095"/>
                  </a:lnTo>
                  <a:cubicBezTo>
                    <a:pt x="10272" y="2095"/>
                    <a:pt x="10306" y="2061"/>
                    <a:pt x="10340" y="2027"/>
                  </a:cubicBezTo>
                  <a:cubicBezTo>
                    <a:pt x="10340" y="1959"/>
                    <a:pt x="10306" y="1925"/>
                    <a:pt x="10272" y="1925"/>
                  </a:cubicBezTo>
                  <a:lnTo>
                    <a:pt x="10135" y="1891"/>
                  </a:lnTo>
                  <a:close/>
                  <a:moveTo>
                    <a:pt x="10715" y="1993"/>
                  </a:moveTo>
                  <a:cubicBezTo>
                    <a:pt x="10647" y="1993"/>
                    <a:pt x="10613" y="2027"/>
                    <a:pt x="10613" y="2061"/>
                  </a:cubicBezTo>
                  <a:cubicBezTo>
                    <a:pt x="10613" y="2129"/>
                    <a:pt x="10613" y="2164"/>
                    <a:pt x="10681" y="2164"/>
                  </a:cubicBezTo>
                  <a:lnTo>
                    <a:pt x="10784" y="2198"/>
                  </a:lnTo>
                  <a:lnTo>
                    <a:pt x="10818" y="2198"/>
                  </a:lnTo>
                  <a:cubicBezTo>
                    <a:pt x="10852" y="2198"/>
                    <a:pt x="10886" y="2164"/>
                    <a:pt x="10886" y="2129"/>
                  </a:cubicBezTo>
                  <a:cubicBezTo>
                    <a:pt x="10886" y="2061"/>
                    <a:pt x="10852" y="2027"/>
                    <a:pt x="10818" y="2027"/>
                  </a:cubicBezTo>
                  <a:lnTo>
                    <a:pt x="10715" y="1993"/>
                  </a:lnTo>
                  <a:close/>
                  <a:moveTo>
                    <a:pt x="11261" y="2095"/>
                  </a:moveTo>
                  <a:cubicBezTo>
                    <a:pt x="11227" y="2095"/>
                    <a:pt x="11193" y="2129"/>
                    <a:pt x="11159" y="2164"/>
                  </a:cubicBezTo>
                  <a:cubicBezTo>
                    <a:pt x="11159" y="2232"/>
                    <a:pt x="11193" y="2266"/>
                    <a:pt x="11227" y="2266"/>
                  </a:cubicBezTo>
                  <a:lnTo>
                    <a:pt x="11364" y="2300"/>
                  </a:lnTo>
                  <a:cubicBezTo>
                    <a:pt x="11398" y="2300"/>
                    <a:pt x="11432" y="2266"/>
                    <a:pt x="11466" y="2232"/>
                  </a:cubicBezTo>
                  <a:cubicBezTo>
                    <a:pt x="11466" y="2164"/>
                    <a:pt x="11432" y="2129"/>
                    <a:pt x="11398" y="2129"/>
                  </a:cubicBezTo>
                  <a:lnTo>
                    <a:pt x="11261" y="2095"/>
                  </a:lnTo>
                  <a:close/>
                  <a:moveTo>
                    <a:pt x="11841" y="2198"/>
                  </a:moveTo>
                  <a:cubicBezTo>
                    <a:pt x="11773" y="2198"/>
                    <a:pt x="11739" y="2232"/>
                    <a:pt x="11739" y="2266"/>
                  </a:cubicBezTo>
                  <a:cubicBezTo>
                    <a:pt x="11739" y="2334"/>
                    <a:pt x="11739" y="2368"/>
                    <a:pt x="11807" y="2368"/>
                  </a:cubicBezTo>
                  <a:lnTo>
                    <a:pt x="11910" y="2402"/>
                  </a:lnTo>
                  <a:lnTo>
                    <a:pt x="11944" y="2402"/>
                  </a:lnTo>
                  <a:cubicBezTo>
                    <a:pt x="11978" y="2402"/>
                    <a:pt x="12012" y="2368"/>
                    <a:pt x="12012" y="2334"/>
                  </a:cubicBezTo>
                  <a:cubicBezTo>
                    <a:pt x="12012" y="2300"/>
                    <a:pt x="11978" y="2232"/>
                    <a:pt x="11944" y="2232"/>
                  </a:cubicBezTo>
                  <a:lnTo>
                    <a:pt x="11841" y="2198"/>
                  </a:lnTo>
                  <a:close/>
                  <a:moveTo>
                    <a:pt x="12360" y="2321"/>
                  </a:moveTo>
                  <a:cubicBezTo>
                    <a:pt x="12335" y="2321"/>
                    <a:pt x="12310" y="2352"/>
                    <a:pt x="12285" y="2402"/>
                  </a:cubicBezTo>
                  <a:cubicBezTo>
                    <a:pt x="12285" y="2437"/>
                    <a:pt x="12319" y="2471"/>
                    <a:pt x="12353" y="2471"/>
                  </a:cubicBezTo>
                  <a:lnTo>
                    <a:pt x="12490" y="2505"/>
                  </a:lnTo>
                  <a:cubicBezTo>
                    <a:pt x="12524" y="2505"/>
                    <a:pt x="12558" y="2471"/>
                    <a:pt x="12592" y="2437"/>
                  </a:cubicBezTo>
                  <a:cubicBezTo>
                    <a:pt x="12592" y="2402"/>
                    <a:pt x="12558" y="2334"/>
                    <a:pt x="12524" y="2334"/>
                  </a:cubicBezTo>
                  <a:lnTo>
                    <a:pt x="12387" y="2334"/>
                  </a:lnTo>
                  <a:cubicBezTo>
                    <a:pt x="12378" y="2325"/>
                    <a:pt x="12369" y="2321"/>
                    <a:pt x="12360" y="2321"/>
                  </a:cubicBezTo>
                  <a:close/>
                  <a:moveTo>
                    <a:pt x="12920" y="2423"/>
                  </a:moveTo>
                  <a:cubicBezTo>
                    <a:pt x="12883" y="2423"/>
                    <a:pt x="12865" y="2455"/>
                    <a:pt x="12865" y="2505"/>
                  </a:cubicBezTo>
                  <a:cubicBezTo>
                    <a:pt x="12865" y="2539"/>
                    <a:pt x="12865" y="2573"/>
                    <a:pt x="12933" y="2607"/>
                  </a:cubicBezTo>
                  <a:lnTo>
                    <a:pt x="13070" y="2607"/>
                  </a:lnTo>
                  <a:cubicBezTo>
                    <a:pt x="13104" y="2607"/>
                    <a:pt x="13138" y="2573"/>
                    <a:pt x="13138" y="2539"/>
                  </a:cubicBezTo>
                  <a:cubicBezTo>
                    <a:pt x="13138" y="2505"/>
                    <a:pt x="13104" y="2437"/>
                    <a:pt x="13070" y="2437"/>
                  </a:cubicBezTo>
                  <a:lnTo>
                    <a:pt x="12967" y="2437"/>
                  </a:lnTo>
                  <a:cubicBezTo>
                    <a:pt x="12949" y="2427"/>
                    <a:pt x="12933" y="2423"/>
                    <a:pt x="12920" y="2423"/>
                  </a:cubicBezTo>
                  <a:close/>
                  <a:moveTo>
                    <a:pt x="13481" y="2526"/>
                  </a:moveTo>
                  <a:cubicBezTo>
                    <a:pt x="13448" y="2526"/>
                    <a:pt x="13411" y="2557"/>
                    <a:pt x="13411" y="2607"/>
                  </a:cubicBezTo>
                  <a:cubicBezTo>
                    <a:pt x="13411" y="2641"/>
                    <a:pt x="13445" y="2675"/>
                    <a:pt x="13479" y="2710"/>
                  </a:cubicBezTo>
                  <a:lnTo>
                    <a:pt x="13616" y="2710"/>
                  </a:lnTo>
                  <a:cubicBezTo>
                    <a:pt x="13650" y="2710"/>
                    <a:pt x="13684" y="2710"/>
                    <a:pt x="13684" y="2641"/>
                  </a:cubicBezTo>
                  <a:cubicBezTo>
                    <a:pt x="13718" y="2607"/>
                    <a:pt x="13684" y="2573"/>
                    <a:pt x="13616" y="2539"/>
                  </a:cubicBezTo>
                  <a:lnTo>
                    <a:pt x="13513" y="2539"/>
                  </a:lnTo>
                  <a:cubicBezTo>
                    <a:pt x="13504" y="2530"/>
                    <a:pt x="13493" y="2526"/>
                    <a:pt x="13481" y="2526"/>
                  </a:cubicBezTo>
                  <a:close/>
                  <a:moveTo>
                    <a:pt x="14093" y="2641"/>
                  </a:moveTo>
                  <a:cubicBezTo>
                    <a:pt x="14025" y="2641"/>
                    <a:pt x="13991" y="2641"/>
                    <a:pt x="13991" y="2710"/>
                  </a:cubicBezTo>
                  <a:cubicBezTo>
                    <a:pt x="13957" y="2744"/>
                    <a:pt x="13991" y="2812"/>
                    <a:pt x="14059" y="2812"/>
                  </a:cubicBezTo>
                  <a:lnTo>
                    <a:pt x="14196" y="2812"/>
                  </a:lnTo>
                  <a:cubicBezTo>
                    <a:pt x="14230" y="2812"/>
                    <a:pt x="14264" y="2812"/>
                    <a:pt x="14264" y="2744"/>
                  </a:cubicBezTo>
                  <a:cubicBezTo>
                    <a:pt x="14264" y="2710"/>
                    <a:pt x="14230" y="2675"/>
                    <a:pt x="14196" y="2641"/>
                  </a:cubicBezTo>
                  <a:close/>
                  <a:moveTo>
                    <a:pt x="14639" y="2744"/>
                  </a:moveTo>
                  <a:cubicBezTo>
                    <a:pt x="14605" y="2744"/>
                    <a:pt x="14537" y="2778"/>
                    <a:pt x="14537" y="2812"/>
                  </a:cubicBezTo>
                  <a:cubicBezTo>
                    <a:pt x="14537" y="2846"/>
                    <a:pt x="14571" y="2914"/>
                    <a:pt x="14605" y="2914"/>
                  </a:cubicBezTo>
                  <a:lnTo>
                    <a:pt x="14742" y="2948"/>
                  </a:lnTo>
                  <a:cubicBezTo>
                    <a:pt x="14776" y="2948"/>
                    <a:pt x="14810" y="2914"/>
                    <a:pt x="14810" y="2880"/>
                  </a:cubicBezTo>
                  <a:cubicBezTo>
                    <a:pt x="14844" y="2812"/>
                    <a:pt x="14810" y="2778"/>
                    <a:pt x="14742" y="2778"/>
                  </a:cubicBezTo>
                  <a:lnTo>
                    <a:pt x="14639" y="2744"/>
                  </a:lnTo>
                  <a:close/>
                  <a:moveTo>
                    <a:pt x="15220" y="2846"/>
                  </a:moveTo>
                  <a:cubicBezTo>
                    <a:pt x="15151" y="2846"/>
                    <a:pt x="15117" y="2880"/>
                    <a:pt x="15117" y="2914"/>
                  </a:cubicBezTo>
                  <a:cubicBezTo>
                    <a:pt x="15083" y="2948"/>
                    <a:pt x="15117" y="3017"/>
                    <a:pt x="15185" y="3017"/>
                  </a:cubicBezTo>
                  <a:lnTo>
                    <a:pt x="15288" y="3051"/>
                  </a:lnTo>
                  <a:cubicBezTo>
                    <a:pt x="15356" y="3051"/>
                    <a:pt x="15390" y="3017"/>
                    <a:pt x="15390" y="2983"/>
                  </a:cubicBezTo>
                  <a:cubicBezTo>
                    <a:pt x="15390" y="2914"/>
                    <a:pt x="15356" y="2880"/>
                    <a:pt x="15322" y="2880"/>
                  </a:cubicBezTo>
                  <a:lnTo>
                    <a:pt x="15220" y="2846"/>
                  </a:lnTo>
                  <a:close/>
                  <a:moveTo>
                    <a:pt x="15765" y="2948"/>
                  </a:moveTo>
                  <a:cubicBezTo>
                    <a:pt x="15731" y="2948"/>
                    <a:pt x="15663" y="2983"/>
                    <a:pt x="15663" y="3017"/>
                  </a:cubicBezTo>
                  <a:cubicBezTo>
                    <a:pt x="15663" y="3085"/>
                    <a:pt x="15697" y="3119"/>
                    <a:pt x="15731" y="3119"/>
                  </a:cubicBezTo>
                  <a:lnTo>
                    <a:pt x="15868" y="3153"/>
                  </a:lnTo>
                  <a:cubicBezTo>
                    <a:pt x="15902" y="3153"/>
                    <a:pt x="15936" y="3119"/>
                    <a:pt x="15936" y="3085"/>
                  </a:cubicBezTo>
                  <a:cubicBezTo>
                    <a:pt x="15970" y="3017"/>
                    <a:pt x="15936" y="2983"/>
                    <a:pt x="15868" y="2983"/>
                  </a:cubicBezTo>
                  <a:lnTo>
                    <a:pt x="15765" y="2948"/>
                  </a:lnTo>
                  <a:close/>
                  <a:moveTo>
                    <a:pt x="16346" y="3051"/>
                  </a:moveTo>
                  <a:cubicBezTo>
                    <a:pt x="16277" y="3051"/>
                    <a:pt x="16243" y="3085"/>
                    <a:pt x="16243" y="3119"/>
                  </a:cubicBezTo>
                  <a:cubicBezTo>
                    <a:pt x="16209" y="3187"/>
                    <a:pt x="16243" y="3221"/>
                    <a:pt x="16311" y="3221"/>
                  </a:cubicBezTo>
                  <a:lnTo>
                    <a:pt x="16414" y="3256"/>
                  </a:lnTo>
                  <a:cubicBezTo>
                    <a:pt x="16482" y="3256"/>
                    <a:pt x="16516" y="3221"/>
                    <a:pt x="16516" y="3187"/>
                  </a:cubicBezTo>
                  <a:cubicBezTo>
                    <a:pt x="16516" y="3119"/>
                    <a:pt x="16482" y="3085"/>
                    <a:pt x="16448" y="3085"/>
                  </a:cubicBezTo>
                  <a:lnTo>
                    <a:pt x="16346" y="3051"/>
                  </a:lnTo>
                  <a:close/>
                  <a:moveTo>
                    <a:pt x="16892" y="3153"/>
                  </a:moveTo>
                  <a:cubicBezTo>
                    <a:pt x="16857" y="3153"/>
                    <a:pt x="16789" y="3187"/>
                    <a:pt x="16789" y="3221"/>
                  </a:cubicBezTo>
                  <a:cubicBezTo>
                    <a:pt x="16789" y="3290"/>
                    <a:pt x="16823" y="3324"/>
                    <a:pt x="16857" y="3324"/>
                  </a:cubicBezTo>
                  <a:lnTo>
                    <a:pt x="16960" y="3358"/>
                  </a:lnTo>
                  <a:lnTo>
                    <a:pt x="16994" y="3358"/>
                  </a:lnTo>
                  <a:cubicBezTo>
                    <a:pt x="17028" y="3358"/>
                    <a:pt x="17062" y="3324"/>
                    <a:pt x="17062" y="3290"/>
                  </a:cubicBezTo>
                  <a:cubicBezTo>
                    <a:pt x="17096" y="3256"/>
                    <a:pt x="17062" y="3187"/>
                    <a:pt x="16994" y="3187"/>
                  </a:cubicBezTo>
                  <a:lnTo>
                    <a:pt x="16892" y="3153"/>
                  </a:lnTo>
                  <a:close/>
                  <a:moveTo>
                    <a:pt x="17472" y="3256"/>
                  </a:moveTo>
                  <a:cubicBezTo>
                    <a:pt x="17403" y="3256"/>
                    <a:pt x="17369" y="3290"/>
                    <a:pt x="17369" y="3324"/>
                  </a:cubicBezTo>
                  <a:cubicBezTo>
                    <a:pt x="17335" y="3392"/>
                    <a:pt x="17369" y="3426"/>
                    <a:pt x="17438" y="3426"/>
                  </a:cubicBezTo>
                  <a:lnTo>
                    <a:pt x="17540" y="3460"/>
                  </a:lnTo>
                  <a:cubicBezTo>
                    <a:pt x="17608" y="3460"/>
                    <a:pt x="17642" y="3426"/>
                    <a:pt x="17642" y="3392"/>
                  </a:cubicBezTo>
                  <a:cubicBezTo>
                    <a:pt x="17642" y="3358"/>
                    <a:pt x="17608" y="3290"/>
                    <a:pt x="17574" y="3290"/>
                  </a:cubicBezTo>
                  <a:lnTo>
                    <a:pt x="17472" y="3256"/>
                  </a:lnTo>
                  <a:close/>
                  <a:moveTo>
                    <a:pt x="17985" y="3379"/>
                  </a:moveTo>
                  <a:cubicBezTo>
                    <a:pt x="17952" y="3379"/>
                    <a:pt x="17915" y="3410"/>
                    <a:pt x="17915" y="3460"/>
                  </a:cubicBezTo>
                  <a:cubicBezTo>
                    <a:pt x="17915" y="3494"/>
                    <a:pt x="17949" y="3529"/>
                    <a:pt x="17983" y="3563"/>
                  </a:cubicBezTo>
                  <a:lnTo>
                    <a:pt x="18120" y="3563"/>
                  </a:lnTo>
                  <a:cubicBezTo>
                    <a:pt x="18154" y="3563"/>
                    <a:pt x="18188" y="3529"/>
                    <a:pt x="18188" y="3494"/>
                  </a:cubicBezTo>
                  <a:cubicBezTo>
                    <a:pt x="18222" y="3460"/>
                    <a:pt x="18188" y="3392"/>
                    <a:pt x="18120" y="3392"/>
                  </a:cubicBezTo>
                  <a:lnTo>
                    <a:pt x="18018" y="3392"/>
                  </a:lnTo>
                  <a:cubicBezTo>
                    <a:pt x="18008" y="3383"/>
                    <a:pt x="17997" y="3379"/>
                    <a:pt x="17985" y="3379"/>
                  </a:cubicBezTo>
                  <a:close/>
                  <a:moveTo>
                    <a:pt x="18550" y="3481"/>
                  </a:moveTo>
                  <a:cubicBezTo>
                    <a:pt x="18514" y="3481"/>
                    <a:pt x="18495" y="3513"/>
                    <a:pt x="18495" y="3563"/>
                  </a:cubicBezTo>
                  <a:cubicBezTo>
                    <a:pt x="18461" y="3597"/>
                    <a:pt x="18495" y="3631"/>
                    <a:pt x="18564" y="3665"/>
                  </a:cubicBezTo>
                  <a:lnTo>
                    <a:pt x="18666" y="3665"/>
                  </a:lnTo>
                  <a:cubicBezTo>
                    <a:pt x="18734" y="3665"/>
                    <a:pt x="18768" y="3631"/>
                    <a:pt x="18768" y="3597"/>
                  </a:cubicBezTo>
                  <a:cubicBezTo>
                    <a:pt x="18768" y="3563"/>
                    <a:pt x="18734" y="3529"/>
                    <a:pt x="18700" y="3494"/>
                  </a:cubicBezTo>
                  <a:lnTo>
                    <a:pt x="18598" y="3494"/>
                  </a:lnTo>
                  <a:cubicBezTo>
                    <a:pt x="18579" y="3485"/>
                    <a:pt x="18564" y="3481"/>
                    <a:pt x="18550" y="3481"/>
                  </a:cubicBezTo>
                  <a:close/>
                  <a:moveTo>
                    <a:pt x="19144" y="3597"/>
                  </a:moveTo>
                  <a:cubicBezTo>
                    <a:pt x="19110" y="3597"/>
                    <a:pt x="19041" y="3597"/>
                    <a:pt x="19041" y="3665"/>
                  </a:cubicBezTo>
                  <a:cubicBezTo>
                    <a:pt x="19041" y="3699"/>
                    <a:pt x="19075" y="3767"/>
                    <a:pt x="19110" y="3767"/>
                  </a:cubicBezTo>
                  <a:lnTo>
                    <a:pt x="19246" y="3767"/>
                  </a:lnTo>
                  <a:cubicBezTo>
                    <a:pt x="19280" y="3767"/>
                    <a:pt x="19314" y="3767"/>
                    <a:pt x="19314" y="3699"/>
                  </a:cubicBezTo>
                  <a:cubicBezTo>
                    <a:pt x="19348" y="3665"/>
                    <a:pt x="19314" y="3631"/>
                    <a:pt x="19246" y="3597"/>
                  </a:cubicBezTo>
                  <a:close/>
                  <a:moveTo>
                    <a:pt x="19724" y="3699"/>
                  </a:moveTo>
                  <a:cubicBezTo>
                    <a:pt x="19656" y="3699"/>
                    <a:pt x="19621" y="3733"/>
                    <a:pt x="19621" y="3767"/>
                  </a:cubicBezTo>
                  <a:cubicBezTo>
                    <a:pt x="19587" y="3801"/>
                    <a:pt x="19621" y="3870"/>
                    <a:pt x="19690" y="3870"/>
                  </a:cubicBezTo>
                  <a:lnTo>
                    <a:pt x="19792" y="3870"/>
                  </a:lnTo>
                  <a:cubicBezTo>
                    <a:pt x="19792" y="3904"/>
                    <a:pt x="19792" y="3904"/>
                    <a:pt x="19792" y="3904"/>
                  </a:cubicBezTo>
                  <a:cubicBezTo>
                    <a:pt x="19860" y="3904"/>
                    <a:pt x="19894" y="3870"/>
                    <a:pt x="19894" y="3801"/>
                  </a:cubicBezTo>
                  <a:cubicBezTo>
                    <a:pt x="19894" y="3767"/>
                    <a:pt x="19860" y="3733"/>
                    <a:pt x="19826" y="3733"/>
                  </a:cubicBezTo>
                  <a:lnTo>
                    <a:pt x="19724" y="3699"/>
                  </a:lnTo>
                  <a:close/>
                  <a:moveTo>
                    <a:pt x="20270" y="3801"/>
                  </a:moveTo>
                  <a:cubicBezTo>
                    <a:pt x="20236" y="3801"/>
                    <a:pt x="20167" y="3836"/>
                    <a:pt x="20167" y="3870"/>
                  </a:cubicBezTo>
                  <a:cubicBezTo>
                    <a:pt x="20167" y="3904"/>
                    <a:pt x="20201" y="3972"/>
                    <a:pt x="20236" y="3972"/>
                  </a:cubicBezTo>
                  <a:lnTo>
                    <a:pt x="20338" y="4006"/>
                  </a:lnTo>
                  <a:lnTo>
                    <a:pt x="20372" y="4006"/>
                  </a:lnTo>
                  <a:cubicBezTo>
                    <a:pt x="20406" y="4006"/>
                    <a:pt x="20440" y="3972"/>
                    <a:pt x="20440" y="3938"/>
                  </a:cubicBezTo>
                  <a:cubicBezTo>
                    <a:pt x="20474" y="3870"/>
                    <a:pt x="20440" y="3836"/>
                    <a:pt x="20372" y="3836"/>
                  </a:cubicBezTo>
                  <a:lnTo>
                    <a:pt x="20270" y="3801"/>
                  </a:lnTo>
                  <a:close/>
                  <a:moveTo>
                    <a:pt x="20850" y="3904"/>
                  </a:moveTo>
                  <a:cubicBezTo>
                    <a:pt x="20782" y="3904"/>
                    <a:pt x="20747" y="3938"/>
                    <a:pt x="20747" y="3972"/>
                  </a:cubicBezTo>
                  <a:cubicBezTo>
                    <a:pt x="20713" y="4006"/>
                    <a:pt x="20747" y="4074"/>
                    <a:pt x="20816" y="4074"/>
                  </a:cubicBezTo>
                  <a:lnTo>
                    <a:pt x="20918" y="4109"/>
                  </a:lnTo>
                  <a:cubicBezTo>
                    <a:pt x="20986" y="4109"/>
                    <a:pt x="21020" y="4074"/>
                    <a:pt x="21020" y="4040"/>
                  </a:cubicBezTo>
                  <a:cubicBezTo>
                    <a:pt x="21020" y="3972"/>
                    <a:pt x="20986" y="3938"/>
                    <a:pt x="20952" y="3938"/>
                  </a:cubicBezTo>
                  <a:lnTo>
                    <a:pt x="20850" y="3904"/>
                  </a:lnTo>
                  <a:close/>
                  <a:moveTo>
                    <a:pt x="21396" y="4006"/>
                  </a:moveTo>
                  <a:cubicBezTo>
                    <a:pt x="21362" y="4006"/>
                    <a:pt x="21293" y="4040"/>
                    <a:pt x="21293" y="4074"/>
                  </a:cubicBezTo>
                  <a:cubicBezTo>
                    <a:pt x="21293" y="4143"/>
                    <a:pt x="21328" y="4177"/>
                    <a:pt x="21362" y="4177"/>
                  </a:cubicBezTo>
                  <a:lnTo>
                    <a:pt x="21464" y="4211"/>
                  </a:lnTo>
                  <a:lnTo>
                    <a:pt x="21498" y="4211"/>
                  </a:lnTo>
                  <a:cubicBezTo>
                    <a:pt x="21532" y="4211"/>
                    <a:pt x="21566" y="4177"/>
                    <a:pt x="21566" y="4143"/>
                  </a:cubicBezTo>
                  <a:cubicBezTo>
                    <a:pt x="21601" y="4074"/>
                    <a:pt x="21566" y="4040"/>
                    <a:pt x="21498" y="4040"/>
                  </a:cubicBezTo>
                  <a:lnTo>
                    <a:pt x="21396" y="4006"/>
                  </a:lnTo>
                  <a:close/>
                  <a:moveTo>
                    <a:pt x="21976" y="4109"/>
                  </a:moveTo>
                  <a:cubicBezTo>
                    <a:pt x="21908" y="4109"/>
                    <a:pt x="21874" y="4143"/>
                    <a:pt x="21874" y="4177"/>
                  </a:cubicBezTo>
                  <a:cubicBezTo>
                    <a:pt x="21839" y="4245"/>
                    <a:pt x="21874" y="4279"/>
                    <a:pt x="21942" y="4279"/>
                  </a:cubicBezTo>
                  <a:lnTo>
                    <a:pt x="22044" y="4313"/>
                  </a:lnTo>
                  <a:cubicBezTo>
                    <a:pt x="22112" y="4313"/>
                    <a:pt x="22146" y="4279"/>
                    <a:pt x="22146" y="4245"/>
                  </a:cubicBezTo>
                  <a:cubicBezTo>
                    <a:pt x="22146" y="4211"/>
                    <a:pt x="22112" y="4143"/>
                    <a:pt x="22078" y="4143"/>
                  </a:cubicBezTo>
                  <a:lnTo>
                    <a:pt x="21976" y="4109"/>
                  </a:lnTo>
                  <a:close/>
                  <a:moveTo>
                    <a:pt x="22522" y="4211"/>
                  </a:moveTo>
                  <a:cubicBezTo>
                    <a:pt x="22488" y="4211"/>
                    <a:pt x="22419" y="4245"/>
                    <a:pt x="22419" y="4279"/>
                  </a:cubicBezTo>
                  <a:cubicBezTo>
                    <a:pt x="22419" y="4347"/>
                    <a:pt x="22454" y="4382"/>
                    <a:pt x="22488" y="4382"/>
                  </a:cubicBezTo>
                  <a:lnTo>
                    <a:pt x="22590" y="4416"/>
                  </a:lnTo>
                  <a:lnTo>
                    <a:pt x="22624" y="4416"/>
                  </a:lnTo>
                  <a:cubicBezTo>
                    <a:pt x="22658" y="4416"/>
                    <a:pt x="22692" y="4382"/>
                    <a:pt x="22692" y="4347"/>
                  </a:cubicBezTo>
                  <a:cubicBezTo>
                    <a:pt x="22727" y="4313"/>
                    <a:pt x="22692" y="4245"/>
                    <a:pt x="22624" y="4245"/>
                  </a:cubicBezTo>
                  <a:lnTo>
                    <a:pt x="22522" y="4211"/>
                  </a:lnTo>
                  <a:close/>
                  <a:moveTo>
                    <a:pt x="23041" y="4334"/>
                  </a:moveTo>
                  <a:cubicBezTo>
                    <a:pt x="23018" y="4334"/>
                    <a:pt x="23000" y="4366"/>
                    <a:pt x="23000" y="4416"/>
                  </a:cubicBezTo>
                  <a:cubicBezTo>
                    <a:pt x="22965" y="4450"/>
                    <a:pt x="23000" y="4484"/>
                    <a:pt x="23068" y="4518"/>
                  </a:cubicBezTo>
                  <a:lnTo>
                    <a:pt x="23170" y="4518"/>
                  </a:lnTo>
                  <a:cubicBezTo>
                    <a:pt x="23204" y="4518"/>
                    <a:pt x="23273" y="4484"/>
                    <a:pt x="23273" y="4450"/>
                  </a:cubicBezTo>
                  <a:cubicBezTo>
                    <a:pt x="23273" y="4416"/>
                    <a:pt x="23238" y="4347"/>
                    <a:pt x="23204" y="4347"/>
                  </a:cubicBezTo>
                  <a:lnTo>
                    <a:pt x="23068" y="4347"/>
                  </a:lnTo>
                  <a:cubicBezTo>
                    <a:pt x="23059" y="4338"/>
                    <a:pt x="23050" y="4334"/>
                    <a:pt x="23041" y="4334"/>
                  </a:cubicBezTo>
                  <a:close/>
                  <a:moveTo>
                    <a:pt x="23615" y="4436"/>
                  </a:moveTo>
                  <a:cubicBezTo>
                    <a:pt x="23582" y="4436"/>
                    <a:pt x="23546" y="4468"/>
                    <a:pt x="23546" y="4518"/>
                  </a:cubicBezTo>
                  <a:cubicBezTo>
                    <a:pt x="23546" y="4552"/>
                    <a:pt x="23580" y="4586"/>
                    <a:pt x="23614" y="4620"/>
                  </a:cubicBezTo>
                  <a:lnTo>
                    <a:pt x="23750" y="4620"/>
                  </a:lnTo>
                  <a:cubicBezTo>
                    <a:pt x="23784" y="4620"/>
                    <a:pt x="23819" y="4586"/>
                    <a:pt x="23819" y="4552"/>
                  </a:cubicBezTo>
                  <a:cubicBezTo>
                    <a:pt x="23853" y="4518"/>
                    <a:pt x="23819" y="4484"/>
                    <a:pt x="23750" y="4450"/>
                  </a:cubicBezTo>
                  <a:lnTo>
                    <a:pt x="23648" y="4450"/>
                  </a:lnTo>
                  <a:cubicBezTo>
                    <a:pt x="23639" y="4441"/>
                    <a:pt x="23627" y="4436"/>
                    <a:pt x="23615" y="4436"/>
                  </a:cubicBezTo>
                  <a:close/>
                  <a:moveTo>
                    <a:pt x="24194" y="4552"/>
                  </a:moveTo>
                  <a:cubicBezTo>
                    <a:pt x="24160" y="4552"/>
                    <a:pt x="24126" y="4552"/>
                    <a:pt x="24126" y="4620"/>
                  </a:cubicBezTo>
                  <a:cubicBezTo>
                    <a:pt x="24092" y="4655"/>
                    <a:pt x="24126" y="4689"/>
                    <a:pt x="24194" y="4723"/>
                  </a:cubicBezTo>
                  <a:lnTo>
                    <a:pt x="24296" y="4723"/>
                  </a:lnTo>
                  <a:cubicBezTo>
                    <a:pt x="24330" y="4723"/>
                    <a:pt x="24399" y="4723"/>
                    <a:pt x="24399" y="4655"/>
                  </a:cubicBezTo>
                  <a:cubicBezTo>
                    <a:pt x="24399" y="4620"/>
                    <a:pt x="24364" y="4586"/>
                    <a:pt x="24330" y="4552"/>
                  </a:cubicBezTo>
                  <a:close/>
                  <a:moveTo>
                    <a:pt x="24774" y="4655"/>
                  </a:moveTo>
                  <a:cubicBezTo>
                    <a:pt x="24740" y="4655"/>
                    <a:pt x="24672" y="4689"/>
                    <a:pt x="24672" y="4723"/>
                  </a:cubicBezTo>
                  <a:cubicBezTo>
                    <a:pt x="24672" y="4757"/>
                    <a:pt x="24706" y="4825"/>
                    <a:pt x="24740" y="4825"/>
                  </a:cubicBezTo>
                  <a:lnTo>
                    <a:pt x="24842" y="4825"/>
                  </a:lnTo>
                  <a:cubicBezTo>
                    <a:pt x="24842" y="4825"/>
                    <a:pt x="24876" y="4859"/>
                    <a:pt x="24876" y="4859"/>
                  </a:cubicBezTo>
                  <a:cubicBezTo>
                    <a:pt x="24910" y="4859"/>
                    <a:pt x="24945" y="4825"/>
                    <a:pt x="24945" y="4757"/>
                  </a:cubicBezTo>
                  <a:cubicBezTo>
                    <a:pt x="24945" y="4723"/>
                    <a:pt x="24945" y="4689"/>
                    <a:pt x="24876" y="4689"/>
                  </a:cubicBezTo>
                  <a:lnTo>
                    <a:pt x="24774" y="4655"/>
                  </a:lnTo>
                  <a:close/>
                  <a:moveTo>
                    <a:pt x="25320" y="4757"/>
                  </a:moveTo>
                  <a:cubicBezTo>
                    <a:pt x="25286" y="4757"/>
                    <a:pt x="25252" y="4791"/>
                    <a:pt x="25218" y="4825"/>
                  </a:cubicBezTo>
                  <a:cubicBezTo>
                    <a:pt x="25218" y="4859"/>
                    <a:pt x="25252" y="4928"/>
                    <a:pt x="25286" y="4928"/>
                  </a:cubicBezTo>
                  <a:lnTo>
                    <a:pt x="25422" y="4962"/>
                  </a:lnTo>
                  <a:cubicBezTo>
                    <a:pt x="25456" y="4962"/>
                    <a:pt x="25491" y="4928"/>
                    <a:pt x="25525" y="4893"/>
                  </a:cubicBezTo>
                  <a:cubicBezTo>
                    <a:pt x="25525" y="4825"/>
                    <a:pt x="25491" y="4791"/>
                    <a:pt x="25456" y="4791"/>
                  </a:cubicBezTo>
                  <a:lnTo>
                    <a:pt x="25320" y="4757"/>
                  </a:lnTo>
                  <a:close/>
                  <a:moveTo>
                    <a:pt x="25900" y="4859"/>
                  </a:moveTo>
                  <a:cubicBezTo>
                    <a:pt x="25832" y="4859"/>
                    <a:pt x="25798" y="4893"/>
                    <a:pt x="25798" y="4928"/>
                  </a:cubicBezTo>
                  <a:cubicBezTo>
                    <a:pt x="25798" y="4962"/>
                    <a:pt x="25832" y="5030"/>
                    <a:pt x="25866" y="5030"/>
                  </a:cubicBezTo>
                  <a:lnTo>
                    <a:pt x="25968" y="5064"/>
                  </a:lnTo>
                  <a:lnTo>
                    <a:pt x="26002" y="5064"/>
                  </a:lnTo>
                  <a:cubicBezTo>
                    <a:pt x="26037" y="5064"/>
                    <a:pt x="26071" y="5030"/>
                    <a:pt x="26071" y="4996"/>
                  </a:cubicBezTo>
                  <a:cubicBezTo>
                    <a:pt x="26071" y="4928"/>
                    <a:pt x="26071" y="4893"/>
                    <a:pt x="26002" y="4893"/>
                  </a:cubicBezTo>
                  <a:lnTo>
                    <a:pt x="25900" y="4859"/>
                  </a:lnTo>
                  <a:close/>
                  <a:moveTo>
                    <a:pt x="26446" y="4962"/>
                  </a:moveTo>
                  <a:cubicBezTo>
                    <a:pt x="26412" y="4962"/>
                    <a:pt x="26378" y="4996"/>
                    <a:pt x="26344" y="5030"/>
                  </a:cubicBezTo>
                  <a:cubicBezTo>
                    <a:pt x="26344" y="5098"/>
                    <a:pt x="26378" y="5132"/>
                    <a:pt x="26412" y="5132"/>
                  </a:cubicBezTo>
                  <a:lnTo>
                    <a:pt x="26548" y="5166"/>
                  </a:lnTo>
                  <a:cubicBezTo>
                    <a:pt x="26582" y="5166"/>
                    <a:pt x="26617" y="5132"/>
                    <a:pt x="26651" y="5098"/>
                  </a:cubicBezTo>
                  <a:cubicBezTo>
                    <a:pt x="26651" y="5030"/>
                    <a:pt x="26617" y="4996"/>
                    <a:pt x="26582" y="4996"/>
                  </a:cubicBezTo>
                  <a:lnTo>
                    <a:pt x="26446" y="4962"/>
                  </a:lnTo>
                  <a:close/>
                  <a:moveTo>
                    <a:pt x="27026" y="5064"/>
                  </a:moveTo>
                  <a:cubicBezTo>
                    <a:pt x="26958" y="5064"/>
                    <a:pt x="26924" y="5098"/>
                    <a:pt x="26924" y="5132"/>
                  </a:cubicBezTo>
                  <a:cubicBezTo>
                    <a:pt x="26924" y="5201"/>
                    <a:pt x="26958" y="5235"/>
                    <a:pt x="26992" y="5235"/>
                  </a:cubicBezTo>
                  <a:lnTo>
                    <a:pt x="27094" y="5269"/>
                  </a:lnTo>
                  <a:lnTo>
                    <a:pt x="27128" y="5269"/>
                  </a:lnTo>
                  <a:cubicBezTo>
                    <a:pt x="27163" y="5269"/>
                    <a:pt x="27197" y="5235"/>
                    <a:pt x="27197" y="5201"/>
                  </a:cubicBezTo>
                  <a:cubicBezTo>
                    <a:pt x="27197" y="5166"/>
                    <a:pt x="27197" y="5098"/>
                    <a:pt x="27128" y="5098"/>
                  </a:cubicBezTo>
                  <a:lnTo>
                    <a:pt x="27026" y="5064"/>
                  </a:lnTo>
                  <a:close/>
                  <a:moveTo>
                    <a:pt x="27572" y="5166"/>
                  </a:moveTo>
                  <a:cubicBezTo>
                    <a:pt x="27538" y="5166"/>
                    <a:pt x="27504" y="5201"/>
                    <a:pt x="27470" y="5235"/>
                  </a:cubicBezTo>
                  <a:cubicBezTo>
                    <a:pt x="27470" y="5303"/>
                    <a:pt x="27504" y="5337"/>
                    <a:pt x="27538" y="5337"/>
                  </a:cubicBezTo>
                  <a:lnTo>
                    <a:pt x="27674" y="5371"/>
                  </a:lnTo>
                  <a:cubicBezTo>
                    <a:pt x="27709" y="5371"/>
                    <a:pt x="27743" y="5337"/>
                    <a:pt x="27777" y="5303"/>
                  </a:cubicBezTo>
                  <a:cubicBezTo>
                    <a:pt x="27777" y="5269"/>
                    <a:pt x="27743" y="5201"/>
                    <a:pt x="27709" y="5201"/>
                  </a:cubicBezTo>
                  <a:lnTo>
                    <a:pt x="27572" y="5166"/>
                  </a:lnTo>
                  <a:close/>
                  <a:moveTo>
                    <a:pt x="28105" y="5290"/>
                  </a:moveTo>
                  <a:cubicBezTo>
                    <a:pt x="28068" y="5290"/>
                    <a:pt x="28050" y="5321"/>
                    <a:pt x="28050" y="5371"/>
                  </a:cubicBezTo>
                  <a:cubicBezTo>
                    <a:pt x="28050" y="5405"/>
                    <a:pt x="28084" y="5439"/>
                    <a:pt x="28118" y="5439"/>
                  </a:cubicBezTo>
                  <a:lnTo>
                    <a:pt x="28220" y="5474"/>
                  </a:lnTo>
                  <a:lnTo>
                    <a:pt x="28255" y="5474"/>
                  </a:lnTo>
                  <a:cubicBezTo>
                    <a:pt x="28289" y="5474"/>
                    <a:pt x="28323" y="5439"/>
                    <a:pt x="28323" y="5405"/>
                  </a:cubicBezTo>
                  <a:cubicBezTo>
                    <a:pt x="28323" y="5371"/>
                    <a:pt x="28323" y="5303"/>
                    <a:pt x="28255" y="5303"/>
                  </a:cubicBezTo>
                  <a:lnTo>
                    <a:pt x="28152" y="5303"/>
                  </a:lnTo>
                  <a:cubicBezTo>
                    <a:pt x="28134" y="5294"/>
                    <a:pt x="28118" y="5290"/>
                    <a:pt x="28105" y="5290"/>
                  </a:cubicBezTo>
                  <a:close/>
                  <a:moveTo>
                    <a:pt x="28671" y="5392"/>
                  </a:moveTo>
                  <a:cubicBezTo>
                    <a:pt x="28646" y="5392"/>
                    <a:pt x="28621" y="5424"/>
                    <a:pt x="28596" y="5474"/>
                  </a:cubicBezTo>
                  <a:cubicBezTo>
                    <a:pt x="28596" y="5508"/>
                    <a:pt x="28630" y="5542"/>
                    <a:pt x="28664" y="5576"/>
                  </a:cubicBezTo>
                  <a:lnTo>
                    <a:pt x="28800" y="5576"/>
                  </a:lnTo>
                  <a:cubicBezTo>
                    <a:pt x="28835" y="5576"/>
                    <a:pt x="28869" y="5542"/>
                    <a:pt x="28903" y="5508"/>
                  </a:cubicBezTo>
                  <a:cubicBezTo>
                    <a:pt x="28903" y="5474"/>
                    <a:pt x="28869" y="5439"/>
                    <a:pt x="28835" y="5405"/>
                  </a:cubicBezTo>
                  <a:lnTo>
                    <a:pt x="28698" y="5405"/>
                  </a:lnTo>
                  <a:cubicBezTo>
                    <a:pt x="28689" y="5396"/>
                    <a:pt x="28680" y="5392"/>
                    <a:pt x="28671" y="5392"/>
                  </a:cubicBezTo>
                  <a:close/>
                  <a:moveTo>
                    <a:pt x="29231" y="5494"/>
                  </a:moveTo>
                  <a:cubicBezTo>
                    <a:pt x="29194" y="5494"/>
                    <a:pt x="29176" y="5526"/>
                    <a:pt x="29176" y="5576"/>
                  </a:cubicBezTo>
                  <a:cubicBezTo>
                    <a:pt x="29176" y="5610"/>
                    <a:pt x="29210" y="5644"/>
                    <a:pt x="29244" y="5678"/>
                  </a:cubicBezTo>
                  <a:lnTo>
                    <a:pt x="29381" y="5678"/>
                  </a:lnTo>
                  <a:cubicBezTo>
                    <a:pt x="29415" y="5678"/>
                    <a:pt x="29449" y="5678"/>
                    <a:pt x="29449" y="5610"/>
                  </a:cubicBezTo>
                  <a:cubicBezTo>
                    <a:pt x="29449" y="5576"/>
                    <a:pt x="29449" y="5542"/>
                    <a:pt x="29381" y="5508"/>
                  </a:cubicBezTo>
                  <a:lnTo>
                    <a:pt x="29278" y="5508"/>
                  </a:lnTo>
                  <a:cubicBezTo>
                    <a:pt x="29260" y="5499"/>
                    <a:pt x="29244" y="5494"/>
                    <a:pt x="29231" y="5494"/>
                  </a:cubicBezTo>
                  <a:close/>
                  <a:moveTo>
                    <a:pt x="29824" y="5610"/>
                  </a:moveTo>
                  <a:cubicBezTo>
                    <a:pt x="29790" y="5610"/>
                    <a:pt x="29756" y="5610"/>
                    <a:pt x="29722" y="5678"/>
                  </a:cubicBezTo>
                  <a:cubicBezTo>
                    <a:pt x="29722" y="5712"/>
                    <a:pt x="29756" y="5781"/>
                    <a:pt x="29790" y="5781"/>
                  </a:cubicBezTo>
                  <a:lnTo>
                    <a:pt x="29927" y="5781"/>
                  </a:lnTo>
                  <a:cubicBezTo>
                    <a:pt x="29961" y="5781"/>
                    <a:pt x="29995" y="5781"/>
                    <a:pt x="30029" y="5712"/>
                  </a:cubicBezTo>
                  <a:cubicBezTo>
                    <a:pt x="30029" y="5678"/>
                    <a:pt x="29995" y="5644"/>
                    <a:pt x="29961" y="5610"/>
                  </a:cubicBezTo>
                  <a:close/>
                  <a:moveTo>
                    <a:pt x="30404" y="5712"/>
                  </a:moveTo>
                  <a:cubicBezTo>
                    <a:pt x="30336" y="5712"/>
                    <a:pt x="30302" y="5747"/>
                    <a:pt x="30302" y="5781"/>
                  </a:cubicBezTo>
                  <a:cubicBezTo>
                    <a:pt x="30302" y="5815"/>
                    <a:pt x="30302" y="5883"/>
                    <a:pt x="30370" y="5883"/>
                  </a:cubicBezTo>
                  <a:lnTo>
                    <a:pt x="30473" y="5917"/>
                  </a:lnTo>
                  <a:lnTo>
                    <a:pt x="30507" y="5917"/>
                  </a:lnTo>
                  <a:cubicBezTo>
                    <a:pt x="30541" y="5917"/>
                    <a:pt x="30575" y="5883"/>
                    <a:pt x="30575" y="5849"/>
                  </a:cubicBezTo>
                  <a:cubicBezTo>
                    <a:pt x="30575" y="5781"/>
                    <a:pt x="30541" y="5747"/>
                    <a:pt x="30507" y="5747"/>
                  </a:cubicBezTo>
                  <a:lnTo>
                    <a:pt x="30404" y="5712"/>
                  </a:lnTo>
                  <a:close/>
                  <a:moveTo>
                    <a:pt x="30950" y="5815"/>
                  </a:moveTo>
                  <a:cubicBezTo>
                    <a:pt x="30916" y="5815"/>
                    <a:pt x="30882" y="5849"/>
                    <a:pt x="30848" y="5883"/>
                  </a:cubicBezTo>
                  <a:cubicBezTo>
                    <a:pt x="30848" y="5917"/>
                    <a:pt x="30882" y="5985"/>
                    <a:pt x="30916" y="5985"/>
                  </a:cubicBezTo>
                  <a:lnTo>
                    <a:pt x="31053" y="6019"/>
                  </a:lnTo>
                  <a:cubicBezTo>
                    <a:pt x="31087" y="6019"/>
                    <a:pt x="31121" y="5985"/>
                    <a:pt x="31155" y="5951"/>
                  </a:cubicBezTo>
                  <a:cubicBezTo>
                    <a:pt x="31155" y="5883"/>
                    <a:pt x="31121" y="5849"/>
                    <a:pt x="31087" y="5849"/>
                  </a:cubicBezTo>
                  <a:lnTo>
                    <a:pt x="30950" y="5815"/>
                  </a:lnTo>
                  <a:close/>
                  <a:moveTo>
                    <a:pt x="31530" y="5917"/>
                  </a:moveTo>
                  <a:cubicBezTo>
                    <a:pt x="31462" y="5917"/>
                    <a:pt x="31428" y="5951"/>
                    <a:pt x="31428" y="5985"/>
                  </a:cubicBezTo>
                  <a:cubicBezTo>
                    <a:pt x="31428" y="6054"/>
                    <a:pt x="31428" y="6088"/>
                    <a:pt x="31496" y="6088"/>
                  </a:cubicBezTo>
                  <a:lnTo>
                    <a:pt x="31599" y="6122"/>
                  </a:lnTo>
                  <a:lnTo>
                    <a:pt x="31633" y="6122"/>
                  </a:lnTo>
                  <a:cubicBezTo>
                    <a:pt x="31667" y="6122"/>
                    <a:pt x="31701" y="6088"/>
                    <a:pt x="31701" y="6054"/>
                  </a:cubicBezTo>
                  <a:cubicBezTo>
                    <a:pt x="31701" y="5985"/>
                    <a:pt x="31667" y="5951"/>
                    <a:pt x="31633" y="5951"/>
                  </a:cubicBezTo>
                  <a:lnTo>
                    <a:pt x="31530" y="5917"/>
                  </a:lnTo>
                  <a:close/>
                  <a:moveTo>
                    <a:pt x="32076" y="6019"/>
                  </a:moveTo>
                  <a:cubicBezTo>
                    <a:pt x="32042" y="6019"/>
                    <a:pt x="32008" y="6054"/>
                    <a:pt x="31974" y="6088"/>
                  </a:cubicBezTo>
                  <a:cubicBezTo>
                    <a:pt x="31974" y="6156"/>
                    <a:pt x="32008" y="6190"/>
                    <a:pt x="32042" y="6190"/>
                  </a:cubicBezTo>
                  <a:lnTo>
                    <a:pt x="32179" y="6224"/>
                  </a:lnTo>
                  <a:cubicBezTo>
                    <a:pt x="32213" y="6224"/>
                    <a:pt x="32247" y="6190"/>
                    <a:pt x="32281" y="6156"/>
                  </a:cubicBezTo>
                  <a:cubicBezTo>
                    <a:pt x="32281" y="6088"/>
                    <a:pt x="32247" y="6054"/>
                    <a:pt x="32213" y="6054"/>
                  </a:cubicBezTo>
                  <a:lnTo>
                    <a:pt x="32076" y="6019"/>
                  </a:lnTo>
                  <a:close/>
                  <a:moveTo>
                    <a:pt x="32656" y="6122"/>
                  </a:moveTo>
                  <a:cubicBezTo>
                    <a:pt x="32588" y="6122"/>
                    <a:pt x="32554" y="6156"/>
                    <a:pt x="32554" y="6190"/>
                  </a:cubicBezTo>
                  <a:cubicBezTo>
                    <a:pt x="32554" y="6258"/>
                    <a:pt x="32554" y="6292"/>
                    <a:pt x="32622" y="6292"/>
                  </a:cubicBezTo>
                  <a:lnTo>
                    <a:pt x="32725" y="6327"/>
                  </a:lnTo>
                  <a:lnTo>
                    <a:pt x="32759" y="6327"/>
                  </a:lnTo>
                  <a:cubicBezTo>
                    <a:pt x="32793" y="6327"/>
                    <a:pt x="32827" y="6292"/>
                    <a:pt x="32827" y="6258"/>
                  </a:cubicBezTo>
                  <a:cubicBezTo>
                    <a:pt x="32827" y="6224"/>
                    <a:pt x="32793" y="6156"/>
                    <a:pt x="32759" y="6156"/>
                  </a:cubicBezTo>
                  <a:lnTo>
                    <a:pt x="32656" y="6122"/>
                  </a:lnTo>
                  <a:close/>
                  <a:moveTo>
                    <a:pt x="33175" y="6245"/>
                  </a:moveTo>
                  <a:cubicBezTo>
                    <a:pt x="33150" y="6245"/>
                    <a:pt x="33125" y="6277"/>
                    <a:pt x="33100" y="6327"/>
                  </a:cubicBezTo>
                  <a:cubicBezTo>
                    <a:pt x="33100" y="6361"/>
                    <a:pt x="33134" y="6395"/>
                    <a:pt x="33168" y="6395"/>
                  </a:cubicBezTo>
                  <a:lnTo>
                    <a:pt x="33305" y="6429"/>
                  </a:lnTo>
                  <a:cubicBezTo>
                    <a:pt x="33339" y="6429"/>
                    <a:pt x="33373" y="6395"/>
                    <a:pt x="33407" y="6361"/>
                  </a:cubicBezTo>
                  <a:cubicBezTo>
                    <a:pt x="33407" y="6327"/>
                    <a:pt x="33373" y="6258"/>
                    <a:pt x="33339" y="6258"/>
                  </a:cubicBezTo>
                  <a:lnTo>
                    <a:pt x="33202" y="6258"/>
                  </a:lnTo>
                  <a:cubicBezTo>
                    <a:pt x="33193" y="6249"/>
                    <a:pt x="33184" y="6245"/>
                    <a:pt x="33175" y="6245"/>
                  </a:cubicBezTo>
                  <a:close/>
                  <a:moveTo>
                    <a:pt x="33735" y="6347"/>
                  </a:moveTo>
                  <a:cubicBezTo>
                    <a:pt x="33698" y="6347"/>
                    <a:pt x="33680" y="6379"/>
                    <a:pt x="33680" y="6429"/>
                  </a:cubicBezTo>
                  <a:cubicBezTo>
                    <a:pt x="33680" y="6463"/>
                    <a:pt x="33680" y="6497"/>
                    <a:pt x="33748" y="6531"/>
                  </a:cubicBezTo>
                  <a:lnTo>
                    <a:pt x="33885" y="6531"/>
                  </a:lnTo>
                  <a:cubicBezTo>
                    <a:pt x="33919" y="6531"/>
                    <a:pt x="33953" y="6497"/>
                    <a:pt x="33953" y="6463"/>
                  </a:cubicBezTo>
                  <a:cubicBezTo>
                    <a:pt x="33953" y="6429"/>
                    <a:pt x="33919" y="6361"/>
                    <a:pt x="33885" y="6361"/>
                  </a:cubicBezTo>
                  <a:lnTo>
                    <a:pt x="33782" y="6361"/>
                  </a:lnTo>
                  <a:cubicBezTo>
                    <a:pt x="33764" y="6352"/>
                    <a:pt x="33748" y="6347"/>
                    <a:pt x="33735" y="6347"/>
                  </a:cubicBezTo>
                  <a:close/>
                  <a:moveTo>
                    <a:pt x="34301" y="6450"/>
                  </a:moveTo>
                  <a:cubicBezTo>
                    <a:pt x="34276" y="6450"/>
                    <a:pt x="34251" y="6481"/>
                    <a:pt x="34226" y="6531"/>
                  </a:cubicBezTo>
                  <a:cubicBezTo>
                    <a:pt x="34226" y="6565"/>
                    <a:pt x="34260" y="6600"/>
                    <a:pt x="34294" y="6634"/>
                  </a:cubicBezTo>
                  <a:lnTo>
                    <a:pt x="34431" y="6634"/>
                  </a:lnTo>
                  <a:cubicBezTo>
                    <a:pt x="34465" y="6634"/>
                    <a:pt x="34499" y="6634"/>
                    <a:pt x="34533" y="6565"/>
                  </a:cubicBezTo>
                  <a:cubicBezTo>
                    <a:pt x="34533" y="6531"/>
                    <a:pt x="34499" y="6497"/>
                    <a:pt x="34431" y="6463"/>
                  </a:cubicBezTo>
                  <a:lnTo>
                    <a:pt x="34328" y="6463"/>
                  </a:lnTo>
                  <a:cubicBezTo>
                    <a:pt x="34319" y="6454"/>
                    <a:pt x="34310" y="6450"/>
                    <a:pt x="34301" y="6450"/>
                  </a:cubicBezTo>
                  <a:close/>
                  <a:moveTo>
                    <a:pt x="34908" y="6565"/>
                  </a:moveTo>
                  <a:cubicBezTo>
                    <a:pt x="34840" y="6565"/>
                    <a:pt x="34806" y="6565"/>
                    <a:pt x="34806" y="6634"/>
                  </a:cubicBezTo>
                  <a:cubicBezTo>
                    <a:pt x="34772" y="6668"/>
                    <a:pt x="34806" y="6736"/>
                    <a:pt x="34874" y="6736"/>
                  </a:cubicBezTo>
                  <a:lnTo>
                    <a:pt x="35011" y="6736"/>
                  </a:lnTo>
                  <a:cubicBezTo>
                    <a:pt x="35045" y="6736"/>
                    <a:pt x="35079" y="6736"/>
                    <a:pt x="35079" y="6668"/>
                  </a:cubicBezTo>
                  <a:cubicBezTo>
                    <a:pt x="35079" y="6634"/>
                    <a:pt x="35045" y="6600"/>
                    <a:pt x="35011" y="6565"/>
                  </a:cubicBezTo>
                  <a:close/>
                  <a:moveTo>
                    <a:pt x="35454" y="6668"/>
                  </a:moveTo>
                  <a:cubicBezTo>
                    <a:pt x="35420" y="6668"/>
                    <a:pt x="35352" y="6702"/>
                    <a:pt x="35352" y="6736"/>
                  </a:cubicBezTo>
                  <a:cubicBezTo>
                    <a:pt x="35352" y="6770"/>
                    <a:pt x="35386" y="6838"/>
                    <a:pt x="35420" y="6838"/>
                  </a:cubicBezTo>
                  <a:lnTo>
                    <a:pt x="35557" y="6873"/>
                  </a:lnTo>
                  <a:cubicBezTo>
                    <a:pt x="35591" y="6873"/>
                    <a:pt x="35625" y="6838"/>
                    <a:pt x="35625" y="6770"/>
                  </a:cubicBezTo>
                  <a:cubicBezTo>
                    <a:pt x="35659" y="6736"/>
                    <a:pt x="35625" y="6702"/>
                    <a:pt x="35557" y="6702"/>
                  </a:cubicBezTo>
                  <a:lnTo>
                    <a:pt x="35454" y="6668"/>
                  </a:lnTo>
                  <a:close/>
                  <a:moveTo>
                    <a:pt x="36035" y="6770"/>
                  </a:moveTo>
                  <a:cubicBezTo>
                    <a:pt x="35966" y="6770"/>
                    <a:pt x="35932" y="6804"/>
                    <a:pt x="35932" y="6838"/>
                  </a:cubicBezTo>
                  <a:cubicBezTo>
                    <a:pt x="35898" y="6873"/>
                    <a:pt x="35932" y="6941"/>
                    <a:pt x="36000" y="6941"/>
                  </a:cubicBezTo>
                  <a:lnTo>
                    <a:pt x="36103" y="6975"/>
                  </a:lnTo>
                  <a:cubicBezTo>
                    <a:pt x="36171" y="6975"/>
                    <a:pt x="36205" y="6941"/>
                    <a:pt x="36205" y="6907"/>
                  </a:cubicBezTo>
                  <a:cubicBezTo>
                    <a:pt x="36205" y="6838"/>
                    <a:pt x="36171" y="6804"/>
                    <a:pt x="36137" y="6804"/>
                  </a:cubicBezTo>
                  <a:lnTo>
                    <a:pt x="36035" y="6770"/>
                  </a:lnTo>
                  <a:close/>
                  <a:moveTo>
                    <a:pt x="36581" y="6873"/>
                  </a:moveTo>
                  <a:cubicBezTo>
                    <a:pt x="36546" y="6873"/>
                    <a:pt x="36478" y="6907"/>
                    <a:pt x="36478" y="6941"/>
                  </a:cubicBezTo>
                  <a:cubicBezTo>
                    <a:pt x="36478" y="7009"/>
                    <a:pt x="36512" y="7043"/>
                    <a:pt x="36546" y="7043"/>
                  </a:cubicBezTo>
                  <a:lnTo>
                    <a:pt x="36683" y="7077"/>
                  </a:lnTo>
                  <a:cubicBezTo>
                    <a:pt x="36717" y="7077"/>
                    <a:pt x="36751" y="7043"/>
                    <a:pt x="36751" y="7009"/>
                  </a:cubicBezTo>
                  <a:cubicBezTo>
                    <a:pt x="36785" y="6941"/>
                    <a:pt x="36751" y="6907"/>
                    <a:pt x="36683" y="6907"/>
                  </a:cubicBezTo>
                  <a:lnTo>
                    <a:pt x="36581" y="6873"/>
                  </a:lnTo>
                  <a:close/>
                  <a:moveTo>
                    <a:pt x="37161" y="6975"/>
                  </a:moveTo>
                  <a:cubicBezTo>
                    <a:pt x="37092" y="6975"/>
                    <a:pt x="37058" y="7009"/>
                    <a:pt x="37058" y="7043"/>
                  </a:cubicBezTo>
                  <a:cubicBezTo>
                    <a:pt x="37024" y="7111"/>
                    <a:pt x="37058" y="7146"/>
                    <a:pt x="37126" y="7146"/>
                  </a:cubicBezTo>
                  <a:lnTo>
                    <a:pt x="37229" y="7180"/>
                  </a:lnTo>
                  <a:cubicBezTo>
                    <a:pt x="37297" y="7180"/>
                    <a:pt x="37331" y="7146"/>
                    <a:pt x="37331" y="7111"/>
                  </a:cubicBezTo>
                  <a:cubicBezTo>
                    <a:pt x="37331" y="7043"/>
                    <a:pt x="37297" y="7009"/>
                    <a:pt x="37263" y="7009"/>
                  </a:cubicBezTo>
                  <a:lnTo>
                    <a:pt x="37161" y="6975"/>
                  </a:lnTo>
                  <a:close/>
                  <a:moveTo>
                    <a:pt x="37707" y="7077"/>
                  </a:moveTo>
                  <a:cubicBezTo>
                    <a:pt x="37672" y="7077"/>
                    <a:pt x="37604" y="7111"/>
                    <a:pt x="37604" y="7146"/>
                  </a:cubicBezTo>
                  <a:cubicBezTo>
                    <a:pt x="37604" y="7214"/>
                    <a:pt x="37638" y="7248"/>
                    <a:pt x="37672" y="7248"/>
                  </a:cubicBezTo>
                  <a:lnTo>
                    <a:pt x="37775" y="7282"/>
                  </a:lnTo>
                  <a:lnTo>
                    <a:pt x="37809" y="7282"/>
                  </a:lnTo>
                  <a:cubicBezTo>
                    <a:pt x="37843" y="7282"/>
                    <a:pt x="37877" y="7248"/>
                    <a:pt x="37877" y="7214"/>
                  </a:cubicBezTo>
                  <a:cubicBezTo>
                    <a:pt x="37911" y="7180"/>
                    <a:pt x="37877" y="7111"/>
                    <a:pt x="37809" y="7111"/>
                  </a:cubicBezTo>
                  <a:lnTo>
                    <a:pt x="37707" y="7077"/>
                  </a:lnTo>
                  <a:close/>
                  <a:moveTo>
                    <a:pt x="38287" y="7180"/>
                  </a:moveTo>
                  <a:cubicBezTo>
                    <a:pt x="38218" y="7180"/>
                    <a:pt x="38184" y="7214"/>
                    <a:pt x="38184" y="7248"/>
                  </a:cubicBezTo>
                  <a:cubicBezTo>
                    <a:pt x="38150" y="7316"/>
                    <a:pt x="38184" y="7350"/>
                    <a:pt x="38253" y="7350"/>
                  </a:cubicBezTo>
                  <a:lnTo>
                    <a:pt x="38355" y="7384"/>
                  </a:lnTo>
                  <a:cubicBezTo>
                    <a:pt x="38423" y="7384"/>
                    <a:pt x="38457" y="7350"/>
                    <a:pt x="38457" y="7316"/>
                  </a:cubicBezTo>
                  <a:cubicBezTo>
                    <a:pt x="38457" y="7282"/>
                    <a:pt x="38423" y="7214"/>
                    <a:pt x="38389" y="7214"/>
                  </a:cubicBezTo>
                  <a:lnTo>
                    <a:pt x="38287" y="7180"/>
                  </a:lnTo>
                  <a:close/>
                  <a:moveTo>
                    <a:pt x="38800" y="7303"/>
                  </a:moveTo>
                  <a:cubicBezTo>
                    <a:pt x="38767" y="7303"/>
                    <a:pt x="38730" y="7334"/>
                    <a:pt x="38730" y="7384"/>
                  </a:cubicBezTo>
                  <a:cubicBezTo>
                    <a:pt x="38730" y="7419"/>
                    <a:pt x="38764" y="7453"/>
                    <a:pt x="38799" y="7487"/>
                  </a:cubicBezTo>
                  <a:lnTo>
                    <a:pt x="38935" y="7487"/>
                  </a:lnTo>
                  <a:cubicBezTo>
                    <a:pt x="38969" y="7487"/>
                    <a:pt x="39003" y="7453"/>
                    <a:pt x="39003" y="7419"/>
                  </a:cubicBezTo>
                  <a:cubicBezTo>
                    <a:pt x="39037" y="7384"/>
                    <a:pt x="39003" y="7316"/>
                    <a:pt x="38935" y="7316"/>
                  </a:cubicBezTo>
                  <a:lnTo>
                    <a:pt x="38833" y="7316"/>
                  </a:lnTo>
                  <a:cubicBezTo>
                    <a:pt x="38824" y="7307"/>
                    <a:pt x="38812" y="7303"/>
                    <a:pt x="38800" y="7303"/>
                  </a:cubicBezTo>
                  <a:close/>
                  <a:moveTo>
                    <a:pt x="39106" y="7657"/>
                  </a:moveTo>
                  <a:cubicBezTo>
                    <a:pt x="39037" y="7657"/>
                    <a:pt x="39003" y="7692"/>
                    <a:pt x="39003" y="7726"/>
                  </a:cubicBezTo>
                  <a:lnTo>
                    <a:pt x="39003" y="7828"/>
                  </a:lnTo>
                  <a:cubicBezTo>
                    <a:pt x="39003" y="7896"/>
                    <a:pt x="39037" y="7930"/>
                    <a:pt x="39106" y="7930"/>
                  </a:cubicBezTo>
                  <a:cubicBezTo>
                    <a:pt x="39140" y="7930"/>
                    <a:pt x="39174" y="7896"/>
                    <a:pt x="39174" y="7828"/>
                  </a:cubicBezTo>
                  <a:lnTo>
                    <a:pt x="39174" y="7726"/>
                  </a:lnTo>
                  <a:cubicBezTo>
                    <a:pt x="39174" y="7692"/>
                    <a:pt x="39140" y="7657"/>
                    <a:pt x="39106" y="7657"/>
                  </a:cubicBezTo>
                  <a:close/>
                  <a:moveTo>
                    <a:pt x="39106" y="8203"/>
                  </a:moveTo>
                  <a:cubicBezTo>
                    <a:pt x="39037" y="8203"/>
                    <a:pt x="39003" y="8237"/>
                    <a:pt x="39003" y="8306"/>
                  </a:cubicBezTo>
                  <a:lnTo>
                    <a:pt x="39003" y="8408"/>
                  </a:lnTo>
                  <a:cubicBezTo>
                    <a:pt x="39003" y="8476"/>
                    <a:pt x="39037" y="8510"/>
                    <a:pt x="39106" y="8510"/>
                  </a:cubicBezTo>
                  <a:cubicBezTo>
                    <a:pt x="39140" y="8510"/>
                    <a:pt x="39174" y="8476"/>
                    <a:pt x="39174" y="8408"/>
                  </a:cubicBezTo>
                  <a:lnTo>
                    <a:pt x="39174" y="8306"/>
                  </a:lnTo>
                  <a:cubicBezTo>
                    <a:pt x="39174" y="8237"/>
                    <a:pt x="39140" y="8203"/>
                    <a:pt x="39106" y="8203"/>
                  </a:cubicBezTo>
                  <a:close/>
                  <a:moveTo>
                    <a:pt x="39106" y="8783"/>
                  </a:moveTo>
                  <a:cubicBezTo>
                    <a:pt x="39037" y="8783"/>
                    <a:pt x="39003" y="8818"/>
                    <a:pt x="39003" y="8886"/>
                  </a:cubicBezTo>
                  <a:lnTo>
                    <a:pt x="39003" y="8988"/>
                  </a:lnTo>
                  <a:cubicBezTo>
                    <a:pt x="39003" y="9022"/>
                    <a:pt x="39037" y="9056"/>
                    <a:pt x="39106" y="9056"/>
                  </a:cubicBezTo>
                  <a:cubicBezTo>
                    <a:pt x="39140" y="9056"/>
                    <a:pt x="39174" y="9022"/>
                    <a:pt x="39174" y="8988"/>
                  </a:cubicBezTo>
                  <a:lnTo>
                    <a:pt x="39174" y="8886"/>
                  </a:lnTo>
                  <a:cubicBezTo>
                    <a:pt x="39174" y="8818"/>
                    <a:pt x="39140" y="8783"/>
                    <a:pt x="39106" y="8783"/>
                  </a:cubicBezTo>
                  <a:close/>
                  <a:moveTo>
                    <a:pt x="39106" y="9364"/>
                  </a:moveTo>
                  <a:cubicBezTo>
                    <a:pt x="39037" y="9364"/>
                    <a:pt x="39003" y="9398"/>
                    <a:pt x="39003" y="9432"/>
                  </a:cubicBezTo>
                  <a:lnTo>
                    <a:pt x="39003" y="9568"/>
                  </a:lnTo>
                  <a:cubicBezTo>
                    <a:pt x="39003" y="9602"/>
                    <a:pt x="39037" y="9637"/>
                    <a:pt x="39106" y="9637"/>
                  </a:cubicBezTo>
                  <a:cubicBezTo>
                    <a:pt x="39140" y="9637"/>
                    <a:pt x="39174" y="9602"/>
                    <a:pt x="39174" y="9568"/>
                  </a:cubicBezTo>
                  <a:lnTo>
                    <a:pt x="39174" y="9432"/>
                  </a:lnTo>
                  <a:cubicBezTo>
                    <a:pt x="39174" y="9398"/>
                    <a:pt x="39140" y="9364"/>
                    <a:pt x="39106" y="9364"/>
                  </a:cubicBezTo>
                  <a:close/>
                  <a:moveTo>
                    <a:pt x="39106" y="9944"/>
                  </a:moveTo>
                  <a:cubicBezTo>
                    <a:pt x="39037" y="9944"/>
                    <a:pt x="39003" y="9978"/>
                    <a:pt x="39003" y="10012"/>
                  </a:cubicBezTo>
                  <a:lnTo>
                    <a:pt x="39003" y="10114"/>
                  </a:lnTo>
                  <a:cubicBezTo>
                    <a:pt x="39003" y="10183"/>
                    <a:pt x="39037" y="10217"/>
                    <a:pt x="39106" y="10217"/>
                  </a:cubicBezTo>
                  <a:cubicBezTo>
                    <a:pt x="39140" y="10217"/>
                    <a:pt x="39174" y="10183"/>
                    <a:pt x="39174" y="10114"/>
                  </a:cubicBezTo>
                  <a:lnTo>
                    <a:pt x="39174" y="10012"/>
                  </a:lnTo>
                  <a:cubicBezTo>
                    <a:pt x="39174" y="9978"/>
                    <a:pt x="39140" y="9944"/>
                    <a:pt x="39106" y="9944"/>
                  </a:cubicBezTo>
                  <a:close/>
                  <a:moveTo>
                    <a:pt x="39106" y="10490"/>
                  </a:moveTo>
                  <a:cubicBezTo>
                    <a:pt x="39037" y="10490"/>
                    <a:pt x="39003" y="10558"/>
                    <a:pt x="39003" y="10592"/>
                  </a:cubicBezTo>
                  <a:lnTo>
                    <a:pt x="39003" y="10694"/>
                  </a:lnTo>
                  <a:cubicBezTo>
                    <a:pt x="39003" y="10763"/>
                    <a:pt x="39037" y="10797"/>
                    <a:pt x="39106" y="10797"/>
                  </a:cubicBezTo>
                  <a:cubicBezTo>
                    <a:pt x="39140" y="10797"/>
                    <a:pt x="39174" y="10763"/>
                    <a:pt x="39174" y="10694"/>
                  </a:cubicBezTo>
                  <a:lnTo>
                    <a:pt x="39174" y="10592"/>
                  </a:lnTo>
                  <a:cubicBezTo>
                    <a:pt x="39174" y="10558"/>
                    <a:pt x="39140" y="10490"/>
                    <a:pt x="39106" y="10490"/>
                  </a:cubicBezTo>
                  <a:close/>
                  <a:moveTo>
                    <a:pt x="39106" y="11070"/>
                  </a:moveTo>
                  <a:cubicBezTo>
                    <a:pt x="39037" y="11070"/>
                    <a:pt x="39003" y="11104"/>
                    <a:pt x="39003" y="11172"/>
                  </a:cubicBezTo>
                  <a:lnTo>
                    <a:pt x="39003" y="11274"/>
                  </a:lnTo>
                  <a:cubicBezTo>
                    <a:pt x="39003" y="11309"/>
                    <a:pt x="39037" y="11377"/>
                    <a:pt x="39106" y="11377"/>
                  </a:cubicBezTo>
                  <a:cubicBezTo>
                    <a:pt x="39140" y="11377"/>
                    <a:pt x="39174" y="11309"/>
                    <a:pt x="39174" y="11274"/>
                  </a:cubicBezTo>
                  <a:lnTo>
                    <a:pt x="39174" y="11172"/>
                  </a:lnTo>
                  <a:cubicBezTo>
                    <a:pt x="39174" y="11104"/>
                    <a:pt x="39140" y="11070"/>
                    <a:pt x="39106" y="1107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3" name="Google Shape;1795;p45">
              <a:extLst>
                <a:ext uri="{FF2B5EF4-FFF2-40B4-BE49-F238E27FC236}">
                  <a16:creationId xmlns:a16="http://schemas.microsoft.com/office/drawing/2014/main" id="{169BD5D4-249A-B24C-3D60-EF1ADBB60DAA}"/>
                </a:ext>
              </a:extLst>
            </p:cNvPr>
            <p:cNvSpPr/>
            <p:nvPr/>
          </p:nvSpPr>
          <p:spPr>
            <a:xfrm>
              <a:off x="2397512" y="1881038"/>
              <a:ext cx="3833" cy="95848"/>
            </a:xfrm>
            <a:custGeom>
              <a:avLst/>
              <a:gdLst/>
              <a:ahLst/>
              <a:cxnLst/>
              <a:rect l="l" t="t" r="r" b="b"/>
              <a:pathLst>
                <a:path w="172" h="4301" extrusionOk="0">
                  <a:moveTo>
                    <a:pt x="69" y="1"/>
                  </a:moveTo>
                  <a:cubicBezTo>
                    <a:pt x="35" y="1"/>
                    <a:pt x="1" y="35"/>
                    <a:pt x="1" y="69"/>
                  </a:cubicBezTo>
                  <a:lnTo>
                    <a:pt x="1" y="205"/>
                  </a:lnTo>
                  <a:cubicBezTo>
                    <a:pt x="1" y="240"/>
                    <a:pt x="35" y="274"/>
                    <a:pt x="69" y="274"/>
                  </a:cubicBezTo>
                  <a:cubicBezTo>
                    <a:pt x="137" y="274"/>
                    <a:pt x="171" y="240"/>
                    <a:pt x="171" y="205"/>
                  </a:cubicBezTo>
                  <a:lnTo>
                    <a:pt x="171" y="69"/>
                  </a:lnTo>
                  <a:cubicBezTo>
                    <a:pt x="171" y="35"/>
                    <a:pt x="137" y="1"/>
                    <a:pt x="69" y="1"/>
                  </a:cubicBezTo>
                  <a:close/>
                  <a:moveTo>
                    <a:pt x="69" y="581"/>
                  </a:moveTo>
                  <a:cubicBezTo>
                    <a:pt x="35" y="581"/>
                    <a:pt x="1" y="615"/>
                    <a:pt x="1" y="649"/>
                  </a:cubicBezTo>
                  <a:lnTo>
                    <a:pt x="1" y="785"/>
                  </a:lnTo>
                  <a:cubicBezTo>
                    <a:pt x="1" y="820"/>
                    <a:pt x="35" y="854"/>
                    <a:pt x="69" y="854"/>
                  </a:cubicBezTo>
                  <a:cubicBezTo>
                    <a:pt x="137" y="854"/>
                    <a:pt x="171" y="820"/>
                    <a:pt x="171" y="785"/>
                  </a:cubicBezTo>
                  <a:lnTo>
                    <a:pt x="171" y="649"/>
                  </a:lnTo>
                  <a:cubicBezTo>
                    <a:pt x="171" y="615"/>
                    <a:pt x="137" y="581"/>
                    <a:pt x="69" y="581"/>
                  </a:cubicBezTo>
                  <a:close/>
                  <a:moveTo>
                    <a:pt x="69" y="1127"/>
                  </a:moveTo>
                  <a:cubicBezTo>
                    <a:pt x="35" y="1127"/>
                    <a:pt x="1" y="1195"/>
                    <a:pt x="1" y="1229"/>
                  </a:cubicBezTo>
                  <a:lnTo>
                    <a:pt x="1" y="1331"/>
                  </a:lnTo>
                  <a:cubicBezTo>
                    <a:pt x="1" y="1400"/>
                    <a:pt x="35" y="1434"/>
                    <a:pt x="69" y="1434"/>
                  </a:cubicBezTo>
                  <a:cubicBezTo>
                    <a:pt x="137" y="1434"/>
                    <a:pt x="171" y="1400"/>
                    <a:pt x="171" y="1331"/>
                  </a:cubicBezTo>
                  <a:lnTo>
                    <a:pt x="171" y="1229"/>
                  </a:lnTo>
                  <a:cubicBezTo>
                    <a:pt x="171" y="1195"/>
                    <a:pt x="137" y="1127"/>
                    <a:pt x="69" y="1127"/>
                  </a:cubicBezTo>
                  <a:close/>
                  <a:moveTo>
                    <a:pt x="69" y="1707"/>
                  </a:moveTo>
                  <a:cubicBezTo>
                    <a:pt x="35" y="1707"/>
                    <a:pt x="1" y="1741"/>
                    <a:pt x="1" y="1809"/>
                  </a:cubicBezTo>
                  <a:lnTo>
                    <a:pt x="1" y="1912"/>
                  </a:lnTo>
                  <a:cubicBezTo>
                    <a:pt x="1" y="1946"/>
                    <a:pt x="35" y="2014"/>
                    <a:pt x="69" y="2014"/>
                  </a:cubicBezTo>
                  <a:cubicBezTo>
                    <a:pt x="137" y="2014"/>
                    <a:pt x="171" y="1946"/>
                    <a:pt x="171" y="1912"/>
                  </a:cubicBezTo>
                  <a:lnTo>
                    <a:pt x="171" y="1809"/>
                  </a:lnTo>
                  <a:cubicBezTo>
                    <a:pt x="171" y="1741"/>
                    <a:pt x="137" y="1707"/>
                    <a:pt x="69" y="1707"/>
                  </a:cubicBezTo>
                  <a:close/>
                  <a:moveTo>
                    <a:pt x="69" y="2287"/>
                  </a:moveTo>
                  <a:cubicBezTo>
                    <a:pt x="35" y="2287"/>
                    <a:pt x="1" y="2321"/>
                    <a:pt x="1" y="2355"/>
                  </a:cubicBezTo>
                  <a:lnTo>
                    <a:pt x="1" y="2492"/>
                  </a:lnTo>
                  <a:cubicBezTo>
                    <a:pt x="1" y="2526"/>
                    <a:pt x="35" y="2560"/>
                    <a:pt x="69" y="2560"/>
                  </a:cubicBezTo>
                  <a:cubicBezTo>
                    <a:pt x="137" y="2560"/>
                    <a:pt x="171" y="2526"/>
                    <a:pt x="171" y="2492"/>
                  </a:cubicBezTo>
                  <a:lnTo>
                    <a:pt x="171" y="2355"/>
                  </a:lnTo>
                  <a:cubicBezTo>
                    <a:pt x="171" y="2321"/>
                    <a:pt x="137" y="2287"/>
                    <a:pt x="69" y="2287"/>
                  </a:cubicBezTo>
                  <a:close/>
                  <a:moveTo>
                    <a:pt x="69" y="2867"/>
                  </a:moveTo>
                  <a:cubicBezTo>
                    <a:pt x="35" y="2867"/>
                    <a:pt x="1" y="2901"/>
                    <a:pt x="1" y="2935"/>
                  </a:cubicBezTo>
                  <a:lnTo>
                    <a:pt x="1" y="3072"/>
                  </a:lnTo>
                  <a:cubicBezTo>
                    <a:pt x="1" y="3106"/>
                    <a:pt x="35" y="3140"/>
                    <a:pt x="69" y="3140"/>
                  </a:cubicBezTo>
                  <a:cubicBezTo>
                    <a:pt x="137" y="3140"/>
                    <a:pt x="171" y="3106"/>
                    <a:pt x="171" y="3072"/>
                  </a:cubicBezTo>
                  <a:lnTo>
                    <a:pt x="171" y="2935"/>
                  </a:lnTo>
                  <a:cubicBezTo>
                    <a:pt x="171" y="2901"/>
                    <a:pt x="137" y="2867"/>
                    <a:pt x="69" y="2867"/>
                  </a:cubicBezTo>
                  <a:close/>
                  <a:moveTo>
                    <a:pt x="69" y="3447"/>
                  </a:moveTo>
                  <a:cubicBezTo>
                    <a:pt x="35" y="3447"/>
                    <a:pt x="1" y="3481"/>
                    <a:pt x="1" y="3515"/>
                  </a:cubicBezTo>
                  <a:lnTo>
                    <a:pt x="1" y="3618"/>
                  </a:lnTo>
                  <a:cubicBezTo>
                    <a:pt x="1" y="3686"/>
                    <a:pt x="35" y="3720"/>
                    <a:pt x="69" y="3720"/>
                  </a:cubicBezTo>
                  <a:cubicBezTo>
                    <a:pt x="137" y="3720"/>
                    <a:pt x="171" y="3686"/>
                    <a:pt x="171" y="3618"/>
                  </a:cubicBezTo>
                  <a:lnTo>
                    <a:pt x="171" y="3515"/>
                  </a:lnTo>
                  <a:cubicBezTo>
                    <a:pt x="171" y="3481"/>
                    <a:pt x="137" y="3447"/>
                    <a:pt x="69" y="3447"/>
                  </a:cubicBezTo>
                  <a:close/>
                  <a:moveTo>
                    <a:pt x="69" y="3993"/>
                  </a:moveTo>
                  <a:cubicBezTo>
                    <a:pt x="35" y="3993"/>
                    <a:pt x="1" y="4027"/>
                    <a:pt x="1" y="4095"/>
                  </a:cubicBezTo>
                  <a:lnTo>
                    <a:pt x="1" y="4198"/>
                  </a:lnTo>
                  <a:cubicBezTo>
                    <a:pt x="1" y="4266"/>
                    <a:pt x="35" y="4300"/>
                    <a:pt x="69" y="4300"/>
                  </a:cubicBezTo>
                  <a:cubicBezTo>
                    <a:pt x="137" y="4300"/>
                    <a:pt x="171" y="4266"/>
                    <a:pt x="171" y="4198"/>
                  </a:cubicBezTo>
                  <a:lnTo>
                    <a:pt x="171" y="4095"/>
                  </a:lnTo>
                  <a:cubicBezTo>
                    <a:pt x="171" y="4027"/>
                    <a:pt x="137" y="3993"/>
                    <a:pt x="69" y="399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4" name="Google Shape;1796;p45">
              <a:extLst>
                <a:ext uri="{FF2B5EF4-FFF2-40B4-BE49-F238E27FC236}">
                  <a16:creationId xmlns:a16="http://schemas.microsoft.com/office/drawing/2014/main" id="{63D4476D-FE31-2BFE-2E8E-277A5CE98A94}"/>
                </a:ext>
              </a:extLst>
            </p:cNvPr>
            <p:cNvSpPr/>
            <p:nvPr/>
          </p:nvSpPr>
          <p:spPr>
            <a:xfrm>
              <a:off x="1091099" y="1728185"/>
              <a:ext cx="104962" cy="1768805"/>
            </a:xfrm>
            <a:custGeom>
              <a:avLst/>
              <a:gdLst/>
              <a:ahLst/>
              <a:cxnLst/>
              <a:rect l="l" t="t" r="r" b="b"/>
              <a:pathLst>
                <a:path w="4710" h="79372" extrusionOk="0">
                  <a:moveTo>
                    <a:pt x="4607" y="1"/>
                  </a:moveTo>
                  <a:lnTo>
                    <a:pt x="4470" y="35"/>
                  </a:lnTo>
                  <a:cubicBezTo>
                    <a:pt x="4436" y="35"/>
                    <a:pt x="4402" y="69"/>
                    <a:pt x="4402" y="137"/>
                  </a:cubicBezTo>
                  <a:cubicBezTo>
                    <a:pt x="4402" y="172"/>
                    <a:pt x="4436" y="206"/>
                    <a:pt x="4505" y="206"/>
                  </a:cubicBezTo>
                  <a:lnTo>
                    <a:pt x="4607" y="172"/>
                  </a:lnTo>
                  <a:cubicBezTo>
                    <a:pt x="4675" y="172"/>
                    <a:pt x="4709" y="137"/>
                    <a:pt x="4675" y="69"/>
                  </a:cubicBezTo>
                  <a:cubicBezTo>
                    <a:pt x="4675" y="35"/>
                    <a:pt x="4641" y="1"/>
                    <a:pt x="4607" y="1"/>
                  </a:cubicBezTo>
                  <a:close/>
                  <a:moveTo>
                    <a:pt x="4027" y="103"/>
                  </a:moveTo>
                  <a:lnTo>
                    <a:pt x="3924" y="137"/>
                  </a:lnTo>
                  <a:cubicBezTo>
                    <a:pt x="3856" y="137"/>
                    <a:pt x="3822" y="172"/>
                    <a:pt x="3856" y="240"/>
                  </a:cubicBezTo>
                  <a:cubicBezTo>
                    <a:pt x="3856" y="274"/>
                    <a:pt x="3890" y="308"/>
                    <a:pt x="3924" y="308"/>
                  </a:cubicBezTo>
                  <a:lnTo>
                    <a:pt x="3959" y="308"/>
                  </a:lnTo>
                  <a:lnTo>
                    <a:pt x="4061" y="274"/>
                  </a:lnTo>
                  <a:cubicBezTo>
                    <a:pt x="4095" y="274"/>
                    <a:pt x="4129" y="240"/>
                    <a:pt x="4129" y="172"/>
                  </a:cubicBezTo>
                  <a:cubicBezTo>
                    <a:pt x="4129" y="137"/>
                    <a:pt x="4061" y="103"/>
                    <a:pt x="4027" y="103"/>
                  </a:cubicBezTo>
                  <a:close/>
                  <a:moveTo>
                    <a:pt x="3447" y="206"/>
                  </a:moveTo>
                  <a:lnTo>
                    <a:pt x="3344" y="240"/>
                  </a:lnTo>
                  <a:cubicBezTo>
                    <a:pt x="3310" y="240"/>
                    <a:pt x="3276" y="274"/>
                    <a:pt x="3276" y="342"/>
                  </a:cubicBezTo>
                  <a:cubicBezTo>
                    <a:pt x="3276" y="376"/>
                    <a:pt x="3310" y="410"/>
                    <a:pt x="3378" y="410"/>
                  </a:cubicBezTo>
                  <a:lnTo>
                    <a:pt x="3481" y="376"/>
                  </a:lnTo>
                  <a:cubicBezTo>
                    <a:pt x="3549" y="376"/>
                    <a:pt x="3583" y="342"/>
                    <a:pt x="3549" y="274"/>
                  </a:cubicBezTo>
                  <a:cubicBezTo>
                    <a:pt x="3549" y="240"/>
                    <a:pt x="3515" y="206"/>
                    <a:pt x="3447" y="206"/>
                  </a:cubicBezTo>
                  <a:close/>
                  <a:moveTo>
                    <a:pt x="2901" y="308"/>
                  </a:moveTo>
                  <a:lnTo>
                    <a:pt x="2798" y="342"/>
                  </a:lnTo>
                  <a:cubicBezTo>
                    <a:pt x="2730" y="342"/>
                    <a:pt x="2696" y="376"/>
                    <a:pt x="2730" y="445"/>
                  </a:cubicBezTo>
                  <a:cubicBezTo>
                    <a:pt x="2730" y="479"/>
                    <a:pt x="2764" y="513"/>
                    <a:pt x="2798" y="513"/>
                  </a:cubicBezTo>
                  <a:lnTo>
                    <a:pt x="2833" y="513"/>
                  </a:lnTo>
                  <a:lnTo>
                    <a:pt x="2935" y="479"/>
                  </a:lnTo>
                  <a:cubicBezTo>
                    <a:pt x="2969" y="479"/>
                    <a:pt x="3003" y="410"/>
                    <a:pt x="3003" y="376"/>
                  </a:cubicBezTo>
                  <a:cubicBezTo>
                    <a:pt x="3003" y="342"/>
                    <a:pt x="2935" y="308"/>
                    <a:pt x="2901" y="308"/>
                  </a:cubicBezTo>
                  <a:close/>
                  <a:moveTo>
                    <a:pt x="2321" y="410"/>
                  </a:moveTo>
                  <a:lnTo>
                    <a:pt x="2218" y="445"/>
                  </a:lnTo>
                  <a:cubicBezTo>
                    <a:pt x="2184" y="445"/>
                    <a:pt x="2150" y="479"/>
                    <a:pt x="2150" y="513"/>
                  </a:cubicBezTo>
                  <a:cubicBezTo>
                    <a:pt x="2150" y="581"/>
                    <a:pt x="2184" y="615"/>
                    <a:pt x="2252" y="615"/>
                  </a:cubicBezTo>
                  <a:lnTo>
                    <a:pt x="2355" y="581"/>
                  </a:lnTo>
                  <a:cubicBezTo>
                    <a:pt x="2423" y="581"/>
                    <a:pt x="2457" y="513"/>
                    <a:pt x="2423" y="479"/>
                  </a:cubicBezTo>
                  <a:cubicBezTo>
                    <a:pt x="2423" y="445"/>
                    <a:pt x="2389" y="410"/>
                    <a:pt x="2321" y="410"/>
                  </a:cubicBezTo>
                  <a:close/>
                  <a:moveTo>
                    <a:pt x="1672" y="513"/>
                  </a:moveTo>
                  <a:cubicBezTo>
                    <a:pt x="1604" y="547"/>
                    <a:pt x="1570" y="581"/>
                    <a:pt x="1604" y="615"/>
                  </a:cubicBezTo>
                  <a:cubicBezTo>
                    <a:pt x="1604" y="683"/>
                    <a:pt x="1638" y="683"/>
                    <a:pt x="1672" y="683"/>
                  </a:cubicBezTo>
                  <a:lnTo>
                    <a:pt x="1809" y="683"/>
                  </a:lnTo>
                  <a:cubicBezTo>
                    <a:pt x="1843" y="683"/>
                    <a:pt x="1877" y="615"/>
                    <a:pt x="1877" y="581"/>
                  </a:cubicBezTo>
                  <a:cubicBezTo>
                    <a:pt x="1877" y="547"/>
                    <a:pt x="1809" y="513"/>
                    <a:pt x="1775" y="513"/>
                  </a:cubicBezTo>
                  <a:close/>
                  <a:moveTo>
                    <a:pt x="1092" y="615"/>
                  </a:moveTo>
                  <a:cubicBezTo>
                    <a:pt x="1058" y="649"/>
                    <a:pt x="1024" y="683"/>
                    <a:pt x="1024" y="718"/>
                  </a:cubicBezTo>
                  <a:cubicBezTo>
                    <a:pt x="1024" y="786"/>
                    <a:pt x="1058" y="786"/>
                    <a:pt x="1126" y="786"/>
                  </a:cubicBezTo>
                  <a:lnTo>
                    <a:pt x="1229" y="786"/>
                  </a:lnTo>
                  <a:cubicBezTo>
                    <a:pt x="1297" y="786"/>
                    <a:pt x="1331" y="718"/>
                    <a:pt x="1297" y="683"/>
                  </a:cubicBezTo>
                  <a:cubicBezTo>
                    <a:pt x="1297" y="649"/>
                    <a:pt x="1263" y="615"/>
                    <a:pt x="1195" y="615"/>
                  </a:cubicBezTo>
                  <a:close/>
                  <a:moveTo>
                    <a:pt x="546" y="718"/>
                  </a:moveTo>
                  <a:cubicBezTo>
                    <a:pt x="478" y="752"/>
                    <a:pt x="444" y="786"/>
                    <a:pt x="478" y="820"/>
                  </a:cubicBezTo>
                  <a:cubicBezTo>
                    <a:pt x="478" y="854"/>
                    <a:pt x="512" y="888"/>
                    <a:pt x="546" y="888"/>
                  </a:cubicBezTo>
                  <a:lnTo>
                    <a:pt x="683" y="888"/>
                  </a:lnTo>
                  <a:cubicBezTo>
                    <a:pt x="717" y="854"/>
                    <a:pt x="751" y="820"/>
                    <a:pt x="751" y="786"/>
                  </a:cubicBezTo>
                  <a:cubicBezTo>
                    <a:pt x="751" y="718"/>
                    <a:pt x="683" y="718"/>
                    <a:pt x="649" y="718"/>
                  </a:cubicBezTo>
                  <a:close/>
                  <a:moveTo>
                    <a:pt x="239" y="922"/>
                  </a:moveTo>
                  <a:cubicBezTo>
                    <a:pt x="171" y="922"/>
                    <a:pt x="137" y="956"/>
                    <a:pt x="137" y="1025"/>
                  </a:cubicBezTo>
                  <a:lnTo>
                    <a:pt x="137" y="1127"/>
                  </a:lnTo>
                  <a:cubicBezTo>
                    <a:pt x="137" y="1161"/>
                    <a:pt x="171" y="1195"/>
                    <a:pt x="239" y="1195"/>
                  </a:cubicBezTo>
                  <a:cubicBezTo>
                    <a:pt x="273" y="1195"/>
                    <a:pt x="307" y="1161"/>
                    <a:pt x="307" y="1127"/>
                  </a:cubicBezTo>
                  <a:lnTo>
                    <a:pt x="307" y="1025"/>
                  </a:lnTo>
                  <a:cubicBezTo>
                    <a:pt x="307" y="956"/>
                    <a:pt x="273" y="922"/>
                    <a:pt x="239" y="922"/>
                  </a:cubicBezTo>
                  <a:close/>
                  <a:moveTo>
                    <a:pt x="239" y="1502"/>
                  </a:moveTo>
                  <a:cubicBezTo>
                    <a:pt x="171" y="1502"/>
                    <a:pt x="137" y="1536"/>
                    <a:pt x="137" y="1571"/>
                  </a:cubicBezTo>
                  <a:lnTo>
                    <a:pt x="137" y="1707"/>
                  </a:lnTo>
                  <a:cubicBezTo>
                    <a:pt x="137" y="1741"/>
                    <a:pt x="171" y="1775"/>
                    <a:pt x="239" y="1775"/>
                  </a:cubicBezTo>
                  <a:cubicBezTo>
                    <a:pt x="273" y="1775"/>
                    <a:pt x="307" y="1741"/>
                    <a:pt x="307" y="1707"/>
                  </a:cubicBezTo>
                  <a:lnTo>
                    <a:pt x="307" y="1571"/>
                  </a:lnTo>
                  <a:cubicBezTo>
                    <a:pt x="307" y="1536"/>
                    <a:pt x="273" y="1502"/>
                    <a:pt x="239" y="1502"/>
                  </a:cubicBezTo>
                  <a:close/>
                  <a:moveTo>
                    <a:pt x="239" y="2082"/>
                  </a:moveTo>
                  <a:cubicBezTo>
                    <a:pt x="171" y="2082"/>
                    <a:pt x="137" y="2117"/>
                    <a:pt x="137" y="2151"/>
                  </a:cubicBezTo>
                  <a:lnTo>
                    <a:pt x="137" y="2253"/>
                  </a:lnTo>
                  <a:cubicBezTo>
                    <a:pt x="137" y="2321"/>
                    <a:pt x="171" y="2355"/>
                    <a:pt x="239" y="2355"/>
                  </a:cubicBezTo>
                  <a:cubicBezTo>
                    <a:pt x="273" y="2355"/>
                    <a:pt x="307" y="2321"/>
                    <a:pt x="307" y="2253"/>
                  </a:cubicBezTo>
                  <a:lnTo>
                    <a:pt x="307" y="2151"/>
                  </a:lnTo>
                  <a:cubicBezTo>
                    <a:pt x="307" y="2117"/>
                    <a:pt x="273" y="2082"/>
                    <a:pt x="239" y="2082"/>
                  </a:cubicBezTo>
                  <a:close/>
                  <a:moveTo>
                    <a:pt x="239" y="2628"/>
                  </a:moveTo>
                  <a:cubicBezTo>
                    <a:pt x="171" y="2628"/>
                    <a:pt x="137" y="2663"/>
                    <a:pt x="137" y="2731"/>
                  </a:cubicBezTo>
                  <a:lnTo>
                    <a:pt x="137" y="2833"/>
                  </a:lnTo>
                  <a:cubicBezTo>
                    <a:pt x="137" y="2901"/>
                    <a:pt x="171" y="2936"/>
                    <a:pt x="239" y="2936"/>
                  </a:cubicBezTo>
                  <a:cubicBezTo>
                    <a:pt x="273" y="2936"/>
                    <a:pt x="307" y="2901"/>
                    <a:pt x="307" y="2833"/>
                  </a:cubicBezTo>
                  <a:lnTo>
                    <a:pt x="307" y="2731"/>
                  </a:lnTo>
                  <a:cubicBezTo>
                    <a:pt x="307" y="2697"/>
                    <a:pt x="273" y="2628"/>
                    <a:pt x="239" y="2628"/>
                  </a:cubicBezTo>
                  <a:close/>
                  <a:moveTo>
                    <a:pt x="239" y="3208"/>
                  </a:moveTo>
                  <a:cubicBezTo>
                    <a:pt x="171" y="3208"/>
                    <a:pt x="137" y="3243"/>
                    <a:pt x="137" y="3311"/>
                  </a:cubicBezTo>
                  <a:lnTo>
                    <a:pt x="137" y="3413"/>
                  </a:lnTo>
                  <a:cubicBezTo>
                    <a:pt x="137" y="3447"/>
                    <a:pt x="171" y="3516"/>
                    <a:pt x="239" y="3516"/>
                  </a:cubicBezTo>
                  <a:cubicBezTo>
                    <a:pt x="273" y="3516"/>
                    <a:pt x="307" y="3447"/>
                    <a:pt x="307" y="3413"/>
                  </a:cubicBezTo>
                  <a:lnTo>
                    <a:pt x="307" y="3311"/>
                  </a:lnTo>
                  <a:cubicBezTo>
                    <a:pt x="307" y="3243"/>
                    <a:pt x="273" y="3208"/>
                    <a:pt x="239" y="3208"/>
                  </a:cubicBezTo>
                  <a:close/>
                  <a:moveTo>
                    <a:pt x="239" y="3789"/>
                  </a:moveTo>
                  <a:cubicBezTo>
                    <a:pt x="171" y="3789"/>
                    <a:pt x="137" y="3823"/>
                    <a:pt x="137" y="3857"/>
                  </a:cubicBezTo>
                  <a:lnTo>
                    <a:pt x="137" y="3993"/>
                  </a:lnTo>
                  <a:cubicBezTo>
                    <a:pt x="137" y="4027"/>
                    <a:pt x="171" y="4062"/>
                    <a:pt x="239" y="4062"/>
                  </a:cubicBezTo>
                  <a:cubicBezTo>
                    <a:pt x="273" y="4062"/>
                    <a:pt x="307" y="4027"/>
                    <a:pt x="307" y="3993"/>
                  </a:cubicBezTo>
                  <a:lnTo>
                    <a:pt x="307" y="3857"/>
                  </a:lnTo>
                  <a:cubicBezTo>
                    <a:pt x="307" y="3823"/>
                    <a:pt x="273" y="3789"/>
                    <a:pt x="239" y="3789"/>
                  </a:cubicBezTo>
                  <a:close/>
                  <a:moveTo>
                    <a:pt x="239" y="4369"/>
                  </a:moveTo>
                  <a:cubicBezTo>
                    <a:pt x="171" y="4369"/>
                    <a:pt x="137" y="4403"/>
                    <a:pt x="137" y="4437"/>
                  </a:cubicBezTo>
                  <a:lnTo>
                    <a:pt x="137" y="4573"/>
                  </a:lnTo>
                  <a:cubicBezTo>
                    <a:pt x="137" y="4608"/>
                    <a:pt x="171" y="4642"/>
                    <a:pt x="239" y="4642"/>
                  </a:cubicBezTo>
                  <a:cubicBezTo>
                    <a:pt x="273" y="4642"/>
                    <a:pt x="307" y="4608"/>
                    <a:pt x="307" y="4573"/>
                  </a:cubicBezTo>
                  <a:lnTo>
                    <a:pt x="307" y="4437"/>
                  </a:lnTo>
                  <a:cubicBezTo>
                    <a:pt x="307" y="4403"/>
                    <a:pt x="273" y="4369"/>
                    <a:pt x="239" y="4369"/>
                  </a:cubicBezTo>
                  <a:close/>
                  <a:moveTo>
                    <a:pt x="239" y="4915"/>
                  </a:moveTo>
                  <a:cubicBezTo>
                    <a:pt x="171" y="4915"/>
                    <a:pt x="137" y="4983"/>
                    <a:pt x="137" y="5017"/>
                  </a:cubicBezTo>
                  <a:lnTo>
                    <a:pt x="137" y="5119"/>
                  </a:lnTo>
                  <a:cubicBezTo>
                    <a:pt x="137" y="5188"/>
                    <a:pt x="171" y="5222"/>
                    <a:pt x="239" y="5222"/>
                  </a:cubicBezTo>
                  <a:cubicBezTo>
                    <a:pt x="273" y="5222"/>
                    <a:pt x="307" y="5188"/>
                    <a:pt x="307" y="5119"/>
                  </a:cubicBezTo>
                  <a:lnTo>
                    <a:pt x="307" y="5017"/>
                  </a:lnTo>
                  <a:cubicBezTo>
                    <a:pt x="307" y="4983"/>
                    <a:pt x="273" y="4915"/>
                    <a:pt x="239" y="4915"/>
                  </a:cubicBezTo>
                  <a:close/>
                  <a:moveTo>
                    <a:pt x="239" y="5495"/>
                  </a:moveTo>
                  <a:cubicBezTo>
                    <a:pt x="171" y="5495"/>
                    <a:pt x="137" y="5529"/>
                    <a:pt x="137" y="5597"/>
                  </a:cubicBezTo>
                  <a:lnTo>
                    <a:pt x="137" y="5699"/>
                  </a:lnTo>
                  <a:cubicBezTo>
                    <a:pt x="137" y="5734"/>
                    <a:pt x="171" y="5802"/>
                    <a:pt x="239" y="5802"/>
                  </a:cubicBezTo>
                  <a:cubicBezTo>
                    <a:pt x="273" y="5802"/>
                    <a:pt x="307" y="5768"/>
                    <a:pt x="307" y="5699"/>
                  </a:cubicBezTo>
                  <a:lnTo>
                    <a:pt x="307" y="5597"/>
                  </a:lnTo>
                  <a:cubicBezTo>
                    <a:pt x="307" y="5529"/>
                    <a:pt x="273" y="5495"/>
                    <a:pt x="239" y="5495"/>
                  </a:cubicBezTo>
                  <a:close/>
                  <a:moveTo>
                    <a:pt x="239" y="6075"/>
                  </a:moveTo>
                  <a:cubicBezTo>
                    <a:pt x="171" y="6075"/>
                    <a:pt x="137" y="6109"/>
                    <a:pt x="137" y="6177"/>
                  </a:cubicBezTo>
                  <a:lnTo>
                    <a:pt x="137" y="6280"/>
                  </a:lnTo>
                  <a:cubicBezTo>
                    <a:pt x="137" y="6314"/>
                    <a:pt x="171" y="6348"/>
                    <a:pt x="239" y="6348"/>
                  </a:cubicBezTo>
                  <a:cubicBezTo>
                    <a:pt x="273" y="6348"/>
                    <a:pt x="307" y="6314"/>
                    <a:pt x="307" y="6280"/>
                  </a:cubicBezTo>
                  <a:lnTo>
                    <a:pt x="307" y="6177"/>
                  </a:lnTo>
                  <a:cubicBezTo>
                    <a:pt x="307" y="6109"/>
                    <a:pt x="273" y="6075"/>
                    <a:pt x="239" y="6075"/>
                  </a:cubicBezTo>
                  <a:close/>
                  <a:moveTo>
                    <a:pt x="239" y="6655"/>
                  </a:moveTo>
                  <a:cubicBezTo>
                    <a:pt x="171" y="6655"/>
                    <a:pt x="137" y="6689"/>
                    <a:pt x="137" y="6723"/>
                  </a:cubicBezTo>
                  <a:lnTo>
                    <a:pt x="137" y="6860"/>
                  </a:lnTo>
                  <a:cubicBezTo>
                    <a:pt x="137" y="6894"/>
                    <a:pt x="171" y="6928"/>
                    <a:pt x="239" y="6928"/>
                  </a:cubicBezTo>
                  <a:cubicBezTo>
                    <a:pt x="273" y="6928"/>
                    <a:pt x="307" y="6894"/>
                    <a:pt x="307" y="6860"/>
                  </a:cubicBezTo>
                  <a:lnTo>
                    <a:pt x="307" y="6723"/>
                  </a:lnTo>
                  <a:cubicBezTo>
                    <a:pt x="307" y="6689"/>
                    <a:pt x="273" y="6655"/>
                    <a:pt x="239" y="6655"/>
                  </a:cubicBezTo>
                  <a:close/>
                  <a:moveTo>
                    <a:pt x="239" y="7235"/>
                  </a:moveTo>
                  <a:cubicBezTo>
                    <a:pt x="171" y="7235"/>
                    <a:pt x="137" y="7269"/>
                    <a:pt x="137" y="7303"/>
                  </a:cubicBezTo>
                  <a:lnTo>
                    <a:pt x="137" y="7406"/>
                  </a:lnTo>
                  <a:cubicBezTo>
                    <a:pt x="137" y="7474"/>
                    <a:pt x="171" y="7508"/>
                    <a:pt x="239" y="7508"/>
                  </a:cubicBezTo>
                  <a:cubicBezTo>
                    <a:pt x="273" y="7508"/>
                    <a:pt x="307" y="7474"/>
                    <a:pt x="307" y="7406"/>
                  </a:cubicBezTo>
                  <a:lnTo>
                    <a:pt x="307" y="7303"/>
                  </a:lnTo>
                  <a:cubicBezTo>
                    <a:pt x="307" y="7269"/>
                    <a:pt x="273" y="7235"/>
                    <a:pt x="239" y="7235"/>
                  </a:cubicBezTo>
                  <a:close/>
                  <a:moveTo>
                    <a:pt x="205" y="7781"/>
                  </a:moveTo>
                  <a:cubicBezTo>
                    <a:pt x="171" y="7781"/>
                    <a:pt x="137" y="7815"/>
                    <a:pt x="137" y="7883"/>
                  </a:cubicBezTo>
                  <a:lnTo>
                    <a:pt x="137" y="7986"/>
                  </a:lnTo>
                  <a:cubicBezTo>
                    <a:pt x="137" y="8054"/>
                    <a:pt x="171" y="8088"/>
                    <a:pt x="205" y="8088"/>
                  </a:cubicBezTo>
                  <a:cubicBezTo>
                    <a:pt x="273" y="8088"/>
                    <a:pt x="307" y="8054"/>
                    <a:pt x="307" y="7986"/>
                  </a:cubicBezTo>
                  <a:lnTo>
                    <a:pt x="307" y="7883"/>
                  </a:lnTo>
                  <a:cubicBezTo>
                    <a:pt x="307" y="7815"/>
                    <a:pt x="273" y="7781"/>
                    <a:pt x="239" y="7781"/>
                  </a:cubicBezTo>
                  <a:close/>
                  <a:moveTo>
                    <a:pt x="205" y="8361"/>
                  </a:moveTo>
                  <a:cubicBezTo>
                    <a:pt x="171" y="8361"/>
                    <a:pt x="137" y="8395"/>
                    <a:pt x="137" y="8463"/>
                  </a:cubicBezTo>
                  <a:lnTo>
                    <a:pt x="137" y="8566"/>
                  </a:lnTo>
                  <a:cubicBezTo>
                    <a:pt x="137" y="8600"/>
                    <a:pt x="171" y="8668"/>
                    <a:pt x="205" y="8668"/>
                  </a:cubicBezTo>
                  <a:cubicBezTo>
                    <a:pt x="273" y="8668"/>
                    <a:pt x="307" y="8600"/>
                    <a:pt x="307" y="8566"/>
                  </a:cubicBezTo>
                  <a:lnTo>
                    <a:pt x="307" y="8463"/>
                  </a:lnTo>
                  <a:cubicBezTo>
                    <a:pt x="307" y="8395"/>
                    <a:pt x="273" y="8361"/>
                    <a:pt x="205" y="8361"/>
                  </a:cubicBezTo>
                  <a:close/>
                  <a:moveTo>
                    <a:pt x="205" y="8941"/>
                  </a:moveTo>
                  <a:cubicBezTo>
                    <a:pt x="171" y="8941"/>
                    <a:pt x="137" y="8975"/>
                    <a:pt x="137" y="9009"/>
                  </a:cubicBezTo>
                  <a:lnTo>
                    <a:pt x="137" y="9146"/>
                  </a:lnTo>
                  <a:cubicBezTo>
                    <a:pt x="137" y="9180"/>
                    <a:pt x="171" y="9214"/>
                    <a:pt x="205" y="9214"/>
                  </a:cubicBezTo>
                  <a:cubicBezTo>
                    <a:pt x="273" y="9214"/>
                    <a:pt x="307" y="9180"/>
                    <a:pt x="307" y="9146"/>
                  </a:cubicBezTo>
                  <a:lnTo>
                    <a:pt x="307" y="9009"/>
                  </a:lnTo>
                  <a:cubicBezTo>
                    <a:pt x="307" y="8975"/>
                    <a:pt x="273" y="8941"/>
                    <a:pt x="205" y="8941"/>
                  </a:cubicBezTo>
                  <a:close/>
                  <a:moveTo>
                    <a:pt x="205" y="9521"/>
                  </a:moveTo>
                  <a:cubicBezTo>
                    <a:pt x="171" y="9521"/>
                    <a:pt x="137" y="9555"/>
                    <a:pt x="137" y="9590"/>
                  </a:cubicBezTo>
                  <a:lnTo>
                    <a:pt x="137" y="9726"/>
                  </a:lnTo>
                  <a:cubicBezTo>
                    <a:pt x="137" y="9760"/>
                    <a:pt x="171" y="9794"/>
                    <a:pt x="205" y="9794"/>
                  </a:cubicBezTo>
                  <a:cubicBezTo>
                    <a:pt x="273" y="9794"/>
                    <a:pt x="307" y="9760"/>
                    <a:pt x="307" y="9726"/>
                  </a:cubicBezTo>
                  <a:lnTo>
                    <a:pt x="307" y="9590"/>
                  </a:lnTo>
                  <a:cubicBezTo>
                    <a:pt x="307" y="9555"/>
                    <a:pt x="273" y="9521"/>
                    <a:pt x="205" y="9521"/>
                  </a:cubicBezTo>
                  <a:close/>
                  <a:moveTo>
                    <a:pt x="205" y="10067"/>
                  </a:moveTo>
                  <a:cubicBezTo>
                    <a:pt x="171" y="10067"/>
                    <a:pt x="137" y="10135"/>
                    <a:pt x="137" y="10170"/>
                  </a:cubicBezTo>
                  <a:lnTo>
                    <a:pt x="137" y="10272"/>
                  </a:lnTo>
                  <a:cubicBezTo>
                    <a:pt x="137" y="10340"/>
                    <a:pt x="171" y="10374"/>
                    <a:pt x="205" y="10374"/>
                  </a:cubicBezTo>
                  <a:cubicBezTo>
                    <a:pt x="273" y="10374"/>
                    <a:pt x="307" y="10340"/>
                    <a:pt x="307" y="10272"/>
                  </a:cubicBezTo>
                  <a:lnTo>
                    <a:pt x="307" y="10170"/>
                  </a:lnTo>
                  <a:cubicBezTo>
                    <a:pt x="307" y="10135"/>
                    <a:pt x="273" y="10067"/>
                    <a:pt x="205" y="10067"/>
                  </a:cubicBezTo>
                  <a:close/>
                  <a:moveTo>
                    <a:pt x="205" y="10647"/>
                  </a:moveTo>
                  <a:cubicBezTo>
                    <a:pt x="171" y="10647"/>
                    <a:pt x="137" y="10681"/>
                    <a:pt x="137" y="10750"/>
                  </a:cubicBezTo>
                  <a:lnTo>
                    <a:pt x="137" y="10852"/>
                  </a:lnTo>
                  <a:cubicBezTo>
                    <a:pt x="137" y="10886"/>
                    <a:pt x="171" y="10954"/>
                    <a:pt x="205" y="10954"/>
                  </a:cubicBezTo>
                  <a:cubicBezTo>
                    <a:pt x="273" y="10954"/>
                    <a:pt x="307" y="10920"/>
                    <a:pt x="307" y="10852"/>
                  </a:cubicBezTo>
                  <a:lnTo>
                    <a:pt x="307" y="10750"/>
                  </a:lnTo>
                  <a:cubicBezTo>
                    <a:pt x="307" y="10681"/>
                    <a:pt x="273" y="10647"/>
                    <a:pt x="205" y="10647"/>
                  </a:cubicBezTo>
                  <a:close/>
                  <a:moveTo>
                    <a:pt x="205" y="11227"/>
                  </a:moveTo>
                  <a:cubicBezTo>
                    <a:pt x="171" y="11227"/>
                    <a:pt x="137" y="11262"/>
                    <a:pt x="137" y="11330"/>
                  </a:cubicBezTo>
                  <a:lnTo>
                    <a:pt x="137" y="11432"/>
                  </a:lnTo>
                  <a:cubicBezTo>
                    <a:pt x="137" y="11466"/>
                    <a:pt x="171" y="11500"/>
                    <a:pt x="205" y="11500"/>
                  </a:cubicBezTo>
                  <a:cubicBezTo>
                    <a:pt x="273" y="11500"/>
                    <a:pt x="307" y="11466"/>
                    <a:pt x="307" y="11432"/>
                  </a:cubicBezTo>
                  <a:lnTo>
                    <a:pt x="307" y="11330"/>
                  </a:lnTo>
                  <a:cubicBezTo>
                    <a:pt x="307" y="11262"/>
                    <a:pt x="273" y="11227"/>
                    <a:pt x="205" y="11227"/>
                  </a:cubicBezTo>
                  <a:close/>
                  <a:moveTo>
                    <a:pt x="205" y="11808"/>
                  </a:moveTo>
                  <a:cubicBezTo>
                    <a:pt x="171" y="11808"/>
                    <a:pt x="137" y="11842"/>
                    <a:pt x="137" y="11876"/>
                  </a:cubicBezTo>
                  <a:lnTo>
                    <a:pt x="137" y="12012"/>
                  </a:lnTo>
                  <a:cubicBezTo>
                    <a:pt x="137" y="12046"/>
                    <a:pt x="171" y="12080"/>
                    <a:pt x="205" y="12080"/>
                  </a:cubicBezTo>
                  <a:cubicBezTo>
                    <a:pt x="273" y="12080"/>
                    <a:pt x="307" y="12046"/>
                    <a:pt x="307" y="12012"/>
                  </a:cubicBezTo>
                  <a:lnTo>
                    <a:pt x="307" y="11876"/>
                  </a:lnTo>
                  <a:cubicBezTo>
                    <a:pt x="307" y="11842"/>
                    <a:pt x="273" y="11808"/>
                    <a:pt x="205" y="11808"/>
                  </a:cubicBezTo>
                  <a:close/>
                  <a:moveTo>
                    <a:pt x="205" y="12388"/>
                  </a:moveTo>
                  <a:cubicBezTo>
                    <a:pt x="171" y="12388"/>
                    <a:pt x="137" y="12422"/>
                    <a:pt x="137" y="12456"/>
                  </a:cubicBezTo>
                  <a:lnTo>
                    <a:pt x="137" y="12558"/>
                  </a:lnTo>
                  <a:cubicBezTo>
                    <a:pt x="137" y="12626"/>
                    <a:pt x="171" y="12661"/>
                    <a:pt x="205" y="12661"/>
                  </a:cubicBezTo>
                  <a:cubicBezTo>
                    <a:pt x="273" y="12661"/>
                    <a:pt x="307" y="12626"/>
                    <a:pt x="307" y="12558"/>
                  </a:cubicBezTo>
                  <a:lnTo>
                    <a:pt x="307" y="12456"/>
                  </a:lnTo>
                  <a:cubicBezTo>
                    <a:pt x="307" y="12422"/>
                    <a:pt x="273" y="12388"/>
                    <a:pt x="205" y="12388"/>
                  </a:cubicBezTo>
                  <a:close/>
                  <a:moveTo>
                    <a:pt x="205" y="12934"/>
                  </a:moveTo>
                  <a:cubicBezTo>
                    <a:pt x="171" y="12934"/>
                    <a:pt x="137" y="12968"/>
                    <a:pt x="137" y="13036"/>
                  </a:cubicBezTo>
                  <a:lnTo>
                    <a:pt x="137" y="13138"/>
                  </a:lnTo>
                  <a:cubicBezTo>
                    <a:pt x="137" y="13207"/>
                    <a:pt x="171" y="13241"/>
                    <a:pt x="205" y="13241"/>
                  </a:cubicBezTo>
                  <a:cubicBezTo>
                    <a:pt x="273" y="13241"/>
                    <a:pt x="307" y="13207"/>
                    <a:pt x="307" y="13138"/>
                  </a:cubicBezTo>
                  <a:lnTo>
                    <a:pt x="307" y="13036"/>
                  </a:lnTo>
                  <a:cubicBezTo>
                    <a:pt x="307" y="12968"/>
                    <a:pt x="273" y="12934"/>
                    <a:pt x="205" y="12934"/>
                  </a:cubicBezTo>
                  <a:close/>
                  <a:moveTo>
                    <a:pt x="205" y="13514"/>
                  </a:moveTo>
                  <a:cubicBezTo>
                    <a:pt x="171" y="13514"/>
                    <a:pt x="137" y="13548"/>
                    <a:pt x="137" y="13616"/>
                  </a:cubicBezTo>
                  <a:lnTo>
                    <a:pt x="137" y="13718"/>
                  </a:lnTo>
                  <a:cubicBezTo>
                    <a:pt x="137" y="13753"/>
                    <a:pt x="171" y="13821"/>
                    <a:pt x="205" y="13821"/>
                  </a:cubicBezTo>
                  <a:cubicBezTo>
                    <a:pt x="273" y="13821"/>
                    <a:pt x="307" y="13753"/>
                    <a:pt x="307" y="13718"/>
                  </a:cubicBezTo>
                  <a:lnTo>
                    <a:pt x="307" y="13616"/>
                  </a:lnTo>
                  <a:cubicBezTo>
                    <a:pt x="307" y="13548"/>
                    <a:pt x="273" y="13514"/>
                    <a:pt x="205" y="13514"/>
                  </a:cubicBezTo>
                  <a:close/>
                  <a:moveTo>
                    <a:pt x="205" y="14094"/>
                  </a:moveTo>
                  <a:cubicBezTo>
                    <a:pt x="171" y="14094"/>
                    <a:pt x="137" y="14128"/>
                    <a:pt x="137" y="14162"/>
                  </a:cubicBezTo>
                  <a:lnTo>
                    <a:pt x="137" y="14298"/>
                  </a:lnTo>
                  <a:cubicBezTo>
                    <a:pt x="137" y="14333"/>
                    <a:pt x="171" y="14367"/>
                    <a:pt x="205" y="14367"/>
                  </a:cubicBezTo>
                  <a:cubicBezTo>
                    <a:pt x="273" y="14367"/>
                    <a:pt x="307" y="14333"/>
                    <a:pt x="307" y="14298"/>
                  </a:cubicBezTo>
                  <a:lnTo>
                    <a:pt x="307" y="14162"/>
                  </a:lnTo>
                  <a:cubicBezTo>
                    <a:pt x="307" y="14128"/>
                    <a:pt x="273" y="14094"/>
                    <a:pt x="205" y="14094"/>
                  </a:cubicBezTo>
                  <a:close/>
                  <a:moveTo>
                    <a:pt x="205" y="14674"/>
                  </a:moveTo>
                  <a:cubicBezTo>
                    <a:pt x="171" y="14674"/>
                    <a:pt x="137" y="14708"/>
                    <a:pt x="137" y="14742"/>
                  </a:cubicBezTo>
                  <a:lnTo>
                    <a:pt x="137" y="14879"/>
                  </a:lnTo>
                  <a:cubicBezTo>
                    <a:pt x="137" y="14913"/>
                    <a:pt x="171" y="14947"/>
                    <a:pt x="205" y="14947"/>
                  </a:cubicBezTo>
                  <a:cubicBezTo>
                    <a:pt x="273" y="14947"/>
                    <a:pt x="307" y="14913"/>
                    <a:pt x="307" y="14879"/>
                  </a:cubicBezTo>
                  <a:lnTo>
                    <a:pt x="307" y="14742"/>
                  </a:lnTo>
                  <a:cubicBezTo>
                    <a:pt x="307" y="14708"/>
                    <a:pt x="273" y="14674"/>
                    <a:pt x="205" y="14674"/>
                  </a:cubicBezTo>
                  <a:close/>
                  <a:moveTo>
                    <a:pt x="205" y="15220"/>
                  </a:moveTo>
                  <a:cubicBezTo>
                    <a:pt x="171" y="15220"/>
                    <a:pt x="137" y="15288"/>
                    <a:pt x="137" y="15322"/>
                  </a:cubicBezTo>
                  <a:lnTo>
                    <a:pt x="137" y="15425"/>
                  </a:lnTo>
                  <a:cubicBezTo>
                    <a:pt x="137" y="15493"/>
                    <a:pt x="171" y="15527"/>
                    <a:pt x="205" y="15527"/>
                  </a:cubicBezTo>
                  <a:cubicBezTo>
                    <a:pt x="239" y="15527"/>
                    <a:pt x="307" y="15493"/>
                    <a:pt x="307" y="15425"/>
                  </a:cubicBezTo>
                  <a:lnTo>
                    <a:pt x="307" y="15322"/>
                  </a:lnTo>
                  <a:cubicBezTo>
                    <a:pt x="307" y="15288"/>
                    <a:pt x="273" y="15220"/>
                    <a:pt x="205" y="15220"/>
                  </a:cubicBezTo>
                  <a:close/>
                  <a:moveTo>
                    <a:pt x="205" y="15800"/>
                  </a:moveTo>
                  <a:cubicBezTo>
                    <a:pt x="171" y="15800"/>
                    <a:pt x="137" y="15834"/>
                    <a:pt x="137" y="15902"/>
                  </a:cubicBezTo>
                  <a:lnTo>
                    <a:pt x="137" y="16005"/>
                  </a:lnTo>
                  <a:cubicBezTo>
                    <a:pt x="137" y="16039"/>
                    <a:pt x="171" y="16107"/>
                    <a:pt x="205" y="16107"/>
                  </a:cubicBezTo>
                  <a:cubicBezTo>
                    <a:pt x="239" y="16107"/>
                    <a:pt x="307" y="16073"/>
                    <a:pt x="307" y="16005"/>
                  </a:cubicBezTo>
                  <a:lnTo>
                    <a:pt x="307" y="15902"/>
                  </a:lnTo>
                  <a:cubicBezTo>
                    <a:pt x="307" y="15834"/>
                    <a:pt x="239" y="15800"/>
                    <a:pt x="205" y="15800"/>
                  </a:cubicBezTo>
                  <a:close/>
                  <a:moveTo>
                    <a:pt x="205" y="16380"/>
                  </a:moveTo>
                  <a:cubicBezTo>
                    <a:pt x="171" y="16380"/>
                    <a:pt x="137" y="16414"/>
                    <a:pt x="137" y="16482"/>
                  </a:cubicBezTo>
                  <a:lnTo>
                    <a:pt x="137" y="16585"/>
                  </a:lnTo>
                  <a:cubicBezTo>
                    <a:pt x="137" y="16619"/>
                    <a:pt x="171" y="16653"/>
                    <a:pt x="205" y="16653"/>
                  </a:cubicBezTo>
                  <a:cubicBezTo>
                    <a:pt x="239" y="16653"/>
                    <a:pt x="307" y="16619"/>
                    <a:pt x="307" y="16585"/>
                  </a:cubicBezTo>
                  <a:lnTo>
                    <a:pt x="307" y="16482"/>
                  </a:lnTo>
                  <a:cubicBezTo>
                    <a:pt x="307" y="16414"/>
                    <a:pt x="239" y="16380"/>
                    <a:pt x="205" y="16380"/>
                  </a:cubicBezTo>
                  <a:close/>
                  <a:moveTo>
                    <a:pt x="205" y="16960"/>
                  </a:moveTo>
                  <a:cubicBezTo>
                    <a:pt x="171" y="16960"/>
                    <a:pt x="137" y="16994"/>
                    <a:pt x="137" y="17028"/>
                  </a:cubicBezTo>
                  <a:lnTo>
                    <a:pt x="137" y="17165"/>
                  </a:lnTo>
                  <a:cubicBezTo>
                    <a:pt x="137" y="17199"/>
                    <a:pt x="171" y="17233"/>
                    <a:pt x="205" y="17233"/>
                  </a:cubicBezTo>
                  <a:cubicBezTo>
                    <a:pt x="239" y="17233"/>
                    <a:pt x="307" y="17199"/>
                    <a:pt x="307" y="17165"/>
                  </a:cubicBezTo>
                  <a:lnTo>
                    <a:pt x="307" y="17028"/>
                  </a:lnTo>
                  <a:cubicBezTo>
                    <a:pt x="307" y="16994"/>
                    <a:pt x="239" y="16960"/>
                    <a:pt x="205" y="16960"/>
                  </a:cubicBezTo>
                  <a:close/>
                  <a:moveTo>
                    <a:pt x="205" y="17540"/>
                  </a:moveTo>
                  <a:cubicBezTo>
                    <a:pt x="171" y="17540"/>
                    <a:pt x="103" y="17574"/>
                    <a:pt x="103" y="17608"/>
                  </a:cubicBezTo>
                  <a:lnTo>
                    <a:pt x="103" y="17711"/>
                  </a:lnTo>
                  <a:cubicBezTo>
                    <a:pt x="103" y="17779"/>
                    <a:pt x="171" y="17813"/>
                    <a:pt x="205" y="17813"/>
                  </a:cubicBezTo>
                  <a:cubicBezTo>
                    <a:pt x="239" y="17813"/>
                    <a:pt x="273" y="17779"/>
                    <a:pt x="307" y="17711"/>
                  </a:cubicBezTo>
                  <a:lnTo>
                    <a:pt x="307" y="17608"/>
                  </a:lnTo>
                  <a:cubicBezTo>
                    <a:pt x="307" y="17574"/>
                    <a:pt x="239" y="17540"/>
                    <a:pt x="205" y="17540"/>
                  </a:cubicBezTo>
                  <a:close/>
                  <a:moveTo>
                    <a:pt x="205" y="18086"/>
                  </a:moveTo>
                  <a:cubicBezTo>
                    <a:pt x="171" y="18086"/>
                    <a:pt x="103" y="18120"/>
                    <a:pt x="103" y="18189"/>
                  </a:cubicBezTo>
                  <a:lnTo>
                    <a:pt x="103" y="18291"/>
                  </a:lnTo>
                  <a:cubicBezTo>
                    <a:pt x="103" y="18359"/>
                    <a:pt x="171" y="18393"/>
                    <a:pt x="205" y="18393"/>
                  </a:cubicBezTo>
                  <a:cubicBezTo>
                    <a:pt x="239" y="18393"/>
                    <a:pt x="273" y="18359"/>
                    <a:pt x="273" y="18291"/>
                  </a:cubicBezTo>
                  <a:lnTo>
                    <a:pt x="273" y="18189"/>
                  </a:lnTo>
                  <a:cubicBezTo>
                    <a:pt x="273" y="18120"/>
                    <a:pt x="239" y="18086"/>
                    <a:pt x="205" y="18086"/>
                  </a:cubicBezTo>
                  <a:close/>
                  <a:moveTo>
                    <a:pt x="205" y="18666"/>
                  </a:moveTo>
                  <a:cubicBezTo>
                    <a:pt x="171" y="18666"/>
                    <a:pt x="103" y="18700"/>
                    <a:pt x="103" y="18769"/>
                  </a:cubicBezTo>
                  <a:lnTo>
                    <a:pt x="103" y="18871"/>
                  </a:lnTo>
                  <a:cubicBezTo>
                    <a:pt x="103" y="18905"/>
                    <a:pt x="171" y="18973"/>
                    <a:pt x="205" y="18973"/>
                  </a:cubicBezTo>
                  <a:cubicBezTo>
                    <a:pt x="239" y="18973"/>
                    <a:pt x="273" y="18905"/>
                    <a:pt x="273" y="18871"/>
                  </a:cubicBezTo>
                  <a:lnTo>
                    <a:pt x="273" y="18769"/>
                  </a:lnTo>
                  <a:cubicBezTo>
                    <a:pt x="273" y="18700"/>
                    <a:pt x="239" y="18666"/>
                    <a:pt x="205" y="18666"/>
                  </a:cubicBezTo>
                  <a:close/>
                  <a:moveTo>
                    <a:pt x="205" y="19246"/>
                  </a:moveTo>
                  <a:cubicBezTo>
                    <a:pt x="171" y="19246"/>
                    <a:pt x="103" y="19280"/>
                    <a:pt x="103" y="19315"/>
                  </a:cubicBezTo>
                  <a:lnTo>
                    <a:pt x="103" y="19451"/>
                  </a:lnTo>
                  <a:cubicBezTo>
                    <a:pt x="103" y="19485"/>
                    <a:pt x="171" y="19519"/>
                    <a:pt x="205" y="19519"/>
                  </a:cubicBezTo>
                  <a:cubicBezTo>
                    <a:pt x="239" y="19519"/>
                    <a:pt x="273" y="19485"/>
                    <a:pt x="273" y="19451"/>
                  </a:cubicBezTo>
                  <a:lnTo>
                    <a:pt x="273" y="19315"/>
                  </a:lnTo>
                  <a:cubicBezTo>
                    <a:pt x="273" y="19280"/>
                    <a:pt x="239" y="19246"/>
                    <a:pt x="205" y="19246"/>
                  </a:cubicBezTo>
                  <a:close/>
                  <a:moveTo>
                    <a:pt x="205" y="19826"/>
                  </a:moveTo>
                  <a:cubicBezTo>
                    <a:pt x="137" y="19826"/>
                    <a:pt x="103" y="19861"/>
                    <a:pt x="103" y="19895"/>
                  </a:cubicBezTo>
                  <a:lnTo>
                    <a:pt x="103" y="20031"/>
                  </a:lnTo>
                  <a:cubicBezTo>
                    <a:pt x="103" y="20065"/>
                    <a:pt x="137" y="20099"/>
                    <a:pt x="205" y="20099"/>
                  </a:cubicBezTo>
                  <a:cubicBezTo>
                    <a:pt x="239" y="20099"/>
                    <a:pt x="273" y="20065"/>
                    <a:pt x="273" y="20031"/>
                  </a:cubicBezTo>
                  <a:lnTo>
                    <a:pt x="273" y="19895"/>
                  </a:lnTo>
                  <a:cubicBezTo>
                    <a:pt x="273" y="19861"/>
                    <a:pt x="239" y="19826"/>
                    <a:pt x="205" y="19826"/>
                  </a:cubicBezTo>
                  <a:close/>
                  <a:moveTo>
                    <a:pt x="205" y="20372"/>
                  </a:moveTo>
                  <a:cubicBezTo>
                    <a:pt x="137" y="20372"/>
                    <a:pt x="103" y="20441"/>
                    <a:pt x="103" y="20475"/>
                  </a:cubicBezTo>
                  <a:lnTo>
                    <a:pt x="103" y="20577"/>
                  </a:lnTo>
                  <a:cubicBezTo>
                    <a:pt x="103" y="20645"/>
                    <a:pt x="137" y="20680"/>
                    <a:pt x="205" y="20680"/>
                  </a:cubicBezTo>
                  <a:cubicBezTo>
                    <a:pt x="239" y="20680"/>
                    <a:pt x="273" y="20645"/>
                    <a:pt x="273" y="20577"/>
                  </a:cubicBezTo>
                  <a:lnTo>
                    <a:pt x="273" y="20475"/>
                  </a:lnTo>
                  <a:cubicBezTo>
                    <a:pt x="273" y="20441"/>
                    <a:pt x="239" y="20372"/>
                    <a:pt x="205" y="20372"/>
                  </a:cubicBezTo>
                  <a:close/>
                  <a:moveTo>
                    <a:pt x="205" y="20953"/>
                  </a:moveTo>
                  <a:cubicBezTo>
                    <a:pt x="137" y="20953"/>
                    <a:pt x="103" y="20987"/>
                    <a:pt x="103" y="21055"/>
                  </a:cubicBezTo>
                  <a:lnTo>
                    <a:pt x="103" y="21157"/>
                  </a:lnTo>
                  <a:cubicBezTo>
                    <a:pt x="103" y="21191"/>
                    <a:pt x="137" y="21260"/>
                    <a:pt x="205" y="21260"/>
                  </a:cubicBezTo>
                  <a:cubicBezTo>
                    <a:pt x="239" y="21260"/>
                    <a:pt x="273" y="21191"/>
                    <a:pt x="273" y="21157"/>
                  </a:cubicBezTo>
                  <a:lnTo>
                    <a:pt x="273" y="21055"/>
                  </a:lnTo>
                  <a:cubicBezTo>
                    <a:pt x="273" y="20987"/>
                    <a:pt x="239" y="20953"/>
                    <a:pt x="205" y="20953"/>
                  </a:cubicBezTo>
                  <a:close/>
                  <a:moveTo>
                    <a:pt x="205" y="21533"/>
                  </a:moveTo>
                  <a:cubicBezTo>
                    <a:pt x="137" y="21533"/>
                    <a:pt x="103" y="21567"/>
                    <a:pt x="103" y="21635"/>
                  </a:cubicBezTo>
                  <a:lnTo>
                    <a:pt x="103" y="21737"/>
                  </a:lnTo>
                  <a:cubicBezTo>
                    <a:pt x="103" y="21771"/>
                    <a:pt x="137" y="21806"/>
                    <a:pt x="205" y="21806"/>
                  </a:cubicBezTo>
                  <a:cubicBezTo>
                    <a:pt x="239" y="21806"/>
                    <a:pt x="273" y="21771"/>
                    <a:pt x="273" y="21737"/>
                  </a:cubicBezTo>
                  <a:lnTo>
                    <a:pt x="273" y="21635"/>
                  </a:lnTo>
                  <a:cubicBezTo>
                    <a:pt x="273" y="21567"/>
                    <a:pt x="239" y="21533"/>
                    <a:pt x="205" y="21533"/>
                  </a:cubicBezTo>
                  <a:close/>
                  <a:moveTo>
                    <a:pt x="205" y="22113"/>
                  </a:moveTo>
                  <a:cubicBezTo>
                    <a:pt x="137" y="22113"/>
                    <a:pt x="103" y="22147"/>
                    <a:pt x="103" y="22181"/>
                  </a:cubicBezTo>
                  <a:lnTo>
                    <a:pt x="103" y="22317"/>
                  </a:lnTo>
                  <a:cubicBezTo>
                    <a:pt x="103" y="22352"/>
                    <a:pt x="137" y="22386"/>
                    <a:pt x="205" y="22386"/>
                  </a:cubicBezTo>
                  <a:cubicBezTo>
                    <a:pt x="239" y="22386"/>
                    <a:pt x="273" y="22352"/>
                    <a:pt x="273" y="22317"/>
                  </a:cubicBezTo>
                  <a:lnTo>
                    <a:pt x="273" y="22181"/>
                  </a:lnTo>
                  <a:cubicBezTo>
                    <a:pt x="273" y="22147"/>
                    <a:pt x="239" y="22113"/>
                    <a:pt x="205" y="22113"/>
                  </a:cubicBezTo>
                  <a:close/>
                  <a:moveTo>
                    <a:pt x="205" y="22693"/>
                  </a:moveTo>
                  <a:cubicBezTo>
                    <a:pt x="137" y="22693"/>
                    <a:pt x="103" y="22727"/>
                    <a:pt x="103" y="22761"/>
                  </a:cubicBezTo>
                  <a:lnTo>
                    <a:pt x="103" y="22863"/>
                  </a:lnTo>
                  <a:cubicBezTo>
                    <a:pt x="103" y="22932"/>
                    <a:pt x="137" y="22966"/>
                    <a:pt x="205" y="22966"/>
                  </a:cubicBezTo>
                  <a:cubicBezTo>
                    <a:pt x="239" y="22966"/>
                    <a:pt x="273" y="22932"/>
                    <a:pt x="273" y="22863"/>
                  </a:cubicBezTo>
                  <a:lnTo>
                    <a:pt x="273" y="22761"/>
                  </a:lnTo>
                  <a:cubicBezTo>
                    <a:pt x="273" y="22727"/>
                    <a:pt x="239" y="22693"/>
                    <a:pt x="205" y="22693"/>
                  </a:cubicBezTo>
                  <a:close/>
                  <a:moveTo>
                    <a:pt x="205" y="23239"/>
                  </a:moveTo>
                  <a:cubicBezTo>
                    <a:pt x="137" y="23239"/>
                    <a:pt x="103" y="23273"/>
                    <a:pt x="103" y="23341"/>
                  </a:cubicBezTo>
                  <a:lnTo>
                    <a:pt x="103" y="23443"/>
                  </a:lnTo>
                  <a:cubicBezTo>
                    <a:pt x="103" y="23512"/>
                    <a:pt x="137" y="23546"/>
                    <a:pt x="205" y="23546"/>
                  </a:cubicBezTo>
                  <a:cubicBezTo>
                    <a:pt x="239" y="23546"/>
                    <a:pt x="273" y="23512"/>
                    <a:pt x="273" y="23443"/>
                  </a:cubicBezTo>
                  <a:lnTo>
                    <a:pt x="273" y="23341"/>
                  </a:lnTo>
                  <a:cubicBezTo>
                    <a:pt x="273" y="23273"/>
                    <a:pt x="239" y="23239"/>
                    <a:pt x="205" y="23239"/>
                  </a:cubicBezTo>
                  <a:close/>
                  <a:moveTo>
                    <a:pt x="205" y="23819"/>
                  </a:moveTo>
                  <a:cubicBezTo>
                    <a:pt x="137" y="23819"/>
                    <a:pt x="103" y="23853"/>
                    <a:pt x="103" y="23921"/>
                  </a:cubicBezTo>
                  <a:lnTo>
                    <a:pt x="103" y="24024"/>
                  </a:lnTo>
                  <a:cubicBezTo>
                    <a:pt x="103" y="24058"/>
                    <a:pt x="137" y="24126"/>
                    <a:pt x="205" y="24126"/>
                  </a:cubicBezTo>
                  <a:cubicBezTo>
                    <a:pt x="239" y="24126"/>
                    <a:pt x="273" y="24058"/>
                    <a:pt x="273" y="24024"/>
                  </a:cubicBezTo>
                  <a:lnTo>
                    <a:pt x="273" y="23921"/>
                  </a:lnTo>
                  <a:cubicBezTo>
                    <a:pt x="273" y="23853"/>
                    <a:pt x="239" y="23819"/>
                    <a:pt x="205" y="23819"/>
                  </a:cubicBezTo>
                  <a:close/>
                  <a:moveTo>
                    <a:pt x="205" y="24399"/>
                  </a:moveTo>
                  <a:cubicBezTo>
                    <a:pt x="137" y="24399"/>
                    <a:pt x="103" y="24433"/>
                    <a:pt x="103" y="24467"/>
                  </a:cubicBezTo>
                  <a:lnTo>
                    <a:pt x="103" y="24604"/>
                  </a:lnTo>
                  <a:cubicBezTo>
                    <a:pt x="103" y="24638"/>
                    <a:pt x="137" y="24672"/>
                    <a:pt x="205" y="24672"/>
                  </a:cubicBezTo>
                  <a:cubicBezTo>
                    <a:pt x="239" y="24672"/>
                    <a:pt x="273" y="24638"/>
                    <a:pt x="273" y="24604"/>
                  </a:cubicBezTo>
                  <a:lnTo>
                    <a:pt x="273" y="24467"/>
                  </a:lnTo>
                  <a:cubicBezTo>
                    <a:pt x="273" y="24433"/>
                    <a:pt x="239" y="24399"/>
                    <a:pt x="205" y="24399"/>
                  </a:cubicBezTo>
                  <a:close/>
                  <a:moveTo>
                    <a:pt x="205" y="24979"/>
                  </a:moveTo>
                  <a:cubicBezTo>
                    <a:pt x="137" y="24979"/>
                    <a:pt x="103" y="25013"/>
                    <a:pt x="103" y="25047"/>
                  </a:cubicBezTo>
                  <a:lnTo>
                    <a:pt x="103" y="25184"/>
                  </a:lnTo>
                  <a:cubicBezTo>
                    <a:pt x="103" y="25218"/>
                    <a:pt x="137" y="25252"/>
                    <a:pt x="205" y="25252"/>
                  </a:cubicBezTo>
                  <a:cubicBezTo>
                    <a:pt x="239" y="25252"/>
                    <a:pt x="273" y="25218"/>
                    <a:pt x="273" y="25184"/>
                  </a:cubicBezTo>
                  <a:lnTo>
                    <a:pt x="273" y="25047"/>
                  </a:lnTo>
                  <a:cubicBezTo>
                    <a:pt x="273" y="25013"/>
                    <a:pt x="239" y="24979"/>
                    <a:pt x="205" y="24979"/>
                  </a:cubicBezTo>
                  <a:close/>
                  <a:moveTo>
                    <a:pt x="205" y="25525"/>
                  </a:moveTo>
                  <a:cubicBezTo>
                    <a:pt x="137" y="25525"/>
                    <a:pt x="103" y="25593"/>
                    <a:pt x="103" y="25627"/>
                  </a:cubicBezTo>
                  <a:lnTo>
                    <a:pt x="103" y="25730"/>
                  </a:lnTo>
                  <a:cubicBezTo>
                    <a:pt x="103" y="25798"/>
                    <a:pt x="137" y="25832"/>
                    <a:pt x="205" y="25832"/>
                  </a:cubicBezTo>
                  <a:cubicBezTo>
                    <a:pt x="239" y="25832"/>
                    <a:pt x="273" y="25798"/>
                    <a:pt x="273" y="25730"/>
                  </a:cubicBezTo>
                  <a:lnTo>
                    <a:pt x="273" y="25627"/>
                  </a:lnTo>
                  <a:cubicBezTo>
                    <a:pt x="273" y="25593"/>
                    <a:pt x="239" y="25525"/>
                    <a:pt x="205" y="25525"/>
                  </a:cubicBezTo>
                  <a:close/>
                  <a:moveTo>
                    <a:pt x="205" y="26105"/>
                  </a:moveTo>
                  <a:cubicBezTo>
                    <a:pt x="137" y="26105"/>
                    <a:pt x="103" y="26139"/>
                    <a:pt x="103" y="26207"/>
                  </a:cubicBezTo>
                  <a:lnTo>
                    <a:pt x="103" y="26310"/>
                  </a:lnTo>
                  <a:cubicBezTo>
                    <a:pt x="103" y="26344"/>
                    <a:pt x="137" y="26412"/>
                    <a:pt x="205" y="26412"/>
                  </a:cubicBezTo>
                  <a:cubicBezTo>
                    <a:pt x="239" y="26412"/>
                    <a:pt x="273" y="26344"/>
                    <a:pt x="273" y="26310"/>
                  </a:cubicBezTo>
                  <a:lnTo>
                    <a:pt x="273" y="26207"/>
                  </a:lnTo>
                  <a:cubicBezTo>
                    <a:pt x="273" y="26139"/>
                    <a:pt x="239" y="26105"/>
                    <a:pt x="205" y="26105"/>
                  </a:cubicBezTo>
                  <a:close/>
                  <a:moveTo>
                    <a:pt x="205" y="26685"/>
                  </a:moveTo>
                  <a:cubicBezTo>
                    <a:pt x="137" y="26685"/>
                    <a:pt x="103" y="26719"/>
                    <a:pt x="103" y="26788"/>
                  </a:cubicBezTo>
                  <a:lnTo>
                    <a:pt x="103" y="26890"/>
                  </a:lnTo>
                  <a:cubicBezTo>
                    <a:pt x="103" y="26924"/>
                    <a:pt x="137" y="26958"/>
                    <a:pt x="205" y="26958"/>
                  </a:cubicBezTo>
                  <a:cubicBezTo>
                    <a:pt x="239" y="26958"/>
                    <a:pt x="273" y="26924"/>
                    <a:pt x="273" y="26890"/>
                  </a:cubicBezTo>
                  <a:lnTo>
                    <a:pt x="273" y="26788"/>
                  </a:lnTo>
                  <a:cubicBezTo>
                    <a:pt x="273" y="26719"/>
                    <a:pt x="239" y="26685"/>
                    <a:pt x="205" y="26685"/>
                  </a:cubicBezTo>
                  <a:close/>
                  <a:moveTo>
                    <a:pt x="171" y="27265"/>
                  </a:moveTo>
                  <a:cubicBezTo>
                    <a:pt x="137" y="27265"/>
                    <a:pt x="103" y="27299"/>
                    <a:pt x="103" y="27334"/>
                  </a:cubicBezTo>
                  <a:lnTo>
                    <a:pt x="103" y="27470"/>
                  </a:lnTo>
                  <a:cubicBezTo>
                    <a:pt x="103" y="27504"/>
                    <a:pt x="137" y="27538"/>
                    <a:pt x="171" y="27538"/>
                  </a:cubicBezTo>
                  <a:cubicBezTo>
                    <a:pt x="239" y="27538"/>
                    <a:pt x="273" y="27504"/>
                    <a:pt x="273" y="27470"/>
                  </a:cubicBezTo>
                  <a:lnTo>
                    <a:pt x="273" y="27334"/>
                  </a:lnTo>
                  <a:cubicBezTo>
                    <a:pt x="273" y="27299"/>
                    <a:pt x="239" y="27265"/>
                    <a:pt x="205" y="27265"/>
                  </a:cubicBezTo>
                  <a:close/>
                  <a:moveTo>
                    <a:pt x="171" y="27845"/>
                  </a:moveTo>
                  <a:cubicBezTo>
                    <a:pt x="137" y="27845"/>
                    <a:pt x="103" y="27879"/>
                    <a:pt x="103" y="27914"/>
                  </a:cubicBezTo>
                  <a:lnTo>
                    <a:pt x="103" y="28016"/>
                  </a:lnTo>
                  <a:cubicBezTo>
                    <a:pt x="103" y="28084"/>
                    <a:pt x="137" y="28118"/>
                    <a:pt x="171" y="28118"/>
                  </a:cubicBezTo>
                  <a:cubicBezTo>
                    <a:pt x="239" y="28118"/>
                    <a:pt x="273" y="28084"/>
                    <a:pt x="273" y="28016"/>
                  </a:cubicBezTo>
                  <a:lnTo>
                    <a:pt x="273" y="27914"/>
                  </a:lnTo>
                  <a:cubicBezTo>
                    <a:pt x="273" y="27879"/>
                    <a:pt x="239" y="27845"/>
                    <a:pt x="171" y="27845"/>
                  </a:cubicBezTo>
                  <a:close/>
                  <a:moveTo>
                    <a:pt x="171" y="28391"/>
                  </a:moveTo>
                  <a:cubicBezTo>
                    <a:pt x="137" y="28391"/>
                    <a:pt x="103" y="28425"/>
                    <a:pt x="103" y="28494"/>
                  </a:cubicBezTo>
                  <a:lnTo>
                    <a:pt x="103" y="28596"/>
                  </a:lnTo>
                  <a:cubicBezTo>
                    <a:pt x="103" y="28664"/>
                    <a:pt x="137" y="28698"/>
                    <a:pt x="171" y="28698"/>
                  </a:cubicBezTo>
                  <a:cubicBezTo>
                    <a:pt x="239" y="28698"/>
                    <a:pt x="273" y="28664"/>
                    <a:pt x="273" y="28596"/>
                  </a:cubicBezTo>
                  <a:lnTo>
                    <a:pt x="273" y="28494"/>
                  </a:lnTo>
                  <a:cubicBezTo>
                    <a:pt x="273" y="28425"/>
                    <a:pt x="239" y="28391"/>
                    <a:pt x="171" y="28391"/>
                  </a:cubicBezTo>
                  <a:close/>
                  <a:moveTo>
                    <a:pt x="171" y="28971"/>
                  </a:moveTo>
                  <a:cubicBezTo>
                    <a:pt x="137" y="28971"/>
                    <a:pt x="103" y="29006"/>
                    <a:pt x="103" y="29074"/>
                  </a:cubicBezTo>
                  <a:lnTo>
                    <a:pt x="103" y="29176"/>
                  </a:lnTo>
                  <a:cubicBezTo>
                    <a:pt x="103" y="29210"/>
                    <a:pt x="137" y="29244"/>
                    <a:pt x="171" y="29244"/>
                  </a:cubicBezTo>
                  <a:cubicBezTo>
                    <a:pt x="239" y="29244"/>
                    <a:pt x="273" y="29210"/>
                    <a:pt x="273" y="29176"/>
                  </a:cubicBezTo>
                  <a:lnTo>
                    <a:pt x="273" y="29074"/>
                  </a:lnTo>
                  <a:cubicBezTo>
                    <a:pt x="273" y="29006"/>
                    <a:pt x="239" y="28971"/>
                    <a:pt x="171" y="28971"/>
                  </a:cubicBezTo>
                  <a:close/>
                  <a:moveTo>
                    <a:pt x="171" y="29552"/>
                  </a:moveTo>
                  <a:cubicBezTo>
                    <a:pt x="137" y="29552"/>
                    <a:pt x="103" y="29586"/>
                    <a:pt x="103" y="29620"/>
                  </a:cubicBezTo>
                  <a:lnTo>
                    <a:pt x="103" y="29756"/>
                  </a:lnTo>
                  <a:cubicBezTo>
                    <a:pt x="103" y="29790"/>
                    <a:pt x="137" y="29825"/>
                    <a:pt x="171" y="29825"/>
                  </a:cubicBezTo>
                  <a:cubicBezTo>
                    <a:pt x="239" y="29825"/>
                    <a:pt x="273" y="29790"/>
                    <a:pt x="273" y="29756"/>
                  </a:cubicBezTo>
                  <a:lnTo>
                    <a:pt x="273" y="29620"/>
                  </a:lnTo>
                  <a:cubicBezTo>
                    <a:pt x="273" y="29586"/>
                    <a:pt x="239" y="29552"/>
                    <a:pt x="171" y="29552"/>
                  </a:cubicBezTo>
                  <a:close/>
                  <a:moveTo>
                    <a:pt x="171" y="30132"/>
                  </a:moveTo>
                  <a:cubicBezTo>
                    <a:pt x="137" y="30132"/>
                    <a:pt x="103" y="30166"/>
                    <a:pt x="103" y="30200"/>
                  </a:cubicBezTo>
                  <a:lnTo>
                    <a:pt x="103" y="30336"/>
                  </a:lnTo>
                  <a:cubicBezTo>
                    <a:pt x="103" y="30370"/>
                    <a:pt x="137" y="30405"/>
                    <a:pt x="171" y="30405"/>
                  </a:cubicBezTo>
                  <a:cubicBezTo>
                    <a:pt x="239" y="30405"/>
                    <a:pt x="273" y="30370"/>
                    <a:pt x="273" y="30336"/>
                  </a:cubicBezTo>
                  <a:lnTo>
                    <a:pt x="273" y="30200"/>
                  </a:lnTo>
                  <a:cubicBezTo>
                    <a:pt x="273" y="30166"/>
                    <a:pt x="239" y="30132"/>
                    <a:pt x="171" y="30132"/>
                  </a:cubicBezTo>
                  <a:close/>
                  <a:moveTo>
                    <a:pt x="171" y="30678"/>
                  </a:moveTo>
                  <a:cubicBezTo>
                    <a:pt x="137" y="30678"/>
                    <a:pt x="103" y="30746"/>
                    <a:pt x="103" y="30780"/>
                  </a:cubicBezTo>
                  <a:lnTo>
                    <a:pt x="103" y="30882"/>
                  </a:lnTo>
                  <a:cubicBezTo>
                    <a:pt x="103" y="30951"/>
                    <a:pt x="137" y="30985"/>
                    <a:pt x="171" y="30985"/>
                  </a:cubicBezTo>
                  <a:cubicBezTo>
                    <a:pt x="239" y="30985"/>
                    <a:pt x="273" y="30951"/>
                    <a:pt x="273" y="30882"/>
                  </a:cubicBezTo>
                  <a:lnTo>
                    <a:pt x="273" y="30780"/>
                  </a:lnTo>
                  <a:cubicBezTo>
                    <a:pt x="273" y="30746"/>
                    <a:pt x="239" y="30678"/>
                    <a:pt x="171" y="30678"/>
                  </a:cubicBezTo>
                  <a:close/>
                  <a:moveTo>
                    <a:pt x="171" y="31258"/>
                  </a:moveTo>
                  <a:cubicBezTo>
                    <a:pt x="137" y="31258"/>
                    <a:pt x="103" y="31292"/>
                    <a:pt x="103" y="31360"/>
                  </a:cubicBezTo>
                  <a:lnTo>
                    <a:pt x="103" y="31462"/>
                  </a:lnTo>
                  <a:cubicBezTo>
                    <a:pt x="103" y="31497"/>
                    <a:pt x="137" y="31565"/>
                    <a:pt x="171" y="31565"/>
                  </a:cubicBezTo>
                  <a:cubicBezTo>
                    <a:pt x="239" y="31565"/>
                    <a:pt x="273" y="31497"/>
                    <a:pt x="273" y="31462"/>
                  </a:cubicBezTo>
                  <a:lnTo>
                    <a:pt x="273" y="31360"/>
                  </a:lnTo>
                  <a:cubicBezTo>
                    <a:pt x="273" y="31292"/>
                    <a:pt x="239" y="31258"/>
                    <a:pt x="171" y="31258"/>
                  </a:cubicBezTo>
                  <a:close/>
                  <a:moveTo>
                    <a:pt x="171" y="31838"/>
                  </a:moveTo>
                  <a:cubicBezTo>
                    <a:pt x="137" y="31838"/>
                    <a:pt x="103" y="31872"/>
                    <a:pt x="103" y="31940"/>
                  </a:cubicBezTo>
                  <a:lnTo>
                    <a:pt x="103" y="32043"/>
                  </a:lnTo>
                  <a:cubicBezTo>
                    <a:pt x="103" y="32077"/>
                    <a:pt x="137" y="32111"/>
                    <a:pt x="171" y="32111"/>
                  </a:cubicBezTo>
                  <a:cubicBezTo>
                    <a:pt x="239" y="32111"/>
                    <a:pt x="273" y="32077"/>
                    <a:pt x="273" y="32043"/>
                  </a:cubicBezTo>
                  <a:lnTo>
                    <a:pt x="273" y="31940"/>
                  </a:lnTo>
                  <a:cubicBezTo>
                    <a:pt x="273" y="31872"/>
                    <a:pt x="239" y="31838"/>
                    <a:pt x="171" y="31838"/>
                  </a:cubicBezTo>
                  <a:close/>
                  <a:moveTo>
                    <a:pt x="171" y="32418"/>
                  </a:moveTo>
                  <a:cubicBezTo>
                    <a:pt x="137" y="32418"/>
                    <a:pt x="103" y="32452"/>
                    <a:pt x="103" y="32486"/>
                  </a:cubicBezTo>
                  <a:lnTo>
                    <a:pt x="103" y="32623"/>
                  </a:lnTo>
                  <a:cubicBezTo>
                    <a:pt x="103" y="32657"/>
                    <a:pt x="137" y="32691"/>
                    <a:pt x="171" y="32691"/>
                  </a:cubicBezTo>
                  <a:cubicBezTo>
                    <a:pt x="239" y="32691"/>
                    <a:pt x="273" y="32657"/>
                    <a:pt x="273" y="32623"/>
                  </a:cubicBezTo>
                  <a:lnTo>
                    <a:pt x="273" y="32486"/>
                  </a:lnTo>
                  <a:cubicBezTo>
                    <a:pt x="273" y="32452"/>
                    <a:pt x="239" y="32418"/>
                    <a:pt x="171" y="32418"/>
                  </a:cubicBezTo>
                  <a:close/>
                  <a:moveTo>
                    <a:pt x="171" y="32998"/>
                  </a:moveTo>
                  <a:cubicBezTo>
                    <a:pt x="137" y="32998"/>
                    <a:pt x="103" y="33032"/>
                    <a:pt x="103" y="33066"/>
                  </a:cubicBezTo>
                  <a:lnTo>
                    <a:pt x="103" y="33169"/>
                  </a:lnTo>
                  <a:cubicBezTo>
                    <a:pt x="103" y="33237"/>
                    <a:pt x="137" y="33271"/>
                    <a:pt x="171" y="33271"/>
                  </a:cubicBezTo>
                  <a:cubicBezTo>
                    <a:pt x="239" y="33271"/>
                    <a:pt x="273" y="33237"/>
                    <a:pt x="273" y="33169"/>
                  </a:cubicBezTo>
                  <a:lnTo>
                    <a:pt x="273" y="33066"/>
                  </a:lnTo>
                  <a:cubicBezTo>
                    <a:pt x="273" y="33032"/>
                    <a:pt x="239" y="32998"/>
                    <a:pt x="171" y="32998"/>
                  </a:cubicBezTo>
                  <a:close/>
                  <a:moveTo>
                    <a:pt x="171" y="33544"/>
                  </a:moveTo>
                  <a:cubicBezTo>
                    <a:pt x="137" y="33544"/>
                    <a:pt x="103" y="33578"/>
                    <a:pt x="103" y="33646"/>
                  </a:cubicBezTo>
                  <a:lnTo>
                    <a:pt x="103" y="33749"/>
                  </a:lnTo>
                  <a:cubicBezTo>
                    <a:pt x="103" y="33817"/>
                    <a:pt x="137" y="33851"/>
                    <a:pt x="171" y="33851"/>
                  </a:cubicBezTo>
                  <a:cubicBezTo>
                    <a:pt x="239" y="33851"/>
                    <a:pt x="273" y="33817"/>
                    <a:pt x="273" y="33749"/>
                  </a:cubicBezTo>
                  <a:lnTo>
                    <a:pt x="273" y="33646"/>
                  </a:lnTo>
                  <a:cubicBezTo>
                    <a:pt x="273" y="33578"/>
                    <a:pt x="239" y="33544"/>
                    <a:pt x="171" y="33544"/>
                  </a:cubicBezTo>
                  <a:close/>
                  <a:moveTo>
                    <a:pt x="171" y="34124"/>
                  </a:moveTo>
                  <a:cubicBezTo>
                    <a:pt x="137" y="34124"/>
                    <a:pt x="103" y="34158"/>
                    <a:pt x="103" y="34226"/>
                  </a:cubicBezTo>
                  <a:lnTo>
                    <a:pt x="103" y="34329"/>
                  </a:lnTo>
                  <a:cubicBezTo>
                    <a:pt x="103" y="34363"/>
                    <a:pt x="137" y="34397"/>
                    <a:pt x="171" y="34397"/>
                  </a:cubicBezTo>
                  <a:cubicBezTo>
                    <a:pt x="239" y="34397"/>
                    <a:pt x="273" y="34363"/>
                    <a:pt x="273" y="34329"/>
                  </a:cubicBezTo>
                  <a:lnTo>
                    <a:pt x="273" y="34226"/>
                  </a:lnTo>
                  <a:cubicBezTo>
                    <a:pt x="273" y="34158"/>
                    <a:pt x="239" y="34124"/>
                    <a:pt x="171" y="34124"/>
                  </a:cubicBezTo>
                  <a:close/>
                  <a:moveTo>
                    <a:pt x="171" y="34704"/>
                  </a:moveTo>
                  <a:cubicBezTo>
                    <a:pt x="137" y="34704"/>
                    <a:pt x="103" y="34738"/>
                    <a:pt x="103" y="34772"/>
                  </a:cubicBezTo>
                  <a:lnTo>
                    <a:pt x="103" y="34909"/>
                  </a:lnTo>
                  <a:cubicBezTo>
                    <a:pt x="103" y="34943"/>
                    <a:pt x="137" y="34977"/>
                    <a:pt x="171" y="34977"/>
                  </a:cubicBezTo>
                  <a:cubicBezTo>
                    <a:pt x="205" y="34977"/>
                    <a:pt x="273" y="34943"/>
                    <a:pt x="273" y="34909"/>
                  </a:cubicBezTo>
                  <a:lnTo>
                    <a:pt x="273" y="34772"/>
                  </a:lnTo>
                  <a:cubicBezTo>
                    <a:pt x="273" y="34738"/>
                    <a:pt x="239" y="34704"/>
                    <a:pt x="171" y="34704"/>
                  </a:cubicBezTo>
                  <a:close/>
                  <a:moveTo>
                    <a:pt x="171" y="35284"/>
                  </a:moveTo>
                  <a:cubicBezTo>
                    <a:pt x="137" y="35284"/>
                    <a:pt x="103" y="35318"/>
                    <a:pt x="103" y="35352"/>
                  </a:cubicBezTo>
                  <a:lnTo>
                    <a:pt x="103" y="35489"/>
                  </a:lnTo>
                  <a:cubicBezTo>
                    <a:pt x="103" y="35523"/>
                    <a:pt x="137" y="35557"/>
                    <a:pt x="171" y="35557"/>
                  </a:cubicBezTo>
                  <a:cubicBezTo>
                    <a:pt x="205" y="35557"/>
                    <a:pt x="273" y="35523"/>
                    <a:pt x="273" y="35489"/>
                  </a:cubicBezTo>
                  <a:lnTo>
                    <a:pt x="273" y="35352"/>
                  </a:lnTo>
                  <a:cubicBezTo>
                    <a:pt x="273" y="35318"/>
                    <a:pt x="205" y="35284"/>
                    <a:pt x="171" y="35284"/>
                  </a:cubicBezTo>
                  <a:close/>
                  <a:moveTo>
                    <a:pt x="171" y="35830"/>
                  </a:moveTo>
                  <a:cubicBezTo>
                    <a:pt x="137" y="35830"/>
                    <a:pt x="103" y="35898"/>
                    <a:pt x="103" y="35933"/>
                  </a:cubicBezTo>
                  <a:lnTo>
                    <a:pt x="103" y="36035"/>
                  </a:lnTo>
                  <a:cubicBezTo>
                    <a:pt x="103" y="36103"/>
                    <a:pt x="137" y="36137"/>
                    <a:pt x="171" y="36137"/>
                  </a:cubicBezTo>
                  <a:cubicBezTo>
                    <a:pt x="205" y="36137"/>
                    <a:pt x="273" y="36103"/>
                    <a:pt x="273" y="36035"/>
                  </a:cubicBezTo>
                  <a:lnTo>
                    <a:pt x="273" y="35933"/>
                  </a:lnTo>
                  <a:cubicBezTo>
                    <a:pt x="273" y="35898"/>
                    <a:pt x="205" y="35830"/>
                    <a:pt x="171" y="35830"/>
                  </a:cubicBezTo>
                  <a:close/>
                  <a:moveTo>
                    <a:pt x="171" y="36410"/>
                  </a:moveTo>
                  <a:cubicBezTo>
                    <a:pt x="137" y="36410"/>
                    <a:pt x="69" y="36444"/>
                    <a:pt x="69" y="36513"/>
                  </a:cubicBezTo>
                  <a:lnTo>
                    <a:pt x="69" y="36615"/>
                  </a:lnTo>
                  <a:cubicBezTo>
                    <a:pt x="69" y="36649"/>
                    <a:pt x="137" y="36717"/>
                    <a:pt x="171" y="36717"/>
                  </a:cubicBezTo>
                  <a:cubicBezTo>
                    <a:pt x="205" y="36717"/>
                    <a:pt x="273" y="36649"/>
                    <a:pt x="273" y="36615"/>
                  </a:cubicBezTo>
                  <a:lnTo>
                    <a:pt x="273" y="36513"/>
                  </a:lnTo>
                  <a:cubicBezTo>
                    <a:pt x="273" y="36444"/>
                    <a:pt x="205" y="36410"/>
                    <a:pt x="171" y="36410"/>
                  </a:cubicBezTo>
                  <a:close/>
                  <a:moveTo>
                    <a:pt x="171" y="36990"/>
                  </a:moveTo>
                  <a:cubicBezTo>
                    <a:pt x="137" y="36990"/>
                    <a:pt x="69" y="37024"/>
                    <a:pt x="69" y="37093"/>
                  </a:cubicBezTo>
                  <a:lnTo>
                    <a:pt x="69" y="37195"/>
                  </a:lnTo>
                  <a:cubicBezTo>
                    <a:pt x="69" y="37229"/>
                    <a:pt x="137" y="37263"/>
                    <a:pt x="171" y="37263"/>
                  </a:cubicBezTo>
                  <a:cubicBezTo>
                    <a:pt x="205" y="37263"/>
                    <a:pt x="239" y="37229"/>
                    <a:pt x="239" y="37195"/>
                  </a:cubicBezTo>
                  <a:lnTo>
                    <a:pt x="239" y="37093"/>
                  </a:lnTo>
                  <a:cubicBezTo>
                    <a:pt x="239" y="37024"/>
                    <a:pt x="205" y="36990"/>
                    <a:pt x="171" y="36990"/>
                  </a:cubicBezTo>
                  <a:close/>
                  <a:moveTo>
                    <a:pt x="171" y="37570"/>
                  </a:moveTo>
                  <a:cubicBezTo>
                    <a:pt x="137" y="37570"/>
                    <a:pt x="69" y="37605"/>
                    <a:pt x="69" y="37639"/>
                  </a:cubicBezTo>
                  <a:lnTo>
                    <a:pt x="69" y="37775"/>
                  </a:lnTo>
                  <a:cubicBezTo>
                    <a:pt x="69" y="37809"/>
                    <a:pt x="137" y="37843"/>
                    <a:pt x="171" y="37843"/>
                  </a:cubicBezTo>
                  <a:cubicBezTo>
                    <a:pt x="205" y="37843"/>
                    <a:pt x="239" y="37809"/>
                    <a:pt x="239" y="37775"/>
                  </a:cubicBezTo>
                  <a:lnTo>
                    <a:pt x="239" y="37639"/>
                  </a:lnTo>
                  <a:cubicBezTo>
                    <a:pt x="239" y="37605"/>
                    <a:pt x="205" y="37570"/>
                    <a:pt x="171" y="37570"/>
                  </a:cubicBezTo>
                  <a:close/>
                  <a:moveTo>
                    <a:pt x="171" y="38151"/>
                  </a:moveTo>
                  <a:cubicBezTo>
                    <a:pt x="137" y="38151"/>
                    <a:pt x="69" y="38185"/>
                    <a:pt x="69" y="38219"/>
                  </a:cubicBezTo>
                  <a:lnTo>
                    <a:pt x="69" y="38321"/>
                  </a:lnTo>
                  <a:cubicBezTo>
                    <a:pt x="69" y="38389"/>
                    <a:pt x="137" y="38424"/>
                    <a:pt x="171" y="38424"/>
                  </a:cubicBezTo>
                  <a:cubicBezTo>
                    <a:pt x="205" y="38424"/>
                    <a:pt x="239" y="38389"/>
                    <a:pt x="239" y="38321"/>
                  </a:cubicBezTo>
                  <a:lnTo>
                    <a:pt x="239" y="38219"/>
                  </a:lnTo>
                  <a:cubicBezTo>
                    <a:pt x="239" y="38185"/>
                    <a:pt x="205" y="38151"/>
                    <a:pt x="171" y="38151"/>
                  </a:cubicBezTo>
                  <a:close/>
                  <a:moveTo>
                    <a:pt x="171" y="38697"/>
                  </a:moveTo>
                  <a:cubicBezTo>
                    <a:pt x="137" y="38697"/>
                    <a:pt x="69" y="38731"/>
                    <a:pt x="69" y="38799"/>
                  </a:cubicBezTo>
                  <a:lnTo>
                    <a:pt x="69" y="38901"/>
                  </a:lnTo>
                  <a:cubicBezTo>
                    <a:pt x="69" y="38970"/>
                    <a:pt x="103" y="39004"/>
                    <a:pt x="171" y="39004"/>
                  </a:cubicBezTo>
                  <a:cubicBezTo>
                    <a:pt x="205" y="39004"/>
                    <a:pt x="239" y="38970"/>
                    <a:pt x="239" y="38901"/>
                  </a:cubicBezTo>
                  <a:lnTo>
                    <a:pt x="239" y="38799"/>
                  </a:lnTo>
                  <a:cubicBezTo>
                    <a:pt x="239" y="38731"/>
                    <a:pt x="205" y="38697"/>
                    <a:pt x="171" y="38697"/>
                  </a:cubicBezTo>
                  <a:close/>
                  <a:moveTo>
                    <a:pt x="171" y="39277"/>
                  </a:moveTo>
                  <a:cubicBezTo>
                    <a:pt x="103" y="39277"/>
                    <a:pt x="69" y="39311"/>
                    <a:pt x="69" y="39379"/>
                  </a:cubicBezTo>
                  <a:lnTo>
                    <a:pt x="69" y="39481"/>
                  </a:lnTo>
                  <a:cubicBezTo>
                    <a:pt x="69" y="39515"/>
                    <a:pt x="103" y="39550"/>
                    <a:pt x="171" y="39550"/>
                  </a:cubicBezTo>
                  <a:cubicBezTo>
                    <a:pt x="205" y="39550"/>
                    <a:pt x="239" y="39515"/>
                    <a:pt x="239" y="39481"/>
                  </a:cubicBezTo>
                  <a:lnTo>
                    <a:pt x="239" y="39379"/>
                  </a:lnTo>
                  <a:cubicBezTo>
                    <a:pt x="239" y="39311"/>
                    <a:pt x="205" y="39277"/>
                    <a:pt x="171" y="39277"/>
                  </a:cubicBezTo>
                  <a:close/>
                  <a:moveTo>
                    <a:pt x="171" y="39857"/>
                  </a:moveTo>
                  <a:cubicBezTo>
                    <a:pt x="103" y="39857"/>
                    <a:pt x="69" y="39891"/>
                    <a:pt x="69" y="39925"/>
                  </a:cubicBezTo>
                  <a:lnTo>
                    <a:pt x="69" y="40061"/>
                  </a:lnTo>
                  <a:cubicBezTo>
                    <a:pt x="69" y="40096"/>
                    <a:pt x="103" y="40130"/>
                    <a:pt x="171" y="40130"/>
                  </a:cubicBezTo>
                  <a:cubicBezTo>
                    <a:pt x="205" y="40130"/>
                    <a:pt x="239" y="40096"/>
                    <a:pt x="239" y="40061"/>
                  </a:cubicBezTo>
                  <a:lnTo>
                    <a:pt x="239" y="39925"/>
                  </a:lnTo>
                  <a:cubicBezTo>
                    <a:pt x="239" y="39891"/>
                    <a:pt x="205" y="39857"/>
                    <a:pt x="171" y="39857"/>
                  </a:cubicBezTo>
                  <a:close/>
                  <a:moveTo>
                    <a:pt x="171" y="40437"/>
                  </a:moveTo>
                  <a:cubicBezTo>
                    <a:pt x="103" y="40437"/>
                    <a:pt x="69" y="40471"/>
                    <a:pt x="69" y="40505"/>
                  </a:cubicBezTo>
                  <a:lnTo>
                    <a:pt x="69" y="40642"/>
                  </a:lnTo>
                  <a:cubicBezTo>
                    <a:pt x="69" y="40676"/>
                    <a:pt x="103" y="40710"/>
                    <a:pt x="171" y="40710"/>
                  </a:cubicBezTo>
                  <a:cubicBezTo>
                    <a:pt x="205" y="40710"/>
                    <a:pt x="239" y="40676"/>
                    <a:pt x="239" y="40642"/>
                  </a:cubicBezTo>
                  <a:lnTo>
                    <a:pt x="239" y="40505"/>
                  </a:lnTo>
                  <a:cubicBezTo>
                    <a:pt x="239" y="40471"/>
                    <a:pt x="205" y="40437"/>
                    <a:pt x="171" y="40437"/>
                  </a:cubicBezTo>
                  <a:close/>
                  <a:moveTo>
                    <a:pt x="171" y="40983"/>
                  </a:moveTo>
                  <a:cubicBezTo>
                    <a:pt x="103" y="40983"/>
                    <a:pt x="69" y="41051"/>
                    <a:pt x="69" y="41085"/>
                  </a:cubicBezTo>
                  <a:lnTo>
                    <a:pt x="69" y="41188"/>
                  </a:lnTo>
                  <a:cubicBezTo>
                    <a:pt x="69" y="41256"/>
                    <a:pt x="103" y="41290"/>
                    <a:pt x="171" y="41290"/>
                  </a:cubicBezTo>
                  <a:cubicBezTo>
                    <a:pt x="205" y="41290"/>
                    <a:pt x="239" y="41256"/>
                    <a:pt x="239" y="41188"/>
                  </a:cubicBezTo>
                  <a:lnTo>
                    <a:pt x="239" y="41085"/>
                  </a:lnTo>
                  <a:cubicBezTo>
                    <a:pt x="239" y="41051"/>
                    <a:pt x="205" y="40983"/>
                    <a:pt x="171" y="40983"/>
                  </a:cubicBezTo>
                  <a:close/>
                  <a:moveTo>
                    <a:pt x="171" y="41563"/>
                  </a:moveTo>
                  <a:cubicBezTo>
                    <a:pt x="103" y="41563"/>
                    <a:pt x="69" y="41597"/>
                    <a:pt x="69" y="41665"/>
                  </a:cubicBezTo>
                  <a:lnTo>
                    <a:pt x="69" y="41768"/>
                  </a:lnTo>
                  <a:cubicBezTo>
                    <a:pt x="69" y="41802"/>
                    <a:pt x="103" y="41870"/>
                    <a:pt x="171" y="41870"/>
                  </a:cubicBezTo>
                  <a:cubicBezTo>
                    <a:pt x="205" y="41870"/>
                    <a:pt x="239" y="41802"/>
                    <a:pt x="239" y="41768"/>
                  </a:cubicBezTo>
                  <a:lnTo>
                    <a:pt x="239" y="41665"/>
                  </a:lnTo>
                  <a:cubicBezTo>
                    <a:pt x="239" y="41597"/>
                    <a:pt x="205" y="41563"/>
                    <a:pt x="171" y="41563"/>
                  </a:cubicBezTo>
                  <a:close/>
                  <a:moveTo>
                    <a:pt x="171" y="42143"/>
                  </a:moveTo>
                  <a:cubicBezTo>
                    <a:pt x="103" y="42143"/>
                    <a:pt x="69" y="42177"/>
                    <a:pt x="69" y="42211"/>
                  </a:cubicBezTo>
                  <a:lnTo>
                    <a:pt x="69" y="42348"/>
                  </a:lnTo>
                  <a:cubicBezTo>
                    <a:pt x="69" y="42382"/>
                    <a:pt x="103" y="42416"/>
                    <a:pt x="171" y="42416"/>
                  </a:cubicBezTo>
                  <a:cubicBezTo>
                    <a:pt x="205" y="42416"/>
                    <a:pt x="239" y="42382"/>
                    <a:pt x="239" y="42348"/>
                  </a:cubicBezTo>
                  <a:lnTo>
                    <a:pt x="239" y="42211"/>
                  </a:lnTo>
                  <a:cubicBezTo>
                    <a:pt x="239" y="42177"/>
                    <a:pt x="205" y="42143"/>
                    <a:pt x="171" y="42143"/>
                  </a:cubicBezTo>
                  <a:close/>
                  <a:moveTo>
                    <a:pt x="171" y="42723"/>
                  </a:moveTo>
                  <a:cubicBezTo>
                    <a:pt x="103" y="42723"/>
                    <a:pt x="69" y="42757"/>
                    <a:pt x="69" y="42791"/>
                  </a:cubicBezTo>
                  <a:lnTo>
                    <a:pt x="69" y="42928"/>
                  </a:lnTo>
                  <a:cubicBezTo>
                    <a:pt x="69" y="42962"/>
                    <a:pt x="103" y="42996"/>
                    <a:pt x="171" y="42996"/>
                  </a:cubicBezTo>
                  <a:cubicBezTo>
                    <a:pt x="205" y="42996"/>
                    <a:pt x="239" y="42962"/>
                    <a:pt x="239" y="42928"/>
                  </a:cubicBezTo>
                  <a:lnTo>
                    <a:pt x="239" y="42791"/>
                  </a:lnTo>
                  <a:cubicBezTo>
                    <a:pt x="239" y="42757"/>
                    <a:pt x="205" y="42723"/>
                    <a:pt x="171" y="42723"/>
                  </a:cubicBezTo>
                  <a:close/>
                  <a:moveTo>
                    <a:pt x="171" y="43303"/>
                  </a:moveTo>
                  <a:cubicBezTo>
                    <a:pt x="103" y="43303"/>
                    <a:pt x="69" y="43337"/>
                    <a:pt x="69" y="43371"/>
                  </a:cubicBezTo>
                  <a:lnTo>
                    <a:pt x="69" y="43474"/>
                  </a:lnTo>
                  <a:cubicBezTo>
                    <a:pt x="69" y="43542"/>
                    <a:pt x="103" y="43576"/>
                    <a:pt x="171" y="43576"/>
                  </a:cubicBezTo>
                  <a:cubicBezTo>
                    <a:pt x="205" y="43576"/>
                    <a:pt x="239" y="43542"/>
                    <a:pt x="239" y="43474"/>
                  </a:cubicBezTo>
                  <a:lnTo>
                    <a:pt x="239" y="43371"/>
                  </a:lnTo>
                  <a:cubicBezTo>
                    <a:pt x="239" y="43337"/>
                    <a:pt x="205" y="43303"/>
                    <a:pt x="171" y="43303"/>
                  </a:cubicBezTo>
                  <a:close/>
                  <a:moveTo>
                    <a:pt x="171" y="43849"/>
                  </a:moveTo>
                  <a:cubicBezTo>
                    <a:pt x="103" y="43849"/>
                    <a:pt x="69" y="43883"/>
                    <a:pt x="69" y="43951"/>
                  </a:cubicBezTo>
                  <a:lnTo>
                    <a:pt x="69" y="44054"/>
                  </a:lnTo>
                  <a:cubicBezTo>
                    <a:pt x="69" y="44122"/>
                    <a:pt x="103" y="44156"/>
                    <a:pt x="171" y="44156"/>
                  </a:cubicBezTo>
                  <a:cubicBezTo>
                    <a:pt x="205" y="44156"/>
                    <a:pt x="239" y="44122"/>
                    <a:pt x="239" y="44054"/>
                  </a:cubicBezTo>
                  <a:lnTo>
                    <a:pt x="239" y="43951"/>
                  </a:lnTo>
                  <a:cubicBezTo>
                    <a:pt x="239" y="43883"/>
                    <a:pt x="205" y="43849"/>
                    <a:pt x="171" y="43849"/>
                  </a:cubicBezTo>
                  <a:close/>
                  <a:moveTo>
                    <a:pt x="171" y="44429"/>
                  </a:moveTo>
                  <a:cubicBezTo>
                    <a:pt x="103" y="44429"/>
                    <a:pt x="69" y="44463"/>
                    <a:pt x="69" y="44532"/>
                  </a:cubicBezTo>
                  <a:lnTo>
                    <a:pt x="69" y="44634"/>
                  </a:lnTo>
                  <a:cubicBezTo>
                    <a:pt x="69" y="44668"/>
                    <a:pt x="103" y="44702"/>
                    <a:pt x="171" y="44702"/>
                  </a:cubicBezTo>
                  <a:cubicBezTo>
                    <a:pt x="205" y="44702"/>
                    <a:pt x="239" y="44668"/>
                    <a:pt x="239" y="44634"/>
                  </a:cubicBezTo>
                  <a:lnTo>
                    <a:pt x="239" y="44532"/>
                  </a:lnTo>
                  <a:cubicBezTo>
                    <a:pt x="239" y="44463"/>
                    <a:pt x="205" y="44429"/>
                    <a:pt x="171" y="44429"/>
                  </a:cubicBezTo>
                  <a:close/>
                  <a:moveTo>
                    <a:pt x="171" y="45009"/>
                  </a:moveTo>
                  <a:cubicBezTo>
                    <a:pt x="103" y="45009"/>
                    <a:pt x="69" y="45043"/>
                    <a:pt x="69" y="45078"/>
                  </a:cubicBezTo>
                  <a:lnTo>
                    <a:pt x="69" y="45214"/>
                  </a:lnTo>
                  <a:cubicBezTo>
                    <a:pt x="69" y="45248"/>
                    <a:pt x="103" y="45282"/>
                    <a:pt x="171" y="45282"/>
                  </a:cubicBezTo>
                  <a:cubicBezTo>
                    <a:pt x="205" y="45282"/>
                    <a:pt x="239" y="45248"/>
                    <a:pt x="239" y="45214"/>
                  </a:cubicBezTo>
                  <a:lnTo>
                    <a:pt x="239" y="45078"/>
                  </a:lnTo>
                  <a:cubicBezTo>
                    <a:pt x="239" y="45043"/>
                    <a:pt x="205" y="45009"/>
                    <a:pt x="171" y="45009"/>
                  </a:cubicBezTo>
                  <a:close/>
                  <a:moveTo>
                    <a:pt x="171" y="45589"/>
                  </a:moveTo>
                  <a:cubicBezTo>
                    <a:pt x="103" y="45589"/>
                    <a:pt x="69" y="45624"/>
                    <a:pt x="69" y="45658"/>
                  </a:cubicBezTo>
                  <a:lnTo>
                    <a:pt x="69" y="45794"/>
                  </a:lnTo>
                  <a:cubicBezTo>
                    <a:pt x="69" y="45828"/>
                    <a:pt x="103" y="45862"/>
                    <a:pt x="171" y="45862"/>
                  </a:cubicBezTo>
                  <a:cubicBezTo>
                    <a:pt x="205" y="45862"/>
                    <a:pt x="239" y="45828"/>
                    <a:pt x="239" y="45794"/>
                  </a:cubicBezTo>
                  <a:lnTo>
                    <a:pt x="239" y="45658"/>
                  </a:lnTo>
                  <a:cubicBezTo>
                    <a:pt x="239" y="45624"/>
                    <a:pt x="205" y="45589"/>
                    <a:pt x="171" y="45589"/>
                  </a:cubicBezTo>
                  <a:close/>
                  <a:moveTo>
                    <a:pt x="171" y="46135"/>
                  </a:moveTo>
                  <a:cubicBezTo>
                    <a:pt x="103" y="46135"/>
                    <a:pt x="69" y="46204"/>
                    <a:pt x="69" y="46238"/>
                  </a:cubicBezTo>
                  <a:lnTo>
                    <a:pt x="69" y="46340"/>
                  </a:lnTo>
                  <a:cubicBezTo>
                    <a:pt x="69" y="46408"/>
                    <a:pt x="103" y="46442"/>
                    <a:pt x="137" y="46442"/>
                  </a:cubicBezTo>
                  <a:cubicBezTo>
                    <a:pt x="205" y="46442"/>
                    <a:pt x="239" y="46408"/>
                    <a:pt x="239" y="46340"/>
                  </a:cubicBezTo>
                  <a:lnTo>
                    <a:pt x="239" y="46238"/>
                  </a:lnTo>
                  <a:cubicBezTo>
                    <a:pt x="239" y="46204"/>
                    <a:pt x="205" y="46135"/>
                    <a:pt x="171" y="46135"/>
                  </a:cubicBezTo>
                  <a:close/>
                  <a:moveTo>
                    <a:pt x="137" y="46715"/>
                  </a:moveTo>
                  <a:cubicBezTo>
                    <a:pt x="103" y="46715"/>
                    <a:pt x="69" y="46750"/>
                    <a:pt x="69" y="46818"/>
                  </a:cubicBezTo>
                  <a:lnTo>
                    <a:pt x="69" y="46920"/>
                  </a:lnTo>
                  <a:cubicBezTo>
                    <a:pt x="69" y="46954"/>
                    <a:pt x="103" y="47023"/>
                    <a:pt x="137" y="47023"/>
                  </a:cubicBezTo>
                  <a:cubicBezTo>
                    <a:pt x="205" y="47023"/>
                    <a:pt x="239" y="46954"/>
                    <a:pt x="239" y="46920"/>
                  </a:cubicBezTo>
                  <a:lnTo>
                    <a:pt x="239" y="46818"/>
                  </a:lnTo>
                  <a:cubicBezTo>
                    <a:pt x="239" y="46750"/>
                    <a:pt x="205" y="46715"/>
                    <a:pt x="137" y="46715"/>
                  </a:cubicBezTo>
                  <a:close/>
                  <a:moveTo>
                    <a:pt x="137" y="47296"/>
                  </a:moveTo>
                  <a:cubicBezTo>
                    <a:pt x="103" y="47296"/>
                    <a:pt x="69" y="47330"/>
                    <a:pt x="69" y="47364"/>
                  </a:cubicBezTo>
                  <a:lnTo>
                    <a:pt x="69" y="47500"/>
                  </a:lnTo>
                  <a:cubicBezTo>
                    <a:pt x="69" y="47534"/>
                    <a:pt x="103" y="47569"/>
                    <a:pt x="137" y="47569"/>
                  </a:cubicBezTo>
                  <a:cubicBezTo>
                    <a:pt x="205" y="47569"/>
                    <a:pt x="239" y="47534"/>
                    <a:pt x="239" y="47500"/>
                  </a:cubicBezTo>
                  <a:lnTo>
                    <a:pt x="239" y="47398"/>
                  </a:lnTo>
                  <a:cubicBezTo>
                    <a:pt x="239" y="47330"/>
                    <a:pt x="205" y="47296"/>
                    <a:pt x="137" y="47296"/>
                  </a:cubicBezTo>
                  <a:close/>
                  <a:moveTo>
                    <a:pt x="137" y="47876"/>
                  </a:moveTo>
                  <a:cubicBezTo>
                    <a:pt x="103" y="47876"/>
                    <a:pt x="69" y="47910"/>
                    <a:pt x="69" y="47944"/>
                  </a:cubicBezTo>
                  <a:lnTo>
                    <a:pt x="69" y="48080"/>
                  </a:lnTo>
                  <a:cubicBezTo>
                    <a:pt x="69" y="48115"/>
                    <a:pt x="103" y="48149"/>
                    <a:pt x="137" y="48149"/>
                  </a:cubicBezTo>
                  <a:cubicBezTo>
                    <a:pt x="205" y="48149"/>
                    <a:pt x="239" y="48115"/>
                    <a:pt x="239" y="48080"/>
                  </a:cubicBezTo>
                  <a:lnTo>
                    <a:pt x="239" y="47944"/>
                  </a:lnTo>
                  <a:cubicBezTo>
                    <a:pt x="239" y="47910"/>
                    <a:pt x="205" y="47876"/>
                    <a:pt x="137" y="47876"/>
                  </a:cubicBezTo>
                  <a:close/>
                  <a:moveTo>
                    <a:pt x="137" y="48456"/>
                  </a:moveTo>
                  <a:cubicBezTo>
                    <a:pt x="103" y="48456"/>
                    <a:pt x="69" y="48490"/>
                    <a:pt x="69" y="48524"/>
                  </a:cubicBezTo>
                  <a:lnTo>
                    <a:pt x="69" y="48626"/>
                  </a:lnTo>
                  <a:cubicBezTo>
                    <a:pt x="69" y="48695"/>
                    <a:pt x="103" y="48729"/>
                    <a:pt x="137" y="48729"/>
                  </a:cubicBezTo>
                  <a:cubicBezTo>
                    <a:pt x="205" y="48729"/>
                    <a:pt x="239" y="48695"/>
                    <a:pt x="239" y="48626"/>
                  </a:cubicBezTo>
                  <a:lnTo>
                    <a:pt x="239" y="48524"/>
                  </a:lnTo>
                  <a:cubicBezTo>
                    <a:pt x="239" y="48490"/>
                    <a:pt x="205" y="48456"/>
                    <a:pt x="137" y="48456"/>
                  </a:cubicBezTo>
                  <a:close/>
                  <a:moveTo>
                    <a:pt x="137" y="49002"/>
                  </a:moveTo>
                  <a:cubicBezTo>
                    <a:pt x="103" y="49002"/>
                    <a:pt x="69" y="49036"/>
                    <a:pt x="69" y="49104"/>
                  </a:cubicBezTo>
                  <a:lnTo>
                    <a:pt x="69" y="49206"/>
                  </a:lnTo>
                  <a:cubicBezTo>
                    <a:pt x="69" y="49275"/>
                    <a:pt x="103" y="49309"/>
                    <a:pt x="137" y="49309"/>
                  </a:cubicBezTo>
                  <a:cubicBezTo>
                    <a:pt x="205" y="49309"/>
                    <a:pt x="239" y="49275"/>
                    <a:pt x="239" y="49206"/>
                  </a:cubicBezTo>
                  <a:lnTo>
                    <a:pt x="239" y="49104"/>
                  </a:lnTo>
                  <a:cubicBezTo>
                    <a:pt x="239" y="49036"/>
                    <a:pt x="205" y="49002"/>
                    <a:pt x="137" y="49002"/>
                  </a:cubicBezTo>
                  <a:close/>
                  <a:moveTo>
                    <a:pt x="137" y="49582"/>
                  </a:moveTo>
                  <a:cubicBezTo>
                    <a:pt x="103" y="49582"/>
                    <a:pt x="69" y="49616"/>
                    <a:pt x="69" y="49684"/>
                  </a:cubicBezTo>
                  <a:lnTo>
                    <a:pt x="69" y="49787"/>
                  </a:lnTo>
                  <a:cubicBezTo>
                    <a:pt x="69" y="49821"/>
                    <a:pt x="103" y="49855"/>
                    <a:pt x="137" y="49855"/>
                  </a:cubicBezTo>
                  <a:cubicBezTo>
                    <a:pt x="205" y="49855"/>
                    <a:pt x="239" y="49821"/>
                    <a:pt x="239" y="49787"/>
                  </a:cubicBezTo>
                  <a:lnTo>
                    <a:pt x="239" y="49684"/>
                  </a:lnTo>
                  <a:cubicBezTo>
                    <a:pt x="239" y="49616"/>
                    <a:pt x="205" y="49582"/>
                    <a:pt x="137" y="49582"/>
                  </a:cubicBezTo>
                  <a:close/>
                  <a:moveTo>
                    <a:pt x="137" y="50162"/>
                  </a:moveTo>
                  <a:cubicBezTo>
                    <a:pt x="103" y="50162"/>
                    <a:pt x="69" y="50196"/>
                    <a:pt x="69" y="50230"/>
                  </a:cubicBezTo>
                  <a:lnTo>
                    <a:pt x="69" y="50367"/>
                  </a:lnTo>
                  <a:cubicBezTo>
                    <a:pt x="69" y="50401"/>
                    <a:pt x="103" y="50435"/>
                    <a:pt x="137" y="50435"/>
                  </a:cubicBezTo>
                  <a:cubicBezTo>
                    <a:pt x="205" y="50435"/>
                    <a:pt x="239" y="50401"/>
                    <a:pt x="239" y="50367"/>
                  </a:cubicBezTo>
                  <a:lnTo>
                    <a:pt x="239" y="50230"/>
                  </a:lnTo>
                  <a:cubicBezTo>
                    <a:pt x="239" y="50196"/>
                    <a:pt x="205" y="50162"/>
                    <a:pt x="137" y="50162"/>
                  </a:cubicBezTo>
                  <a:close/>
                  <a:moveTo>
                    <a:pt x="137" y="50742"/>
                  </a:moveTo>
                  <a:cubicBezTo>
                    <a:pt x="103" y="50742"/>
                    <a:pt x="69" y="50776"/>
                    <a:pt x="69" y="50810"/>
                  </a:cubicBezTo>
                  <a:lnTo>
                    <a:pt x="69" y="50947"/>
                  </a:lnTo>
                  <a:cubicBezTo>
                    <a:pt x="69" y="50981"/>
                    <a:pt x="103" y="51015"/>
                    <a:pt x="137" y="51015"/>
                  </a:cubicBezTo>
                  <a:cubicBezTo>
                    <a:pt x="205" y="51015"/>
                    <a:pt x="239" y="50981"/>
                    <a:pt x="239" y="50947"/>
                  </a:cubicBezTo>
                  <a:lnTo>
                    <a:pt x="239" y="50810"/>
                  </a:lnTo>
                  <a:cubicBezTo>
                    <a:pt x="239" y="50776"/>
                    <a:pt x="205" y="50742"/>
                    <a:pt x="137" y="50742"/>
                  </a:cubicBezTo>
                  <a:close/>
                  <a:moveTo>
                    <a:pt x="137" y="51288"/>
                  </a:moveTo>
                  <a:cubicBezTo>
                    <a:pt x="103" y="51288"/>
                    <a:pt x="69" y="51356"/>
                    <a:pt x="69" y="51390"/>
                  </a:cubicBezTo>
                  <a:lnTo>
                    <a:pt x="69" y="51493"/>
                  </a:lnTo>
                  <a:cubicBezTo>
                    <a:pt x="69" y="51561"/>
                    <a:pt x="103" y="51595"/>
                    <a:pt x="137" y="51595"/>
                  </a:cubicBezTo>
                  <a:cubicBezTo>
                    <a:pt x="205" y="51595"/>
                    <a:pt x="239" y="51561"/>
                    <a:pt x="239" y="51493"/>
                  </a:cubicBezTo>
                  <a:lnTo>
                    <a:pt x="239" y="51390"/>
                  </a:lnTo>
                  <a:cubicBezTo>
                    <a:pt x="239" y="51356"/>
                    <a:pt x="205" y="51288"/>
                    <a:pt x="137" y="51288"/>
                  </a:cubicBezTo>
                  <a:close/>
                  <a:moveTo>
                    <a:pt x="137" y="51868"/>
                  </a:moveTo>
                  <a:cubicBezTo>
                    <a:pt x="103" y="51868"/>
                    <a:pt x="69" y="51902"/>
                    <a:pt x="69" y="51970"/>
                  </a:cubicBezTo>
                  <a:lnTo>
                    <a:pt x="69" y="52073"/>
                  </a:lnTo>
                  <a:cubicBezTo>
                    <a:pt x="69" y="52107"/>
                    <a:pt x="103" y="52175"/>
                    <a:pt x="137" y="52175"/>
                  </a:cubicBezTo>
                  <a:cubicBezTo>
                    <a:pt x="205" y="52175"/>
                    <a:pt x="239" y="52107"/>
                    <a:pt x="239" y="52073"/>
                  </a:cubicBezTo>
                  <a:lnTo>
                    <a:pt x="239" y="51970"/>
                  </a:lnTo>
                  <a:cubicBezTo>
                    <a:pt x="239" y="51902"/>
                    <a:pt x="205" y="51868"/>
                    <a:pt x="137" y="51868"/>
                  </a:cubicBezTo>
                  <a:close/>
                  <a:moveTo>
                    <a:pt x="137" y="52448"/>
                  </a:moveTo>
                  <a:cubicBezTo>
                    <a:pt x="103" y="52448"/>
                    <a:pt x="69" y="52482"/>
                    <a:pt x="69" y="52516"/>
                  </a:cubicBezTo>
                  <a:lnTo>
                    <a:pt x="69" y="52653"/>
                  </a:lnTo>
                  <a:cubicBezTo>
                    <a:pt x="69" y="52687"/>
                    <a:pt x="103" y="52721"/>
                    <a:pt x="137" y="52721"/>
                  </a:cubicBezTo>
                  <a:cubicBezTo>
                    <a:pt x="205" y="52721"/>
                    <a:pt x="239" y="52687"/>
                    <a:pt x="239" y="52653"/>
                  </a:cubicBezTo>
                  <a:lnTo>
                    <a:pt x="239" y="52516"/>
                  </a:lnTo>
                  <a:cubicBezTo>
                    <a:pt x="239" y="52482"/>
                    <a:pt x="205" y="52448"/>
                    <a:pt x="137" y="52448"/>
                  </a:cubicBezTo>
                  <a:close/>
                  <a:moveTo>
                    <a:pt x="137" y="53028"/>
                  </a:moveTo>
                  <a:cubicBezTo>
                    <a:pt x="103" y="53028"/>
                    <a:pt x="69" y="53062"/>
                    <a:pt x="69" y="53096"/>
                  </a:cubicBezTo>
                  <a:lnTo>
                    <a:pt x="69" y="53233"/>
                  </a:lnTo>
                  <a:cubicBezTo>
                    <a:pt x="69" y="53267"/>
                    <a:pt x="103" y="53301"/>
                    <a:pt x="137" y="53301"/>
                  </a:cubicBezTo>
                  <a:cubicBezTo>
                    <a:pt x="205" y="53301"/>
                    <a:pt x="239" y="53267"/>
                    <a:pt x="239" y="53233"/>
                  </a:cubicBezTo>
                  <a:lnTo>
                    <a:pt x="239" y="53096"/>
                  </a:lnTo>
                  <a:cubicBezTo>
                    <a:pt x="239" y="53062"/>
                    <a:pt x="205" y="53028"/>
                    <a:pt x="137" y="53028"/>
                  </a:cubicBezTo>
                  <a:close/>
                  <a:moveTo>
                    <a:pt x="137" y="53608"/>
                  </a:moveTo>
                  <a:cubicBezTo>
                    <a:pt x="103" y="53608"/>
                    <a:pt x="69" y="53642"/>
                    <a:pt x="69" y="53677"/>
                  </a:cubicBezTo>
                  <a:lnTo>
                    <a:pt x="69" y="53779"/>
                  </a:lnTo>
                  <a:cubicBezTo>
                    <a:pt x="69" y="53847"/>
                    <a:pt x="103" y="53881"/>
                    <a:pt x="137" y="53881"/>
                  </a:cubicBezTo>
                  <a:cubicBezTo>
                    <a:pt x="171" y="53881"/>
                    <a:pt x="239" y="53847"/>
                    <a:pt x="239" y="53779"/>
                  </a:cubicBezTo>
                  <a:lnTo>
                    <a:pt x="239" y="53677"/>
                  </a:lnTo>
                  <a:cubicBezTo>
                    <a:pt x="239" y="53642"/>
                    <a:pt x="205" y="53608"/>
                    <a:pt x="137" y="53608"/>
                  </a:cubicBezTo>
                  <a:close/>
                  <a:moveTo>
                    <a:pt x="137" y="54154"/>
                  </a:moveTo>
                  <a:cubicBezTo>
                    <a:pt x="103" y="54154"/>
                    <a:pt x="69" y="54188"/>
                    <a:pt x="69" y="54257"/>
                  </a:cubicBezTo>
                  <a:lnTo>
                    <a:pt x="69" y="54359"/>
                  </a:lnTo>
                  <a:cubicBezTo>
                    <a:pt x="69" y="54427"/>
                    <a:pt x="103" y="54461"/>
                    <a:pt x="137" y="54461"/>
                  </a:cubicBezTo>
                  <a:cubicBezTo>
                    <a:pt x="171" y="54461"/>
                    <a:pt x="239" y="54427"/>
                    <a:pt x="239" y="54359"/>
                  </a:cubicBezTo>
                  <a:lnTo>
                    <a:pt x="239" y="54257"/>
                  </a:lnTo>
                  <a:cubicBezTo>
                    <a:pt x="239" y="54188"/>
                    <a:pt x="171" y="54154"/>
                    <a:pt x="137" y="54154"/>
                  </a:cubicBezTo>
                  <a:close/>
                  <a:moveTo>
                    <a:pt x="137" y="54734"/>
                  </a:moveTo>
                  <a:cubicBezTo>
                    <a:pt x="103" y="54734"/>
                    <a:pt x="69" y="54769"/>
                    <a:pt x="69" y="54837"/>
                  </a:cubicBezTo>
                  <a:lnTo>
                    <a:pt x="69" y="54939"/>
                  </a:lnTo>
                  <a:cubicBezTo>
                    <a:pt x="69" y="54973"/>
                    <a:pt x="103" y="55007"/>
                    <a:pt x="137" y="55007"/>
                  </a:cubicBezTo>
                  <a:cubicBezTo>
                    <a:pt x="171" y="55007"/>
                    <a:pt x="239" y="54973"/>
                    <a:pt x="239" y="54939"/>
                  </a:cubicBezTo>
                  <a:lnTo>
                    <a:pt x="239" y="54837"/>
                  </a:lnTo>
                  <a:cubicBezTo>
                    <a:pt x="239" y="54769"/>
                    <a:pt x="171" y="54734"/>
                    <a:pt x="137" y="54734"/>
                  </a:cubicBezTo>
                  <a:close/>
                  <a:moveTo>
                    <a:pt x="137" y="55314"/>
                  </a:moveTo>
                  <a:cubicBezTo>
                    <a:pt x="103" y="55314"/>
                    <a:pt x="69" y="55349"/>
                    <a:pt x="69" y="55383"/>
                  </a:cubicBezTo>
                  <a:lnTo>
                    <a:pt x="69" y="55519"/>
                  </a:lnTo>
                  <a:cubicBezTo>
                    <a:pt x="69" y="55553"/>
                    <a:pt x="103" y="55587"/>
                    <a:pt x="137" y="55587"/>
                  </a:cubicBezTo>
                  <a:cubicBezTo>
                    <a:pt x="171" y="55587"/>
                    <a:pt x="239" y="55553"/>
                    <a:pt x="239" y="55519"/>
                  </a:cubicBezTo>
                  <a:lnTo>
                    <a:pt x="239" y="55383"/>
                  </a:lnTo>
                  <a:cubicBezTo>
                    <a:pt x="239" y="55349"/>
                    <a:pt x="171" y="55314"/>
                    <a:pt x="137" y="55314"/>
                  </a:cubicBezTo>
                  <a:close/>
                  <a:moveTo>
                    <a:pt x="137" y="55895"/>
                  </a:moveTo>
                  <a:cubicBezTo>
                    <a:pt x="103" y="55895"/>
                    <a:pt x="34" y="55929"/>
                    <a:pt x="34" y="55963"/>
                  </a:cubicBezTo>
                  <a:lnTo>
                    <a:pt x="34" y="56065"/>
                  </a:lnTo>
                  <a:cubicBezTo>
                    <a:pt x="34" y="56133"/>
                    <a:pt x="103" y="56168"/>
                    <a:pt x="137" y="56168"/>
                  </a:cubicBezTo>
                  <a:cubicBezTo>
                    <a:pt x="171" y="56168"/>
                    <a:pt x="239" y="56133"/>
                    <a:pt x="239" y="56065"/>
                  </a:cubicBezTo>
                  <a:lnTo>
                    <a:pt x="239" y="55963"/>
                  </a:lnTo>
                  <a:cubicBezTo>
                    <a:pt x="239" y="55929"/>
                    <a:pt x="171" y="55895"/>
                    <a:pt x="137" y="55895"/>
                  </a:cubicBezTo>
                  <a:close/>
                  <a:moveTo>
                    <a:pt x="137" y="56441"/>
                  </a:moveTo>
                  <a:cubicBezTo>
                    <a:pt x="103" y="56441"/>
                    <a:pt x="34" y="56509"/>
                    <a:pt x="34" y="56543"/>
                  </a:cubicBezTo>
                  <a:lnTo>
                    <a:pt x="34" y="56645"/>
                  </a:lnTo>
                  <a:cubicBezTo>
                    <a:pt x="34" y="56714"/>
                    <a:pt x="103" y="56748"/>
                    <a:pt x="137" y="56748"/>
                  </a:cubicBezTo>
                  <a:cubicBezTo>
                    <a:pt x="171" y="56748"/>
                    <a:pt x="205" y="56714"/>
                    <a:pt x="205" y="56645"/>
                  </a:cubicBezTo>
                  <a:lnTo>
                    <a:pt x="205" y="56543"/>
                  </a:lnTo>
                  <a:cubicBezTo>
                    <a:pt x="205" y="56509"/>
                    <a:pt x="171" y="56441"/>
                    <a:pt x="137" y="56441"/>
                  </a:cubicBezTo>
                  <a:close/>
                  <a:moveTo>
                    <a:pt x="137" y="57021"/>
                  </a:moveTo>
                  <a:cubicBezTo>
                    <a:pt x="103" y="57021"/>
                    <a:pt x="34" y="57055"/>
                    <a:pt x="34" y="57123"/>
                  </a:cubicBezTo>
                  <a:lnTo>
                    <a:pt x="34" y="57225"/>
                  </a:lnTo>
                  <a:cubicBezTo>
                    <a:pt x="34" y="57259"/>
                    <a:pt x="103" y="57328"/>
                    <a:pt x="137" y="57328"/>
                  </a:cubicBezTo>
                  <a:cubicBezTo>
                    <a:pt x="171" y="57328"/>
                    <a:pt x="205" y="57259"/>
                    <a:pt x="205" y="57225"/>
                  </a:cubicBezTo>
                  <a:lnTo>
                    <a:pt x="205" y="57123"/>
                  </a:lnTo>
                  <a:cubicBezTo>
                    <a:pt x="205" y="57055"/>
                    <a:pt x="171" y="57021"/>
                    <a:pt x="137" y="57021"/>
                  </a:cubicBezTo>
                  <a:close/>
                  <a:moveTo>
                    <a:pt x="137" y="57601"/>
                  </a:moveTo>
                  <a:cubicBezTo>
                    <a:pt x="103" y="57601"/>
                    <a:pt x="34" y="57635"/>
                    <a:pt x="34" y="57669"/>
                  </a:cubicBezTo>
                  <a:lnTo>
                    <a:pt x="34" y="57805"/>
                  </a:lnTo>
                  <a:cubicBezTo>
                    <a:pt x="34" y="57840"/>
                    <a:pt x="69" y="57874"/>
                    <a:pt x="137" y="57874"/>
                  </a:cubicBezTo>
                  <a:cubicBezTo>
                    <a:pt x="171" y="57874"/>
                    <a:pt x="205" y="57840"/>
                    <a:pt x="205" y="57805"/>
                  </a:cubicBezTo>
                  <a:lnTo>
                    <a:pt x="205" y="57669"/>
                  </a:lnTo>
                  <a:cubicBezTo>
                    <a:pt x="205" y="57635"/>
                    <a:pt x="171" y="57601"/>
                    <a:pt x="137" y="57601"/>
                  </a:cubicBezTo>
                  <a:close/>
                  <a:moveTo>
                    <a:pt x="137" y="58181"/>
                  </a:moveTo>
                  <a:cubicBezTo>
                    <a:pt x="69" y="58181"/>
                    <a:pt x="34" y="58215"/>
                    <a:pt x="34" y="58249"/>
                  </a:cubicBezTo>
                  <a:lnTo>
                    <a:pt x="34" y="58386"/>
                  </a:lnTo>
                  <a:cubicBezTo>
                    <a:pt x="34" y="58420"/>
                    <a:pt x="69" y="58454"/>
                    <a:pt x="137" y="58454"/>
                  </a:cubicBezTo>
                  <a:cubicBezTo>
                    <a:pt x="171" y="58454"/>
                    <a:pt x="205" y="58420"/>
                    <a:pt x="205" y="58386"/>
                  </a:cubicBezTo>
                  <a:lnTo>
                    <a:pt x="205" y="58249"/>
                  </a:lnTo>
                  <a:cubicBezTo>
                    <a:pt x="205" y="58215"/>
                    <a:pt x="171" y="58181"/>
                    <a:pt x="137" y="58181"/>
                  </a:cubicBezTo>
                  <a:close/>
                  <a:moveTo>
                    <a:pt x="137" y="58761"/>
                  </a:moveTo>
                  <a:cubicBezTo>
                    <a:pt x="69" y="58761"/>
                    <a:pt x="34" y="58795"/>
                    <a:pt x="34" y="58829"/>
                  </a:cubicBezTo>
                  <a:lnTo>
                    <a:pt x="34" y="58932"/>
                  </a:lnTo>
                  <a:cubicBezTo>
                    <a:pt x="34" y="59000"/>
                    <a:pt x="69" y="59034"/>
                    <a:pt x="137" y="59034"/>
                  </a:cubicBezTo>
                  <a:cubicBezTo>
                    <a:pt x="171" y="59034"/>
                    <a:pt x="205" y="59000"/>
                    <a:pt x="205" y="58932"/>
                  </a:cubicBezTo>
                  <a:lnTo>
                    <a:pt x="205" y="58829"/>
                  </a:lnTo>
                  <a:cubicBezTo>
                    <a:pt x="205" y="58795"/>
                    <a:pt x="171" y="58761"/>
                    <a:pt x="137" y="58761"/>
                  </a:cubicBezTo>
                  <a:close/>
                  <a:moveTo>
                    <a:pt x="137" y="59307"/>
                  </a:moveTo>
                  <a:cubicBezTo>
                    <a:pt x="69" y="59307"/>
                    <a:pt x="34" y="59341"/>
                    <a:pt x="34" y="59409"/>
                  </a:cubicBezTo>
                  <a:lnTo>
                    <a:pt x="34" y="59512"/>
                  </a:lnTo>
                  <a:cubicBezTo>
                    <a:pt x="34" y="59580"/>
                    <a:pt x="69" y="59614"/>
                    <a:pt x="137" y="59614"/>
                  </a:cubicBezTo>
                  <a:cubicBezTo>
                    <a:pt x="171" y="59614"/>
                    <a:pt x="205" y="59580"/>
                    <a:pt x="205" y="59512"/>
                  </a:cubicBezTo>
                  <a:lnTo>
                    <a:pt x="205" y="59409"/>
                  </a:lnTo>
                  <a:cubicBezTo>
                    <a:pt x="205" y="59341"/>
                    <a:pt x="171" y="59307"/>
                    <a:pt x="137" y="59307"/>
                  </a:cubicBezTo>
                  <a:close/>
                  <a:moveTo>
                    <a:pt x="137" y="59887"/>
                  </a:moveTo>
                  <a:cubicBezTo>
                    <a:pt x="69" y="59887"/>
                    <a:pt x="34" y="59921"/>
                    <a:pt x="34" y="59989"/>
                  </a:cubicBezTo>
                  <a:lnTo>
                    <a:pt x="34" y="60092"/>
                  </a:lnTo>
                  <a:cubicBezTo>
                    <a:pt x="34" y="60126"/>
                    <a:pt x="69" y="60160"/>
                    <a:pt x="137" y="60160"/>
                  </a:cubicBezTo>
                  <a:cubicBezTo>
                    <a:pt x="171" y="60160"/>
                    <a:pt x="205" y="60126"/>
                    <a:pt x="205" y="60092"/>
                  </a:cubicBezTo>
                  <a:lnTo>
                    <a:pt x="205" y="59989"/>
                  </a:lnTo>
                  <a:cubicBezTo>
                    <a:pt x="205" y="59921"/>
                    <a:pt x="171" y="59887"/>
                    <a:pt x="137" y="59887"/>
                  </a:cubicBezTo>
                  <a:close/>
                  <a:moveTo>
                    <a:pt x="137" y="60467"/>
                  </a:moveTo>
                  <a:cubicBezTo>
                    <a:pt x="69" y="60467"/>
                    <a:pt x="34" y="60501"/>
                    <a:pt x="34" y="60535"/>
                  </a:cubicBezTo>
                  <a:lnTo>
                    <a:pt x="34" y="60672"/>
                  </a:lnTo>
                  <a:cubicBezTo>
                    <a:pt x="34" y="60706"/>
                    <a:pt x="69" y="60740"/>
                    <a:pt x="137" y="60740"/>
                  </a:cubicBezTo>
                  <a:cubicBezTo>
                    <a:pt x="171" y="60740"/>
                    <a:pt x="205" y="60706"/>
                    <a:pt x="205" y="60672"/>
                  </a:cubicBezTo>
                  <a:lnTo>
                    <a:pt x="205" y="60535"/>
                  </a:lnTo>
                  <a:cubicBezTo>
                    <a:pt x="205" y="60501"/>
                    <a:pt x="171" y="60467"/>
                    <a:pt x="137" y="60467"/>
                  </a:cubicBezTo>
                  <a:close/>
                  <a:moveTo>
                    <a:pt x="137" y="61047"/>
                  </a:moveTo>
                  <a:cubicBezTo>
                    <a:pt x="69" y="61047"/>
                    <a:pt x="34" y="61081"/>
                    <a:pt x="34" y="61115"/>
                  </a:cubicBezTo>
                  <a:lnTo>
                    <a:pt x="34" y="61218"/>
                  </a:lnTo>
                  <a:cubicBezTo>
                    <a:pt x="34" y="61286"/>
                    <a:pt x="69" y="61320"/>
                    <a:pt x="137" y="61320"/>
                  </a:cubicBezTo>
                  <a:cubicBezTo>
                    <a:pt x="171" y="61320"/>
                    <a:pt x="205" y="61286"/>
                    <a:pt x="205" y="61218"/>
                  </a:cubicBezTo>
                  <a:lnTo>
                    <a:pt x="205" y="61115"/>
                  </a:lnTo>
                  <a:cubicBezTo>
                    <a:pt x="205" y="61081"/>
                    <a:pt x="171" y="61047"/>
                    <a:pt x="137" y="61047"/>
                  </a:cubicBezTo>
                  <a:close/>
                  <a:moveTo>
                    <a:pt x="137" y="61593"/>
                  </a:moveTo>
                  <a:cubicBezTo>
                    <a:pt x="69" y="61593"/>
                    <a:pt x="34" y="61661"/>
                    <a:pt x="34" y="61695"/>
                  </a:cubicBezTo>
                  <a:lnTo>
                    <a:pt x="34" y="61798"/>
                  </a:lnTo>
                  <a:cubicBezTo>
                    <a:pt x="34" y="61866"/>
                    <a:pt x="69" y="61900"/>
                    <a:pt x="137" y="61900"/>
                  </a:cubicBezTo>
                  <a:cubicBezTo>
                    <a:pt x="171" y="61900"/>
                    <a:pt x="205" y="61866"/>
                    <a:pt x="205" y="61798"/>
                  </a:cubicBezTo>
                  <a:lnTo>
                    <a:pt x="205" y="61695"/>
                  </a:lnTo>
                  <a:cubicBezTo>
                    <a:pt x="205" y="61661"/>
                    <a:pt x="171" y="61593"/>
                    <a:pt x="137" y="61593"/>
                  </a:cubicBezTo>
                  <a:close/>
                  <a:moveTo>
                    <a:pt x="137" y="62173"/>
                  </a:moveTo>
                  <a:cubicBezTo>
                    <a:pt x="69" y="62173"/>
                    <a:pt x="34" y="62207"/>
                    <a:pt x="34" y="62276"/>
                  </a:cubicBezTo>
                  <a:lnTo>
                    <a:pt x="34" y="62378"/>
                  </a:lnTo>
                  <a:cubicBezTo>
                    <a:pt x="34" y="62412"/>
                    <a:pt x="69" y="62480"/>
                    <a:pt x="137" y="62480"/>
                  </a:cubicBezTo>
                  <a:cubicBezTo>
                    <a:pt x="171" y="62480"/>
                    <a:pt x="205" y="62412"/>
                    <a:pt x="205" y="62378"/>
                  </a:cubicBezTo>
                  <a:lnTo>
                    <a:pt x="205" y="62276"/>
                  </a:lnTo>
                  <a:cubicBezTo>
                    <a:pt x="205" y="62207"/>
                    <a:pt x="171" y="62173"/>
                    <a:pt x="137" y="62173"/>
                  </a:cubicBezTo>
                  <a:close/>
                  <a:moveTo>
                    <a:pt x="137" y="62753"/>
                  </a:moveTo>
                  <a:cubicBezTo>
                    <a:pt x="69" y="62753"/>
                    <a:pt x="34" y="62787"/>
                    <a:pt x="34" y="62822"/>
                  </a:cubicBezTo>
                  <a:lnTo>
                    <a:pt x="34" y="62958"/>
                  </a:lnTo>
                  <a:cubicBezTo>
                    <a:pt x="34" y="62992"/>
                    <a:pt x="69" y="63026"/>
                    <a:pt x="137" y="63026"/>
                  </a:cubicBezTo>
                  <a:cubicBezTo>
                    <a:pt x="171" y="63026"/>
                    <a:pt x="205" y="62992"/>
                    <a:pt x="205" y="62958"/>
                  </a:cubicBezTo>
                  <a:lnTo>
                    <a:pt x="205" y="62822"/>
                  </a:lnTo>
                  <a:cubicBezTo>
                    <a:pt x="205" y="62787"/>
                    <a:pt x="171" y="62753"/>
                    <a:pt x="137" y="62753"/>
                  </a:cubicBezTo>
                  <a:close/>
                  <a:moveTo>
                    <a:pt x="137" y="63333"/>
                  </a:moveTo>
                  <a:cubicBezTo>
                    <a:pt x="69" y="63333"/>
                    <a:pt x="34" y="63368"/>
                    <a:pt x="34" y="63402"/>
                  </a:cubicBezTo>
                  <a:lnTo>
                    <a:pt x="34" y="63538"/>
                  </a:lnTo>
                  <a:cubicBezTo>
                    <a:pt x="34" y="63572"/>
                    <a:pt x="69" y="63606"/>
                    <a:pt x="137" y="63606"/>
                  </a:cubicBezTo>
                  <a:cubicBezTo>
                    <a:pt x="171" y="63606"/>
                    <a:pt x="205" y="63572"/>
                    <a:pt x="205" y="63538"/>
                  </a:cubicBezTo>
                  <a:lnTo>
                    <a:pt x="205" y="63402"/>
                  </a:lnTo>
                  <a:cubicBezTo>
                    <a:pt x="205" y="63368"/>
                    <a:pt x="171" y="63333"/>
                    <a:pt x="137" y="63333"/>
                  </a:cubicBezTo>
                  <a:close/>
                  <a:moveTo>
                    <a:pt x="137" y="63914"/>
                  </a:moveTo>
                  <a:cubicBezTo>
                    <a:pt x="69" y="63914"/>
                    <a:pt x="34" y="63948"/>
                    <a:pt x="34" y="63982"/>
                  </a:cubicBezTo>
                  <a:lnTo>
                    <a:pt x="34" y="64084"/>
                  </a:lnTo>
                  <a:cubicBezTo>
                    <a:pt x="34" y="64152"/>
                    <a:pt x="69" y="64186"/>
                    <a:pt x="137" y="64186"/>
                  </a:cubicBezTo>
                  <a:cubicBezTo>
                    <a:pt x="171" y="64186"/>
                    <a:pt x="205" y="64152"/>
                    <a:pt x="205" y="64084"/>
                  </a:cubicBezTo>
                  <a:lnTo>
                    <a:pt x="205" y="63982"/>
                  </a:lnTo>
                  <a:cubicBezTo>
                    <a:pt x="205" y="63948"/>
                    <a:pt x="171" y="63914"/>
                    <a:pt x="137" y="63914"/>
                  </a:cubicBezTo>
                  <a:close/>
                  <a:moveTo>
                    <a:pt x="137" y="64459"/>
                  </a:moveTo>
                  <a:cubicBezTo>
                    <a:pt x="69" y="64459"/>
                    <a:pt x="34" y="64494"/>
                    <a:pt x="34" y="64562"/>
                  </a:cubicBezTo>
                  <a:lnTo>
                    <a:pt x="34" y="64664"/>
                  </a:lnTo>
                  <a:cubicBezTo>
                    <a:pt x="34" y="64732"/>
                    <a:pt x="69" y="64767"/>
                    <a:pt x="137" y="64767"/>
                  </a:cubicBezTo>
                  <a:cubicBezTo>
                    <a:pt x="171" y="64767"/>
                    <a:pt x="205" y="64732"/>
                    <a:pt x="205" y="64664"/>
                  </a:cubicBezTo>
                  <a:lnTo>
                    <a:pt x="205" y="64562"/>
                  </a:lnTo>
                  <a:cubicBezTo>
                    <a:pt x="205" y="64494"/>
                    <a:pt x="171" y="64459"/>
                    <a:pt x="137" y="64459"/>
                  </a:cubicBezTo>
                  <a:close/>
                  <a:moveTo>
                    <a:pt x="137" y="65040"/>
                  </a:moveTo>
                  <a:cubicBezTo>
                    <a:pt x="69" y="65040"/>
                    <a:pt x="34" y="65074"/>
                    <a:pt x="34" y="65142"/>
                  </a:cubicBezTo>
                  <a:lnTo>
                    <a:pt x="34" y="65244"/>
                  </a:lnTo>
                  <a:cubicBezTo>
                    <a:pt x="34" y="65278"/>
                    <a:pt x="69" y="65313"/>
                    <a:pt x="137" y="65313"/>
                  </a:cubicBezTo>
                  <a:cubicBezTo>
                    <a:pt x="171" y="65313"/>
                    <a:pt x="205" y="65278"/>
                    <a:pt x="205" y="65244"/>
                  </a:cubicBezTo>
                  <a:lnTo>
                    <a:pt x="205" y="65142"/>
                  </a:lnTo>
                  <a:cubicBezTo>
                    <a:pt x="205" y="65074"/>
                    <a:pt x="171" y="65040"/>
                    <a:pt x="137" y="65040"/>
                  </a:cubicBezTo>
                  <a:close/>
                  <a:moveTo>
                    <a:pt x="103" y="65620"/>
                  </a:moveTo>
                  <a:cubicBezTo>
                    <a:pt x="69" y="65620"/>
                    <a:pt x="34" y="65654"/>
                    <a:pt x="34" y="65688"/>
                  </a:cubicBezTo>
                  <a:lnTo>
                    <a:pt x="34" y="65824"/>
                  </a:lnTo>
                  <a:cubicBezTo>
                    <a:pt x="34" y="65859"/>
                    <a:pt x="69" y="65893"/>
                    <a:pt x="103" y="65893"/>
                  </a:cubicBezTo>
                  <a:cubicBezTo>
                    <a:pt x="171" y="65893"/>
                    <a:pt x="205" y="65859"/>
                    <a:pt x="205" y="65824"/>
                  </a:cubicBezTo>
                  <a:lnTo>
                    <a:pt x="205" y="65688"/>
                  </a:lnTo>
                  <a:cubicBezTo>
                    <a:pt x="205" y="65654"/>
                    <a:pt x="171" y="65620"/>
                    <a:pt x="137" y="65620"/>
                  </a:cubicBezTo>
                  <a:close/>
                  <a:moveTo>
                    <a:pt x="103" y="66200"/>
                  </a:moveTo>
                  <a:cubicBezTo>
                    <a:pt x="69" y="66200"/>
                    <a:pt x="34" y="66234"/>
                    <a:pt x="34" y="66268"/>
                  </a:cubicBezTo>
                  <a:lnTo>
                    <a:pt x="34" y="66370"/>
                  </a:lnTo>
                  <a:cubicBezTo>
                    <a:pt x="34" y="66439"/>
                    <a:pt x="69" y="66473"/>
                    <a:pt x="103" y="66473"/>
                  </a:cubicBezTo>
                  <a:cubicBezTo>
                    <a:pt x="171" y="66473"/>
                    <a:pt x="205" y="66439"/>
                    <a:pt x="205" y="66370"/>
                  </a:cubicBezTo>
                  <a:lnTo>
                    <a:pt x="205" y="66268"/>
                  </a:lnTo>
                  <a:cubicBezTo>
                    <a:pt x="205" y="66234"/>
                    <a:pt x="171" y="66200"/>
                    <a:pt x="103" y="66200"/>
                  </a:cubicBezTo>
                  <a:close/>
                  <a:moveTo>
                    <a:pt x="103" y="66746"/>
                  </a:moveTo>
                  <a:cubicBezTo>
                    <a:pt x="69" y="66746"/>
                    <a:pt x="34" y="66814"/>
                    <a:pt x="34" y="66848"/>
                  </a:cubicBezTo>
                  <a:lnTo>
                    <a:pt x="34" y="66950"/>
                  </a:lnTo>
                  <a:cubicBezTo>
                    <a:pt x="34" y="67019"/>
                    <a:pt x="69" y="67053"/>
                    <a:pt x="103" y="67053"/>
                  </a:cubicBezTo>
                  <a:cubicBezTo>
                    <a:pt x="171" y="67053"/>
                    <a:pt x="205" y="67019"/>
                    <a:pt x="205" y="66950"/>
                  </a:cubicBezTo>
                  <a:lnTo>
                    <a:pt x="205" y="66848"/>
                  </a:lnTo>
                  <a:cubicBezTo>
                    <a:pt x="205" y="66814"/>
                    <a:pt x="171" y="66746"/>
                    <a:pt x="103" y="66746"/>
                  </a:cubicBezTo>
                  <a:close/>
                  <a:moveTo>
                    <a:pt x="103" y="67326"/>
                  </a:moveTo>
                  <a:cubicBezTo>
                    <a:pt x="69" y="67326"/>
                    <a:pt x="34" y="67360"/>
                    <a:pt x="34" y="67428"/>
                  </a:cubicBezTo>
                  <a:lnTo>
                    <a:pt x="34" y="67531"/>
                  </a:lnTo>
                  <a:cubicBezTo>
                    <a:pt x="34" y="67565"/>
                    <a:pt x="69" y="67633"/>
                    <a:pt x="103" y="67633"/>
                  </a:cubicBezTo>
                  <a:cubicBezTo>
                    <a:pt x="171" y="67633"/>
                    <a:pt x="205" y="67565"/>
                    <a:pt x="205" y="67531"/>
                  </a:cubicBezTo>
                  <a:lnTo>
                    <a:pt x="205" y="67428"/>
                  </a:lnTo>
                  <a:cubicBezTo>
                    <a:pt x="205" y="67360"/>
                    <a:pt x="171" y="67326"/>
                    <a:pt x="103" y="67326"/>
                  </a:cubicBezTo>
                  <a:close/>
                  <a:moveTo>
                    <a:pt x="103" y="67906"/>
                  </a:moveTo>
                  <a:cubicBezTo>
                    <a:pt x="69" y="67906"/>
                    <a:pt x="34" y="67940"/>
                    <a:pt x="34" y="67974"/>
                  </a:cubicBezTo>
                  <a:lnTo>
                    <a:pt x="34" y="68111"/>
                  </a:lnTo>
                  <a:cubicBezTo>
                    <a:pt x="34" y="68145"/>
                    <a:pt x="69" y="68179"/>
                    <a:pt x="103" y="68179"/>
                  </a:cubicBezTo>
                  <a:cubicBezTo>
                    <a:pt x="171" y="68179"/>
                    <a:pt x="205" y="68145"/>
                    <a:pt x="205" y="68111"/>
                  </a:cubicBezTo>
                  <a:lnTo>
                    <a:pt x="205" y="67974"/>
                  </a:lnTo>
                  <a:cubicBezTo>
                    <a:pt x="205" y="67940"/>
                    <a:pt x="171" y="67906"/>
                    <a:pt x="103" y="67906"/>
                  </a:cubicBezTo>
                  <a:close/>
                  <a:moveTo>
                    <a:pt x="103" y="68486"/>
                  </a:moveTo>
                  <a:cubicBezTo>
                    <a:pt x="69" y="68486"/>
                    <a:pt x="34" y="68520"/>
                    <a:pt x="34" y="68554"/>
                  </a:cubicBezTo>
                  <a:lnTo>
                    <a:pt x="34" y="68691"/>
                  </a:lnTo>
                  <a:cubicBezTo>
                    <a:pt x="34" y="68725"/>
                    <a:pt x="69" y="68759"/>
                    <a:pt x="103" y="68759"/>
                  </a:cubicBezTo>
                  <a:cubicBezTo>
                    <a:pt x="171" y="68759"/>
                    <a:pt x="205" y="68725"/>
                    <a:pt x="205" y="68691"/>
                  </a:cubicBezTo>
                  <a:lnTo>
                    <a:pt x="205" y="68554"/>
                  </a:lnTo>
                  <a:cubicBezTo>
                    <a:pt x="205" y="68520"/>
                    <a:pt x="171" y="68486"/>
                    <a:pt x="103" y="68486"/>
                  </a:cubicBezTo>
                  <a:close/>
                  <a:moveTo>
                    <a:pt x="103" y="69066"/>
                  </a:moveTo>
                  <a:cubicBezTo>
                    <a:pt x="69" y="69066"/>
                    <a:pt x="34" y="69100"/>
                    <a:pt x="34" y="69134"/>
                  </a:cubicBezTo>
                  <a:lnTo>
                    <a:pt x="34" y="69237"/>
                  </a:lnTo>
                  <a:cubicBezTo>
                    <a:pt x="34" y="69305"/>
                    <a:pt x="69" y="69339"/>
                    <a:pt x="103" y="69339"/>
                  </a:cubicBezTo>
                  <a:cubicBezTo>
                    <a:pt x="171" y="69339"/>
                    <a:pt x="205" y="69305"/>
                    <a:pt x="205" y="69237"/>
                  </a:cubicBezTo>
                  <a:lnTo>
                    <a:pt x="205" y="69134"/>
                  </a:lnTo>
                  <a:cubicBezTo>
                    <a:pt x="205" y="69100"/>
                    <a:pt x="171" y="69066"/>
                    <a:pt x="103" y="69066"/>
                  </a:cubicBezTo>
                  <a:close/>
                  <a:moveTo>
                    <a:pt x="103" y="69612"/>
                  </a:moveTo>
                  <a:cubicBezTo>
                    <a:pt x="69" y="69612"/>
                    <a:pt x="34" y="69646"/>
                    <a:pt x="34" y="69714"/>
                  </a:cubicBezTo>
                  <a:lnTo>
                    <a:pt x="34" y="69817"/>
                  </a:lnTo>
                  <a:cubicBezTo>
                    <a:pt x="34" y="69885"/>
                    <a:pt x="69" y="69919"/>
                    <a:pt x="103" y="69919"/>
                  </a:cubicBezTo>
                  <a:cubicBezTo>
                    <a:pt x="171" y="69919"/>
                    <a:pt x="205" y="69885"/>
                    <a:pt x="205" y="69817"/>
                  </a:cubicBezTo>
                  <a:lnTo>
                    <a:pt x="205" y="69714"/>
                  </a:lnTo>
                  <a:cubicBezTo>
                    <a:pt x="205" y="69646"/>
                    <a:pt x="171" y="69612"/>
                    <a:pt x="103" y="69612"/>
                  </a:cubicBezTo>
                  <a:close/>
                  <a:moveTo>
                    <a:pt x="103" y="70192"/>
                  </a:moveTo>
                  <a:cubicBezTo>
                    <a:pt x="69" y="70192"/>
                    <a:pt x="34" y="70226"/>
                    <a:pt x="34" y="70295"/>
                  </a:cubicBezTo>
                  <a:lnTo>
                    <a:pt x="34" y="70397"/>
                  </a:lnTo>
                  <a:cubicBezTo>
                    <a:pt x="34" y="70431"/>
                    <a:pt x="69" y="70465"/>
                    <a:pt x="103" y="70465"/>
                  </a:cubicBezTo>
                  <a:cubicBezTo>
                    <a:pt x="171" y="70465"/>
                    <a:pt x="205" y="70431"/>
                    <a:pt x="205" y="70397"/>
                  </a:cubicBezTo>
                  <a:lnTo>
                    <a:pt x="205" y="70295"/>
                  </a:lnTo>
                  <a:cubicBezTo>
                    <a:pt x="205" y="70226"/>
                    <a:pt x="171" y="70192"/>
                    <a:pt x="103" y="70192"/>
                  </a:cubicBezTo>
                  <a:close/>
                  <a:moveTo>
                    <a:pt x="103" y="70772"/>
                  </a:moveTo>
                  <a:cubicBezTo>
                    <a:pt x="69" y="70772"/>
                    <a:pt x="34" y="70806"/>
                    <a:pt x="34" y="70840"/>
                  </a:cubicBezTo>
                  <a:lnTo>
                    <a:pt x="34" y="70977"/>
                  </a:lnTo>
                  <a:cubicBezTo>
                    <a:pt x="34" y="71011"/>
                    <a:pt x="69" y="71045"/>
                    <a:pt x="103" y="71045"/>
                  </a:cubicBezTo>
                  <a:cubicBezTo>
                    <a:pt x="171" y="71045"/>
                    <a:pt x="205" y="71011"/>
                    <a:pt x="205" y="70977"/>
                  </a:cubicBezTo>
                  <a:lnTo>
                    <a:pt x="205" y="70840"/>
                  </a:lnTo>
                  <a:cubicBezTo>
                    <a:pt x="205" y="70806"/>
                    <a:pt x="171" y="70772"/>
                    <a:pt x="103" y="70772"/>
                  </a:cubicBezTo>
                  <a:close/>
                  <a:moveTo>
                    <a:pt x="103" y="71352"/>
                  </a:moveTo>
                  <a:cubicBezTo>
                    <a:pt x="69" y="71352"/>
                    <a:pt x="34" y="71386"/>
                    <a:pt x="34" y="71421"/>
                  </a:cubicBezTo>
                  <a:lnTo>
                    <a:pt x="34" y="71523"/>
                  </a:lnTo>
                  <a:cubicBezTo>
                    <a:pt x="34" y="71591"/>
                    <a:pt x="69" y="71625"/>
                    <a:pt x="103" y="71625"/>
                  </a:cubicBezTo>
                  <a:cubicBezTo>
                    <a:pt x="171" y="71625"/>
                    <a:pt x="205" y="71591"/>
                    <a:pt x="205" y="71523"/>
                  </a:cubicBezTo>
                  <a:lnTo>
                    <a:pt x="205" y="71421"/>
                  </a:lnTo>
                  <a:cubicBezTo>
                    <a:pt x="205" y="71386"/>
                    <a:pt x="171" y="71352"/>
                    <a:pt x="103" y="71352"/>
                  </a:cubicBezTo>
                  <a:close/>
                  <a:moveTo>
                    <a:pt x="103" y="71898"/>
                  </a:moveTo>
                  <a:cubicBezTo>
                    <a:pt x="69" y="71898"/>
                    <a:pt x="34" y="71967"/>
                    <a:pt x="34" y="72001"/>
                  </a:cubicBezTo>
                  <a:lnTo>
                    <a:pt x="34" y="72103"/>
                  </a:lnTo>
                  <a:cubicBezTo>
                    <a:pt x="34" y="72171"/>
                    <a:pt x="69" y="72205"/>
                    <a:pt x="103" y="72205"/>
                  </a:cubicBezTo>
                  <a:cubicBezTo>
                    <a:pt x="171" y="72205"/>
                    <a:pt x="205" y="72171"/>
                    <a:pt x="205" y="72103"/>
                  </a:cubicBezTo>
                  <a:lnTo>
                    <a:pt x="205" y="72001"/>
                  </a:lnTo>
                  <a:cubicBezTo>
                    <a:pt x="205" y="71967"/>
                    <a:pt x="171" y="71898"/>
                    <a:pt x="103" y="71898"/>
                  </a:cubicBezTo>
                  <a:close/>
                  <a:moveTo>
                    <a:pt x="103" y="72478"/>
                  </a:moveTo>
                  <a:cubicBezTo>
                    <a:pt x="69" y="72478"/>
                    <a:pt x="34" y="72513"/>
                    <a:pt x="34" y="72581"/>
                  </a:cubicBezTo>
                  <a:lnTo>
                    <a:pt x="34" y="72683"/>
                  </a:lnTo>
                  <a:cubicBezTo>
                    <a:pt x="34" y="72717"/>
                    <a:pt x="69" y="72786"/>
                    <a:pt x="103" y="72786"/>
                  </a:cubicBezTo>
                  <a:cubicBezTo>
                    <a:pt x="137" y="72786"/>
                    <a:pt x="205" y="72717"/>
                    <a:pt x="205" y="72683"/>
                  </a:cubicBezTo>
                  <a:lnTo>
                    <a:pt x="205" y="72581"/>
                  </a:lnTo>
                  <a:cubicBezTo>
                    <a:pt x="205" y="72513"/>
                    <a:pt x="171" y="72478"/>
                    <a:pt x="103" y="72478"/>
                  </a:cubicBezTo>
                  <a:close/>
                  <a:moveTo>
                    <a:pt x="103" y="73058"/>
                  </a:moveTo>
                  <a:cubicBezTo>
                    <a:pt x="69" y="73058"/>
                    <a:pt x="34" y="73093"/>
                    <a:pt x="34" y="73127"/>
                  </a:cubicBezTo>
                  <a:lnTo>
                    <a:pt x="34" y="73263"/>
                  </a:lnTo>
                  <a:cubicBezTo>
                    <a:pt x="34" y="73297"/>
                    <a:pt x="69" y="73331"/>
                    <a:pt x="103" y="73331"/>
                  </a:cubicBezTo>
                  <a:cubicBezTo>
                    <a:pt x="137" y="73331"/>
                    <a:pt x="205" y="73297"/>
                    <a:pt x="205" y="73263"/>
                  </a:cubicBezTo>
                  <a:lnTo>
                    <a:pt x="205" y="73127"/>
                  </a:lnTo>
                  <a:cubicBezTo>
                    <a:pt x="205" y="73093"/>
                    <a:pt x="137" y="73058"/>
                    <a:pt x="103" y="73058"/>
                  </a:cubicBezTo>
                  <a:close/>
                  <a:moveTo>
                    <a:pt x="103" y="73639"/>
                  </a:moveTo>
                  <a:cubicBezTo>
                    <a:pt x="69" y="73639"/>
                    <a:pt x="34" y="73673"/>
                    <a:pt x="34" y="73707"/>
                  </a:cubicBezTo>
                  <a:lnTo>
                    <a:pt x="34" y="73843"/>
                  </a:lnTo>
                  <a:cubicBezTo>
                    <a:pt x="34" y="73877"/>
                    <a:pt x="69" y="73912"/>
                    <a:pt x="103" y="73912"/>
                  </a:cubicBezTo>
                  <a:cubicBezTo>
                    <a:pt x="137" y="73912"/>
                    <a:pt x="205" y="73877"/>
                    <a:pt x="205" y="73843"/>
                  </a:cubicBezTo>
                  <a:lnTo>
                    <a:pt x="205" y="73707"/>
                  </a:lnTo>
                  <a:cubicBezTo>
                    <a:pt x="205" y="73673"/>
                    <a:pt x="137" y="73639"/>
                    <a:pt x="103" y="73639"/>
                  </a:cubicBezTo>
                  <a:close/>
                  <a:moveTo>
                    <a:pt x="103" y="74185"/>
                  </a:moveTo>
                  <a:cubicBezTo>
                    <a:pt x="69" y="74185"/>
                    <a:pt x="34" y="74253"/>
                    <a:pt x="34" y="74287"/>
                  </a:cubicBezTo>
                  <a:lnTo>
                    <a:pt x="34" y="74389"/>
                  </a:lnTo>
                  <a:cubicBezTo>
                    <a:pt x="34" y="74458"/>
                    <a:pt x="69" y="74492"/>
                    <a:pt x="103" y="74492"/>
                  </a:cubicBezTo>
                  <a:cubicBezTo>
                    <a:pt x="137" y="74492"/>
                    <a:pt x="205" y="74458"/>
                    <a:pt x="205" y="74389"/>
                  </a:cubicBezTo>
                  <a:lnTo>
                    <a:pt x="205" y="74287"/>
                  </a:lnTo>
                  <a:cubicBezTo>
                    <a:pt x="205" y="74253"/>
                    <a:pt x="137" y="74185"/>
                    <a:pt x="103" y="74185"/>
                  </a:cubicBezTo>
                  <a:close/>
                  <a:moveTo>
                    <a:pt x="103" y="74765"/>
                  </a:moveTo>
                  <a:cubicBezTo>
                    <a:pt x="69" y="74765"/>
                    <a:pt x="0" y="74799"/>
                    <a:pt x="0" y="74867"/>
                  </a:cubicBezTo>
                  <a:lnTo>
                    <a:pt x="0" y="74969"/>
                  </a:lnTo>
                  <a:cubicBezTo>
                    <a:pt x="0" y="75038"/>
                    <a:pt x="69" y="75072"/>
                    <a:pt x="103" y="75072"/>
                  </a:cubicBezTo>
                  <a:cubicBezTo>
                    <a:pt x="137" y="75072"/>
                    <a:pt x="205" y="75038"/>
                    <a:pt x="205" y="74969"/>
                  </a:cubicBezTo>
                  <a:lnTo>
                    <a:pt x="205" y="74867"/>
                  </a:lnTo>
                  <a:cubicBezTo>
                    <a:pt x="205" y="74799"/>
                    <a:pt x="137" y="74765"/>
                    <a:pt x="103" y="74765"/>
                  </a:cubicBezTo>
                  <a:close/>
                  <a:moveTo>
                    <a:pt x="103" y="75345"/>
                  </a:moveTo>
                  <a:cubicBezTo>
                    <a:pt x="69" y="75345"/>
                    <a:pt x="0" y="75379"/>
                    <a:pt x="0" y="75447"/>
                  </a:cubicBezTo>
                  <a:lnTo>
                    <a:pt x="0" y="75549"/>
                  </a:lnTo>
                  <a:cubicBezTo>
                    <a:pt x="0" y="75584"/>
                    <a:pt x="69" y="75618"/>
                    <a:pt x="103" y="75618"/>
                  </a:cubicBezTo>
                  <a:cubicBezTo>
                    <a:pt x="137" y="75618"/>
                    <a:pt x="171" y="75584"/>
                    <a:pt x="171" y="75549"/>
                  </a:cubicBezTo>
                  <a:lnTo>
                    <a:pt x="205" y="75447"/>
                  </a:lnTo>
                  <a:cubicBezTo>
                    <a:pt x="205" y="75379"/>
                    <a:pt x="137" y="75345"/>
                    <a:pt x="103" y="75345"/>
                  </a:cubicBezTo>
                  <a:close/>
                  <a:moveTo>
                    <a:pt x="103" y="75925"/>
                  </a:moveTo>
                  <a:cubicBezTo>
                    <a:pt x="69" y="75925"/>
                    <a:pt x="0" y="75959"/>
                    <a:pt x="0" y="75993"/>
                  </a:cubicBezTo>
                  <a:lnTo>
                    <a:pt x="0" y="76130"/>
                  </a:lnTo>
                  <a:cubicBezTo>
                    <a:pt x="0" y="76164"/>
                    <a:pt x="69" y="76198"/>
                    <a:pt x="103" y="76198"/>
                  </a:cubicBezTo>
                  <a:cubicBezTo>
                    <a:pt x="137" y="76198"/>
                    <a:pt x="171" y="76164"/>
                    <a:pt x="171" y="76130"/>
                  </a:cubicBezTo>
                  <a:lnTo>
                    <a:pt x="171" y="75993"/>
                  </a:lnTo>
                  <a:cubicBezTo>
                    <a:pt x="171" y="75959"/>
                    <a:pt x="137" y="75925"/>
                    <a:pt x="103" y="75925"/>
                  </a:cubicBezTo>
                  <a:close/>
                  <a:moveTo>
                    <a:pt x="103" y="76505"/>
                  </a:moveTo>
                  <a:cubicBezTo>
                    <a:pt x="69" y="76505"/>
                    <a:pt x="0" y="76539"/>
                    <a:pt x="0" y="76573"/>
                  </a:cubicBezTo>
                  <a:lnTo>
                    <a:pt x="0" y="76676"/>
                  </a:lnTo>
                  <a:cubicBezTo>
                    <a:pt x="0" y="76744"/>
                    <a:pt x="69" y="76778"/>
                    <a:pt x="103" y="76778"/>
                  </a:cubicBezTo>
                  <a:cubicBezTo>
                    <a:pt x="137" y="76778"/>
                    <a:pt x="171" y="76744"/>
                    <a:pt x="171" y="76676"/>
                  </a:cubicBezTo>
                  <a:lnTo>
                    <a:pt x="171" y="76573"/>
                  </a:lnTo>
                  <a:cubicBezTo>
                    <a:pt x="171" y="76539"/>
                    <a:pt x="137" y="76505"/>
                    <a:pt x="103" y="76505"/>
                  </a:cubicBezTo>
                  <a:close/>
                  <a:moveTo>
                    <a:pt x="103" y="77051"/>
                  </a:moveTo>
                  <a:cubicBezTo>
                    <a:pt x="69" y="77051"/>
                    <a:pt x="0" y="77119"/>
                    <a:pt x="0" y="77153"/>
                  </a:cubicBezTo>
                  <a:lnTo>
                    <a:pt x="0" y="77256"/>
                  </a:lnTo>
                  <a:cubicBezTo>
                    <a:pt x="0" y="77324"/>
                    <a:pt x="34" y="77358"/>
                    <a:pt x="103" y="77358"/>
                  </a:cubicBezTo>
                  <a:cubicBezTo>
                    <a:pt x="137" y="77358"/>
                    <a:pt x="171" y="77324"/>
                    <a:pt x="171" y="77256"/>
                  </a:cubicBezTo>
                  <a:lnTo>
                    <a:pt x="171" y="77153"/>
                  </a:lnTo>
                  <a:cubicBezTo>
                    <a:pt x="171" y="77119"/>
                    <a:pt x="137" y="77051"/>
                    <a:pt x="103" y="77051"/>
                  </a:cubicBezTo>
                  <a:close/>
                  <a:moveTo>
                    <a:pt x="103" y="77631"/>
                  </a:moveTo>
                  <a:cubicBezTo>
                    <a:pt x="34" y="77631"/>
                    <a:pt x="0" y="77665"/>
                    <a:pt x="0" y="77733"/>
                  </a:cubicBezTo>
                  <a:lnTo>
                    <a:pt x="0" y="77836"/>
                  </a:lnTo>
                  <a:cubicBezTo>
                    <a:pt x="0" y="77870"/>
                    <a:pt x="34" y="77938"/>
                    <a:pt x="103" y="77938"/>
                  </a:cubicBezTo>
                  <a:cubicBezTo>
                    <a:pt x="137" y="77938"/>
                    <a:pt x="171" y="77870"/>
                    <a:pt x="171" y="77836"/>
                  </a:cubicBezTo>
                  <a:lnTo>
                    <a:pt x="171" y="77733"/>
                  </a:lnTo>
                  <a:cubicBezTo>
                    <a:pt x="171" y="77665"/>
                    <a:pt x="137" y="77631"/>
                    <a:pt x="103" y="77631"/>
                  </a:cubicBezTo>
                  <a:close/>
                  <a:moveTo>
                    <a:pt x="103" y="78211"/>
                  </a:moveTo>
                  <a:cubicBezTo>
                    <a:pt x="34" y="78211"/>
                    <a:pt x="0" y="78245"/>
                    <a:pt x="0" y="78279"/>
                  </a:cubicBezTo>
                  <a:lnTo>
                    <a:pt x="0" y="78416"/>
                  </a:lnTo>
                  <a:cubicBezTo>
                    <a:pt x="0" y="78450"/>
                    <a:pt x="34" y="78484"/>
                    <a:pt x="103" y="78484"/>
                  </a:cubicBezTo>
                  <a:cubicBezTo>
                    <a:pt x="137" y="78484"/>
                    <a:pt x="171" y="78450"/>
                    <a:pt x="171" y="78416"/>
                  </a:cubicBezTo>
                  <a:lnTo>
                    <a:pt x="171" y="78279"/>
                  </a:lnTo>
                  <a:cubicBezTo>
                    <a:pt x="171" y="78245"/>
                    <a:pt x="137" y="78211"/>
                    <a:pt x="103" y="78211"/>
                  </a:cubicBezTo>
                  <a:close/>
                  <a:moveTo>
                    <a:pt x="137" y="78757"/>
                  </a:moveTo>
                  <a:cubicBezTo>
                    <a:pt x="103" y="78757"/>
                    <a:pt x="69" y="78791"/>
                    <a:pt x="34" y="78825"/>
                  </a:cubicBezTo>
                  <a:cubicBezTo>
                    <a:pt x="34" y="78859"/>
                    <a:pt x="69" y="78928"/>
                    <a:pt x="137" y="78928"/>
                  </a:cubicBezTo>
                  <a:lnTo>
                    <a:pt x="239" y="78928"/>
                  </a:lnTo>
                  <a:cubicBezTo>
                    <a:pt x="307" y="78928"/>
                    <a:pt x="342" y="78894"/>
                    <a:pt x="342" y="78859"/>
                  </a:cubicBezTo>
                  <a:cubicBezTo>
                    <a:pt x="342" y="78791"/>
                    <a:pt x="307" y="78757"/>
                    <a:pt x="273" y="78757"/>
                  </a:cubicBezTo>
                  <a:close/>
                  <a:moveTo>
                    <a:pt x="684" y="78812"/>
                  </a:moveTo>
                  <a:cubicBezTo>
                    <a:pt x="651" y="78812"/>
                    <a:pt x="615" y="78844"/>
                    <a:pt x="615" y="78894"/>
                  </a:cubicBezTo>
                  <a:cubicBezTo>
                    <a:pt x="615" y="78928"/>
                    <a:pt x="649" y="78962"/>
                    <a:pt x="683" y="78996"/>
                  </a:cubicBezTo>
                  <a:lnTo>
                    <a:pt x="819" y="78996"/>
                  </a:lnTo>
                  <a:cubicBezTo>
                    <a:pt x="853" y="78996"/>
                    <a:pt x="887" y="78962"/>
                    <a:pt x="887" y="78928"/>
                  </a:cubicBezTo>
                  <a:cubicBezTo>
                    <a:pt x="922" y="78859"/>
                    <a:pt x="887" y="78825"/>
                    <a:pt x="819" y="78825"/>
                  </a:cubicBezTo>
                  <a:lnTo>
                    <a:pt x="717" y="78825"/>
                  </a:lnTo>
                  <a:cubicBezTo>
                    <a:pt x="708" y="78816"/>
                    <a:pt x="696" y="78812"/>
                    <a:pt x="684" y="78812"/>
                  </a:cubicBezTo>
                  <a:close/>
                  <a:moveTo>
                    <a:pt x="1297" y="78859"/>
                  </a:moveTo>
                  <a:cubicBezTo>
                    <a:pt x="1229" y="78859"/>
                    <a:pt x="1195" y="78894"/>
                    <a:pt x="1195" y="78962"/>
                  </a:cubicBezTo>
                  <a:cubicBezTo>
                    <a:pt x="1195" y="78996"/>
                    <a:pt x="1229" y="79030"/>
                    <a:pt x="1263" y="79030"/>
                  </a:cubicBezTo>
                  <a:lnTo>
                    <a:pt x="1365" y="79064"/>
                  </a:lnTo>
                  <a:lnTo>
                    <a:pt x="1399" y="79064"/>
                  </a:lnTo>
                  <a:cubicBezTo>
                    <a:pt x="1433" y="79064"/>
                    <a:pt x="1468" y="79030"/>
                    <a:pt x="1468" y="78996"/>
                  </a:cubicBezTo>
                  <a:cubicBezTo>
                    <a:pt x="1468" y="78928"/>
                    <a:pt x="1433" y="78894"/>
                    <a:pt x="1399" y="78894"/>
                  </a:cubicBezTo>
                  <a:lnTo>
                    <a:pt x="1297" y="78859"/>
                  </a:lnTo>
                  <a:close/>
                  <a:moveTo>
                    <a:pt x="1843" y="78928"/>
                  </a:moveTo>
                  <a:cubicBezTo>
                    <a:pt x="1809" y="78928"/>
                    <a:pt x="1775" y="78962"/>
                    <a:pt x="1741" y="79030"/>
                  </a:cubicBezTo>
                  <a:cubicBezTo>
                    <a:pt x="1741" y="79064"/>
                    <a:pt x="1775" y="79098"/>
                    <a:pt x="1843" y="79098"/>
                  </a:cubicBezTo>
                  <a:lnTo>
                    <a:pt x="1945" y="79132"/>
                  </a:lnTo>
                  <a:cubicBezTo>
                    <a:pt x="2014" y="79132"/>
                    <a:pt x="2048" y="79098"/>
                    <a:pt x="2048" y="79030"/>
                  </a:cubicBezTo>
                  <a:cubicBezTo>
                    <a:pt x="2048" y="78996"/>
                    <a:pt x="2014" y="78962"/>
                    <a:pt x="1979" y="78962"/>
                  </a:cubicBezTo>
                  <a:lnTo>
                    <a:pt x="1843" y="78928"/>
                  </a:lnTo>
                  <a:close/>
                  <a:moveTo>
                    <a:pt x="2423" y="78996"/>
                  </a:moveTo>
                  <a:cubicBezTo>
                    <a:pt x="2389" y="78996"/>
                    <a:pt x="2321" y="79030"/>
                    <a:pt x="2321" y="79064"/>
                  </a:cubicBezTo>
                  <a:cubicBezTo>
                    <a:pt x="2321" y="79132"/>
                    <a:pt x="2355" y="79167"/>
                    <a:pt x="2389" y="79167"/>
                  </a:cubicBezTo>
                  <a:lnTo>
                    <a:pt x="2525" y="79201"/>
                  </a:lnTo>
                  <a:cubicBezTo>
                    <a:pt x="2560" y="79201"/>
                    <a:pt x="2594" y="79167"/>
                    <a:pt x="2594" y="79098"/>
                  </a:cubicBezTo>
                  <a:cubicBezTo>
                    <a:pt x="2628" y="79064"/>
                    <a:pt x="2594" y="79030"/>
                    <a:pt x="2525" y="79030"/>
                  </a:cubicBezTo>
                  <a:lnTo>
                    <a:pt x="2423" y="78996"/>
                  </a:lnTo>
                  <a:close/>
                  <a:moveTo>
                    <a:pt x="3003" y="79064"/>
                  </a:moveTo>
                  <a:cubicBezTo>
                    <a:pt x="2935" y="79064"/>
                    <a:pt x="2901" y="79098"/>
                    <a:pt x="2901" y="79132"/>
                  </a:cubicBezTo>
                  <a:cubicBezTo>
                    <a:pt x="2901" y="79201"/>
                    <a:pt x="2935" y="79235"/>
                    <a:pt x="2969" y="79235"/>
                  </a:cubicBezTo>
                  <a:lnTo>
                    <a:pt x="3105" y="79235"/>
                  </a:lnTo>
                  <a:cubicBezTo>
                    <a:pt x="3140" y="79235"/>
                    <a:pt x="3174" y="79201"/>
                    <a:pt x="3174" y="79167"/>
                  </a:cubicBezTo>
                  <a:cubicBezTo>
                    <a:pt x="3174" y="79132"/>
                    <a:pt x="3140" y="79098"/>
                    <a:pt x="3105" y="79064"/>
                  </a:cubicBezTo>
                  <a:close/>
                  <a:moveTo>
                    <a:pt x="3549" y="79132"/>
                  </a:moveTo>
                  <a:cubicBezTo>
                    <a:pt x="3515" y="79132"/>
                    <a:pt x="3481" y="79167"/>
                    <a:pt x="3447" y="79201"/>
                  </a:cubicBezTo>
                  <a:cubicBezTo>
                    <a:pt x="3447" y="79235"/>
                    <a:pt x="3481" y="79303"/>
                    <a:pt x="3549" y="79303"/>
                  </a:cubicBezTo>
                  <a:lnTo>
                    <a:pt x="3651" y="79303"/>
                  </a:lnTo>
                  <a:cubicBezTo>
                    <a:pt x="3720" y="79303"/>
                    <a:pt x="3754" y="79269"/>
                    <a:pt x="3754" y="79235"/>
                  </a:cubicBezTo>
                  <a:cubicBezTo>
                    <a:pt x="3754" y="79201"/>
                    <a:pt x="3720" y="79132"/>
                    <a:pt x="3686" y="79132"/>
                  </a:cubicBezTo>
                  <a:close/>
                  <a:moveTo>
                    <a:pt x="4129" y="79201"/>
                  </a:moveTo>
                  <a:cubicBezTo>
                    <a:pt x="4095" y="79201"/>
                    <a:pt x="4027" y="79235"/>
                    <a:pt x="4027" y="79269"/>
                  </a:cubicBezTo>
                  <a:cubicBezTo>
                    <a:pt x="4027" y="79303"/>
                    <a:pt x="4061" y="79371"/>
                    <a:pt x="4095" y="79371"/>
                  </a:cubicBezTo>
                  <a:lnTo>
                    <a:pt x="4232" y="79371"/>
                  </a:lnTo>
                  <a:cubicBezTo>
                    <a:pt x="4266" y="79371"/>
                    <a:pt x="4300" y="79337"/>
                    <a:pt x="4334" y="79303"/>
                  </a:cubicBezTo>
                  <a:cubicBezTo>
                    <a:pt x="4334" y="79269"/>
                    <a:pt x="4300" y="79201"/>
                    <a:pt x="4232" y="7920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5" name="Google Shape;1797;p45">
              <a:extLst>
                <a:ext uri="{FF2B5EF4-FFF2-40B4-BE49-F238E27FC236}">
                  <a16:creationId xmlns:a16="http://schemas.microsoft.com/office/drawing/2014/main" id="{582DE387-D4A7-CF54-17CF-0D6064756CC4}"/>
                </a:ext>
              </a:extLst>
            </p:cNvPr>
            <p:cNvSpPr/>
            <p:nvPr/>
          </p:nvSpPr>
          <p:spPr>
            <a:xfrm>
              <a:off x="961824" y="3482973"/>
              <a:ext cx="133086" cy="19343"/>
            </a:xfrm>
            <a:custGeom>
              <a:avLst/>
              <a:gdLst/>
              <a:ahLst/>
              <a:cxnLst/>
              <a:rect l="l" t="t" r="r" b="b"/>
              <a:pathLst>
                <a:path w="5972" h="868" extrusionOk="0">
                  <a:moveTo>
                    <a:pt x="5917" y="1"/>
                  </a:moveTo>
                  <a:cubicBezTo>
                    <a:pt x="5904" y="1"/>
                    <a:pt x="5888" y="5"/>
                    <a:pt x="5870" y="14"/>
                  </a:cubicBezTo>
                  <a:lnTo>
                    <a:pt x="5767" y="14"/>
                  </a:lnTo>
                  <a:cubicBezTo>
                    <a:pt x="5733" y="14"/>
                    <a:pt x="5699" y="48"/>
                    <a:pt x="5699" y="116"/>
                  </a:cubicBezTo>
                  <a:cubicBezTo>
                    <a:pt x="5699" y="151"/>
                    <a:pt x="5733" y="185"/>
                    <a:pt x="5767" y="185"/>
                  </a:cubicBezTo>
                  <a:lnTo>
                    <a:pt x="5904" y="185"/>
                  </a:lnTo>
                  <a:cubicBezTo>
                    <a:pt x="5938" y="151"/>
                    <a:pt x="5972" y="116"/>
                    <a:pt x="5972" y="82"/>
                  </a:cubicBezTo>
                  <a:cubicBezTo>
                    <a:pt x="5972" y="32"/>
                    <a:pt x="5954" y="1"/>
                    <a:pt x="5917" y="1"/>
                  </a:cubicBezTo>
                  <a:close/>
                  <a:moveTo>
                    <a:pt x="5351" y="69"/>
                  </a:moveTo>
                  <a:cubicBezTo>
                    <a:pt x="5342" y="69"/>
                    <a:pt x="5333" y="73"/>
                    <a:pt x="5324" y="82"/>
                  </a:cubicBezTo>
                  <a:lnTo>
                    <a:pt x="5221" y="82"/>
                  </a:lnTo>
                  <a:cubicBezTo>
                    <a:pt x="5153" y="82"/>
                    <a:pt x="5119" y="116"/>
                    <a:pt x="5119" y="185"/>
                  </a:cubicBezTo>
                  <a:cubicBezTo>
                    <a:pt x="5119" y="219"/>
                    <a:pt x="5187" y="253"/>
                    <a:pt x="5221" y="253"/>
                  </a:cubicBezTo>
                  <a:lnTo>
                    <a:pt x="5324" y="253"/>
                  </a:lnTo>
                  <a:cubicBezTo>
                    <a:pt x="5392" y="219"/>
                    <a:pt x="5426" y="185"/>
                    <a:pt x="5426" y="151"/>
                  </a:cubicBezTo>
                  <a:cubicBezTo>
                    <a:pt x="5401" y="101"/>
                    <a:pt x="5376" y="69"/>
                    <a:pt x="5351" y="69"/>
                  </a:cubicBezTo>
                  <a:close/>
                  <a:moveTo>
                    <a:pt x="4791" y="137"/>
                  </a:moveTo>
                  <a:cubicBezTo>
                    <a:pt x="4778" y="137"/>
                    <a:pt x="4762" y="141"/>
                    <a:pt x="4743" y="151"/>
                  </a:cubicBezTo>
                  <a:lnTo>
                    <a:pt x="4641" y="151"/>
                  </a:lnTo>
                  <a:cubicBezTo>
                    <a:pt x="4573" y="151"/>
                    <a:pt x="4539" y="185"/>
                    <a:pt x="4573" y="253"/>
                  </a:cubicBezTo>
                  <a:cubicBezTo>
                    <a:pt x="4573" y="287"/>
                    <a:pt x="4607" y="321"/>
                    <a:pt x="4641" y="321"/>
                  </a:cubicBezTo>
                  <a:lnTo>
                    <a:pt x="4778" y="321"/>
                  </a:lnTo>
                  <a:cubicBezTo>
                    <a:pt x="4812" y="287"/>
                    <a:pt x="4846" y="253"/>
                    <a:pt x="4846" y="219"/>
                  </a:cubicBezTo>
                  <a:cubicBezTo>
                    <a:pt x="4846" y="169"/>
                    <a:pt x="4828" y="137"/>
                    <a:pt x="4791" y="137"/>
                  </a:cubicBezTo>
                  <a:close/>
                  <a:moveTo>
                    <a:pt x="4224" y="205"/>
                  </a:moveTo>
                  <a:cubicBezTo>
                    <a:pt x="4216" y="205"/>
                    <a:pt x="4207" y="210"/>
                    <a:pt x="4198" y="219"/>
                  </a:cubicBezTo>
                  <a:lnTo>
                    <a:pt x="4061" y="219"/>
                  </a:lnTo>
                  <a:cubicBezTo>
                    <a:pt x="4027" y="219"/>
                    <a:pt x="3993" y="253"/>
                    <a:pt x="3993" y="321"/>
                  </a:cubicBezTo>
                  <a:cubicBezTo>
                    <a:pt x="3993" y="355"/>
                    <a:pt x="4027" y="389"/>
                    <a:pt x="4095" y="389"/>
                  </a:cubicBezTo>
                  <a:lnTo>
                    <a:pt x="4198" y="389"/>
                  </a:lnTo>
                  <a:cubicBezTo>
                    <a:pt x="4266" y="355"/>
                    <a:pt x="4266" y="321"/>
                    <a:pt x="4266" y="287"/>
                  </a:cubicBezTo>
                  <a:cubicBezTo>
                    <a:pt x="4266" y="237"/>
                    <a:pt x="4247" y="205"/>
                    <a:pt x="4224" y="205"/>
                  </a:cubicBezTo>
                  <a:close/>
                  <a:moveTo>
                    <a:pt x="3645" y="274"/>
                  </a:moveTo>
                  <a:cubicBezTo>
                    <a:pt x="3636" y="274"/>
                    <a:pt x="3627" y="278"/>
                    <a:pt x="3617" y="287"/>
                  </a:cubicBezTo>
                  <a:lnTo>
                    <a:pt x="3515" y="287"/>
                  </a:lnTo>
                  <a:cubicBezTo>
                    <a:pt x="3447" y="287"/>
                    <a:pt x="3413" y="321"/>
                    <a:pt x="3413" y="389"/>
                  </a:cubicBezTo>
                  <a:cubicBezTo>
                    <a:pt x="3447" y="424"/>
                    <a:pt x="3481" y="458"/>
                    <a:pt x="3515" y="458"/>
                  </a:cubicBezTo>
                  <a:lnTo>
                    <a:pt x="3617" y="458"/>
                  </a:lnTo>
                  <a:cubicBezTo>
                    <a:pt x="3686" y="424"/>
                    <a:pt x="3720" y="389"/>
                    <a:pt x="3720" y="355"/>
                  </a:cubicBezTo>
                  <a:cubicBezTo>
                    <a:pt x="3695" y="305"/>
                    <a:pt x="3670" y="274"/>
                    <a:pt x="3645" y="274"/>
                  </a:cubicBezTo>
                  <a:close/>
                  <a:moveTo>
                    <a:pt x="3085" y="342"/>
                  </a:moveTo>
                  <a:cubicBezTo>
                    <a:pt x="3071" y="342"/>
                    <a:pt x="3056" y="346"/>
                    <a:pt x="3037" y="355"/>
                  </a:cubicBezTo>
                  <a:lnTo>
                    <a:pt x="2935" y="355"/>
                  </a:lnTo>
                  <a:cubicBezTo>
                    <a:pt x="2901" y="355"/>
                    <a:pt x="2867" y="389"/>
                    <a:pt x="2867" y="458"/>
                  </a:cubicBezTo>
                  <a:cubicBezTo>
                    <a:pt x="2867" y="492"/>
                    <a:pt x="2901" y="526"/>
                    <a:pt x="2935" y="526"/>
                  </a:cubicBezTo>
                  <a:lnTo>
                    <a:pt x="3071" y="526"/>
                  </a:lnTo>
                  <a:cubicBezTo>
                    <a:pt x="3106" y="492"/>
                    <a:pt x="3140" y="458"/>
                    <a:pt x="3140" y="424"/>
                  </a:cubicBezTo>
                  <a:cubicBezTo>
                    <a:pt x="3140" y="374"/>
                    <a:pt x="3121" y="342"/>
                    <a:pt x="3085" y="342"/>
                  </a:cubicBezTo>
                  <a:close/>
                  <a:moveTo>
                    <a:pt x="2518" y="410"/>
                  </a:moveTo>
                  <a:cubicBezTo>
                    <a:pt x="2510" y="410"/>
                    <a:pt x="2501" y="414"/>
                    <a:pt x="2491" y="424"/>
                  </a:cubicBezTo>
                  <a:lnTo>
                    <a:pt x="2355" y="424"/>
                  </a:lnTo>
                  <a:cubicBezTo>
                    <a:pt x="2321" y="424"/>
                    <a:pt x="2287" y="492"/>
                    <a:pt x="2287" y="526"/>
                  </a:cubicBezTo>
                  <a:cubicBezTo>
                    <a:pt x="2287" y="560"/>
                    <a:pt x="2321" y="594"/>
                    <a:pt x="2389" y="594"/>
                  </a:cubicBezTo>
                  <a:lnTo>
                    <a:pt x="2491" y="594"/>
                  </a:lnTo>
                  <a:cubicBezTo>
                    <a:pt x="2560" y="594"/>
                    <a:pt x="2594" y="526"/>
                    <a:pt x="2560" y="492"/>
                  </a:cubicBezTo>
                  <a:cubicBezTo>
                    <a:pt x="2560" y="442"/>
                    <a:pt x="2541" y="410"/>
                    <a:pt x="2518" y="410"/>
                  </a:cubicBezTo>
                  <a:close/>
                  <a:moveTo>
                    <a:pt x="1944" y="478"/>
                  </a:moveTo>
                  <a:cubicBezTo>
                    <a:pt x="1932" y="478"/>
                    <a:pt x="1920" y="483"/>
                    <a:pt x="1911" y="492"/>
                  </a:cubicBezTo>
                  <a:lnTo>
                    <a:pt x="1809" y="492"/>
                  </a:lnTo>
                  <a:cubicBezTo>
                    <a:pt x="1741" y="492"/>
                    <a:pt x="1707" y="560"/>
                    <a:pt x="1707" y="594"/>
                  </a:cubicBezTo>
                  <a:cubicBezTo>
                    <a:pt x="1741" y="628"/>
                    <a:pt x="1775" y="662"/>
                    <a:pt x="1809" y="662"/>
                  </a:cubicBezTo>
                  <a:lnTo>
                    <a:pt x="1911" y="662"/>
                  </a:lnTo>
                  <a:cubicBezTo>
                    <a:pt x="1980" y="662"/>
                    <a:pt x="2014" y="594"/>
                    <a:pt x="2014" y="560"/>
                  </a:cubicBezTo>
                  <a:cubicBezTo>
                    <a:pt x="2014" y="510"/>
                    <a:pt x="1977" y="478"/>
                    <a:pt x="1944" y="478"/>
                  </a:cubicBezTo>
                  <a:close/>
                  <a:moveTo>
                    <a:pt x="1229" y="560"/>
                  </a:moveTo>
                  <a:cubicBezTo>
                    <a:pt x="1195" y="560"/>
                    <a:pt x="1161" y="628"/>
                    <a:pt x="1161" y="662"/>
                  </a:cubicBezTo>
                  <a:cubicBezTo>
                    <a:pt x="1161" y="697"/>
                    <a:pt x="1195" y="731"/>
                    <a:pt x="1229" y="731"/>
                  </a:cubicBezTo>
                  <a:lnTo>
                    <a:pt x="1365" y="731"/>
                  </a:lnTo>
                  <a:cubicBezTo>
                    <a:pt x="1399" y="731"/>
                    <a:pt x="1434" y="662"/>
                    <a:pt x="1434" y="628"/>
                  </a:cubicBezTo>
                  <a:cubicBezTo>
                    <a:pt x="1434" y="594"/>
                    <a:pt x="1399" y="560"/>
                    <a:pt x="1331" y="560"/>
                  </a:cubicBezTo>
                  <a:close/>
                  <a:moveTo>
                    <a:pt x="649" y="628"/>
                  </a:moveTo>
                  <a:cubicBezTo>
                    <a:pt x="615" y="628"/>
                    <a:pt x="580" y="697"/>
                    <a:pt x="580" y="731"/>
                  </a:cubicBezTo>
                  <a:cubicBezTo>
                    <a:pt x="580" y="765"/>
                    <a:pt x="615" y="799"/>
                    <a:pt x="683" y="799"/>
                  </a:cubicBezTo>
                  <a:lnTo>
                    <a:pt x="785" y="799"/>
                  </a:lnTo>
                  <a:cubicBezTo>
                    <a:pt x="853" y="799"/>
                    <a:pt x="888" y="731"/>
                    <a:pt x="853" y="697"/>
                  </a:cubicBezTo>
                  <a:cubicBezTo>
                    <a:pt x="853" y="662"/>
                    <a:pt x="819" y="628"/>
                    <a:pt x="785" y="628"/>
                  </a:cubicBezTo>
                  <a:close/>
                  <a:moveTo>
                    <a:pt x="103" y="697"/>
                  </a:moveTo>
                  <a:cubicBezTo>
                    <a:pt x="35" y="697"/>
                    <a:pt x="0" y="765"/>
                    <a:pt x="0" y="799"/>
                  </a:cubicBezTo>
                  <a:cubicBezTo>
                    <a:pt x="35" y="833"/>
                    <a:pt x="69" y="867"/>
                    <a:pt x="103" y="867"/>
                  </a:cubicBezTo>
                  <a:lnTo>
                    <a:pt x="239" y="867"/>
                  </a:lnTo>
                  <a:cubicBezTo>
                    <a:pt x="273" y="867"/>
                    <a:pt x="307" y="799"/>
                    <a:pt x="307" y="765"/>
                  </a:cubicBezTo>
                  <a:cubicBezTo>
                    <a:pt x="307" y="731"/>
                    <a:pt x="239" y="697"/>
                    <a:pt x="205" y="69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6" name="Google Shape;1798;p45">
              <a:extLst>
                <a:ext uri="{FF2B5EF4-FFF2-40B4-BE49-F238E27FC236}">
                  <a16:creationId xmlns:a16="http://schemas.microsoft.com/office/drawing/2014/main" id="{208F234B-564A-F514-6649-29193DD34B22}"/>
                </a:ext>
              </a:extLst>
            </p:cNvPr>
            <p:cNvSpPr/>
            <p:nvPr/>
          </p:nvSpPr>
          <p:spPr>
            <a:xfrm>
              <a:off x="2350380" y="3507285"/>
              <a:ext cx="2314765" cy="700707"/>
            </a:xfrm>
            <a:custGeom>
              <a:avLst/>
              <a:gdLst/>
              <a:ahLst/>
              <a:cxnLst/>
              <a:rect l="l" t="t" r="r" b="b"/>
              <a:pathLst>
                <a:path w="103871" h="31443" extrusionOk="0">
                  <a:moveTo>
                    <a:pt x="103798" y="1"/>
                  </a:moveTo>
                  <a:cubicBezTo>
                    <a:pt x="103788" y="1"/>
                    <a:pt x="103778" y="5"/>
                    <a:pt x="103768" y="15"/>
                  </a:cubicBezTo>
                  <a:lnTo>
                    <a:pt x="103632" y="49"/>
                  </a:lnTo>
                  <a:cubicBezTo>
                    <a:pt x="103598" y="83"/>
                    <a:pt x="103563" y="117"/>
                    <a:pt x="103598" y="151"/>
                  </a:cubicBezTo>
                  <a:cubicBezTo>
                    <a:pt x="103598" y="186"/>
                    <a:pt x="103632" y="220"/>
                    <a:pt x="103666" y="220"/>
                  </a:cubicBezTo>
                  <a:lnTo>
                    <a:pt x="103700" y="220"/>
                  </a:lnTo>
                  <a:lnTo>
                    <a:pt x="103802" y="186"/>
                  </a:lnTo>
                  <a:cubicBezTo>
                    <a:pt x="103870" y="151"/>
                    <a:pt x="103870" y="117"/>
                    <a:pt x="103870" y="49"/>
                  </a:cubicBezTo>
                  <a:cubicBezTo>
                    <a:pt x="103846" y="25"/>
                    <a:pt x="103822" y="1"/>
                    <a:pt x="103798" y="1"/>
                  </a:cubicBezTo>
                  <a:close/>
                  <a:moveTo>
                    <a:pt x="103258" y="206"/>
                  </a:moveTo>
                  <a:cubicBezTo>
                    <a:pt x="103245" y="206"/>
                    <a:pt x="103232" y="210"/>
                    <a:pt x="103222" y="220"/>
                  </a:cubicBezTo>
                  <a:lnTo>
                    <a:pt x="103120" y="254"/>
                  </a:lnTo>
                  <a:cubicBezTo>
                    <a:pt x="103052" y="254"/>
                    <a:pt x="103052" y="322"/>
                    <a:pt x="103052" y="356"/>
                  </a:cubicBezTo>
                  <a:cubicBezTo>
                    <a:pt x="103086" y="390"/>
                    <a:pt x="103086" y="424"/>
                    <a:pt x="103154" y="424"/>
                  </a:cubicBezTo>
                  <a:lnTo>
                    <a:pt x="103290" y="356"/>
                  </a:lnTo>
                  <a:cubicBezTo>
                    <a:pt x="103325" y="356"/>
                    <a:pt x="103359" y="288"/>
                    <a:pt x="103325" y="254"/>
                  </a:cubicBezTo>
                  <a:cubicBezTo>
                    <a:pt x="103325" y="230"/>
                    <a:pt x="103290" y="206"/>
                    <a:pt x="103258" y="206"/>
                  </a:cubicBezTo>
                  <a:close/>
                  <a:moveTo>
                    <a:pt x="102676" y="390"/>
                  </a:moveTo>
                  <a:lnTo>
                    <a:pt x="102574" y="424"/>
                  </a:lnTo>
                  <a:cubicBezTo>
                    <a:pt x="102540" y="459"/>
                    <a:pt x="102506" y="493"/>
                    <a:pt x="102506" y="561"/>
                  </a:cubicBezTo>
                  <a:cubicBezTo>
                    <a:pt x="102540" y="595"/>
                    <a:pt x="102574" y="595"/>
                    <a:pt x="102608" y="595"/>
                  </a:cubicBezTo>
                  <a:lnTo>
                    <a:pt x="102744" y="561"/>
                  </a:lnTo>
                  <a:cubicBezTo>
                    <a:pt x="102779" y="561"/>
                    <a:pt x="102813" y="493"/>
                    <a:pt x="102779" y="459"/>
                  </a:cubicBezTo>
                  <a:cubicBezTo>
                    <a:pt x="102779" y="390"/>
                    <a:pt x="102710" y="390"/>
                    <a:pt x="102676" y="390"/>
                  </a:cubicBezTo>
                  <a:close/>
                  <a:moveTo>
                    <a:pt x="102166" y="581"/>
                  </a:moveTo>
                  <a:cubicBezTo>
                    <a:pt x="102153" y="581"/>
                    <a:pt x="102140" y="585"/>
                    <a:pt x="102130" y="595"/>
                  </a:cubicBezTo>
                  <a:lnTo>
                    <a:pt x="102028" y="629"/>
                  </a:lnTo>
                  <a:cubicBezTo>
                    <a:pt x="101994" y="629"/>
                    <a:pt x="101960" y="697"/>
                    <a:pt x="101960" y="732"/>
                  </a:cubicBezTo>
                  <a:cubicBezTo>
                    <a:pt x="101994" y="766"/>
                    <a:pt x="102028" y="800"/>
                    <a:pt x="102062" y="800"/>
                  </a:cubicBezTo>
                  <a:cubicBezTo>
                    <a:pt x="102062" y="800"/>
                    <a:pt x="102062" y="800"/>
                    <a:pt x="102096" y="766"/>
                  </a:cubicBezTo>
                  <a:lnTo>
                    <a:pt x="102198" y="732"/>
                  </a:lnTo>
                  <a:cubicBezTo>
                    <a:pt x="102233" y="732"/>
                    <a:pt x="102267" y="697"/>
                    <a:pt x="102233" y="629"/>
                  </a:cubicBezTo>
                  <a:cubicBezTo>
                    <a:pt x="102233" y="605"/>
                    <a:pt x="102198" y="581"/>
                    <a:pt x="102166" y="581"/>
                  </a:cubicBezTo>
                  <a:close/>
                  <a:moveTo>
                    <a:pt x="101632" y="752"/>
                  </a:moveTo>
                  <a:cubicBezTo>
                    <a:pt x="101618" y="752"/>
                    <a:pt x="101603" y="757"/>
                    <a:pt x="101584" y="766"/>
                  </a:cubicBezTo>
                  <a:lnTo>
                    <a:pt x="101482" y="800"/>
                  </a:lnTo>
                  <a:cubicBezTo>
                    <a:pt x="101448" y="800"/>
                    <a:pt x="101414" y="868"/>
                    <a:pt x="101414" y="902"/>
                  </a:cubicBezTo>
                  <a:cubicBezTo>
                    <a:pt x="101448" y="936"/>
                    <a:pt x="101482" y="970"/>
                    <a:pt x="101516" y="970"/>
                  </a:cubicBezTo>
                  <a:lnTo>
                    <a:pt x="101550" y="970"/>
                  </a:lnTo>
                  <a:lnTo>
                    <a:pt x="101653" y="936"/>
                  </a:lnTo>
                  <a:cubicBezTo>
                    <a:pt x="101687" y="902"/>
                    <a:pt x="101721" y="868"/>
                    <a:pt x="101687" y="834"/>
                  </a:cubicBezTo>
                  <a:cubicBezTo>
                    <a:pt x="101687" y="784"/>
                    <a:pt x="101668" y="752"/>
                    <a:pt x="101632" y="752"/>
                  </a:cubicBezTo>
                  <a:close/>
                  <a:moveTo>
                    <a:pt x="101038" y="936"/>
                  </a:moveTo>
                  <a:lnTo>
                    <a:pt x="100936" y="970"/>
                  </a:lnTo>
                  <a:cubicBezTo>
                    <a:pt x="100902" y="1005"/>
                    <a:pt x="100868" y="1039"/>
                    <a:pt x="100868" y="1073"/>
                  </a:cubicBezTo>
                  <a:cubicBezTo>
                    <a:pt x="100902" y="1107"/>
                    <a:pt x="100936" y="1141"/>
                    <a:pt x="100970" y="1141"/>
                  </a:cubicBezTo>
                  <a:lnTo>
                    <a:pt x="101004" y="1141"/>
                  </a:lnTo>
                  <a:lnTo>
                    <a:pt x="101107" y="1107"/>
                  </a:lnTo>
                  <a:cubicBezTo>
                    <a:pt x="101141" y="1107"/>
                    <a:pt x="101175" y="1039"/>
                    <a:pt x="101141" y="1005"/>
                  </a:cubicBezTo>
                  <a:cubicBezTo>
                    <a:pt x="101141" y="936"/>
                    <a:pt x="101107" y="936"/>
                    <a:pt x="101038" y="936"/>
                  </a:cubicBezTo>
                  <a:close/>
                  <a:moveTo>
                    <a:pt x="100492" y="1107"/>
                  </a:moveTo>
                  <a:lnTo>
                    <a:pt x="100390" y="1141"/>
                  </a:lnTo>
                  <a:cubicBezTo>
                    <a:pt x="100356" y="1175"/>
                    <a:pt x="100322" y="1209"/>
                    <a:pt x="100356" y="1243"/>
                  </a:cubicBezTo>
                  <a:cubicBezTo>
                    <a:pt x="100356" y="1312"/>
                    <a:pt x="100390" y="1312"/>
                    <a:pt x="100424" y="1312"/>
                  </a:cubicBezTo>
                  <a:lnTo>
                    <a:pt x="100458" y="1312"/>
                  </a:lnTo>
                  <a:lnTo>
                    <a:pt x="100561" y="1278"/>
                  </a:lnTo>
                  <a:cubicBezTo>
                    <a:pt x="100595" y="1278"/>
                    <a:pt x="100629" y="1209"/>
                    <a:pt x="100629" y="1175"/>
                  </a:cubicBezTo>
                  <a:cubicBezTo>
                    <a:pt x="100595" y="1141"/>
                    <a:pt x="100561" y="1107"/>
                    <a:pt x="100492" y="1107"/>
                  </a:cubicBezTo>
                  <a:close/>
                  <a:moveTo>
                    <a:pt x="99946" y="1278"/>
                  </a:moveTo>
                  <a:lnTo>
                    <a:pt x="99844" y="1312"/>
                  </a:lnTo>
                  <a:cubicBezTo>
                    <a:pt x="99810" y="1346"/>
                    <a:pt x="99776" y="1380"/>
                    <a:pt x="99810" y="1448"/>
                  </a:cubicBezTo>
                  <a:cubicBezTo>
                    <a:pt x="99810" y="1482"/>
                    <a:pt x="99844" y="1482"/>
                    <a:pt x="99878" y="1482"/>
                  </a:cubicBezTo>
                  <a:lnTo>
                    <a:pt x="99912" y="1482"/>
                  </a:lnTo>
                  <a:lnTo>
                    <a:pt x="100015" y="1448"/>
                  </a:lnTo>
                  <a:cubicBezTo>
                    <a:pt x="100049" y="1448"/>
                    <a:pt x="100083" y="1380"/>
                    <a:pt x="100083" y="1346"/>
                  </a:cubicBezTo>
                  <a:cubicBezTo>
                    <a:pt x="100049" y="1312"/>
                    <a:pt x="100015" y="1278"/>
                    <a:pt x="99946" y="1278"/>
                  </a:cubicBezTo>
                  <a:close/>
                  <a:moveTo>
                    <a:pt x="99400" y="1448"/>
                  </a:moveTo>
                  <a:lnTo>
                    <a:pt x="99298" y="1482"/>
                  </a:lnTo>
                  <a:cubicBezTo>
                    <a:pt x="99264" y="1516"/>
                    <a:pt x="99230" y="1551"/>
                    <a:pt x="99264" y="1585"/>
                  </a:cubicBezTo>
                  <a:cubicBezTo>
                    <a:pt x="99264" y="1653"/>
                    <a:pt x="99298" y="1653"/>
                    <a:pt x="99332" y="1653"/>
                  </a:cubicBezTo>
                  <a:lnTo>
                    <a:pt x="99366" y="1653"/>
                  </a:lnTo>
                  <a:lnTo>
                    <a:pt x="99469" y="1619"/>
                  </a:lnTo>
                  <a:cubicBezTo>
                    <a:pt x="99503" y="1619"/>
                    <a:pt x="99537" y="1551"/>
                    <a:pt x="99537" y="1516"/>
                  </a:cubicBezTo>
                  <a:cubicBezTo>
                    <a:pt x="99503" y="1482"/>
                    <a:pt x="99469" y="1448"/>
                    <a:pt x="99400" y="1448"/>
                  </a:cubicBezTo>
                  <a:close/>
                  <a:moveTo>
                    <a:pt x="98854" y="1619"/>
                  </a:moveTo>
                  <a:lnTo>
                    <a:pt x="98752" y="1653"/>
                  </a:lnTo>
                  <a:cubicBezTo>
                    <a:pt x="98718" y="1687"/>
                    <a:pt x="98684" y="1721"/>
                    <a:pt x="98684" y="1755"/>
                  </a:cubicBezTo>
                  <a:cubicBezTo>
                    <a:pt x="98718" y="1789"/>
                    <a:pt x="98752" y="1824"/>
                    <a:pt x="98786" y="1824"/>
                  </a:cubicBezTo>
                  <a:lnTo>
                    <a:pt x="98820" y="1824"/>
                  </a:lnTo>
                  <a:lnTo>
                    <a:pt x="98923" y="1789"/>
                  </a:lnTo>
                  <a:cubicBezTo>
                    <a:pt x="98957" y="1789"/>
                    <a:pt x="98991" y="1721"/>
                    <a:pt x="98957" y="1687"/>
                  </a:cubicBezTo>
                  <a:cubicBezTo>
                    <a:pt x="98957" y="1653"/>
                    <a:pt x="98923" y="1619"/>
                    <a:pt x="98854" y="1619"/>
                  </a:cubicBezTo>
                  <a:close/>
                  <a:moveTo>
                    <a:pt x="98308" y="1789"/>
                  </a:moveTo>
                  <a:lnTo>
                    <a:pt x="98206" y="1824"/>
                  </a:lnTo>
                  <a:cubicBezTo>
                    <a:pt x="98172" y="1858"/>
                    <a:pt x="98138" y="1892"/>
                    <a:pt x="98138" y="1926"/>
                  </a:cubicBezTo>
                  <a:cubicBezTo>
                    <a:pt x="98172" y="1960"/>
                    <a:pt x="98206" y="1994"/>
                    <a:pt x="98240" y="1994"/>
                  </a:cubicBezTo>
                  <a:lnTo>
                    <a:pt x="98274" y="1994"/>
                  </a:lnTo>
                  <a:lnTo>
                    <a:pt x="98377" y="1960"/>
                  </a:lnTo>
                  <a:cubicBezTo>
                    <a:pt x="98411" y="1960"/>
                    <a:pt x="98445" y="1892"/>
                    <a:pt x="98411" y="1858"/>
                  </a:cubicBezTo>
                  <a:cubicBezTo>
                    <a:pt x="98411" y="1789"/>
                    <a:pt x="98377" y="1789"/>
                    <a:pt x="98308" y="1789"/>
                  </a:cubicBezTo>
                  <a:close/>
                  <a:moveTo>
                    <a:pt x="97762" y="1960"/>
                  </a:moveTo>
                  <a:lnTo>
                    <a:pt x="97660" y="1994"/>
                  </a:lnTo>
                  <a:cubicBezTo>
                    <a:pt x="97626" y="1994"/>
                    <a:pt x="97592" y="2062"/>
                    <a:pt x="97592" y="2097"/>
                  </a:cubicBezTo>
                  <a:cubicBezTo>
                    <a:pt x="97626" y="2131"/>
                    <a:pt x="97660" y="2165"/>
                    <a:pt x="97694" y="2165"/>
                  </a:cubicBezTo>
                  <a:lnTo>
                    <a:pt x="97728" y="2165"/>
                  </a:lnTo>
                  <a:lnTo>
                    <a:pt x="97831" y="2131"/>
                  </a:lnTo>
                  <a:cubicBezTo>
                    <a:pt x="97865" y="2097"/>
                    <a:pt x="97899" y="2062"/>
                    <a:pt x="97865" y="2028"/>
                  </a:cubicBezTo>
                  <a:cubicBezTo>
                    <a:pt x="97865" y="1960"/>
                    <a:pt x="97831" y="1960"/>
                    <a:pt x="97762" y="1960"/>
                  </a:cubicBezTo>
                  <a:close/>
                  <a:moveTo>
                    <a:pt x="97268" y="2116"/>
                  </a:moveTo>
                  <a:cubicBezTo>
                    <a:pt x="97254" y="2116"/>
                    <a:pt x="97236" y="2121"/>
                    <a:pt x="97217" y="2131"/>
                  </a:cubicBezTo>
                  <a:lnTo>
                    <a:pt x="97114" y="2165"/>
                  </a:lnTo>
                  <a:cubicBezTo>
                    <a:pt x="97080" y="2165"/>
                    <a:pt x="97046" y="2233"/>
                    <a:pt x="97046" y="2267"/>
                  </a:cubicBezTo>
                  <a:cubicBezTo>
                    <a:pt x="97080" y="2301"/>
                    <a:pt x="97114" y="2335"/>
                    <a:pt x="97148" y="2335"/>
                  </a:cubicBezTo>
                  <a:lnTo>
                    <a:pt x="97285" y="2301"/>
                  </a:lnTo>
                  <a:cubicBezTo>
                    <a:pt x="97319" y="2267"/>
                    <a:pt x="97353" y="2233"/>
                    <a:pt x="97319" y="2165"/>
                  </a:cubicBezTo>
                  <a:cubicBezTo>
                    <a:pt x="97319" y="2141"/>
                    <a:pt x="97302" y="2116"/>
                    <a:pt x="97268" y="2116"/>
                  </a:cubicBezTo>
                  <a:close/>
                  <a:moveTo>
                    <a:pt x="96722" y="2287"/>
                  </a:moveTo>
                  <a:cubicBezTo>
                    <a:pt x="96708" y="2287"/>
                    <a:pt x="96691" y="2291"/>
                    <a:pt x="96671" y="2301"/>
                  </a:cubicBezTo>
                  <a:lnTo>
                    <a:pt x="96568" y="2335"/>
                  </a:lnTo>
                  <a:cubicBezTo>
                    <a:pt x="96534" y="2335"/>
                    <a:pt x="96500" y="2369"/>
                    <a:pt x="96500" y="2438"/>
                  </a:cubicBezTo>
                  <a:cubicBezTo>
                    <a:pt x="96534" y="2472"/>
                    <a:pt x="96568" y="2472"/>
                    <a:pt x="96602" y="2472"/>
                  </a:cubicBezTo>
                  <a:lnTo>
                    <a:pt x="96739" y="2438"/>
                  </a:lnTo>
                  <a:cubicBezTo>
                    <a:pt x="96773" y="2438"/>
                    <a:pt x="96807" y="2404"/>
                    <a:pt x="96773" y="2335"/>
                  </a:cubicBezTo>
                  <a:cubicBezTo>
                    <a:pt x="96773" y="2311"/>
                    <a:pt x="96756" y="2287"/>
                    <a:pt x="96722" y="2287"/>
                  </a:cubicBezTo>
                  <a:close/>
                  <a:moveTo>
                    <a:pt x="96125" y="2438"/>
                  </a:moveTo>
                  <a:lnTo>
                    <a:pt x="96022" y="2472"/>
                  </a:lnTo>
                  <a:cubicBezTo>
                    <a:pt x="95988" y="2506"/>
                    <a:pt x="95954" y="2540"/>
                    <a:pt x="95954" y="2574"/>
                  </a:cubicBezTo>
                  <a:cubicBezTo>
                    <a:pt x="95988" y="2642"/>
                    <a:pt x="96022" y="2642"/>
                    <a:pt x="96056" y="2642"/>
                  </a:cubicBezTo>
                  <a:lnTo>
                    <a:pt x="96193" y="2608"/>
                  </a:lnTo>
                  <a:cubicBezTo>
                    <a:pt x="96227" y="2608"/>
                    <a:pt x="96261" y="2540"/>
                    <a:pt x="96227" y="2506"/>
                  </a:cubicBezTo>
                  <a:cubicBezTo>
                    <a:pt x="96227" y="2472"/>
                    <a:pt x="96159" y="2438"/>
                    <a:pt x="96125" y="2438"/>
                  </a:cubicBezTo>
                  <a:close/>
                  <a:moveTo>
                    <a:pt x="95579" y="2608"/>
                  </a:moveTo>
                  <a:lnTo>
                    <a:pt x="95476" y="2642"/>
                  </a:lnTo>
                  <a:cubicBezTo>
                    <a:pt x="95442" y="2677"/>
                    <a:pt x="95408" y="2711"/>
                    <a:pt x="95408" y="2745"/>
                  </a:cubicBezTo>
                  <a:cubicBezTo>
                    <a:pt x="95408" y="2779"/>
                    <a:pt x="95442" y="2813"/>
                    <a:pt x="95510" y="2813"/>
                  </a:cubicBezTo>
                  <a:lnTo>
                    <a:pt x="95613" y="2779"/>
                  </a:lnTo>
                  <a:cubicBezTo>
                    <a:pt x="95681" y="2779"/>
                    <a:pt x="95715" y="2711"/>
                    <a:pt x="95681" y="2677"/>
                  </a:cubicBezTo>
                  <a:cubicBezTo>
                    <a:pt x="95681" y="2642"/>
                    <a:pt x="95613" y="2608"/>
                    <a:pt x="95579" y="2608"/>
                  </a:cubicBezTo>
                  <a:close/>
                  <a:moveTo>
                    <a:pt x="95033" y="2779"/>
                  </a:moveTo>
                  <a:lnTo>
                    <a:pt x="94930" y="2813"/>
                  </a:lnTo>
                  <a:cubicBezTo>
                    <a:pt x="94862" y="2813"/>
                    <a:pt x="94862" y="2881"/>
                    <a:pt x="94862" y="2915"/>
                  </a:cubicBezTo>
                  <a:cubicBezTo>
                    <a:pt x="94862" y="2950"/>
                    <a:pt x="94896" y="2984"/>
                    <a:pt x="94964" y="2984"/>
                  </a:cubicBezTo>
                  <a:lnTo>
                    <a:pt x="95067" y="2950"/>
                  </a:lnTo>
                  <a:cubicBezTo>
                    <a:pt x="95135" y="2915"/>
                    <a:pt x="95169" y="2881"/>
                    <a:pt x="95135" y="2847"/>
                  </a:cubicBezTo>
                  <a:cubicBezTo>
                    <a:pt x="95135" y="2779"/>
                    <a:pt x="95067" y="2779"/>
                    <a:pt x="95033" y="2779"/>
                  </a:cubicBezTo>
                  <a:close/>
                  <a:moveTo>
                    <a:pt x="94519" y="2936"/>
                  </a:moveTo>
                  <a:cubicBezTo>
                    <a:pt x="94507" y="2936"/>
                    <a:pt x="94496" y="2940"/>
                    <a:pt x="94487" y="2950"/>
                  </a:cubicBezTo>
                  <a:lnTo>
                    <a:pt x="94384" y="2984"/>
                  </a:lnTo>
                  <a:cubicBezTo>
                    <a:pt x="94316" y="2984"/>
                    <a:pt x="94316" y="3052"/>
                    <a:pt x="94316" y="3086"/>
                  </a:cubicBezTo>
                  <a:cubicBezTo>
                    <a:pt x="94316" y="3120"/>
                    <a:pt x="94350" y="3154"/>
                    <a:pt x="94418" y="3154"/>
                  </a:cubicBezTo>
                  <a:lnTo>
                    <a:pt x="94521" y="3120"/>
                  </a:lnTo>
                  <a:cubicBezTo>
                    <a:pt x="94589" y="3086"/>
                    <a:pt x="94623" y="3052"/>
                    <a:pt x="94589" y="3018"/>
                  </a:cubicBezTo>
                  <a:cubicBezTo>
                    <a:pt x="94589" y="2968"/>
                    <a:pt x="94552" y="2936"/>
                    <a:pt x="94519" y="2936"/>
                  </a:cubicBezTo>
                  <a:close/>
                  <a:moveTo>
                    <a:pt x="93977" y="3106"/>
                  </a:moveTo>
                  <a:cubicBezTo>
                    <a:pt x="93964" y="3106"/>
                    <a:pt x="93951" y="3110"/>
                    <a:pt x="93941" y="3120"/>
                  </a:cubicBezTo>
                  <a:lnTo>
                    <a:pt x="93838" y="3154"/>
                  </a:lnTo>
                  <a:cubicBezTo>
                    <a:pt x="93770" y="3154"/>
                    <a:pt x="93770" y="3223"/>
                    <a:pt x="93770" y="3257"/>
                  </a:cubicBezTo>
                  <a:cubicBezTo>
                    <a:pt x="93770" y="3291"/>
                    <a:pt x="93804" y="3325"/>
                    <a:pt x="93872" y="3325"/>
                  </a:cubicBezTo>
                  <a:lnTo>
                    <a:pt x="93975" y="3291"/>
                  </a:lnTo>
                  <a:cubicBezTo>
                    <a:pt x="94043" y="3257"/>
                    <a:pt x="94077" y="3223"/>
                    <a:pt x="94043" y="3154"/>
                  </a:cubicBezTo>
                  <a:cubicBezTo>
                    <a:pt x="94043" y="3130"/>
                    <a:pt x="94009" y="3106"/>
                    <a:pt x="93977" y="3106"/>
                  </a:cubicBezTo>
                  <a:close/>
                  <a:moveTo>
                    <a:pt x="93431" y="3277"/>
                  </a:moveTo>
                  <a:cubicBezTo>
                    <a:pt x="93418" y="3277"/>
                    <a:pt x="93405" y="3281"/>
                    <a:pt x="93395" y="3291"/>
                  </a:cubicBezTo>
                  <a:lnTo>
                    <a:pt x="93292" y="3325"/>
                  </a:lnTo>
                  <a:cubicBezTo>
                    <a:pt x="93224" y="3325"/>
                    <a:pt x="93224" y="3393"/>
                    <a:pt x="93224" y="3427"/>
                  </a:cubicBezTo>
                  <a:cubicBezTo>
                    <a:pt x="93224" y="3461"/>
                    <a:pt x="93258" y="3496"/>
                    <a:pt x="93292" y="3496"/>
                  </a:cubicBezTo>
                  <a:cubicBezTo>
                    <a:pt x="93326" y="3496"/>
                    <a:pt x="93326" y="3496"/>
                    <a:pt x="93326" y="3461"/>
                  </a:cubicBezTo>
                  <a:lnTo>
                    <a:pt x="93429" y="3427"/>
                  </a:lnTo>
                  <a:cubicBezTo>
                    <a:pt x="93497" y="3427"/>
                    <a:pt x="93531" y="3393"/>
                    <a:pt x="93497" y="3325"/>
                  </a:cubicBezTo>
                  <a:cubicBezTo>
                    <a:pt x="93497" y="3301"/>
                    <a:pt x="93463" y="3277"/>
                    <a:pt x="93431" y="3277"/>
                  </a:cubicBezTo>
                  <a:close/>
                  <a:moveTo>
                    <a:pt x="92885" y="3447"/>
                  </a:moveTo>
                  <a:cubicBezTo>
                    <a:pt x="92872" y="3447"/>
                    <a:pt x="92859" y="3451"/>
                    <a:pt x="92849" y="3461"/>
                  </a:cubicBezTo>
                  <a:lnTo>
                    <a:pt x="92746" y="3461"/>
                  </a:lnTo>
                  <a:cubicBezTo>
                    <a:pt x="92678" y="3496"/>
                    <a:pt x="92678" y="3530"/>
                    <a:pt x="92678" y="3598"/>
                  </a:cubicBezTo>
                  <a:cubicBezTo>
                    <a:pt x="92678" y="3632"/>
                    <a:pt x="92712" y="3632"/>
                    <a:pt x="92746" y="3632"/>
                  </a:cubicBezTo>
                  <a:lnTo>
                    <a:pt x="92781" y="3632"/>
                  </a:lnTo>
                  <a:lnTo>
                    <a:pt x="92883" y="3598"/>
                  </a:lnTo>
                  <a:cubicBezTo>
                    <a:pt x="92951" y="3598"/>
                    <a:pt x="92951" y="3564"/>
                    <a:pt x="92951" y="3496"/>
                  </a:cubicBezTo>
                  <a:cubicBezTo>
                    <a:pt x="92951" y="3471"/>
                    <a:pt x="92917" y="3447"/>
                    <a:pt x="92885" y="3447"/>
                  </a:cubicBezTo>
                  <a:close/>
                  <a:moveTo>
                    <a:pt x="92303" y="3598"/>
                  </a:moveTo>
                  <a:lnTo>
                    <a:pt x="92200" y="3632"/>
                  </a:lnTo>
                  <a:cubicBezTo>
                    <a:pt x="92132" y="3666"/>
                    <a:pt x="92098" y="3700"/>
                    <a:pt x="92132" y="3734"/>
                  </a:cubicBezTo>
                  <a:cubicBezTo>
                    <a:pt x="92132" y="3769"/>
                    <a:pt x="92166" y="3803"/>
                    <a:pt x="92200" y="3803"/>
                  </a:cubicBezTo>
                  <a:lnTo>
                    <a:pt x="92235" y="3803"/>
                  </a:lnTo>
                  <a:lnTo>
                    <a:pt x="92337" y="3769"/>
                  </a:lnTo>
                  <a:cubicBezTo>
                    <a:pt x="92405" y="3769"/>
                    <a:pt x="92405" y="3700"/>
                    <a:pt x="92405" y="3666"/>
                  </a:cubicBezTo>
                  <a:cubicBezTo>
                    <a:pt x="92405" y="3632"/>
                    <a:pt x="92337" y="3598"/>
                    <a:pt x="92303" y="3598"/>
                  </a:cubicBezTo>
                  <a:close/>
                  <a:moveTo>
                    <a:pt x="91757" y="3769"/>
                  </a:moveTo>
                  <a:lnTo>
                    <a:pt x="91620" y="3803"/>
                  </a:lnTo>
                  <a:cubicBezTo>
                    <a:pt x="91586" y="3803"/>
                    <a:pt x="91552" y="3871"/>
                    <a:pt x="91586" y="3905"/>
                  </a:cubicBezTo>
                  <a:cubicBezTo>
                    <a:pt x="91586" y="3939"/>
                    <a:pt x="91620" y="3973"/>
                    <a:pt x="91654" y="3973"/>
                  </a:cubicBezTo>
                  <a:lnTo>
                    <a:pt x="91689" y="3973"/>
                  </a:lnTo>
                  <a:lnTo>
                    <a:pt x="91791" y="3939"/>
                  </a:lnTo>
                  <a:cubicBezTo>
                    <a:pt x="91825" y="3939"/>
                    <a:pt x="91859" y="3871"/>
                    <a:pt x="91859" y="3837"/>
                  </a:cubicBezTo>
                  <a:cubicBezTo>
                    <a:pt x="91825" y="3769"/>
                    <a:pt x="91791" y="3769"/>
                    <a:pt x="91757" y="3769"/>
                  </a:cubicBezTo>
                  <a:close/>
                  <a:moveTo>
                    <a:pt x="91238" y="3926"/>
                  </a:moveTo>
                  <a:cubicBezTo>
                    <a:pt x="91229" y="3926"/>
                    <a:pt x="91220" y="3930"/>
                    <a:pt x="91211" y="3939"/>
                  </a:cubicBezTo>
                  <a:lnTo>
                    <a:pt x="91074" y="3973"/>
                  </a:lnTo>
                  <a:cubicBezTo>
                    <a:pt x="91040" y="3973"/>
                    <a:pt x="91006" y="4042"/>
                    <a:pt x="91040" y="4076"/>
                  </a:cubicBezTo>
                  <a:cubicBezTo>
                    <a:pt x="91040" y="4110"/>
                    <a:pt x="91074" y="4144"/>
                    <a:pt x="91108" y="4144"/>
                  </a:cubicBezTo>
                  <a:lnTo>
                    <a:pt x="91143" y="4144"/>
                  </a:lnTo>
                  <a:lnTo>
                    <a:pt x="91245" y="4110"/>
                  </a:lnTo>
                  <a:cubicBezTo>
                    <a:pt x="91279" y="4076"/>
                    <a:pt x="91313" y="4042"/>
                    <a:pt x="91313" y="4007"/>
                  </a:cubicBezTo>
                  <a:cubicBezTo>
                    <a:pt x="91288" y="3957"/>
                    <a:pt x="91263" y="3926"/>
                    <a:pt x="91238" y="3926"/>
                  </a:cubicBezTo>
                  <a:close/>
                  <a:moveTo>
                    <a:pt x="90683" y="4096"/>
                  </a:moveTo>
                  <a:cubicBezTo>
                    <a:pt x="90668" y="4096"/>
                    <a:pt x="90651" y="4100"/>
                    <a:pt x="90631" y="4110"/>
                  </a:cubicBezTo>
                  <a:lnTo>
                    <a:pt x="90528" y="4144"/>
                  </a:lnTo>
                  <a:cubicBezTo>
                    <a:pt x="90494" y="4144"/>
                    <a:pt x="90460" y="4178"/>
                    <a:pt x="90494" y="4246"/>
                  </a:cubicBezTo>
                  <a:cubicBezTo>
                    <a:pt x="90494" y="4280"/>
                    <a:pt x="90528" y="4315"/>
                    <a:pt x="90563" y="4315"/>
                  </a:cubicBezTo>
                  <a:cubicBezTo>
                    <a:pt x="90563" y="4315"/>
                    <a:pt x="90563" y="4315"/>
                    <a:pt x="90597" y="4280"/>
                  </a:cubicBezTo>
                  <a:lnTo>
                    <a:pt x="90699" y="4246"/>
                  </a:lnTo>
                  <a:cubicBezTo>
                    <a:pt x="90733" y="4246"/>
                    <a:pt x="90767" y="4212"/>
                    <a:pt x="90767" y="4144"/>
                  </a:cubicBezTo>
                  <a:cubicBezTo>
                    <a:pt x="90743" y="4120"/>
                    <a:pt x="90719" y="4096"/>
                    <a:pt x="90683" y="4096"/>
                  </a:cubicBezTo>
                  <a:close/>
                  <a:moveTo>
                    <a:pt x="90085" y="4246"/>
                  </a:moveTo>
                  <a:lnTo>
                    <a:pt x="89982" y="4280"/>
                  </a:lnTo>
                  <a:cubicBezTo>
                    <a:pt x="89948" y="4315"/>
                    <a:pt x="89914" y="4349"/>
                    <a:pt x="89914" y="4417"/>
                  </a:cubicBezTo>
                  <a:cubicBezTo>
                    <a:pt x="89948" y="4451"/>
                    <a:pt x="89982" y="4451"/>
                    <a:pt x="90017" y="4451"/>
                  </a:cubicBezTo>
                  <a:lnTo>
                    <a:pt x="90051" y="4451"/>
                  </a:lnTo>
                  <a:lnTo>
                    <a:pt x="90153" y="4417"/>
                  </a:lnTo>
                  <a:cubicBezTo>
                    <a:pt x="90187" y="4417"/>
                    <a:pt x="90221" y="4349"/>
                    <a:pt x="90187" y="4315"/>
                  </a:cubicBezTo>
                  <a:cubicBezTo>
                    <a:pt x="90187" y="4280"/>
                    <a:pt x="90153" y="4246"/>
                    <a:pt x="90085" y="4246"/>
                  </a:cubicBezTo>
                  <a:close/>
                  <a:moveTo>
                    <a:pt x="89539" y="4417"/>
                  </a:moveTo>
                  <a:lnTo>
                    <a:pt x="89436" y="4451"/>
                  </a:lnTo>
                  <a:cubicBezTo>
                    <a:pt x="89402" y="4485"/>
                    <a:pt x="89368" y="4519"/>
                    <a:pt x="89368" y="4553"/>
                  </a:cubicBezTo>
                  <a:cubicBezTo>
                    <a:pt x="89402" y="4587"/>
                    <a:pt x="89436" y="4622"/>
                    <a:pt x="89471" y="4622"/>
                  </a:cubicBezTo>
                  <a:lnTo>
                    <a:pt x="89607" y="4587"/>
                  </a:lnTo>
                  <a:cubicBezTo>
                    <a:pt x="89641" y="4587"/>
                    <a:pt x="89675" y="4519"/>
                    <a:pt x="89641" y="4485"/>
                  </a:cubicBezTo>
                  <a:cubicBezTo>
                    <a:pt x="89641" y="4451"/>
                    <a:pt x="89607" y="4417"/>
                    <a:pt x="89539" y="4417"/>
                  </a:cubicBezTo>
                  <a:close/>
                  <a:moveTo>
                    <a:pt x="88993" y="4587"/>
                  </a:moveTo>
                  <a:lnTo>
                    <a:pt x="88890" y="4622"/>
                  </a:lnTo>
                  <a:cubicBezTo>
                    <a:pt x="88856" y="4622"/>
                    <a:pt x="88822" y="4690"/>
                    <a:pt x="88822" y="4724"/>
                  </a:cubicBezTo>
                  <a:cubicBezTo>
                    <a:pt x="88856" y="4758"/>
                    <a:pt x="88890" y="4792"/>
                    <a:pt x="88925" y="4792"/>
                  </a:cubicBezTo>
                  <a:lnTo>
                    <a:pt x="89061" y="4758"/>
                  </a:lnTo>
                  <a:cubicBezTo>
                    <a:pt x="89095" y="4724"/>
                    <a:pt x="89129" y="4690"/>
                    <a:pt x="89095" y="4656"/>
                  </a:cubicBezTo>
                  <a:cubicBezTo>
                    <a:pt x="89095" y="4587"/>
                    <a:pt x="89061" y="4587"/>
                    <a:pt x="88993" y="4587"/>
                  </a:cubicBezTo>
                  <a:close/>
                  <a:moveTo>
                    <a:pt x="88483" y="4744"/>
                  </a:moveTo>
                  <a:cubicBezTo>
                    <a:pt x="88470" y="4744"/>
                    <a:pt x="88457" y="4748"/>
                    <a:pt x="88447" y="4758"/>
                  </a:cubicBezTo>
                  <a:lnTo>
                    <a:pt x="88345" y="4792"/>
                  </a:lnTo>
                  <a:cubicBezTo>
                    <a:pt x="88276" y="4792"/>
                    <a:pt x="88276" y="4860"/>
                    <a:pt x="88276" y="4895"/>
                  </a:cubicBezTo>
                  <a:cubicBezTo>
                    <a:pt x="88276" y="4929"/>
                    <a:pt x="88310" y="4963"/>
                    <a:pt x="88379" y="4963"/>
                  </a:cubicBezTo>
                  <a:lnTo>
                    <a:pt x="88481" y="4929"/>
                  </a:lnTo>
                  <a:cubicBezTo>
                    <a:pt x="88549" y="4895"/>
                    <a:pt x="88583" y="4860"/>
                    <a:pt x="88549" y="4792"/>
                  </a:cubicBezTo>
                  <a:cubicBezTo>
                    <a:pt x="88549" y="4768"/>
                    <a:pt x="88515" y="4744"/>
                    <a:pt x="88483" y="4744"/>
                  </a:cubicBezTo>
                  <a:close/>
                  <a:moveTo>
                    <a:pt x="87937" y="4915"/>
                  </a:moveTo>
                  <a:cubicBezTo>
                    <a:pt x="87924" y="4915"/>
                    <a:pt x="87911" y="4919"/>
                    <a:pt x="87901" y="4929"/>
                  </a:cubicBezTo>
                  <a:lnTo>
                    <a:pt x="87799" y="4963"/>
                  </a:lnTo>
                  <a:cubicBezTo>
                    <a:pt x="87730" y="4963"/>
                    <a:pt x="87730" y="4997"/>
                    <a:pt x="87730" y="5065"/>
                  </a:cubicBezTo>
                  <a:cubicBezTo>
                    <a:pt x="87730" y="5099"/>
                    <a:pt x="87764" y="5099"/>
                    <a:pt x="87799" y="5099"/>
                  </a:cubicBezTo>
                  <a:lnTo>
                    <a:pt x="87833" y="5099"/>
                  </a:lnTo>
                  <a:lnTo>
                    <a:pt x="87935" y="5065"/>
                  </a:lnTo>
                  <a:cubicBezTo>
                    <a:pt x="88003" y="5065"/>
                    <a:pt x="88003" y="5031"/>
                    <a:pt x="88003" y="4963"/>
                  </a:cubicBezTo>
                  <a:cubicBezTo>
                    <a:pt x="88003" y="4939"/>
                    <a:pt x="87969" y="4915"/>
                    <a:pt x="87937" y="4915"/>
                  </a:cubicBezTo>
                  <a:close/>
                  <a:moveTo>
                    <a:pt x="87355" y="5065"/>
                  </a:moveTo>
                  <a:lnTo>
                    <a:pt x="87253" y="5099"/>
                  </a:lnTo>
                  <a:cubicBezTo>
                    <a:pt x="87184" y="5133"/>
                    <a:pt x="87150" y="5168"/>
                    <a:pt x="87184" y="5202"/>
                  </a:cubicBezTo>
                  <a:cubicBezTo>
                    <a:pt x="87184" y="5270"/>
                    <a:pt x="87218" y="5270"/>
                    <a:pt x="87253" y="5270"/>
                  </a:cubicBezTo>
                  <a:lnTo>
                    <a:pt x="87287" y="5270"/>
                  </a:lnTo>
                  <a:lnTo>
                    <a:pt x="87389" y="5236"/>
                  </a:lnTo>
                  <a:cubicBezTo>
                    <a:pt x="87457" y="5236"/>
                    <a:pt x="87457" y="5168"/>
                    <a:pt x="87457" y="5133"/>
                  </a:cubicBezTo>
                  <a:cubicBezTo>
                    <a:pt x="87457" y="5099"/>
                    <a:pt x="87389" y="5065"/>
                    <a:pt x="87355" y="5065"/>
                  </a:cubicBezTo>
                  <a:close/>
                  <a:moveTo>
                    <a:pt x="86809" y="5236"/>
                  </a:moveTo>
                  <a:lnTo>
                    <a:pt x="86672" y="5270"/>
                  </a:lnTo>
                  <a:cubicBezTo>
                    <a:pt x="86638" y="5270"/>
                    <a:pt x="86604" y="5338"/>
                    <a:pt x="86638" y="5372"/>
                  </a:cubicBezTo>
                  <a:cubicBezTo>
                    <a:pt x="86638" y="5406"/>
                    <a:pt x="86672" y="5441"/>
                    <a:pt x="86707" y="5441"/>
                  </a:cubicBezTo>
                  <a:lnTo>
                    <a:pt x="86741" y="5441"/>
                  </a:lnTo>
                  <a:lnTo>
                    <a:pt x="86843" y="5406"/>
                  </a:lnTo>
                  <a:cubicBezTo>
                    <a:pt x="86877" y="5406"/>
                    <a:pt x="86911" y="5338"/>
                    <a:pt x="86911" y="5304"/>
                  </a:cubicBezTo>
                  <a:cubicBezTo>
                    <a:pt x="86877" y="5236"/>
                    <a:pt x="86843" y="5236"/>
                    <a:pt x="86809" y="5236"/>
                  </a:cubicBezTo>
                  <a:close/>
                  <a:moveTo>
                    <a:pt x="86263" y="5406"/>
                  </a:moveTo>
                  <a:lnTo>
                    <a:pt x="86127" y="5441"/>
                  </a:lnTo>
                  <a:cubicBezTo>
                    <a:pt x="86092" y="5441"/>
                    <a:pt x="86058" y="5509"/>
                    <a:pt x="86092" y="5543"/>
                  </a:cubicBezTo>
                  <a:cubicBezTo>
                    <a:pt x="86092" y="5577"/>
                    <a:pt x="86127" y="5611"/>
                    <a:pt x="86161" y="5611"/>
                  </a:cubicBezTo>
                  <a:lnTo>
                    <a:pt x="86195" y="5611"/>
                  </a:lnTo>
                  <a:lnTo>
                    <a:pt x="86297" y="5577"/>
                  </a:lnTo>
                  <a:cubicBezTo>
                    <a:pt x="86331" y="5543"/>
                    <a:pt x="86365" y="5509"/>
                    <a:pt x="86365" y="5475"/>
                  </a:cubicBezTo>
                  <a:cubicBezTo>
                    <a:pt x="86331" y="5406"/>
                    <a:pt x="86297" y="5406"/>
                    <a:pt x="86263" y="5406"/>
                  </a:cubicBezTo>
                  <a:close/>
                  <a:moveTo>
                    <a:pt x="85735" y="5563"/>
                  </a:moveTo>
                  <a:cubicBezTo>
                    <a:pt x="85720" y="5563"/>
                    <a:pt x="85703" y="5567"/>
                    <a:pt x="85683" y="5577"/>
                  </a:cubicBezTo>
                  <a:lnTo>
                    <a:pt x="85581" y="5611"/>
                  </a:lnTo>
                  <a:cubicBezTo>
                    <a:pt x="85546" y="5611"/>
                    <a:pt x="85512" y="5645"/>
                    <a:pt x="85546" y="5714"/>
                  </a:cubicBezTo>
                  <a:cubicBezTo>
                    <a:pt x="85546" y="5748"/>
                    <a:pt x="85581" y="5782"/>
                    <a:pt x="85615" y="5782"/>
                  </a:cubicBezTo>
                  <a:cubicBezTo>
                    <a:pt x="85615" y="5782"/>
                    <a:pt x="85615" y="5782"/>
                    <a:pt x="85649" y="5748"/>
                  </a:cubicBezTo>
                  <a:lnTo>
                    <a:pt x="85751" y="5714"/>
                  </a:lnTo>
                  <a:cubicBezTo>
                    <a:pt x="85785" y="5714"/>
                    <a:pt x="85819" y="5679"/>
                    <a:pt x="85819" y="5611"/>
                  </a:cubicBezTo>
                  <a:cubicBezTo>
                    <a:pt x="85795" y="5587"/>
                    <a:pt x="85771" y="5563"/>
                    <a:pt x="85735" y="5563"/>
                  </a:cubicBezTo>
                  <a:close/>
                  <a:moveTo>
                    <a:pt x="85137" y="5714"/>
                  </a:moveTo>
                  <a:lnTo>
                    <a:pt x="85035" y="5748"/>
                  </a:lnTo>
                  <a:cubicBezTo>
                    <a:pt x="85000" y="5782"/>
                    <a:pt x="84966" y="5816"/>
                    <a:pt x="84966" y="5884"/>
                  </a:cubicBezTo>
                  <a:cubicBezTo>
                    <a:pt x="85000" y="5918"/>
                    <a:pt x="85035" y="5918"/>
                    <a:pt x="85069" y="5918"/>
                  </a:cubicBezTo>
                  <a:lnTo>
                    <a:pt x="85103" y="5918"/>
                  </a:lnTo>
                  <a:lnTo>
                    <a:pt x="85205" y="5884"/>
                  </a:lnTo>
                  <a:cubicBezTo>
                    <a:pt x="85239" y="5884"/>
                    <a:pt x="85273" y="5816"/>
                    <a:pt x="85239" y="5782"/>
                  </a:cubicBezTo>
                  <a:cubicBezTo>
                    <a:pt x="85239" y="5748"/>
                    <a:pt x="85205" y="5714"/>
                    <a:pt x="85137" y="5714"/>
                  </a:cubicBezTo>
                  <a:close/>
                  <a:moveTo>
                    <a:pt x="84591" y="5884"/>
                  </a:moveTo>
                  <a:lnTo>
                    <a:pt x="84489" y="5918"/>
                  </a:lnTo>
                  <a:cubicBezTo>
                    <a:pt x="84455" y="5952"/>
                    <a:pt x="84420" y="5987"/>
                    <a:pt x="84420" y="6021"/>
                  </a:cubicBezTo>
                  <a:cubicBezTo>
                    <a:pt x="84455" y="6055"/>
                    <a:pt x="84489" y="6089"/>
                    <a:pt x="84523" y="6089"/>
                  </a:cubicBezTo>
                  <a:lnTo>
                    <a:pt x="84659" y="6055"/>
                  </a:lnTo>
                  <a:cubicBezTo>
                    <a:pt x="84693" y="6055"/>
                    <a:pt x="84727" y="5987"/>
                    <a:pt x="84693" y="5952"/>
                  </a:cubicBezTo>
                  <a:cubicBezTo>
                    <a:pt x="84693" y="5918"/>
                    <a:pt x="84659" y="5884"/>
                    <a:pt x="84591" y="5884"/>
                  </a:cubicBezTo>
                  <a:close/>
                  <a:moveTo>
                    <a:pt x="84045" y="6055"/>
                  </a:moveTo>
                  <a:lnTo>
                    <a:pt x="83943" y="6089"/>
                  </a:lnTo>
                  <a:cubicBezTo>
                    <a:pt x="83909" y="6089"/>
                    <a:pt x="83874" y="6157"/>
                    <a:pt x="83874" y="6191"/>
                  </a:cubicBezTo>
                  <a:cubicBezTo>
                    <a:pt x="83909" y="6225"/>
                    <a:pt x="83943" y="6260"/>
                    <a:pt x="83977" y="6260"/>
                  </a:cubicBezTo>
                  <a:lnTo>
                    <a:pt x="84113" y="6225"/>
                  </a:lnTo>
                  <a:cubicBezTo>
                    <a:pt x="84147" y="6191"/>
                    <a:pt x="84182" y="6157"/>
                    <a:pt x="84147" y="6123"/>
                  </a:cubicBezTo>
                  <a:cubicBezTo>
                    <a:pt x="84147" y="6055"/>
                    <a:pt x="84113" y="6055"/>
                    <a:pt x="84045" y="6055"/>
                  </a:cubicBezTo>
                  <a:close/>
                  <a:moveTo>
                    <a:pt x="83535" y="6211"/>
                  </a:moveTo>
                  <a:cubicBezTo>
                    <a:pt x="83522" y="6211"/>
                    <a:pt x="83509" y="6215"/>
                    <a:pt x="83499" y="6225"/>
                  </a:cubicBezTo>
                  <a:lnTo>
                    <a:pt x="83397" y="6260"/>
                  </a:lnTo>
                  <a:cubicBezTo>
                    <a:pt x="83328" y="6260"/>
                    <a:pt x="83328" y="6294"/>
                    <a:pt x="83328" y="6362"/>
                  </a:cubicBezTo>
                  <a:cubicBezTo>
                    <a:pt x="83328" y="6396"/>
                    <a:pt x="83363" y="6430"/>
                    <a:pt x="83431" y="6430"/>
                  </a:cubicBezTo>
                  <a:lnTo>
                    <a:pt x="83533" y="6396"/>
                  </a:lnTo>
                  <a:cubicBezTo>
                    <a:pt x="83601" y="6362"/>
                    <a:pt x="83636" y="6328"/>
                    <a:pt x="83601" y="6260"/>
                  </a:cubicBezTo>
                  <a:cubicBezTo>
                    <a:pt x="83601" y="6235"/>
                    <a:pt x="83567" y="6211"/>
                    <a:pt x="83535" y="6211"/>
                  </a:cubicBezTo>
                  <a:close/>
                  <a:moveTo>
                    <a:pt x="82989" y="6382"/>
                  </a:moveTo>
                  <a:cubicBezTo>
                    <a:pt x="82976" y="6382"/>
                    <a:pt x="82963" y="6386"/>
                    <a:pt x="82953" y="6396"/>
                  </a:cubicBezTo>
                  <a:lnTo>
                    <a:pt x="82851" y="6396"/>
                  </a:lnTo>
                  <a:cubicBezTo>
                    <a:pt x="82782" y="6430"/>
                    <a:pt x="82782" y="6464"/>
                    <a:pt x="82782" y="6533"/>
                  </a:cubicBezTo>
                  <a:cubicBezTo>
                    <a:pt x="82782" y="6567"/>
                    <a:pt x="82817" y="6567"/>
                    <a:pt x="82851" y="6567"/>
                  </a:cubicBezTo>
                  <a:lnTo>
                    <a:pt x="82885" y="6567"/>
                  </a:lnTo>
                  <a:lnTo>
                    <a:pt x="82987" y="6533"/>
                  </a:lnTo>
                  <a:cubicBezTo>
                    <a:pt x="83055" y="6533"/>
                    <a:pt x="83055" y="6498"/>
                    <a:pt x="83055" y="6430"/>
                  </a:cubicBezTo>
                  <a:cubicBezTo>
                    <a:pt x="83055" y="6406"/>
                    <a:pt x="83021" y="6382"/>
                    <a:pt x="82989" y="6382"/>
                  </a:cubicBezTo>
                  <a:close/>
                  <a:moveTo>
                    <a:pt x="82407" y="6533"/>
                  </a:moveTo>
                  <a:lnTo>
                    <a:pt x="82305" y="6567"/>
                  </a:lnTo>
                  <a:cubicBezTo>
                    <a:pt x="82237" y="6601"/>
                    <a:pt x="82202" y="6635"/>
                    <a:pt x="82237" y="6669"/>
                  </a:cubicBezTo>
                  <a:cubicBezTo>
                    <a:pt x="82237" y="6703"/>
                    <a:pt x="82271" y="6737"/>
                    <a:pt x="82305" y="6737"/>
                  </a:cubicBezTo>
                  <a:lnTo>
                    <a:pt x="82339" y="6737"/>
                  </a:lnTo>
                  <a:lnTo>
                    <a:pt x="82441" y="6703"/>
                  </a:lnTo>
                  <a:cubicBezTo>
                    <a:pt x="82509" y="6703"/>
                    <a:pt x="82509" y="6635"/>
                    <a:pt x="82509" y="6601"/>
                  </a:cubicBezTo>
                  <a:cubicBezTo>
                    <a:pt x="82509" y="6567"/>
                    <a:pt x="82441" y="6533"/>
                    <a:pt x="82407" y="6533"/>
                  </a:cubicBezTo>
                  <a:close/>
                  <a:moveTo>
                    <a:pt x="81861" y="6703"/>
                  </a:moveTo>
                  <a:lnTo>
                    <a:pt x="81725" y="6737"/>
                  </a:lnTo>
                  <a:cubicBezTo>
                    <a:pt x="81691" y="6737"/>
                    <a:pt x="81656" y="6805"/>
                    <a:pt x="81691" y="6840"/>
                  </a:cubicBezTo>
                  <a:cubicBezTo>
                    <a:pt x="81691" y="6874"/>
                    <a:pt x="81725" y="6908"/>
                    <a:pt x="81759" y="6908"/>
                  </a:cubicBezTo>
                  <a:lnTo>
                    <a:pt x="81793" y="6908"/>
                  </a:lnTo>
                  <a:lnTo>
                    <a:pt x="81895" y="6874"/>
                  </a:lnTo>
                  <a:cubicBezTo>
                    <a:pt x="81929" y="6840"/>
                    <a:pt x="81964" y="6805"/>
                    <a:pt x="81964" y="6771"/>
                  </a:cubicBezTo>
                  <a:cubicBezTo>
                    <a:pt x="81929" y="6703"/>
                    <a:pt x="81895" y="6703"/>
                    <a:pt x="81861" y="6703"/>
                  </a:cubicBezTo>
                  <a:close/>
                  <a:moveTo>
                    <a:pt x="81343" y="6860"/>
                  </a:moveTo>
                  <a:cubicBezTo>
                    <a:pt x="81333" y="6860"/>
                    <a:pt x="81324" y="6865"/>
                    <a:pt x="81315" y="6874"/>
                  </a:cubicBezTo>
                  <a:lnTo>
                    <a:pt x="81179" y="6908"/>
                  </a:lnTo>
                  <a:cubicBezTo>
                    <a:pt x="81145" y="6908"/>
                    <a:pt x="81110" y="6976"/>
                    <a:pt x="81145" y="7010"/>
                  </a:cubicBezTo>
                  <a:cubicBezTo>
                    <a:pt x="81145" y="7044"/>
                    <a:pt x="81179" y="7078"/>
                    <a:pt x="81213" y="7078"/>
                  </a:cubicBezTo>
                  <a:lnTo>
                    <a:pt x="81247" y="7078"/>
                  </a:lnTo>
                  <a:lnTo>
                    <a:pt x="81349" y="7044"/>
                  </a:lnTo>
                  <a:cubicBezTo>
                    <a:pt x="81383" y="7010"/>
                    <a:pt x="81418" y="6976"/>
                    <a:pt x="81418" y="6942"/>
                  </a:cubicBezTo>
                  <a:cubicBezTo>
                    <a:pt x="81393" y="6892"/>
                    <a:pt x="81368" y="6860"/>
                    <a:pt x="81343" y="6860"/>
                  </a:cubicBezTo>
                  <a:close/>
                  <a:moveTo>
                    <a:pt x="80787" y="7030"/>
                  </a:moveTo>
                  <a:cubicBezTo>
                    <a:pt x="80772" y="7030"/>
                    <a:pt x="80755" y="7034"/>
                    <a:pt x="80735" y="7044"/>
                  </a:cubicBezTo>
                  <a:lnTo>
                    <a:pt x="80633" y="7078"/>
                  </a:lnTo>
                  <a:cubicBezTo>
                    <a:pt x="80599" y="7078"/>
                    <a:pt x="80564" y="7113"/>
                    <a:pt x="80599" y="7181"/>
                  </a:cubicBezTo>
                  <a:cubicBezTo>
                    <a:pt x="80599" y="7215"/>
                    <a:pt x="80633" y="7215"/>
                    <a:pt x="80667" y="7215"/>
                  </a:cubicBezTo>
                  <a:lnTo>
                    <a:pt x="80701" y="7215"/>
                  </a:lnTo>
                  <a:lnTo>
                    <a:pt x="80803" y="7181"/>
                  </a:lnTo>
                  <a:cubicBezTo>
                    <a:pt x="80837" y="7181"/>
                    <a:pt x="80872" y="7147"/>
                    <a:pt x="80872" y="7078"/>
                  </a:cubicBezTo>
                  <a:cubicBezTo>
                    <a:pt x="80847" y="7054"/>
                    <a:pt x="80823" y="7030"/>
                    <a:pt x="80787" y="7030"/>
                  </a:cubicBezTo>
                  <a:close/>
                  <a:moveTo>
                    <a:pt x="80189" y="7181"/>
                  </a:moveTo>
                  <a:lnTo>
                    <a:pt x="80087" y="7215"/>
                  </a:lnTo>
                  <a:cubicBezTo>
                    <a:pt x="80053" y="7249"/>
                    <a:pt x="80019" y="7283"/>
                    <a:pt x="80019" y="7317"/>
                  </a:cubicBezTo>
                  <a:cubicBezTo>
                    <a:pt x="80053" y="7386"/>
                    <a:pt x="80087" y="7386"/>
                    <a:pt x="80121" y="7386"/>
                  </a:cubicBezTo>
                  <a:lnTo>
                    <a:pt x="80155" y="7386"/>
                  </a:lnTo>
                  <a:lnTo>
                    <a:pt x="80257" y="7351"/>
                  </a:lnTo>
                  <a:cubicBezTo>
                    <a:pt x="80291" y="7351"/>
                    <a:pt x="80326" y="7283"/>
                    <a:pt x="80326" y="7249"/>
                  </a:cubicBezTo>
                  <a:cubicBezTo>
                    <a:pt x="80291" y="7215"/>
                    <a:pt x="80257" y="7181"/>
                    <a:pt x="80189" y="7181"/>
                  </a:cubicBezTo>
                  <a:close/>
                  <a:moveTo>
                    <a:pt x="79643" y="7351"/>
                  </a:moveTo>
                  <a:lnTo>
                    <a:pt x="79541" y="7386"/>
                  </a:lnTo>
                  <a:cubicBezTo>
                    <a:pt x="79507" y="7386"/>
                    <a:pt x="79473" y="7454"/>
                    <a:pt x="79473" y="7488"/>
                  </a:cubicBezTo>
                  <a:cubicBezTo>
                    <a:pt x="79507" y="7522"/>
                    <a:pt x="79541" y="7556"/>
                    <a:pt x="79575" y="7556"/>
                  </a:cubicBezTo>
                  <a:lnTo>
                    <a:pt x="79711" y="7522"/>
                  </a:lnTo>
                  <a:cubicBezTo>
                    <a:pt x="79746" y="7522"/>
                    <a:pt x="79780" y="7454"/>
                    <a:pt x="79746" y="7420"/>
                  </a:cubicBezTo>
                  <a:cubicBezTo>
                    <a:pt x="79746" y="7386"/>
                    <a:pt x="79711" y="7351"/>
                    <a:pt x="79643" y="7351"/>
                  </a:cubicBezTo>
                  <a:close/>
                  <a:moveTo>
                    <a:pt x="79097" y="7522"/>
                  </a:moveTo>
                  <a:lnTo>
                    <a:pt x="78995" y="7556"/>
                  </a:lnTo>
                  <a:cubicBezTo>
                    <a:pt x="78961" y="7556"/>
                    <a:pt x="78927" y="7624"/>
                    <a:pt x="78927" y="7659"/>
                  </a:cubicBezTo>
                  <a:cubicBezTo>
                    <a:pt x="78961" y="7693"/>
                    <a:pt x="78995" y="7727"/>
                    <a:pt x="79029" y="7727"/>
                  </a:cubicBezTo>
                  <a:lnTo>
                    <a:pt x="79165" y="7693"/>
                  </a:lnTo>
                  <a:cubicBezTo>
                    <a:pt x="79200" y="7659"/>
                    <a:pt x="79234" y="7624"/>
                    <a:pt x="79200" y="7590"/>
                  </a:cubicBezTo>
                  <a:cubicBezTo>
                    <a:pt x="79200" y="7522"/>
                    <a:pt x="79131" y="7522"/>
                    <a:pt x="79097" y="7522"/>
                  </a:cubicBezTo>
                  <a:close/>
                  <a:moveTo>
                    <a:pt x="78587" y="7679"/>
                  </a:moveTo>
                  <a:cubicBezTo>
                    <a:pt x="78574" y="7679"/>
                    <a:pt x="78561" y="7683"/>
                    <a:pt x="78551" y="7693"/>
                  </a:cubicBezTo>
                  <a:lnTo>
                    <a:pt x="78449" y="7727"/>
                  </a:lnTo>
                  <a:cubicBezTo>
                    <a:pt x="78381" y="7727"/>
                    <a:pt x="78381" y="7761"/>
                    <a:pt x="78381" y="7829"/>
                  </a:cubicBezTo>
                  <a:cubicBezTo>
                    <a:pt x="78381" y="7863"/>
                    <a:pt x="78415" y="7897"/>
                    <a:pt x="78483" y="7897"/>
                  </a:cubicBezTo>
                  <a:cubicBezTo>
                    <a:pt x="78483" y="7897"/>
                    <a:pt x="78483" y="7897"/>
                    <a:pt x="78483" y="7863"/>
                  </a:cubicBezTo>
                  <a:lnTo>
                    <a:pt x="78585" y="7863"/>
                  </a:lnTo>
                  <a:cubicBezTo>
                    <a:pt x="78654" y="7829"/>
                    <a:pt x="78688" y="7795"/>
                    <a:pt x="78654" y="7727"/>
                  </a:cubicBezTo>
                  <a:cubicBezTo>
                    <a:pt x="78654" y="7703"/>
                    <a:pt x="78619" y="7679"/>
                    <a:pt x="78587" y="7679"/>
                  </a:cubicBezTo>
                  <a:close/>
                  <a:moveTo>
                    <a:pt x="78005" y="7829"/>
                  </a:moveTo>
                  <a:lnTo>
                    <a:pt x="77903" y="7863"/>
                  </a:lnTo>
                  <a:cubicBezTo>
                    <a:pt x="77835" y="7897"/>
                    <a:pt x="77835" y="7932"/>
                    <a:pt x="77835" y="8000"/>
                  </a:cubicBezTo>
                  <a:cubicBezTo>
                    <a:pt x="77835" y="8034"/>
                    <a:pt x="77869" y="8034"/>
                    <a:pt x="77903" y="8034"/>
                  </a:cubicBezTo>
                  <a:lnTo>
                    <a:pt x="77937" y="8034"/>
                  </a:lnTo>
                  <a:lnTo>
                    <a:pt x="78039" y="8000"/>
                  </a:lnTo>
                  <a:cubicBezTo>
                    <a:pt x="78108" y="8000"/>
                    <a:pt x="78108" y="7932"/>
                    <a:pt x="78108" y="7897"/>
                  </a:cubicBezTo>
                  <a:cubicBezTo>
                    <a:pt x="78108" y="7863"/>
                    <a:pt x="78039" y="7829"/>
                    <a:pt x="78005" y="7829"/>
                  </a:cubicBezTo>
                  <a:close/>
                  <a:moveTo>
                    <a:pt x="77459" y="8000"/>
                  </a:moveTo>
                  <a:lnTo>
                    <a:pt x="77357" y="8034"/>
                  </a:lnTo>
                  <a:cubicBezTo>
                    <a:pt x="77289" y="8068"/>
                    <a:pt x="77255" y="8102"/>
                    <a:pt x="77289" y="8136"/>
                  </a:cubicBezTo>
                  <a:cubicBezTo>
                    <a:pt x="77289" y="8170"/>
                    <a:pt x="77323" y="8205"/>
                    <a:pt x="77357" y="8205"/>
                  </a:cubicBezTo>
                  <a:lnTo>
                    <a:pt x="77391" y="8205"/>
                  </a:lnTo>
                  <a:lnTo>
                    <a:pt x="77493" y="8170"/>
                  </a:lnTo>
                  <a:cubicBezTo>
                    <a:pt x="77562" y="8170"/>
                    <a:pt x="77562" y="8102"/>
                    <a:pt x="77562" y="8068"/>
                  </a:cubicBezTo>
                  <a:cubicBezTo>
                    <a:pt x="77562" y="8034"/>
                    <a:pt x="77493" y="8000"/>
                    <a:pt x="77459" y="8000"/>
                  </a:cubicBezTo>
                  <a:close/>
                  <a:moveTo>
                    <a:pt x="76913" y="8170"/>
                  </a:moveTo>
                  <a:lnTo>
                    <a:pt x="76777" y="8205"/>
                  </a:lnTo>
                  <a:cubicBezTo>
                    <a:pt x="76743" y="8205"/>
                    <a:pt x="76709" y="8273"/>
                    <a:pt x="76743" y="8307"/>
                  </a:cubicBezTo>
                  <a:cubicBezTo>
                    <a:pt x="76743" y="8341"/>
                    <a:pt x="76777" y="8375"/>
                    <a:pt x="76811" y="8375"/>
                  </a:cubicBezTo>
                  <a:lnTo>
                    <a:pt x="76845" y="8375"/>
                  </a:lnTo>
                  <a:lnTo>
                    <a:pt x="76947" y="8341"/>
                  </a:lnTo>
                  <a:cubicBezTo>
                    <a:pt x="76982" y="8307"/>
                    <a:pt x="77016" y="8273"/>
                    <a:pt x="77016" y="8239"/>
                  </a:cubicBezTo>
                  <a:cubicBezTo>
                    <a:pt x="76982" y="8170"/>
                    <a:pt x="76947" y="8170"/>
                    <a:pt x="76913" y="8170"/>
                  </a:cubicBezTo>
                  <a:close/>
                  <a:moveTo>
                    <a:pt x="76397" y="8327"/>
                  </a:moveTo>
                  <a:cubicBezTo>
                    <a:pt x="76387" y="8327"/>
                    <a:pt x="76377" y="8331"/>
                    <a:pt x="76367" y="8341"/>
                  </a:cubicBezTo>
                  <a:lnTo>
                    <a:pt x="76231" y="8375"/>
                  </a:lnTo>
                  <a:cubicBezTo>
                    <a:pt x="76197" y="8375"/>
                    <a:pt x="76163" y="8409"/>
                    <a:pt x="76197" y="8478"/>
                  </a:cubicBezTo>
                  <a:cubicBezTo>
                    <a:pt x="76197" y="8512"/>
                    <a:pt x="76231" y="8546"/>
                    <a:pt x="76265" y="8546"/>
                  </a:cubicBezTo>
                  <a:lnTo>
                    <a:pt x="76299" y="8546"/>
                  </a:lnTo>
                  <a:lnTo>
                    <a:pt x="76401" y="8512"/>
                  </a:lnTo>
                  <a:cubicBezTo>
                    <a:pt x="76436" y="8478"/>
                    <a:pt x="76470" y="8443"/>
                    <a:pt x="76470" y="8375"/>
                  </a:cubicBezTo>
                  <a:cubicBezTo>
                    <a:pt x="76446" y="8351"/>
                    <a:pt x="76421" y="8327"/>
                    <a:pt x="76397" y="8327"/>
                  </a:cubicBezTo>
                  <a:close/>
                  <a:moveTo>
                    <a:pt x="75821" y="8478"/>
                  </a:moveTo>
                  <a:lnTo>
                    <a:pt x="75685" y="8512"/>
                  </a:lnTo>
                  <a:cubicBezTo>
                    <a:pt x="75651" y="8546"/>
                    <a:pt x="75617" y="8580"/>
                    <a:pt x="75651" y="8648"/>
                  </a:cubicBezTo>
                  <a:cubicBezTo>
                    <a:pt x="75651" y="8682"/>
                    <a:pt x="75685" y="8682"/>
                    <a:pt x="75719" y="8682"/>
                  </a:cubicBezTo>
                  <a:lnTo>
                    <a:pt x="75753" y="8682"/>
                  </a:lnTo>
                  <a:lnTo>
                    <a:pt x="75855" y="8648"/>
                  </a:lnTo>
                  <a:cubicBezTo>
                    <a:pt x="75890" y="8648"/>
                    <a:pt x="75924" y="8614"/>
                    <a:pt x="75924" y="8546"/>
                  </a:cubicBezTo>
                  <a:cubicBezTo>
                    <a:pt x="75890" y="8512"/>
                    <a:pt x="75855" y="8478"/>
                    <a:pt x="75821" y="8478"/>
                  </a:cubicBezTo>
                  <a:close/>
                  <a:moveTo>
                    <a:pt x="75241" y="8648"/>
                  </a:moveTo>
                  <a:lnTo>
                    <a:pt x="75139" y="8682"/>
                  </a:lnTo>
                  <a:cubicBezTo>
                    <a:pt x="75105" y="8716"/>
                    <a:pt x="75071" y="8751"/>
                    <a:pt x="75071" y="8785"/>
                  </a:cubicBezTo>
                  <a:cubicBezTo>
                    <a:pt x="75105" y="8819"/>
                    <a:pt x="75139" y="8853"/>
                    <a:pt x="75173" y="8853"/>
                  </a:cubicBezTo>
                  <a:lnTo>
                    <a:pt x="75207" y="8853"/>
                  </a:lnTo>
                  <a:lnTo>
                    <a:pt x="75310" y="8819"/>
                  </a:lnTo>
                  <a:cubicBezTo>
                    <a:pt x="75344" y="8819"/>
                    <a:pt x="75378" y="8751"/>
                    <a:pt x="75378" y="8716"/>
                  </a:cubicBezTo>
                  <a:cubicBezTo>
                    <a:pt x="75344" y="8682"/>
                    <a:pt x="75310" y="8648"/>
                    <a:pt x="75241" y="8648"/>
                  </a:cubicBezTo>
                  <a:close/>
                  <a:moveTo>
                    <a:pt x="74695" y="8819"/>
                  </a:moveTo>
                  <a:lnTo>
                    <a:pt x="74593" y="8853"/>
                  </a:lnTo>
                  <a:cubicBezTo>
                    <a:pt x="74559" y="8853"/>
                    <a:pt x="74525" y="8921"/>
                    <a:pt x="74525" y="8955"/>
                  </a:cubicBezTo>
                  <a:cubicBezTo>
                    <a:pt x="74559" y="8989"/>
                    <a:pt x="74593" y="9023"/>
                    <a:pt x="74627" y="9023"/>
                  </a:cubicBezTo>
                  <a:lnTo>
                    <a:pt x="74764" y="8989"/>
                  </a:lnTo>
                  <a:cubicBezTo>
                    <a:pt x="74798" y="8955"/>
                    <a:pt x="74832" y="8921"/>
                    <a:pt x="74798" y="8887"/>
                  </a:cubicBezTo>
                  <a:cubicBezTo>
                    <a:pt x="74798" y="8819"/>
                    <a:pt x="74764" y="8819"/>
                    <a:pt x="74695" y="8819"/>
                  </a:cubicBezTo>
                  <a:close/>
                  <a:moveTo>
                    <a:pt x="74186" y="8975"/>
                  </a:moveTo>
                  <a:cubicBezTo>
                    <a:pt x="74172" y="8975"/>
                    <a:pt x="74159" y="8979"/>
                    <a:pt x="74149" y="8989"/>
                  </a:cubicBezTo>
                  <a:lnTo>
                    <a:pt x="74047" y="9023"/>
                  </a:lnTo>
                  <a:cubicBezTo>
                    <a:pt x="74013" y="9023"/>
                    <a:pt x="73979" y="9092"/>
                    <a:pt x="73979" y="9126"/>
                  </a:cubicBezTo>
                  <a:cubicBezTo>
                    <a:pt x="74013" y="9160"/>
                    <a:pt x="74047" y="9194"/>
                    <a:pt x="74081" y="9194"/>
                  </a:cubicBezTo>
                  <a:lnTo>
                    <a:pt x="74218" y="9160"/>
                  </a:lnTo>
                  <a:cubicBezTo>
                    <a:pt x="74252" y="9126"/>
                    <a:pt x="74286" y="9092"/>
                    <a:pt x="74252" y="9023"/>
                  </a:cubicBezTo>
                  <a:cubicBezTo>
                    <a:pt x="74252" y="8999"/>
                    <a:pt x="74218" y="8975"/>
                    <a:pt x="74186" y="8975"/>
                  </a:cubicBezTo>
                  <a:close/>
                  <a:moveTo>
                    <a:pt x="73640" y="9146"/>
                  </a:moveTo>
                  <a:cubicBezTo>
                    <a:pt x="73626" y="9146"/>
                    <a:pt x="73613" y="9150"/>
                    <a:pt x="73603" y="9160"/>
                  </a:cubicBezTo>
                  <a:lnTo>
                    <a:pt x="73501" y="9194"/>
                  </a:lnTo>
                  <a:cubicBezTo>
                    <a:pt x="73467" y="9194"/>
                    <a:pt x="73433" y="9228"/>
                    <a:pt x="73433" y="9296"/>
                  </a:cubicBezTo>
                  <a:cubicBezTo>
                    <a:pt x="73433" y="9331"/>
                    <a:pt x="73467" y="9331"/>
                    <a:pt x="73535" y="9331"/>
                  </a:cubicBezTo>
                  <a:lnTo>
                    <a:pt x="73638" y="9296"/>
                  </a:lnTo>
                  <a:cubicBezTo>
                    <a:pt x="73706" y="9296"/>
                    <a:pt x="73740" y="9262"/>
                    <a:pt x="73706" y="9194"/>
                  </a:cubicBezTo>
                  <a:cubicBezTo>
                    <a:pt x="73706" y="9170"/>
                    <a:pt x="73672" y="9146"/>
                    <a:pt x="73640" y="9146"/>
                  </a:cubicBezTo>
                  <a:close/>
                  <a:moveTo>
                    <a:pt x="73057" y="9296"/>
                  </a:moveTo>
                  <a:lnTo>
                    <a:pt x="72955" y="9331"/>
                  </a:lnTo>
                  <a:cubicBezTo>
                    <a:pt x="72887" y="9365"/>
                    <a:pt x="72887" y="9399"/>
                    <a:pt x="72887" y="9433"/>
                  </a:cubicBezTo>
                  <a:cubicBezTo>
                    <a:pt x="72887" y="9467"/>
                    <a:pt x="72921" y="9501"/>
                    <a:pt x="72955" y="9501"/>
                  </a:cubicBezTo>
                  <a:lnTo>
                    <a:pt x="72989" y="9501"/>
                  </a:lnTo>
                  <a:lnTo>
                    <a:pt x="73092" y="9467"/>
                  </a:lnTo>
                  <a:cubicBezTo>
                    <a:pt x="73160" y="9467"/>
                    <a:pt x="73160" y="9399"/>
                    <a:pt x="73160" y="9365"/>
                  </a:cubicBezTo>
                  <a:cubicBezTo>
                    <a:pt x="73160" y="9331"/>
                    <a:pt x="73092" y="9296"/>
                    <a:pt x="73057" y="9296"/>
                  </a:cubicBezTo>
                  <a:close/>
                  <a:moveTo>
                    <a:pt x="72511" y="9467"/>
                  </a:moveTo>
                  <a:lnTo>
                    <a:pt x="72409" y="9501"/>
                  </a:lnTo>
                  <a:cubicBezTo>
                    <a:pt x="72341" y="9501"/>
                    <a:pt x="72341" y="9569"/>
                    <a:pt x="72341" y="9604"/>
                  </a:cubicBezTo>
                  <a:cubicBezTo>
                    <a:pt x="72341" y="9638"/>
                    <a:pt x="72375" y="9672"/>
                    <a:pt x="72409" y="9672"/>
                  </a:cubicBezTo>
                  <a:lnTo>
                    <a:pt x="72443" y="9672"/>
                  </a:lnTo>
                  <a:lnTo>
                    <a:pt x="72546" y="9638"/>
                  </a:lnTo>
                  <a:cubicBezTo>
                    <a:pt x="72614" y="9638"/>
                    <a:pt x="72614" y="9569"/>
                    <a:pt x="72614" y="9535"/>
                  </a:cubicBezTo>
                  <a:cubicBezTo>
                    <a:pt x="72614" y="9467"/>
                    <a:pt x="72546" y="9467"/>
                    <a:pt x="72511" y="9467"/>
                  </a:cubicBezTo>
                  <a:close/>
                  <a:moveTo>
                    <a:pt x="71993" y="9624"/>
                  </a:moveTo>
                  <a:cubicBezTo>
                    <a:pt x="71984" y="9624"/>
                    <a:pt x="71975" y="9629"/>
                    <a:pt x="71965" y="9638"/>
                  </a:cubicBezTo>
                  <a:lnTo>
                    <a:pt x="71829" y="9672"/>
                  </a:lnTo>
                  <a:cubicBezTo>
                    <a:pt x="71795" y="9672"/>
                    <a:pt x="71761" y="9740"/>
                    <a:pt x="71795" y="9774"/>
                  </a:cubicBezTo>
                  <a:cubicBezTo>
                    <a:pt x="71795" y="9808"/>
                    <a:pt x="71829" y="9842"/>
                    <a:pt x="71863" y="9842"/>
                  </a:cubicBezTo>
                  <a:lnTo>
                    <a:pt x="71897" y="9842"/>
                  </a:lnTo>
                  <a:lnTo>
                    <a:pt x="72000" y="9808"/>
                  </a:lnTo>
                  <a:cubicBezTo>
                    <a:pt x="72034" y="9774"/>
                    <a:pt x="72068" y="9740"/>
                    <a:pt x="72068" y="9706"/>
                  </a:cubicBezTo>
                  <a:cubicBezTo>
                    <a:pt x="72043" y="9656"/>
                    <a:pt x="72018" y="9624"/>
                    <a:pt x="71993" y="9624"/>
                  </a:cubicBezTo>
                  <a:close/>
                  <a:moveTo>
                    <a:pt x="71449" y="9794"/>
                  </a:moveTo>
                  <a:cubicBezTo>
                    <a:pt x="71439" y="9794"/>
                    <a:pt x="71430" y="9798"/>
                    <a:pt x="71420" y="9808"/>
                  </a:cubicBezTo>
                  <a:lnTo>
                    <a:pt x="71283" y="9842"/>
                  </a:lnTo>
                  <a:cubicBezTo>
                    <a:pt x="71249" y="9842"/>
                    <a:pt x="71215" y="9877"/>
                    <a:pt x="71249" y="9945"/>
                  </a:cubicBezTo>
                  <a:cubicBezTo>
                    <a:pt x="71249" y="9979"/>
                    <a:pt x="71283" y="9979"/>
                    <a:pt x="71317" y="9979"/>
                  </a:cubicBezTo>
                  <a:lnTo>
                    <a:pt x="71351" y="9979"/>
                  </a:lnTo>
                  <a:lnTo>
                    <a:pt x="71454" y="9945"/>
                  </a:lnTo>
                  <a:cubicBezTo>
                    <a:pt x="71488" y="9945"/>
                    <a:pt x="71522" y="9911"/>
                    <a:pt x="71522" y="9842"/>
                  </a:cubicBezTo>
                  <a:cubicBezTo>
                    <a:pt x="71498" y="9818"/>
                    <a:pt x="71474" y="9794"/>
                    <a:pt x="71449" y="9794"/>
                  </a:cubicBezTo>
                  <a:close/>
                  <a:moveTo>
                    <a:pt x="70874" y="9945"/>
                  </a:moveTo>
                  <a:lnTo>
                    <a:pt x="70737" y="9979"/>
                  </a:lnTo>
                  <a:cubicBezTo>
                    <a:pt x="70703" y="10013"/>
                    <a:pt x="70669" y="10047"/>
                    <a:pt x="70703" y="10081"/>
                  </a:cubicBezTo>
                  <a:cubicBezTo>
                    <a:pt x="70703" y="10150"/>
                    <a:pt x="70737" y="10150"/>
                    <a:pt x="70771" y="10150"/>
                  </a:cubicBezTo>
                  <a:lnTo>
                    <a:pt x="70805" y="10150"/>
                  </a:lnTo>
                  <a:lnTo>
                    <a:pt x="70908" y="10115"/>
                  </a:lnTo>
                  <a:cubicBezTo>
                    <a:pt x="70942" y="10115"/>
                    <a:pt x="70976" y="10047"/>
                    <a:pt x="70976" y="10013"/>
                  </a:cubicBezTo>
                  <a:cubicBezTo>
                    <a:pt x="70942" y="9979"/>
                    <a:pt x="70908" y="9945"/>
                    <a:pt x="70874" y="9945"/>
                  </a:cubicBezTo>
                  <a:close/>
                  <a:moveTo>
                    <a:pt x="70293" y="10115"/>
                  </a:moveTo>
                  <a:lnTo>
                    <a:pt x="70191" y="10150"/>
                  </a:lnTo>
                  <a:cubicBezTo>
                    <a:pt x="70157" y="10150"/>
                    <a:pt x="70123" y="10218"/>
                    <a:pt x="70123" y="10252"/>
                  </a:cubicBezTo>
                  <a:cubicBezTo>
                    <a:pt x="70157" y="10286"/>
                    <a:pt x="70191" y="10320"/>
                    <a:pt x="70225" y="10320"/>
                  </a:cubicBezTo>
                  <a:lnTo>
                    <a:pt x="70259" y="10320"/>
                  </a:lnTo>
                  <a:lnTo>
                    <a:pt x="70362" y="10286"/>
                  </a:lnTo>
                  <a:cubicBezTo>
                    <a:pt x="70396" y="10286"/>
                    <a:pt x="70430" y="10218"/>
                    <a:pt x="70430" y="10184"/>
                  </a:cubicBezTo>
                  <a:cubicBezTo>
                    <a:pt x="70396" y="10150"/>
                    <a:pt x="70362" y="10115"/>
                    <a:pt x="70293" y="10115"/>
                  </a:cubicBezTo>
                  <a:close/>
                  <a:moveTo>
                    <a:pt x="69747" y="10286"/>
                  </a:moveTo>
                  <a:lnTo>
                    <a:pt x="69645" y="10320"/>
                  </a:lnTo>
                  <a:cubicBezTo>
                    <a:pt x="69611" y="10320"/>
                    <a:pt x="69577" y="10388"/>
                    <a:pt x="69577" y="10423"/>
                  </a:cubicBezTo>
                  <a:cubicBezTo>
                    <a:pt x="69611" y="10457"/>
                    <a:pt x="69645" y="10491"/>
                    <a:pt x="69679" y="10491"/>
                  </a:cubicBezTo>
                  <a:lnTo>
                    <a:pt x="69713" y="10491"/>
                  </a:lnTo>
                  <a:lnTo>
                    <a:pt x="69816" y="10457"/>
                  </a:lnTo>
                  <a:cubicBezTo>
                    <a:pt x="69850" y="10423"/>
                    <a:pt x="69884" y="10388"/>
                    <a:pt x="69850" y="10354"/>
                  </a:cubicBezTo>
                  <a:cubicBezTo>
                    <a:pt x="69850" y="10286"/>
                    <a:pt x="69816" y="10286"/>
                    <a:pt x="69747" y="10286"/>
                  </a:cubicBezTo>
                  <a:close/>
                  <a:moveTo>
                    <a:pt x="69253" y="10443"/>
                  </a:moveTo>
                  <a:cubicBezTo>
                    <a:pt x="69239" y="10443"/>
                    <a:pt x="69221" y="10447"/>
                    <a:pt x="69202" y="10457"/>
                  </a:cubicBezTo>
                  <a:lnTo>
                    <a:pt x="69099" y="10491"/>
                  </a:lnTo>
                  <a:cubicBezTo>
                    <a:pt x="69065" y="10491"/>
                    <a:pt x="69031" y="10525"/>
                    <a:pt x="69031" y="10593"/>
                  </a:cubicBezTo>
                  <a:cubicBezTo>
                    <a:pt x="69065" y="10627"/>
                    <a:pt x="69099" y="10661"/>
                    <a:pt x="69133" y="10661"/>
                  </a:cubicBezTo>
                  <a:cubicBezTo>
                    <a:pt x="69133" y="10661"/>
                    <a:pt x="69133" y="10661"/>
                    <a:pt x="69133" y="10627"/>
                  </a:cubicBezTo>
                  <a:lnTo>
                    <a:pt x="69270" y="10593"/>
                  </a:lnTo>
                  <a:cubicBezTo>
                    <a:pt x="69304" y="10593"/>
                    <a:pt x="69338" y="10559"/>
                    <a:pt x="69304" y="10491"/>
                  </a:cubicBezTo>
                  <a:cubicBezTo>
                    <a:pt x="69304" y="10467"/>
                    <a:pt x="69287" y="10443"/>
                    <a:pt x="69253" y="10443"/>
                  </a:cubicBezTo>
                  <a:close/>
                  <a:moveTo>
                    <a:pt x="68656" y="10593"/>
                  </a:moveTo>
                  <a:lnTo>
                    <a:pt x="68553" y="10627"/>
                  </a:lnTo>
                  <a:cubicBezTo>
                    <a:pt x="68519" y="10661"/>
                    <a:pt x="68485" y="10696"/>
                    <a:pt x="68485" y="10764"/>
                  </a:cubicBezTo>
                  <a:cubicBezTo>
                    <a:pt x="68485" y="10798"/>
                    <a:pt x="68519" y="10798"/>
                    <a:pt x="68587" y="10798"/>
                  </a:cubicBezTo>
                  <a:lnTo>
                    <a:pt x="68724" y="10764"/>
                  </a:lnTo>
                  <a:cubicBezTo>
                    <a:pt x="68758" y="10764"/>
                    <a:pt x="68792" y="10696"/>
                    <a:pt x="68758" y="10661"/>
                  </a:cubicBezTo>
                  <a:cubicBezTo>
                    <a:pt x="68758" y="10627"/>
                    <a:pt x="68690" y="10593"/>
                    <a:pt x="68656" y="10593"/>
                  </a:cubicBezTo>
                  <a:close/>
                  <a:moveTo>
                    <a:pt x="68110" y="10764"/>
                  </a:moveTo>
                  <a:lnTo>
                    <a:pt x="68007" y="10798"/>
                  </a:lnTo>
                  <a:cubicBezTo>
                    <a:pt x="67939" y="10832"/>
                    <a:pt x="67939" y="10866"/>
                    <a:pt x="67939" y="10900"/>
                  </a:cubicBezTo>
                  <a:cubicBezTo>
                    <a:pt x="67939" y="10934"/>
                    <a:pt x="67973" y="10969"/>
                    <a:pt x="68007" y="10969"/>
                  </a:cubicBezTo>
                  <a:lnTo>
                    <a:pt x="68041" y="10969"/>
                  </a:lnTo>
                  <a:lnTo>
                    <a:pt x="68144" y="10934"/>
                  </a:lnTo>
                  <a:cubicBezTo>
                    <a:pt x="68212" y="10934"/>
                    <a:pt x="68246" y="10866"/>
                    <a:pt x="68212" y="10832"/>
                  </a:cubicBezTo>
                  <a:cubicBezTo>
                    <a:pt x="68212" y="10798"/>
                    <a:pt x="68144" y="10764"/>
                    <a:pt x="68110" y="10764"/>
                  </a:cubicBezTo>
                  <a:close/>
                  <a:moveTo>
                    <a:pt x="67564" y="10934"/>
                  </a:moveTo>
                  <a:lnTo>
                    <a:pt x="67461" y="10969"/>
                  </a:lnTo>
                  <a:cubicBezTo>
                    <a:pt x="67393" y="10969"/>
                    <a:pt x="67393" y="11037"/>
                    <a:pt x="67393" y="11071"/>
                  </a:cubicBezTo>
                  <a:cubicBezTo>
                    <a:pt x="67393" y="11105"/>
                    <a:pt x="67427" y="11139"/>
                    <a:pt x="67461" y="11139"/>
                  </a:cubicBezTo>
                  <a:lnTo>
                    <a:pt x="67495" y="11139"/>
                  </a:lnTo>
                  <a:lnTo>
                    <a:pt x="67598" y="11105"/>
                  </a:lnTo>
                  <a:cubicBezTo>
                    <a:pt x="67666" y="11071"/>
                    <a:pt x="67666" y="11037"/>
                    <a:pt x="67666" y="11003"/>
                  </a:cubicBezTo>
                  <a:cubicBezTo>
                    <a:pt x="67666" y="10934"/>
                    <a:pt x="67598" y="10934"/>
                    <a:pt x="67564" y="10934"/>
                  </a:cubicBezTo>
                  <a:close/>
                  <a:moveTo>
                    <a:pt x="67054" y="11091"/>
                  </a:moveTo>
                  <a:cubicBezTo>
                    <a:pt x="67041" y="11091"/>
                    <a:pt x="67028" y="11095"/>
                    <a:pt x="67018" y="11105"/>
                  </a:cubicBezTo>
                  <a:lnTo>
                    <a:pt x="66915" y="11139"/>
                  </a:lnTo>
                  <a:cubicBezTo>
                    <a:pt x="66847" y="11139"/>
                    <a:pt x="66813" y="11173"/>
                    <a:pt x="66847" y="11241"/>
                  </a:cubicBezTo>
                  <a:cubicBezTo>
                    <a:pt x="66847" y="11276"/>
                    <a:pt x="66881" y="11310"/>
                    <a:pt x="66915" y="11310"/>
                  </a:cubicBezTo>
                  <a:cubicBezTo>
                    <a:pt x="66949" y="11310"/>
                    <a:pt x="66949" y="11310"/>
                    <a:pt x="66949" y="11276"/>
                  </a:cubicBezTo>
                  <a:lnTo>
                    <a:pt x="67052" y="11276"/>
                  </a:lnTo>
                  <a:cubicBezTo>
                    <a:pt x="67120" y="11241"/>
                    <a:pt x="67120" y="11207"/>
                    <a:pt x="67120" y="11139"/>
                  </a:cubicBezTo>
                  <a:cubicBezTo>
                    <a:pt x="67120" y="11115"/>
                    <a:pt x="67086" y="11091"/>
                    <a:pt x="67054" y="11091"/>
                  </a:cubicBezTo>
                  <a:close/>
                  <a:moveTo>
                    <a:pt x="66472" y="11241"/>
                  </a:moveTo>
                  <a:lnTo>
                    <a:pt x="66335" y="11276"/>
                  </a:lnTo>
                  <a:cubicBezTo>
                    <a:pt x="66301" y="11310"/>
                    <a:pt x="66267" y="11344"/>
                    <a:pt x="66301" y="11412"/>
                  </a:cubicBezTo>
                  <a:cubicBezTo>
                    <a:pt x="66301" y="11446"/>
                    <a:pt x="66335" y="11446"/>
                    <a:pt x="66369" y="11446"/>
                  </a:cubicBezTo>
                  <a:lnTo>
                    <a:pt x="66403" y="11446"/>
                  </a:lnTo>
                  <a:lnTo>
                    <a:pt x="66506" y="11412"/>
                  </a:lnTo>
                  <a:cubicBezTo>
                    <a:pt x="66540" y="11412"/>
                    <a:pt x="66574" y="11378"/>
                    <a:pt x="66574" y="11310"/>
                  </a:cubicBezTo>
                  <a:cubicBezTo>
                    <a:pt x="66540" y="11276"/>
                    <a:pt x="66506" y="11241"/>
                    <a:pt x="66472" y="11241"/>
                  </a:cubicBezTo>
                  <a:close/>
                  <a:moveTo>
                    <a:pt x="65926" y="11412"/>
                  </a:moveTo>
                  <a:lnTo>
                    <a:pt x="65789" y="11446"/>
                  </a:lnTo>
                  <a:cubicBezTo>
                    <a:pt x="65755" y="11480"/>
                    <a:pt x="65721" y="11514"/>
                    <a:pt x="65755" y="11549"/>
                  </a:cubicBezTo>
                  <a:cubicBezTo>
                    <a:pt x="65755" y="11583"/>
                    <a:pt x="65789" y="11617"/>
                    <a:pt x="65823" y="11617"/>
                  </a:cubicBezTo>
                  <a:lnTo>
                    <a:pt x="65857" y="11617"/>
                  </a:lnTo>
                  <a:lnTo>
                    <a:pt x="65960" y="11583"/>
                  </a:lnTo>
                  <a:cubicBezTo>
                    <a:pt x="65994" y="11583"/>
                    <a:pt x="66028" y="11514"/>
                    <a:pt x="66028" y="11480"/>
                  </a:cubicBezTo>
                  <a:cubicBezTo>
                    <a:pt x="65994" y="11446"/>
                    <a:pt x="65960" y="11412"/>
                    <a:pt x="65926" y="11412"/>
                  </a:cubicBezTo>
                  <a:close/>
                  <a:moveTo>
                    <a:pt x="65346" y="11583"/>
                  </a:moveTo>
                  <a:lnTo>
                    <a:pt x="65243" y="11617"/>
                  </a:lnTo>
                  <a:cubicBezTo>
                    <a:pt x="65209" y="11617"/>
                    <a:pt x="65175" y="11685"/>
                    <a:pt x="65209" y="11719"/>
                  </a:cubicBezTo>
                  <a:cubicBezTo>
                    <a:pt x="65209" y="11753"/>
                    <a:pt x="65243" y="11787"/>
                    <a:pt x="65277" y="11787"/>
                  </a:cubicBezTo>
                  <a:lnTo>
                    <a:pt x="65311" y="11787"/>
                  </a:lnTo>
                  <a:lnTo>
                    <a:pt x="65414" y="11753"/>
                  </a:lnTo>
                  <a:cubicBezTo>
                    <a:pt x="65448" y="11719"/>
                    <a:pt x="65482" y="11685"/>
                    <a:pt x="65482" y="11651"/>
                  </a:cubicBezTo>
                  <a:cubicBezTo>
                    <a:pt x="65448" y="11583"/>
                    <a:pt x="65414" y="11583"/>
                    <a:pt x="65346" y="11583"/>
                  </a:cubicBezTo>
                  <a:close/>
                  <a:moveTo>
                    <a:pt x="64851" y="11739"/>
                  </a:moveTo>
                  <a:cubicBezTo>
                    <a:pt x="64837" y="11739"/>
                    <a:pt x="64820" y="11743"/>
                    <a:pt x="64800" y="11753"/>
                  </a:cubicBezTo>
                  <a:lnTo>
                    <a:pt x="64697" y="11787"/>
                  </a:lnTo>
                  <a:cubicBezTo>
                    <a:pt x="64663" y="11787"/>
                    <a:pt x="64629" y="11856"/>
                    <a:pt x="64629" y="11890"/>
                  </a:cubicBezTo>
                  <a:cubicBezTo>
                    <a:pt x="64663" y="11924"/>
                    <a:pt x="64697" y="11958"/>
                    <a:pt x="64731" y="11958"/>
                  </a:cubicBezTo>
                  <a:lnTo>
                    <a:pt x="64766" y="11958"/>
                  </a:lnTo>
                  <a:lnTo>
                    <a:pt x="64868" y="11924"/>
                  </a:lnTo>
                  <a:cubicBezTo>
                    <a:pt x="64902" y="11890"/>
                    <a:pt x="64936" y="11856"/>
                    <a:pt x="64902" y="11787"/>
                  </a:cubicBezTo>
                  <a:cubicBezTo>
                    <a:pt x="64902" y="11763"/>
                    <a:pt x="64885" y="11739"/>
                    <a:pt x="64851" y="11739"/>
                  </a:cubicBezTo>
                  <a:close/>
                  <a:moveTo>
                    <a:pt x="64305" y="11910"/>
                  </a:moveTo>
                  <a:cubicBezTo>
                    <a:pt x="64291" y="11910"/>
                    <a:pt x="64274" y="11914"/>
                    <a:pt x="64254" y="11924"/>
                  </a:cubicBezTo>
                  <a:lnTo>
                    <a:pt x="64151" y="11958"/>
                  </a:lnTo>
                  <a:cubicBezTo>
                    <a:pt x="64117" y="11958"/>
                    <a:pt x="64083" y="11992"/>
                    <a:pt x="64083" y="12060"/>
                  </a:cubicBezTo>
                  <a:cubicBezTo>
                    <a:pt x="64117" y="12095"/>
                    <a:pt x="64151" y="12095"/>
                    <a:pt x="64185" y="12095"/>
                  </a:cubicBezTo>
                  <a:lnTo>
                    <a:pt x="64322" y="12060"/>
                  </a:lnTo>
                  <a:cubicBezTo>
                    <a:pt x="64356" y="12060"/>
                    <a:pt x="64390" y="12026"/>
                    <a:pt x="64356" y="11958"/>
                  </a:cubicBezTo>
                  <a:cubicBezTo>
                    <a:pt x="64356" y="11934"/>
                    <a:pt x="64339" y="11910"/>
                    <a:pt x="64305" y="11910"/>
                  </a:cubicBezTo>
                  <a:close/>
                  <a:moveTo>
                    <a:pt x="63708" y="12060"/>
                  </a:moveTo>
                  <a:lnTo>
                    <a:pt x="63605" y="12095"/>
                  </a:lnTo>
                  <a:cubicBezTo>
                    <a:pt x="63571" y="12129"/>
                    <a:pt x="63537" y="12163"/>
                    <a:pt x="63537" y="12197"/>
                  </a:cubicBezTo>
                  <a:cubicBezTo>
                    <a:pt x="63571" y="12231"/>
                    <a:pt x="63605" y="12265"/>
                    <a:pt x="63639" y="12265"/>
                  </a:cubicBezTo>
                  <a:lnTo>
                    <a:pt x="63776" y="12231"/>
                  </a:lnTo>
                  <a:cubicBezTo>
                    <a:pt x="63810" y="12231"/>
                    <a:pt x="63844" y="12163"/>
                    <a:pt x="63810" y="12129"/>
                  </a:cubicBezTo>
                  <a:cubicBezTo>
                    <a:pt x="63810" y="12095"/>
                    <a:pt x="63742" y="12060"/>
                    <a:pt x="63708" y="12060"/>
                  </a:cubicBezTo>
                  <a:close/>
                  <a:moveTo>
                    <a:pt x="63162" y="12231"/>
                  </a:moveTo>
                  <a:lnTo>
                    <a:pt x="63059" y="12265"/>
                  </a:lnTo>
                  <a:cubicBezTo>
                    <a:pt x="62991" y="12265"/>
                    <a:pt x="62991" y="12333"/>
                    <a:pt x="62991" y="12368"/>
                  </a:cubicBezTo>
                  <a:cubicBezTo>
                    <a:pt x="62991" y="12402"/>
                    <a:pt x="63025" y="12436"/>
                    <a:pt x="63093" y="12436"/>
                  </a:cubicBezTo>
                  <a:lnTo>
                    <a:pt x="63196" y="12402"/>
                  </a:lnTo>
                  <a:cubicBezTo>
                    <a:pt x="63264" y="12402"/>
                    <a:pt x="63298" y="12333"/>
                    <a:pt x="63264" y="12299"/>
                  </a:cubicBezTo>
                  <a:cubicBezTo>
                    <a:pt x="63264" y="12231"/>
                    <a:pt x="63196" y="12231"/>
                    <a:pt x="63162" y="12231"/>
                  </a:cubicBezTo>
                  <a:close/>
                  <a:moveTo>
                    <a:pt x="62649" y="12388"/>
                  </a:moveTo>
                  <a:cubicBezTo>
                    <a:pt x="62637" y="12388"/>
                    <a:pt x="62625" y="12393"/>
                    <a:pt x="62616" y="12402"/>
                  </a:cubicBezTo>
                  <a:lnTo>
                    <a:pt x="62513" y="12436"/>
                  </a:lnTo>
                  <a:cubicBezTo>
                    <a:pt x="62445" y="12436"/>
                    <a:pt x="62445" y="12504"/>
                    <a:pt x="62445" y="12538"/>
                  </a:cubicBezTo>
                  <a:cubicBezTo>
                    <a:pt x="62445" y="12572"/>
                    <a:pt x="62479" y="12606"/>
                    <a:pt x="62513" y="12606"/>
                  </a:cubicBezTo>
                  <a:lnTo>
                    <a:pt x="62548" y="12606"/>
                  </a:lnTo>
                  <a:lnTo>
                    <a:pt x="62650" y="12572"/>
                  </a:lnTo>
                  <a:cubicBezTo>
                    <a:pt x="62718" y="12538"/>
                    <a:pt x="62718" y="12504"/>
                    <a:pt x="62718" y="12470"/>
                  </a:cubicBezTo>
                  <a:cubicBezTo>
                    <a:pt x="62718" y="12420"/>
                    <a:pt x="62682" y="12388"/>
                    <a:pt x="62649" y="12388"/>
                  </a:cubicBezTo>
                  <a:close/>
                  <a:moveTo>
                    <a:pt x="62106" y="12558"/>
                  </a:moveTo>
                  <a:cubicBezTo>
                    <a:pt x="62093" y="12558"/>
                    <a:pt x="62080" y="12562"/>
                    <a:pt x="62070" y="12572"/>
                  </a:cubicBezTo>
                  <a:lnTo>
                    <a:pt x="61967" y="12606"/>
                  </a:lnTo>
                  <a:cubicBezTo>
                    <a:pt x="61899" y="12606"/>
                    <a:pt x="61899" y="12641"/>
                    <a:pt x="61899" y="12709"/>
                  </a:cubicBezTo>
                  <a:cubicBezTo>
                    <a:pt x="61899" y="12743"/>
                    <a:pt x="61933" y="12743"/>
                    <a:pt x="61967" y="12743"/>
                  </a:cubicBezTo>
                  <a:lnTo>
                    <a:pt x="62002" y="12743"/>
                  </a:lnTo>
                  <a:lnTo>
                    <a:pt x="62104" y="12709"/>
                  </a:lnTo>
                  <a:cubicBezTo>
                    <a:pt x="62172" y="12709"/>
                    <a:pt x="62172" y="12675"/>
                    <a:pt x="62172" y="12606"/>
                  </a:cubicBezTo>
                  <a:cubicBezTo>
                    <a:pt x="62172" y="12582"/>
                    <a:pt x="62138" y="12558"/>
                    <a:pt x="62106" y="12558"/>
                  </a:cubicBezTo>
                  <a:close/>
                  <a:moveTo>
                    <a:pt x="61524" y="12709"/>
                  </a:moveTo>
                  <a:lnTo>
                    <a:pt x="61421" y="12743"/>
                  </a:lnTo>
                  <a:cubicBezTo>
                    <a:pt x="61353" y="12777"/>
                    <a:pt x="61319" y="12811"/>
                    <a:pt x="61353" y="12845"/>
                  </a:cubicBezTo>
                  <a:cubicBezTo>
                    <a:pt x="61353" y="12914"/>
                    <a:pt x="61387" y="12914"/>
                    <a:pt x="61421" y="12914"/>
                  </a:cubicBezTo>
                  <a:lnTo>
                    <a:pt x="61456" y="12914"/>
                  </a:lnTo>
                  <a:lnTo>
                    <a:pt x="61558" y="12879"/>
                  </a:lnTo>
                  <a:cubicBezTo>
                    <a:pt x="61592" y="12879"/>
                    <a:pt x="61626" y="12811"/>
                    <a:pt x="61626" y="12777"/>
                  </a:cubicBezTo>
                  <a:cubicBezTo>
                    <a:pt x="61592" y="12743"/>
                    <a:pt x="61558" y="12709"/>
                    <a:pt x="61524" y="12709"/>
                  </a:cubicBezTo>
                  <a:close/>
                  <a:moveTo>
                    <a:pt x="60978" y="12879"/>
                  </a:moveTo>
                  <a:lnTo>
                    <a:pt x="60841" y="12914"/>
                  </a:lnTo>
                  <a:cubicBezTo>
                    <a:pt x="60807" y="12914"/>
                    <a:pt x="60773" y="12982"/>
                    <a:pt x="60807" y="13016"/>
                  </a:cubicBezTo>
                  <a:cubicBezTo>
                    <a:pt x="60807" y="13050"/>
                    <a:pt x="60841" y="13084"/>
                    <a:pt x="60875" y="13084"/>
                  </a:cubicBezTo>
                  <a:lnTo>
                    <a:pt x="60910" y="13084"/>
                  </a:lnTo>
                  <a:lnTo>
                    <a:pt x="61012" y="13050"/>
                  </a:lnTo>
                  <a:cubicBezTo>
                    <a:pt x="61046" y="13050"/>
                    <a:pt x="61080" y="12982"/>
                    <a:pt x="61080" y="12948"/>
                  </a:cubicBezTo>
                  <a:cubicBezTo>
                    <a:pt x="61046" y="12914"/>
                    <a:pt x="61012" y="12879"/>
                    <a:pt x="60978" y="12879"/>
                  </a:cubicBezTo>
                  <a:close/>
                  <a:moveTo>
                    <a:pt x="60432" y="13050"/>
                  </a:moveTo>
                  <a:lnTo>
                    <a:pt x="60295" y="13084"/>
                  </a:lnTo>
                  <a:cubicBezTo>
                    <a:pt x="60261" y="13084"/>
                    <a:pt x="60227" y="13152"/>
                    <a:pt x="60261" y="13187"/>
                  </a:cubicBezTo>
                  <a:cubicBezTo>
                    <a:pt x="60261" y="13221"/>
                    <a:pt x="60295" y="13255"/>
                    <a:pt x="60330" y="13255"/>
                  </a:cubicBezTo>
                  <a:lnTo>
                    <a:pt x="60364" y="13255"/>
                  </a:lnTo>
                  <a:lnTo>
                    <a:pt x="60466" y="13221"/>
                  </a:lnTo>
                  <a:cubicBezTo>
                    <a:pt x="60500" y="13187"/>
                    <a:pt x="60534" y="13152"/>
                    <a:pt x="60534" y="13118"/>
                  </a:cubicBezTo>
                  <a:cubicBezTo>
                    <a:pt x="60500" y="13050"/>
                    <a:pt x="60466" y="13050"/>
                    <a:pt x="60432" y="13050"/>
                  </a:cubicBezTo>
                  <a:close/>
                  <a:moveTo>
                    <a:pt x="59904" y="13206"/>
                  </a:moveTo>
                  <a:cubicBezTo>
                    <a:pt x="59889" y="13206"/>
                    <a:pt x="59872" y="13211"/>
                    <a:pt x="59852" y="13221"/>
                  </a:cubicBezTo>
                  <a:lnTo>
                    <a:pt x="59749" y="13255"/>
                  </a:lnTo>
                  <a:cubicBezTo>
                    <a:pt x="59715" y="13255"/>
                    <a:pt x="59681" y="13289"/>
                    <a:pt x="59715" y="13357"/>
                  </a:cubicBezTo>
                  <a:cubicBezTo>
                    <a:pt x="59715" y="13391"/>
                    <a:pt x="59749" y="13425"/>
                    <a:pt x="59784" y="13425"/>
                  </a:cubicBezTo>
                  <a:cubicBezTo>
                    <a:pt x="59784" y="13425"/>
                    <a:pt x="59784" y="13425"/>
                    <a:pt x="59818" y="13391"/>
                  </a:cubicBezTo>
                  <a:lnTo>
                    <a:pt x="59920" y="13391"/>
                  </a:lnTo>
                  <a:cubicBezTo>
                    <a:pt x="59954" y="13357"/>
                    <a:pt x="59988" y="13323"/>
                    <a:pt x="59988" y="13255"/>
                  </a:cubicBezTo>
                  <a:cubicBezTo>
                    <a:pt x="59964" y="13231"/>
                    <a:pt x="59940" y="13206"/>
                    <a:pt x="59904" y="13206"/>
                  </a:cubicBezTo>
                  <a:close/>
                  <a:moveTo>
                    <a:pt x="59306" y="13357"/>
                  </a:moveTo>
                  <a:lnTo>
                    <a:pt x="59203" y="13391"/>
                  </a:lnTo>
                  <a:cubicBezTo>
                    <a:pt x="59169" y="13425"/>
                    <a:pt x="59135" y="13459"/>
                    <a:pt x="59135" y="13528"/>
                  </a:cubicBezTo>
                  <a:cubicBezTo>
                    <a:pt x="59169" y="13562"/>
                    <a:pt x="59203" y="13562"/>
                    <a:pt x="59238" y="13562"/>
                  </a:cubicBezTo>
                  <a:lnTo>
                    <a:pt x="59272" y="13562"/>
                  </a:lnTo>
                  <a:lnTo>
                    <a:pt x="59374" y="13528"/>
                  </a:lnTo>
                  <a:cubicBezTo>
                    <a:pt x="59408" y="13528"/>
                    <a:pt x="59442" y="13459"/>
                    <a:pt x="59408" y="13425"/>
                  </a:cubicBezTo>
                  <a:cubicBezTo>
                    <a:pt x="59408" y="13391"/>
                    <a:pt x="59374" y="13357"/>
                    <a:pt x="59306" y="13357"/>
                  </a:cubicBezTo>
                  <a:close/>
                  <a:moveTo>
                    <a:pt x="58760" y="13528"/>
                  </a:moveTo>
                  <a:lnTo>
                    <a:pt x="58657" y="13562"/>
                  </a:lnTo>
                  <a:cubicBezTo>
                    <a:pt x="58623" y="13596"/>
                    <a:pt x="58589" y="13630"/>
                    <a:pt x="58589" y="13664"/>
                  </a:cubicBezTo>
                  <a:cubicBezTo>
                    <a:pt x="58623" y="13698"/>
                    <a:pt x="58657" y="13732"/>
                    <a:pt x="58692" y="13732"/>
                  </a:cubicBezTo>
                  <a:lnTo>
                    <a:pt x="58828" y="13698"/>
                  </a:lnTo>
                  <a:cubicBezTo>
                    <a:pt x="58862" y="13698"/>
                    <a:pt x="58896" y="13630"/>
                    <a:pt x="58862" y="13596"/>
                  </a:cubicBezTo>
                  <a:cubicBezTo>
                    <a:pt x="58862" y="13562"/>
                    <a:pt x="58828" y="13528"/>
                    <a:pt x="58760" y="13528"/>
                  </a:cubicBezTo>
                  <a:close/>
                  <a:moveTo>
                    <a:pt x="58214" y="13698"/>
                  </a:moveTo>
                  <a:lnTo>
                    <a:pt x="58112" y="13732"/>
                  </a:lnTo>
                  <a:cubicBezTo>
                    <a:pt x="58077" y="13732"/>
                    <a:pt x="58043" y="13801"/>
                    <a:pt x="58043" y="13835"/>
                  </a:cubicBezTo>
                  <a:cubicBezTo>
                    <a:pt x="58077" y="13869"/>
                    <a:pt x="58112" y="13903"/>
                    <a:pt x="58146" y="13903"/>
                  </a:cubicBezTo>
                  <a:lnTo>
                    <a:pt x="58282" y="13869"/>
                  </a:lnTo>
                  <a:cubicBezTo>
                    <a:pt x="58316" y="13835"/>
                    <a:pt x="58350" y="13801"/>
                    <a:pt x="58316" y="13767"/>
                  </a:cubicBezTo>
                  <a:cubicBezTo>
                    <a:pt x="58316" y="13698"/>
                    <a:pt x="58248" y="13698"/>
                    <a:pt x="58214" y="13698"/>
                  </a:cubicBezTo>
                  <a:close/>
                  <a:moveTo>
                    <a:pt x="57704" y="13855"/>
                  </a:moveTo>
                  <a:cubicBezTo>
                    <a:pt x="57691" y="13855"/>
                    <a:pt x="57678" y="13859"/>
                    <a:pt x="57668" y="13869"/>
                  </a:cubicBezTo>
                  <a:lnTo>
                    <a:pt x="57566" y="13903"/>
                  </a:lnTo>
                  <a:cubicBezTo>
                    <a:pt x="57497" y="13903"/>
                    <a:pt x="57497" y="13971"/>
                    <a:pt x="57497" y="14005"/>
                  </a:cubicBezTo>
                  <a:cubicBezTo>
                    <a:pt x="57497" y="14040"/>
                    <a:pt x="57531" y="14074"/>
                    <a:pt x="57600" y="14074"/>
                  </a:cubicBezTo>
                  <a:lnTo>
                    <a:pt x="57702" y="14040"/>
                  </a:lnTo>
                  <a:cubicBezTo>
                    <a:pt x="57770" y="14005"/>
                    <a:pt x="57804" y="13971"/>
                    <a:pt x="57770" y="13903"/>
                  </a:cubicBezTo>
                  <a:cubicBezTo>
                    <a:pt x="57770" y="13879"/>
                    <a:pt x="57736" y="13855"/>
                    <a:pt x="57704" y="13855"/>
                  </a:cubicBezTo>
                  <a:close/>
                  <a:moveTo>
                    <a:pt x="57158" y="14025"/>
                  </a:moveTo>
                  <a:cubicBezTo>
                    <a:pt x="57145" y="14025"/>
                    <a:pt x="57132" y="14030"/>
                    <a:pt x="57122" y="14040"/>
                  </a:cubicBezTo>
                  <a:lnTo>
                    <a:pt x="57020" y="14040"/>
                  </a:lnTo>
                  <a:cubicBezTo>
                    <a:pt x="56951" y="14074"/>
                    <a:pt x="56951" y="14108"/>
                    <a:pt x="56951" y="14176"/>
                  </a:cubicBezTo>
                  <a:cubicBezTo>
                    <a:pt x="56951" y="14210"/>
                    <a:pt x="56985" y="14210"/>
                    <a:pt x="57020" y="14210"/>
                  </a:cubicBezTo>
                  <a:lnTo>
                    <a:pt x="57054" y="14210"/>
                  </a:lnTo>
                  <a:lnTo>
                    <a:pt x="57156" y="14176"/>
                  </a:lnTo>
                  <a:cubicBezTo>
                    <a:pt x="57224" y="14176"/>
                    <a:pt x="57224" y="14142"/>
                    <a:pt x="57224" y="14074"/>
                  </a:cubicBezTo>
                  <a:cubicBezTo>
                    <a:pt x="57224" y="14050"/>
                    <a:pt x="57190" y="14025"/>
                    <a:pt x="57158" y="14025"/>
                  </a:cubicBezTo>
                  <a:close/>
                  <a:moveTo>
                    <a:pt x="56576" y="14176"/>
                  </a:moveTo>
                  <a:lnTo>
                    <a:pt x="56474" y="14210"/>
                  </a:lnTo>
                  <a:cubicBezTo>
                    <a:pt x="56405" y="14244"/>
                    <a:pt x="56405" y="14278"/>
                    <a:pt x="56405" y="14313"/>
                  </a:cubicBezTo>
                  <a:cubicBezTo>
                    <a:pt x="56405" y="14347"/>
                    <a:pt x="56440" y="14381"/>
                    <a:pt x="56474" y="14381"/>
                  </a:cubicBezTo>
                  <a:lnTo>
                    <a:pt x="56508" y="14381"/>
                  </a:lnTo>
                  <a:lnTo>
                    <a:pt x="56610" y="14347"/>
                  </a:lnTo>
                  <a:cubicBezTo>
                    <a:pt x="56678" y="14347"/>
                    <a:pt x="56678" y="14278"/>
                    <a:pt x="56678" y="14244"/>
                  </a:cubicBezTo>
                  <a:cubicBezTo>
                    <a:pt x="56678" y="14210"/>
                    <a:pt x="56610" y="14176"/>
                    <a:pt x="56576" y="14176"/>
                  </a:cubicBezTo>
                  <a:close/>
                  <a:moveTo>
                    <a:pt x="56030" y="14347"/>
                  </a:moveTo>
                  <a:lnTo>
                    <a:pt x="55928" y="14381"/>
                  </a:lnTo>
                  <a:cubicBezTo>
                    <a:pt x="55859" y="14381"/>
                    <a:pt x="55825" y="14449"/>
                    <a:pt x="55859" y="14483"/>
                  </a:cubicBezTo>
                  <a:cubicBezTo>
                    <a:pt x="55859" y="14517"/>
                    <a:pt x="55894" y="14551"/>
                    <a:pt x="55928" y="14551"/>
                  </a:cubicBezTo>
                  <a:lnTo>
                    <a:pt x="55962" y="14551"/>
                  </a:lnTo>
                  <a:lnTo>
                    <a:pt x="56064" y="14517"/>
                  </a:lnTo>
                  <a:cubicBezTo>
                    <a:pt x="56132" y="14483"/>
                    <a:pt x="56132" y="14449"/>
                    <a:pt x="56132" y="14415"/>
                  </a:cubicBezTo>
                  <a:cubicBezTo>
                    <a:pt x="56098" y="14347"/>
                    <a:pt x="56064" y="14347"/>
                    <a:pt x="56030" y="14347"/>
                  </a:cubicBezTo>
                  <a:close/>
                  <a:moveTo>
                    <a:pt x="55511" y="14504"/>
                  </a:moveTo>
                  <a:cubicBezTo>
                    <a:pt x="55502" y="14504"/>
                    <a:pt x="55493" y="14508"/>
                    <a:pt x="55484" y="14517"/>
                  </a:cubicBezTo>
                  <a:lnTo>
                    <a:pt x="55348" y="14551"/>
                  </a:lnTo>
                  <a:cubicBezTo>
                    <a:pt x="55313" y="14551"/>
                    <a:pt x="55279" y="14620"/>
                    <a:pt x="55313" y="14654"/>
                  </a:cubicBezTo>
                  <a:cubicBezTo>
                    <a:pt x="55313" y="14688"/>
                    <a:pt x="55348" y="14722"/>
                    <a:pt x="55382" y="14722"/>
                  </a:cubicBezTo>
                  <a:lnTo>
                    <a:pt x="55416" y="14722"/>
                  </a:lnTo>
                  <a:lnTo>
                    <a:pt x="55518" y="14688"/>
                  </a:lnTo>
                  <a:cubicBezTo>
                    <a:pt x="55552" y="14654"/>
                    <a:pt x="55586" y="14620"/>
                    <a:pt x="55586" y="14586"/>
                  </a:cubicBezTo>
                  <a:cubicBezTo>
                    <a:pt x="55561" y="14536"/>
                    <a:pt x="55536" y="14504"/>
                    <a:pt x="55511" y="14504"/>
                  </a:cubicBezTo>
                  <a:close/>
                  <a:moveTo>
                    <a:pt x="54968" y="14674"/>
                  </a:moveTo>
                  <a:cubicBezTo>
                    <a:pt x="54958" y="14674"/>
                    <a:pt x="54948" y="14678"/>
                    <a:pt x="54938" y="14688"/>
                  </a:cubicBezTo>
                  <a:lnTo>
                    <a:pt x="54802" y="14722"/>
                  </a:lnTo>
                  <a:cubicBezTo>
                    <a:pt x="54767" y="14722"/>
                    <a:pt x="54733" y="14756"/>
                    <a:pt x="54767" y="14824"/>
                  </a:cubicBezTo>
                  <a:cubicBezTo>
                    <a:pt x="54767" y="14859"/>
                    <a:pt x="54802" y="14859"/>
                    <a:pt x="54836" y="14859"/>
                  </a:cubicBezTo>
                  <a:lnTo>
                    <a:pt x="54870" y="14859"/>
                  </a:lnTo>
                  <a:lnTo>
                    <a:pt x="54972" y="14824"/>
                  </a:lnTo>
                  <a:cubicBezTo>
                    <a:pt x="55006" y="14824"/>
                    <a:pt x="55040" y="14790"/>
                    <a:pt x="55040" y="14722"/>
                  </a:cubicBezTo>
                  <a:cubicBezTo>
                    <a:pt x="55016" y="14698"/>
                    <a:pt x="54992" y="14674"/>
                    <a:pt x="54968" y="14674"/>
                  </a:cubicBezTo>
                  <a:close/>
                  <a:moveTo>
                    <a:pt x="54358" y="14824"/>
                  </a:moveTo>
                  <a:lnTo>
                    <a:pt x="54256" y="14859"/>
                  </a:lnTo>
                  <a:cubicBezTo>
                    <a:pt x="54222" y="14893"/>
                    <a:pt x="54187" y="14927"/>
                    <a:pt x="54222" y="14961"/>
                  </a:cubicBezTo>
                  <a:cubicBezTo>
                    <a:pt x="54222" y="15029"/>
                    <a:pt x="54256" y="15029"/>
                    <a:pt x="54290" y="15029"/>
                  </a:cubicBezTo>
                  <a:lnTo>
                    <a:pt x="54324" y="15029"/>
                  </a:lnTo>
                  <a:lnTo>
                    <a:pt x="54426" y="14995"/>
                  </a:lnTo>
                  <a:cubicBezTo>
                    <a:pt x="54460" y="14995"/>
                    <a:pt x="54494" y="14927"/>
                    <a:pt x="54494" y="14893"/>
                  </a:cubicBezTo>
                  <a:cubicBezTo>
                    <a:pt x="54460" y="14859"/>
                    <a:pt x="54426" y="14824"/>
                    <a:pt x="54358" y="14824"/>
                  </a:cubicBezTo>
                  <a:close/>
                  <a:moveTo>
                    <a:pt x="53812" y="14995"/>
                  </a:moveTo>
                  <a:lnTo>
                    <a:pt x="53710" y="15029"/>
                  </a:lnTo>
                  <a:cubicBezTo>
                    <a:pt x="53676" y="15063"/>
                    <a:pt x="53641" y="15097"/>
                    <a:pt x="53641" y="15132"/>
                  </a:cubicBezTo>
                  <a:cubicBezTo>
                    <a:pt x="53676" y="15166"/>
                    <a:pt x="53710" y="15200"/>
                    <a:pt x="53744" y="15200"/>
                  </a:cubicBezTo>
                  <a:lnTo>
                    <a:pt x="53778" y="15200"/>
                  </a:lnTo>
                  <a:lnTo>
                    <a:pt x="53880" y="15166"/>
                  </a:lnTo>
                  <a:cubicBezTo>
                    <a:pt x="53914" y="15166"/>
                    <a:pt x="53949" y="15097"/>
                    <a:pt x="53914" y="15063"/>
                  </a:cubicBezTo>
                  <a:cubicBezTo>
                    <a:pt x="53914" y="15029"/>
                    <a:pt x="53880" y="14995"/>
                    <a:pt x="53812" y="14995"/>
                  </a:cubicBezTo>
                  <a:close/>
                  <a:moveTo>
                    <a:pt x="53266" y="15166"/>
                  </a:moveTo>
                  <a:lnTo>
                    <a:pt x="53164" y="15200"/>
                  </a:lnTo>
                  <a:cubicBezTo>
                    <a:pt x="53130" y="15200"/>
                    <a:pt x="53095" y="15268"/>
                    <a:pt x="53095" y="15302"/>
                  </a:cubicBezTo>
                  <a:cubicBezTo>
                    <a:pt x="53130" y="15336"/>
                    <a:pt x="53164" y="15370"/>
                    <a:pt x="53198" y="15370"/>
                  </a:cubicBezTo>
                  <a:lnTo>
                    <a:pt x="53334" y="15336"/>
                  </a:lnTo>
                  <a:cubicBezTo>
                    <a:pt x="53368" y="15302"/>
                    <a:pt x="53403" y="15268"/>
                    <a:pt x="53368" y="15234"/>
                  </a:cubicBezTo>
                  <a:cubicBezTo>
                    <a:pt x="53368" y="15166"/>
                    <a:pt x="53334" y="15166"/>
                    <a:pt x="53266" y="15166"/>
                  </a:cubicBezTo>
                  <a:close/>
                  <a:moveTo>
                    <a:pt x="52771" y="15322"/>
                  </a:moveTo>
                  <a:cubicBezTo>
                    <a:pt x="52757" y="15322"/>
                    <a:pt x="52740" y="15326"/>
                    <a:pt x="52720" y="15336"/>
                  </a:cubicBezTo>
                  <a:lnTo>
                    <a:pt x="52618" y="15370"/>
                  </a:lnTo>
                  <a:cubicBezTo>
                    <a:pt x="52584" y="15370"/>
                    <a:pt x="52549" y="15405"/>
                    <a:pt x="52549" y="15473"/>
                  </a:cubicBezTo>
                  <a:cubicBezTo>
                    <a:pt x="52584" y="15507"/>
                    <a:pt x="52618" y="15541"/>
                    <a:pt x="52652" y="15541"/>
                  </a:cubicBezTo>
                  <a:cubicBezTo>
                    <a:pt x="52652" y="15541"/>
                    <a:pt x="52652" y="15541"/>
                    <a:pt x="52652" y="15507"/>
                  </a:cubicBezTo>
                  <a:lnTo>
                    <a:pt x="52788" y="15507"/>
                  </a:lnTo>
                  <a:cubicBezTo>
                    <a:pt x="52822" y="15473"/>
                    <a:pt x="52857" y="15439"/>
                    <a:pt x="52822" y="15370"/>
                  </a:cubicBezTo>
                  <a:cubicBezTo>
                    <a:pt x="52822" y="15346"/>
                    <a:pt x="52805" y="15322"/>
                    <a:pt x="52771" y="15322"/>
                  </a:cubicBezTo>
                  <a:close/>
                  <a:moveTo>
                    <a:pt x="52174" y="15473"/>
                  </a:moveTo>
                  <a:lnTo>
                    <a:pt x="52072" y="15507"/>
                  </a:lnTo>
                  <a:cubicBezTo>
                    <a:pt x="52038" y="15541"/>
                    <a:pt x="52004" y="15575"/>
                    <a:pt x="52004" y="15643"/>
                  </a:cubicBezTo>
                  <a:cubicBezTo>
                    <a:pt x="52004" y="15677"/>
                    <a:pt x="52038" y="15677"/>
                    <a:pt x="52106" y="15677"/>
                  </a:cubicBezTo>
                  <a:lnTo>
                    <a:pt x="52242" y="15643"/>
                  </a:lnTo>
                  <a:cubicBezTo>
                    <a:pt x="52276" y="15643"/>
                    <a:pt x="52311" y="15575"/>
                    <a:pt x="52276" y="15541"/>
                  </a:cubicBezTo>
                  <a:cubicBezTo>
                    <a:pt x="52276" y="15507"/>
                    <a:pt x="52208" y="15473"/>
                    <a:pt x="52174" y="15473"/>
                  </a:cubicBezTo>
                  <a:close/>
                  <a:moveTo>
                    <a:pt x="51628" y="15643"/>
                  </a:moveTo>
                  <a:lnTo>
                    <a:pt x="51526" y="15677"/>
                  </a:lnTo>
                  <a:cubicBezTo>
                    <a:pt x="51458" y="15712"/>
                    <a:pt x="51458" y="15746"/>
                    <a:pt x="51458" y="15780"/>
                  </a:cubicBezTo>
                  <a:cubicBezTo>
                    <a:pt x="51458" y="15814"/>
                    <a:pt x="51492" y="15848"/>
                    <a:pt x="51526" y="15848"/>
                  </a:cubicBezTo>
                  <a:lnTo>
                    <a:pt x="51560" y="15848"/>
                  </a:lnTo>
                  <a:lnTo>
                    <a:pt x="51662" y="15814"/>
                  </a:lnTo>
                  <a:cubicBezTo>
                    <a:pt x="51731" y="15814"/>
                    <a:pt x="51731" y="15746"/>
                    <a:pt x="51731" y="15712"/>
                  </a:cubicBezTo>
                  <a:cubicBezTo>
                    <a:pt x="51731" y="15677"/>
                    <a:pt x="51662" y="15643"/>
                    <a:pt x="51628" y="15643"/>
                  </a:cubicBezTo>
                  <a:close/>
                  <a:moveTo>
                    <a:pt x="51082" y="15814"/>
                  </a:moveTo>
                  <a:lnTo>
                    <a:pt x="50980" y="15848"/>
                  </a:lnTo>
                  <a:cubicBezTo>
                    <a:pt x="50912" y="15848"/>
                    <a:pt x="50912" y="15916"/>
                    <a:pt x="50912" y="15950"/>
                  </a:cubicBezTo>
                  <a:cubicBezTo>
                    <a:pt x="50912" y="15985"/>
                    <a:pt x="50946" y="16019"/>
                    <a:pt x="50980" y="16019"/>
                  </a:cubicBezTo>
                  <a:lnTo>
                    <a:pt x="51014" y="16019"/>
                  </a:lnTo>
                  <a:lnTo>
                    <a:pt x="51116" y="15985"/>
                  </a:lnTo>
                  <a:cubicBezTo>
                    <a:pt x="51185" y="15950"/>
                    <a:pt x="51185" y="15916"/>
                    <a:pt x="51185" y="15882"/>
                  </a:cubicBezTo>
                  <a:cubicBezTo>
                    <a:pt x="51185" y="15814"/>
                    <a:pt x="51116" y="15814"/>
                    <a:pt x="51082" y="15814"/>
                  </a:cubicBezTo>
                  <a:close/>
                  <a:moveTo>
                    <a:pt x="50569" y="15971"/>
                  </a:moveTo>
                  <a:cubicBezTo>
                    <a:pt x="50557" y="15971"/>
                    <a:pt x="50545" y="15975"/>
                    <a:pt x="50536" y="15985"/>
                  </a:cubicBezTo>
                  <a:lnTo>
                    <a:pt x="50434" y="16019"/>
                  </a:lnTo>
                  <a:cubicBezTo>
                    <a:pt x="50366" y="16019"/>
                    <a:pt x="50331" y="16087"/>
                    <a:pt x="50366" y="16121"/>
                  </a:cubicBezTo>
                  <a:cubicBezTo>
                    <a:pt x="50366" y="16155"/>
                    <a:pt x="50400" y="16189"/>
                    <a:pt x="50434" y="16189"/>
                  </a:cubicBezTo>
                  <a:lnTo>
                    <a:pt x="50468" y="16189"/>
                  </a:lnTo>
                  <a:lnTo>
                    <a:pt x="50570" y="16155"/>
                  </a:lnTo>
                  <a:cubicBezTo>
                    <a:pt x="50639" y="16121"/>
                    <a:pt x="50639" y="16087"/>
                    <a:pt x="50639" y="16053"/>
                  </a:cubicBezTo>
                  <a:cubicBezTo>
                    <a:pt x="50639" y="16003"/>
                    <a:pt x="50602" y="15971"/>
                    <a:pt x="50569" y="15971"/>
                  </a:cubicBezTo>
                  <a:close/>
                  <a:moveTo>
                    <a:pt x="50020" y="16141"/>
                  </a:moveTo>
                  <a:cubicBezTo>
                    <a:pt x="50010" y="16141"/>
                    <a:pt x="50000" y="16145"/>
                    <a:pt x="49990" y="16155"/>
                  </a:cubicBezTo>
                  <a:lnTo>
                    <a:pt x="49854" y="16189"/>
                  </a:lnTo>
                  <a:cubicBezTo>
                    <a:pt x="49820" y="16189"/>
                    <a:pt x="49786" y="16223"/>
                    <a:pt x="49820" y="16292"/>
                  </a:cubicBezTo>
                  <a:cubicBezTo>
                    <a:pt x="49820" y="16326"/>
                    <a:pt x="49854" y="16326"/>
                    <a:pt x="49888" y="16326"/>
                  </a:cubicBezTo>
                  <a:lnTo>
                    <a:pt x="49922" y="16326"/>
                  </a:lnTo>
                  <a:lnTo>
                    <a:pt x="50024" y="16292"/>
                  </a:lnTo>
                  <a:cubicBezTo>
                    <a:pt x="50058" y="16292"/>
                    <a:pt x="50093" y="16258"/>
                    <a:pt x="50093" y="16189"/>
                  </a:cubicBezTo>
                  <a:cubicBezTo>
                    <a:pt x="50068" y="16165"/>
                    <a:pt x="50044" y="16141"/>
                    <a:pt x="50020" y="16141"/>
                  </a:cubicBezTo>
                  <a:close/>
                  <a:moveTo>
                    <a:pt x="49444" y="16292"/>
                  </a:moveTo>
                  <a:lnTo>
                    <a:pt x="49308" y="16326"/>
                  </a:lnTo>
                  <a:cubicBezTo>
                    <a:pt x="49274" y="16360"/>
                    <a:pt x="49240" y="16394"/>
                    <a:pt x="49274" y="16428"/>
                  </a:cubicBezTo>
                  <a:cubicBezTo>
                    <a:pt x="49274" y="16496"/>
                    <a:pt x="49308" y="16496"/>
                    <a:pt x="49342" y="16496"/>
                  </a:cubicBezTo>
                  <a:lnTo>
                    <a:pt x="49376" y="16496"/>
                  </a:lnTo>
                  <a:lnTo>
                    <a:pt x="49478" y="16462"/>
                  </a:lnTo>
                  <a:cubicBezTo>
                    <a:pt x="49513" y="16462"/>
                    <a:pt x="49547" y="16394"/>
                    <a:pt x="49547" y="16360"/>
                  </a:cubicBezTo>
                  <a:cubicBezTo>
                    <a:pt x="49513" y="16326"/>
                    <a:pt x="49478" y="16292"/>
                    <a:pt x="49444" y="16292"/>
                  </a:cubicBezTo>
                  <a:close/>
                  <a:moveTo>
                    <a:pt x="48898" y="16462"/>
                  </a:moveTo>
                  <a:lnTo>
                    <a:pt x="48762" y="16496"/>
                  </a:lnTo>
                  <a:cubicBezTo>
                    <a:pt x="48728" y="16531"/>
                    <a:pt x="48694" y="16565"/>
                    <a:pt x="48728" y="16599"/>
                  </a:cubicBezTo>
                  <a:cubicBezTo>
                    <a:pt x="48728" y="16633"/>
                    <a:pt x="48762" y="16667"/>
                    <a:pt x="48796" y="16667"/>
                  </a:cubicBezTo>
                  <a:lnTo>
                    <a:pt x="48830" y="16667"/>
                  </a:lnTo>
                  <a:lnTo>
                    <a:pt x="48932" y="16633"/>
                  </a:lnTo>
                  <a:cubicBezTo>
                    <a:pt x="48967" y="16633"/>
                    <a:pt x="49001" y="16565"/>
                    <a:pt x="49001" y="16531"/>
                  </a:cubicBezTo>
                  <a:cubicBezTo>
                    <a:pt x="48967" y="16496"/>
                    <a:pt x="48932" y="16462"/>
                    <a:pt x="48898" y="16462"/>
                  </a:cubicBezTo>
                  <a:close/>
                  <a:moveTo>
                    <a:pt x="48318" y="16633"/>
                  </a:moveTo>
                  <a:lnTo>
                    <a:pt x="48216" y="16667"/>
                  </a:lnTo>
                  <a:cubicBezTo>
                    <a:pt x="48182" y="16667"/>
                    <a:pt x="48148" y="16735"/>
                    <a:pt x="48182" y="16769"/>
                  </a:cubicBezTo>
                  <a:cubicBezTo>
                    <a:pt x="48182" y="16804"/>
                    <a:pt x="48216" y="16838"/>
                    <a:pt x="48250" y="16838"/>
                  </a:cubicBezTo>
                  <a:lnTo>
                    <a:pt x="48284" y="16838"/>
                  </a:lnTo>
                  <a:lnTo>
                    <a:pt x="48386" y="16804"/>
                  </a:lnTo>
                  <a:cubicBezTo>
                    <a:pt x="48421" y="16769"/>
                    <a:pt x="48455" y="16735"/>
                    <a:pt x="48455" y="16701"/>
                  </a:cubicBezTo>
                  <a:cubicBezTo>
                    <a:pt x="48421" y="16633"/>
                    <a:pt x="48386" y="16633"/>
                    <a:pt x="48318" y="16633"/>
                  </a:cubicBezTo>
                  <a:close/>
                  <a:moveTo>
                    <a:pt x="47823" y="16789"/>
                  </a:moveTo>
                  <a:cubicBezTo>
                    <a:pt x="47809" y="16789"/>
                    <a:pt x="47792" y="16794"/>
                    <a:pt x="47772" y="16804"/>
                  </a:cubicBezTo>
                  <a:lnTo>
                    <a:pt x="47670" y="16838"/>
                  </a:lnTo>
                  <a:cubicBezTo>
                    <a:pt x="47636" y="16838"/>
                    <a:pt x="47602" y="16872"/>
                    <a:pt x="47602" y="16940"/>
                  </a:cubicBezTo>
                  <a:cubicBezTo>
                    <a:pt x="47636" y="16974"/>
                    <a:pt x="47670" y="17008"/>
                    <a:pt x="47704" y="17008"/>
                  </a:cubicBezTo>
                  <a:lnTo>
                    <a:pt x="47738" y="17008"/>
                  </a:lnTo>
                  <a:lnTo>
                    <a:pt x="47841" y="16974"/>
                  </a:lnTo>
                  <a:cubicBezTo>
                    <a:pt x="47875" y="16940"/>
                    <a:pt x="47909" y="16906"/>
                    <a:pt x="47875" y="16838"/>
                  </a:cubicBezTo>
                  <a:cubicBezTo>
                    <a:pt x="47875" y="16814"/>
                    <a:pt x="47858" y="16789"/>
                    <a:pt x="47823" y="16789"/>
                  </a:cubicBezTo>
                  <a:close/>
                  <a:moveTo>
                    <a:pt x="47277" y="16960"/>
                  </a:moveTo>
                  <a:cubicBezTo>
                    <a:pt x="47263" y="16960"/>
                    <a:pt x="47246" y="16964"/>
                    <a:pt x="47226" y="16974"/>
                  </a:cubicBezTo>
                  <a:lnTo>
                    <a:pt x="47124" y="16974"/>
                  </a:lnTo>
                  <a:cubicBezTo>
                    <a:pt x="47090" y="17008"/>
                    <a:pt x="47056" y="17042"/>
                    <a:pt x="47056" y="17111"/>
                  </a:cubicBezTo>
                  <a:cubicBezTo>
                    <a:pt x="47090" y="17145"/>
                    <a:pt x="47124" y="17145"/>
                    <a:pt x="47158" y="17145"/>
                  </a:cubicBezTo>
                  <a:lnTo>
                    <a:pt x="47295" y="17111"/>
                  </a:lnTo>
                  <a:cubicBezTo>
                    <a:pt x="47329" y="17111"/>
                    <a:pt x="47363" y="17077"/>
                    <a:pt x="47329" y="17008"/>
                  </a:cubicBezTo>
                  <a:cubicBezTo>
                    <a:pt x="47329" y="16984"/>
                    <a:pt x="47312" y="16960"/>
                    <a:pt x="47277" y="16960"/>
                  </a:cubicBezTo>
                  <a:close/>
                  <a:moveTo>
                    <a:pt x="46680" y="17111"/>
                  </a:moveTo>
                  <a:lnTo>
                    <a:pt x="46578" y="17145"/>
                  </a:lnTo>
                  <a:cubicBezTo>
                    <a:pt x="46544" y="17179"/>
                    <a:pt x="46510" y="17213"/>
                    <a:pt x="46510" y="17247"/>
                  </a:cubicBezTo>
                  <a:cubicBezTo>
                    <a:pt x="46544" y="17281"/>
                    <a:pt x="46578" y="17315"/>
                    <a:pt x="46612" y="17315"/>
                  </a:cubicBezTo>
                  <a:lnTo>
                    <a:pt x="46749" y="17281"/>
                  </a:lnTo>
                  <a:cubicBezTo>
                    <a:pt x="46783" y="17281"/>
                    <a:pt x="46817" y="17213"/>
                    <a:pt x="46783" y="17179"/>
                  </a:cubicBezTo>
                  <a:cubicBezTo>
                    <a:pt x="46783" y="17145"/>
                    <a:pt x="46749" y="17111"/>
                    <a:pt x="46680" y="17111"/>
                  </a:cubicBezTo>
                  <a:close/>
                  <a:moveTo>
                    <a:pt x="46134" y="17281"/>
                  </a:moveTo>
                  <a:lnTo>
                    <a:pt x="46032" y="17315"/>
                  </a:lnTo>
                  <a:cubicBezTo>
                    <a:pt x="45998" y="17315"/>
                    <a:pt x="45964" y="17384"/>
                    <a:pt x="45964" y="17418"/>
                  </a:cubicBezTo>
                  <a:cubicBezTo>
                    <a:pt x="45964" y="17452"/>
                    <a:pt x="45998" y="17486"/>
                    <a:pt x="46066" y="17486"/>
                  </a:cubicBezTo>
                  <a:lnTo>
                    <a:pt x="46203" y="17452"/>
                  </a:lnTo>
                  <a:cubicBezTo>
                    <a:pt x="46237" y="17452"/>
                    <a:pt x="46271" y="17384"/>
                    <a:pt x="46237" y="17350"/>
                  </a:cubicBezTo>
                  <a:cubicBezTo>
                    <a:pt x="46237" y="17281"/>
                    <a:pt x="46168" y="17281"/>
                    <a:pt x="46134" y="17281"/>
                  </a:cubicBezTo>
                  <a:close/>
                  <a:moveTo>
                    <a:pt x="45621" y="17439"/>
                  </a:moveTo>
                  <a:cubicBezTo>
                    <a:pt x="45609" y="17439"/>
                    <a:pt x="45598" y="17443"/>
                    <a:pt x="45588" y="17452"/>
                  </a:cubicBezTo>
                  <a:lnTo>
                    <a:pt x="45486" y="17486"/>
                  </a:lnTo>
                  <a:cubicBezTo>
                    <a:pt x="45418" y="17486"/>
                    <a:pt x="45418" y="17554"/>
                    <a:pt x="45418" y="17588"/>
                  </a:cubicBezTo>
                  <a:cubicBezTo>
                    <a:pt x="45418" y="17623"/>
                    <a:pt x="45452" y="17657"/>
                    <a:pt x="45486" y="17657"/>
                  </a:cubicBezTo>
                  <a:lnTo>
                    <a:pt x="45520" y="17657"/>
                  </a:lnTo>
                  <a:lnTo>
                    <a:pt x="45623" y="17623"/>
                  </a:lnTo>
                  <a:cubicBezTo>
                    <a:pt x="45691" y="17588"/>
                    <a:pt x="45725" y="17554"/>
                    <a:pt x="45691" y="17520"/>
                  </a:cubicBezTo>
                  <a:cubicBezTo>
                    <a:pt x="45691" y="17470"/>
                    <a:pt x="45654" y="17439"/>
                    <a:pt x="45621" y="17439"/>
                  </a:cubicBezTo>
                  <a:close/>
                  <a:moveTo>
                    <a:pt x="45079" y="17608"/>
                  </a:moveTo>
                  <a:cubicBezTo>
                    <a:pt x="45065" y="17608"/>
                    <a:pt x="45052" y="17613"/>
                    <a:pt x="45042" y="17623"/>
                  </a:cubicBezTo>
                  <a:lnTo>
                    <a:pt x="44940" y="17657"/>
                  </a:lnTo>
                  <a:cubicBezTo>
                    <a:pt x="44872" y="17657"/>
                    <a:pt x="44872" y="17691"/>
                    <a:pt x="44872" y="17759"/>
                  </a:cubicBezTo>
                  <a:cubicBezTo>
                    <a:pt x="44872" y="17793"/>
                    <a:pt x="44906" y="17827"/>
                    <a:pt x="44940" y="17827"/>
                  </a:cubicBezTo>
                  <a:cubicBezTo>
                    <a:pt x="44974" y="17827"/>
                    <a:pt x="44974" y="17827"/>
                    <a:pt x="44974" y="17793"/>
                  </a:cubicBezTo>
                  <a:lnTo>
                    <a:pt x="45077" y="17759"/>
                  </a:lnTo>
                  <a:cubicBezTo>
                    <a:pt x="45145" y="17759"/>
                    <a:pt x="45145" y="17725"/>
                    <a:pt x="45145" y="17657"/>
                  </a:cubicBezTo>
                  <a:cubicBezTo>
                    <a:pt x="45145" y="17633"/>
                    <a:pt x="45111" y="17608"/>
                    <a:pt x="45079" y="17608"/>
                  </a:cubicBezTo>
                  <a:close/>
                  <a:moveTo>
                    <a:pt x="44496" y="17759"/>
                  </a:moveTo>
                  <a:lnTo>
                    <a:pt x="44394" y="17793"/>
                  </a:lnTo>
                  <a:cubicBezTo>
                    <a:pt x="44326" y="17827"/>
                    <a:pt x="44326" y="17861"/>
                    <a:pt x="44326" y="17930"/>
                  </a:cubicBezTo>
                  <a:cubicBezTo>
                    <a:pt x="44326" y="17964"/>
                    <a:pt x="44360" y="17964"/>
                    <a:pt x="44394" y="17964"/>
                  </a:cubicBezTo>
                  <a:lnTo>
                    <a:pt x="44428" y="17964"/>
                  </a:lnTo>
                  <a:lnTo>
                    <a:pt x="44531" y="17930"/>
                  </a:lnTo>
                  <a:cubicBezTo>
                    <a:pt x="44599" y="17930"/>
                    <a:pt x="44599" y="17861"/>
                    <a:pt x="44599" y="17827"/>
                  </a:cubicBezTo>
                  <a:cubicBezTo>
                    <a:pt x="44599" y="17793"/>
                    <a:pt x="44531" y="17759"/>
                    <a:pt x="44496" y="17759"/>
                  </a:cubicBezTo>
                  <a:close/>
                  <a:moveTo>
                    <a:pt x="43950" y="17930"/>
                  </a:moveTo>
                  <a:lnTo>
                    <a:pt x="43848" y="17964"/>
                  </a:lnTo>
                  <a:cubicBezTo>
                    <a:pt x="43780" y="17998"/>
                    <a:pt x="43746" y="18032"/>
                    <a:pt x="43780" y="18066"/>
                  </a:cubicBezTo>
                  <a:cubicBezTo>
                    <a:pt x="43780" y="18100"/>
                    <a:pt x="43814" y="18134"/>
                    <a:pt x="43848" y="18134"/>
                  </a:cubicBezTo>
                  <a:lnTo>
                    <a:pt x="43882" y="18134"/>
                  </a:lnTo>
                  <a:lnTo>
                    <a:pt x="43985" y="18100"/>
                  </a:lnTo>
                  <a:cubicBezTo>
                    <a:pt x="44019" y="18100"/>
                    <a:pt x="44053" y="18032"/>
                    <a:pt x="44053" y="17998"/>
                  </a:cubicBezTo>
                  <a:cubicBezTo>
                    <a:pt x="44019" y="17964"/>
                    <a:pt x="43985" y="17930"/>
                    <a:pt x="43950" y="17930"/>
                  </a:cubicBezTo>
                  <a:close/>
                  <a:moveTo>
                    <a:pt x="43405" y="18100"/>
                  </a:moveTo>
                  <a:lnTo>
                    <a:pt x="43268" y="18134"/>
                  </a:lnTo>
                  <a:cubicBezTo>
                    <a:pt x="43234" y="18134"/>
                    <a:pt x="43200" y="18203"/>
                    <a:pt x="43234" y="18237"/>
                  </a:cubicBezTo>
                  <a:cubicBezTo>
                    <a:pt x="43234" y="18271"/>
                    <a:pt x="43268" y="18305"/>
                    <a:pt x="43302" y="18305"/>
                  </a:cubicBezTo>
                  <a:lnTo>
                    <a:pt x="43336" y="18305"/>
                  </a:lnTo>
                  <a:lnTo>
                    <a:pt x="43439" y="18271"/>
                  </a:lnTo>
                  <a:cubicBezTo>
                    <a:pt x="43473" y="18237"/>
                    <a:pt x="43507" y="18203"/>
                    <a:pt x="43507" y="18168"/>
                  </a:cubicBezTo>
                  <a:cubicBezTo>
                    <a:pt x="43473" y="18100"/>
                    <a:pt x="43439" y="18100"/>
                    <a:pt x="43405" y="18100"/>
                  </a:cubicBezTo>
                  <a:close/>
                  <a:moveTo>
                    <a:pt x="42886" y="18257"/>
                  </a:moveTo>
                  <a:cubicBezTo>
                    <a:pt x="42877" y="18257"/>
                    <a:pt x="42868" y="18262"/>
                    <a:pt x="42859" y="18271"/>
                  </a:cubicBezTo>
                  <a:lnTo>
                    <a:pt x="42722" y="18305"/>
                  </a:lnTo>
                  <a:cubicBezTo>
                    <a:pt x="42688" y="18305"/>
                    <a:pt x="42654" y="18373"/>
                    <a:pt x="42688" y="18407"/>
                  </a:cubicBezTo>
                  <a:cubicBezTo>
                    <a:pt x="42688" y="18441"/>
                    <a:pt x="42722" y="18476"/>
                    <a:pt x="42756" y="18476"/>
                  </a:cubicBezTo>
                  <a:lnTo>
                    <a:pt x="42790" y="18476"/>
                  </a:lnTo>
                  <a:lnTo>
                    <a:pt x="42893" y="18441"/>
                  </a:lnTo>
                  <a:cubicBezTo>
                    <a:pt x="42927" y="18407"/>
                    <a:pt x="42961" y="18373"/>
                    <a:pt x="42961" y="18339"/>
                  </a:cubicBezTo>
                  <a:cubicBezTo>
                    <a:pt x="42936" y="18289"/>
                    <a:pt x="42911" y="18257"/>
                    <a:pt x="42886" y="18257"/>
                  </a:cubicBezTo>
                  <a:close/>
                  <a:moveTo>
                    <a:pt x="42330" y="18427"/>
                  </a:moveTo>
                  <a:cubicBezTo>
                    <a:pt x="42315" y="18427"/>
                    <a:pt x="42298" y="18431"/>
                    <a:pt x="42278" y="18441"/>
                  </a:cubicBezTo>
                  <a:lnTo>
                    <a:pt x="42176" y="18476"/>
                  </a:lnTo>
                  <a:cubicBezTo>
                    <a:pt x="42142" y="18476"/>
                    <a:pt x="42108" y="18510"/>
                    <a:pt x="42142" y="18578"/>
                  </a:cubicBezTo>
                  <a:cubicBezTo>
                    <a:pt x="42142" y="18612"/>
                    <a:pt x="42176" y="18646"/>
                    <a:pt x="42210" y="18646"/>
                  </a:cubicBezTo>
                  <a:cubicBezTo>
                    <a:pt x="42210" y="18646"/>
                    <a:pt x="42210" y="18646"/>
                    <a:pt x="42244" y="18612"/>
                  </a:cubicBezTo>
                  <a:lnTo>
                    <a:pt x="42347" y="18578"/>
                  </a:lnTo>
                  <a:cubicBezTo>
                    <a:pt x="42381" y="18578"/>
                    <a:pt x="42415" y="18544"/>
                    <a:pt x="42415" y="18476"/>
                  </a:cubicBezTo>
                  <a:cubicBezTo>
                    <a:pt x="42391" y="18451"/>
                    <a:pt x="42367" y="18427"/>
                    <a:pt x="42330" y="18427"/>
                  </a:cubicBezTo>
                  <a:close/>
                  <a:moveTo>
                    <a:pt x="41732" y="18578"/>
                  </a:moveTo>
                  <a:lnTo>
                    <a:pt x="41630" y="18612"/>
                  </a:lnTo>
                  <a:cubicBezTo>
                    <a:pt x="41596" y="18646"/>
                    <a:pt x="41562" y="18680"/>
                    <a:pt x="41562" y="18749"/>
                  </a:cubicBezTo>
                  <a:cubicBezTo>
                    <a:pt x="41596" y="18783"/>
                    <a:pt x="41630" y="18783"/>
                    <a:pt x="41664" y="18783"/>
                  </a:cubicBezTo>
                  <a:lnTo>
                    <a:pt x="41698" y="18783"/>
                  </a:lnTo>
                  <a:lnTo>
                    <a:pt x="41801" y="18749"/>
                  </a:lnTo>
                  <a:cubicBezTo>
                    <a:pt x="41835" y="18749"/>
                    <a:pt x="41869" y="18680"/>
                    <a:pt x="41869" y="18646"/>
                  </a:cubicBezTo>
                  <a:cubicBezTo>
                    <a:pt x="41835" y="18612"/>
                    <a:pt x="41801" y="18578"/>
                    <a:pt x="41732" y="18578"/>
                  </a:cubicBezTo>
                  <a:close/>
                  <a:moveTo>
                    <a:pt x="41187" y="18749"/>
                  </a:moveTo>
                  <a:lnTo>
                    <a:pt x="41084" y="18783"/>
                  </a:lnTo>
                  <a:cubicBezTo>
                    <a:pt x="41050" y="18817"/>
                    <a:pt x="41016" y="18851"/>
                    <a:pt x="41016" y="18885"/>
                  </a:cubicBezTo>
                  <a:cubicBezTo>
                    <a:pt x="41050" y="18919"/>
                    <a:pt x="41084" y="18953"/>
                    <a:pt x="41118" y="18953"/>
                  </a:cubicBezTo>
                  <a:lnTo>
                    <a:pt x="41152" y="18953"/>
                  </a:lnTo>
                  <a:lnTo>
                    <a:pt x="41255" y="18919"/>
                  </a:lnTo>
                  <a:cubicBezTo>
                    <a:pt x="41289" y="18919"/>
                    <a:pt x="41323" y="18851"/>
                    <a:pt x="41289" y="18817"/>
                  </a:cubicBezTo>
                  <a:cubicBezTo>
                    <a:pt x="41289" y="18783"/>
                    <a:pt x="41255" y="18749"/>
                    <a:pt x="41187" y="18749"/>
                  </a:cubicBezTo>
                  <a:close/>
                  <a:moveTo>
                    <a:pt x="40641" y="18919"/>
                  </a:moveTo>
                  <a:lnTo>
                    <a:pt x="40538" y="18953"/>
                  </a:lnTo>
                  <a:cubicBezTo>
                    <a:pt x="40504" y="18953"/>
                    <a:pt x="40470" y="19022"/>
                    <a:pt x="40470" y="19056"/>
                  </a:cubicBezTo>
                  <a:cubicBezTo>
                    <a:pt x="40504" y="19090"/>
                    <a:pt x="40538" y="19124"/>
                    <a:pt x="40572" y="19124"/>
                  </a:cubicBezTo>
                  <a:lnTo>
                    <a:pt x="40709" y="19090"/>
                  </a:lnTo>
                  <a:cubicBezTo>
                    <a:pt x="40743" y="19056"/>
                    <a:pt x="40777" y="19022"/>
                    <a:pt x="40743" y="18987"/>
                  </a:cubicBezTo>
                  <a:cubicBezTo>
                    <a:pt x="40743" y="18919"/>
                    <a:pt x="40709" y="18919"/>
                    <a:pt x="40641" y="18919"/>
                  </a:cubicBezTo>
                  <a:close/>
                  <a:moveTo>
                    <a:pt x="40142" y="19076"/>
                  </a:moveTo>
                  <a:cubicBezTo>
                    <a:pt x="40129" y="19076"/>
                    <a:pt x="40113" y="19081"/>
                    <a:pt x="40095" y="19090"/>
                  </a:cubicBezTo>
                  <a:lnTo>
                    <a:pt x="39992" y="19124"/>
                  </a:lnTo>
                  <a:cubicBezTo>
                    <a:pt x="39958" y="19124"/>
                    <a:pt x="39924" y="19192"/>
                    <a:pt x="39924" y="19226"/>
                  </a:cubicBezTo>
                  <a:cubicBezTo>
                    <a:pt x="39958" y="19260"/>
                    <a:pt x="39992" y="19295"/>
                    <a:pt x="40026" y="19295"/>
                  </a:cubicBezTo>
                  <a:lnTo>
                    <a:pt x="40163" y="19260"/>
                  </a:lnTo>
                  <a:cubicBezTo>
                    <a:pt x="40197" y="19226"/>
                    <a:pt x="40231" y="19192"/>
                    <a:pt x="40197" y="19158"/>
                  </a:cubicBezTo>
                  <a:cubicBezTo>
                    <a:pt x="40197" y="19108"/>
                    <a:pt x="40179" y="19076"/>
                    <a:pt x="40142" y="19076"/>
                  </a:cubicBezTo>
                  <a:close/>
                  <a:moveTo>
                    <a:pt x="39585" y="19246"/>
                  </a:moveTo>
                  <a:cubicBezTo>
                    <a:pt x="39572" y="19246"/>
                    <a:pt x="39559" y="19250"/>
                    <a:pt x="39549" y="19260"/>
                  </a:cubicBezTo>
                  <a:lnTo>
                    <a:pt x="39446" y="19295"/>
                  </a:lnTo>
                  <a:cubicBezTo>
                    <a:pt x="39378" y="19295"/>
                    <a:pt x="39378" y="19329"/>
                    <a:pt x="39378" y="19397"/>
                  </a:cubicBezTo>
                  <a:cubicBezTo>
                    <a:pt x="39378" y="19431"/>
                    <a:pt x="39412" y="19465"/>
                    <a:pt x="39480" y="19465"/>
                  </a:cubicBezTo>
                  <a:cubicBezTo>
                    <a:pt x="39480" y="19465"/>
                    <a:pt x="39480" y="19465"/>
                    <a:pt x="39480" y="19431"/>
                  </a:cubicBezTo>
                  <a:lnTo>
                    <a:pt x="39617" y="19397"/>
                  </a:lnTo>
                  <a:cubicBezTo>
                    <a:pt x="39651" y="19397"/>
                    <a:pt x="39685" y="19363"/>
                    <a:pt x="39651" y="19295"/>
                  </a:cubicBezTo>
                  <a:cubicBezTo>
                    <a:pt x="39651" y="19270"/>
                    <a:pt x="39617" y="19246"/>
                    <a:pt x="39585" y="19246"/>
                  </a:cubicBezTo>
                  <a:close/>
                  <a:moveTo>
                    <a:pt x="39003" y="19397"/>
                  </a:moveTo>
                  <a:lnTo>
                    <a:pt x="38900" y="19431"/>
                  </a:lnTo>
                  <a:cubicBezTo>
                    <a:pt x="38832" y="19465"/>
                    <a:pt x="38832" y="19499"/>
                    <a:pt x="38832" y="19568"/>
                  </a:cubicBezTo>
                  <a:cubicBezTo>
                    <a:pt x="38832" y="19602"/>
                    <a:pt x="38866" y="19602"/>
                    <a:pt x="38900" y="19602"/>
                  </a:cubicBezTo>
                  <a:lnTo>
                    <a:pt x="38934" y="19602"/>
                  </a:lnTo>
                  <a:lnTo>
                    <a:pt x="39037" y="19568"/>
                  </a:lnTo>
                  <a:cubicBezTo>
                    <a:pt x="39105" y="19568"/>
                    <a:pt x="39139" y="19499"/>
                    <a:pt x="39105" y="19465"/>
                  </a:cubicBezTo>
                  <a:cubicBezTo>
                    <a:pt x="39105" y="19431"/>
                    <a:pt x="39037" y="19397"/>
                    <a:pt x="39003" y="19397"/>
                  </a:cubicBezTo>
                  <a:close/>
                  <a:moveTo>
                    <a:pt x="38457" y="19568"/>
                  </a:moveTo>
                  <a:lnTo>
                    <a:pt x="38354" y="19602"/>
                  </a:lnTo>
                  <a:cubicBezTo>
                    <a:pt x="38286" y="19636"/>
                    <a:pt x="38286" y="19670"/>
                    <a:pt x="38286" y="19704"/>
                  </a:cubicBezTo>
                  <a:cubicBezTo>
                    <a:pt x="38286" y="19738"/>
                    <a:pt x="38320" y="19772"/>
                    <a:pt x="38354" y="19772"/>
                  </a:cubicBezTo>
                  <a:lnTo>
                    <a:pt x="38388" y="19772"/>
                  </a:lnTo>
                  <a:lnTo>
                    <a:pt x="38491" y="19738"/>
                  </a:lnTo>
                  <a:cubicBezTo>
                    <a:pt x="38559" y="19738"/>
                    <a:pt x="38559" y="19670"/>
                    <a:pt x="38559" y="19636"/>
                  </a:cubicBezTo>
                  <a:cubicBezTo>
                    <a:pt x="38559" y="19602"/>
                    <a:pt x="38491" y="19568"/>
                    <a:pt x="38457" y="19568"/>
                  </a:cubicBezTo>
                  <a:close/>
                  <a:moveTo>
                    <a:pt x="37911" y="19738"/>
                  </a:moveTo>
                  <a:lnTo>
                    <a:pt x="37808" y="19772"/>
                  </a:lnTo>
                  <a:cubicBezTo>
                    <a:pt x="37740" y="19772"/>
                    <a:pt x="37740" y="19841"/>
                    <a:pt x="37740" y="19875"/>
                  </a:cubicBezTo>
                  <a:cubicBezTo>
                    <a:pt x="37740" y="19909"/>
                    <a:pt x="37774" y="19943"/>
                    <a:pt x="37808" y="19943"/>
                  </a:cubicBezTo>
                  <a:lnTo>
                    <a:pt x="37842" y="19943"/>
                  </a:lnTo>
                  <a:lnTo>
                    <a:pt x="37945" y="19909"/>
                  </a:lnTo>
                  <a:cubicBezTo>
                    <a:pt x="38013" y="19909"/>
                    <a:pt x="38013" y="19841"/>
                    <a:pt x="38013" y="19806"/>
                  </a:cubicBezTo>
                  <a:cubicBezTo>
                    <a:pt x="38013" y="19738"/>
                    <a:pt x="37945" y="19738"/>
                    <a:pt x="37911" y="19738"/>
                  </a:cubicBezTo>
                  <a:close/>
                  <a:moveTo>
                    <a:pt x="37392" y="19895"/>
                  </a:moveTo>
                  <a:cubicBezTo>
                    <a:pt x="37383" y="19895"/>
                    <a:pt x="37374" y="19900"/>
                    <a:pt x="37365" y="19909"/>
                  </a:cubicBezTo>
                  <a:lnTo>
                    <a:pt x="37262" y="19943"/>
                  </a:lnTo>
                  <a:cubicBezTo>
                    <a:pt x="37194" y="19943"/>
                    <a:pt x="37160" y="20011"/>
                    <a:pt x="37194" y="20045"/>
                  </a:cubicBezTo>
                  <a:cubicBezTo>
                    <a:pt x="37194" y="20079"/>
                    <a:pt x="37228" y="20114"/>
                    <a:pt x="37262" y="20114"/>
                  </a:cubicBezTo>
                  <a:lnTo>
                    <a:pt x="37296" y="20114"/>
                  </a:lnTo>
                  <a:lnTo>
                    <a:pt x="37399" y="20079"/>
                  </a:lnTo>
                  <a:cubicBezTo>
                    <a:pt x="37467" y="20045"/>
                    <a:pt x="37467" y="20011"/>
                    <a:pt x="37467" y="19977"/>
                  </a:cubicBezTo>
                  <a:cubicBezTo>
                    <a:pt x="37442" y="19927"/>
                    <a:pt x="37417" y="19895"/>
                    <a:pt x="37392" y="19895"/>
                  </a:cubicBezTo>
                  <a:close/>
                  <a:moveTo>
                    <a:pt x="36849" y="20065"/>
                  </a:moveTo>
                  <a:cubicBezTo>
                    <a:pt x="36839" y="20065"/>
                    <a:pt x="36829" y="20069"/>
                    <a:pt x="36819" y="20079"/>
                  </a:cubicBezTo>
                  <a:lnTo>
                    <a:pt x="36682" y="20114"/>
                  </a:lnTo>
                  <a:cubicBezTo>
                    <a:pt x="36648" y="20114"/>
                    <a:pt x="36614" y="20148"/>
                    <a:pt x="36648" y="20216"/>
                  </a:cubicBezTo>
                  <a:cubicBezTo>
                    <a:pt x="36648" y="20250"/>
                    <a:pt x="36682" y="20284"/>
                    <a:pt x="36716" y="20284"/>
                  </a:cubicBezTo>
                  <a:cubicBezTo>
                    <a:pt x="36716" y="20284"/>
                    <a:pt x="36751" y="20284"/>
                    <a:pt x="36751" y="20250"/>
                  </a:cubicBezTo>
                  <a:lnTo>
                    <a:pt x="36853" y="20250"/>
                  </a:lnTo>
                  <a:cubicBezTo>
                    <a:pt x="36887" y="20216"/>
                    <a:pt x="36921" y="20182"/>
                    <a:pt x="36921" y="20114"/>
                  </a:cubicBezTo>
                  <a:cubicBezTo>
                    <a:pt x="36897" y="20089"/>
                    <a:pt x="36873" y="20065"/>
                    <a:pt x="36849" y="20065"/>
                  </a:cubicBezTo>
                  <a:close/>
                  <a:moveTo>
                    <a:pt x="36303" y="20236"/>
                  </a:moveTo>
                  <a:cubicBezTo>
                    <a:pt x="36293" y="20236"/>
                    <a:pt x="36283" y="20240"/>
                    <a:pt x="36273" y="20250"/>
                  </a:cubicBezTo>
                  <a:lnTo>
                    <a:pt x="36136" y="20250"/>
                  </a:lnTo>
                  <a:cubicBezTo>
                    <a:pt x="36102" y="20284"/>
                    <a:pt x="36068" y="20318"/>
                    <a:pt x="36102" y="20386"/>
                  </a:cubicBezTo>
                  <a:cubicBezTo>
                    <a:pt x="36102" y="20421"/>
                    <a:pt x="36136" y="20421"/>
                    <a:pt x="36170" y="20421"/>
                  </a:cubicBezTo>
                  <a:lnTo>
                    <a:pt x="36205" y="20421"/>
                  </a:lnTo>
                  <a:lnTo>
                    <a:pt x="36307" y="20386"/>
                  </a:lnTo>
                  <a:cubicBezTo>
                    <a:pt x="36341" y="20386"/>
                    <a:pt x="36375" y="20352"/>
                    <a:pt x="36375" y="20284"/>
                  </a:cubicBezTo>
                  <a:cubicBezTo>
                    <a:pt x="36351" y="20260"/>
                    <a:pt x="36327" y="20236"/>
                    <a:pt x="36303" y="20236"/>
                  </a:cubicBezTo>
                  <a:close/>
                  <a:moveTo>
                    <a:pt x="35727" y="20386"/>
                  </a:moveTo>
                  <a:lnTo>
                    <a:pt x="35590" y="20421"/>
                  </a:lnTo>
                  <a:cubicBezTo>
                    <a:pt x="35556" y="20455"/>
                    <a:pt x="35522" y="20489"/>
                    <a:pt x="35556" y="20523"/>
                  </a:cubicBezTo>
                  <a:cubicBezTo>
                    <a:pt x="35556" y="20591"/>
                    <a:pt x="35590" y="20591"/>
                    <a:pt x="35624" y="20591"/>
                  </a:cubicBezTo>
                  <a:lnTo>
                    <a:pt x="35659" y="20591"/>
                  </a:lnTo>
                  <a:lnTo>
                    <a:pt x="35761" y="20557"/>
                  </a:lnTo>
                  <a:cubicBezTo>
                    <a:pt x="35795" y="20557"/>
                    <a:pt x="35829" y="20489"/>
                    <a:pt x="35829" y="20455"/>
                  </a:cubicBezTo>
                  <a:cubicBezTo>
                    <a:pt x="35795" y="20421"/>
                    <a:pt x="35761" y="20386"/>
                    <a:pt x="35727" y="20386"/>
                  </a:cubicBezTo>
                  <a:close/>
                  <a:moveTo>
                    <a:pt x="35147" y="20557"/>
                  </a:moveTo>
                  <a:lnTo>
                    <a:pt x="35044" y="20591"/>
                  </a:lnTo>
                  <a:cubicBezTo>
                    <a:pt x="35010" y="20625"/>
                    <a:pt x="34976" y="20659"/>
                    <a:pt x="35010" y="20694"/>
                  </a:cubicBezTo>
                  <a:cubicBezTo>
                    <a:pt x="35010" y="20728"/>
                    <a:pt x="35044" y="20762"/>
                    <a:pt x="35078" y="20762"/>
                  </a:cubicBezTo>
                  <a:lnTo>
                    <a:pt x="35113" y="20762"/>
                  </a:lnTo>
                  <a:lnTo>
                    <a:pt x="35215" y="20728"/>
                  </a:lnTo>
                  <a:cubicBezTo>
                    <a:pt x="35249" y="20728"/>
                    <a:pt x="35283" y="20659"/>
                    <a:pt x="35283" y="20625"/>
                  </a:cubicBezTo>
                  <a:cubicBezTo>
                    <a:pt x="35249" y="20591"/>
                    <a:pt x="35215" y="20557"/>
                    <a:pt x="35147" y="20557"/>
                  </a:cubicBezTo>
                  <a:close/>
                  <a:moveTo>
                    <a:pt x="34601" y="20728"/>
                  </a:moveTo>
                  <a:lnTo>
                    <a:pt x="34498" y="20762"/>
                  </a:lnTo>
                  <a:cubicBezTo>
                    <a:pt x="34464" y="20762"/>
                    <a:pt x="34430" y="20830"/>
                    <a:pt x="34430" y="20864"/>
                  </a:cubicBezTo>
                  <a:cubicBezTo>
                    <a:pt x="34464" y="20898"/>
                    <a:pt x="34498" y="20932"/>
                    <a:pt x="34533" y="20932"/>
                  </a:cubicBezTo>
                  <a:lnTo>
                    <a:pt x="34567" y="20932"/>
                  </a:lnTo>
                  <a:lnTo>
                    <a:pt x="34669" y="20898"/>
                  </a:lnTo>
                  <a:cubicBezTo>
                    <a:pt x="34703" y="20864"/>
                    <a:pt x="34737" y="20830"/>
                    <a:pt x="34703" y="20796"/>
                  </a:cubicBezTo>
                  <a:cubicBezTo>
                    <a:pt x="34703" y="20728"/>
                    <a:pt x="34669" y="20728"/>
                    <a:pt x="34601" y="20728"/>
                  </a:cubicBezTo>
                  <a:close/>
                  <a:moveTo>
                    <a:pt x="34106" y="20884"/>
                  </a:moveTo>
                  <a:cubicBezTo>
                    <a:pt x="34092" y="20884"/>
                    <a:pt x="34075" y="20888"/>
                    <a:pt x="34055" y="20898"/>
                  </a:cubicBezTo>
                  <a:lnTo>
                    <a:pt x="33952" y="20932"/>
                  </a:lnTo>
                  <a:cubicBezTo>
                    <a:pt x="33918" y="20932"/>
                    <a:pt x="33884" y="21001"/>
                    <a:pt x="33884" y="21035"/>
                  </a:cubicBezTo>
                  <a:cubicBezTo>
                    <a:pt x="33918" y="21069"/>
                    <a:pt x="33952" y="21103"/>
                    <a:pt x="33987" y="21103"/>
                  </a:cubicBezTo>
                  <a:lnTo>
                    <a:pt x="34021" y="21103"/>
                  </a:lnTo>
                  <a:lnTo>
                    <a:pt x="34123" y="21069"/>
                  </a:lnTo>
                  <a:cubicBezTo>
                    <a:pt x="34157" y="21035"/>
                    <a:pt x="34191" y="21001"/>
                    <a:pt x="34157" y="20932"/>
                  </a:cubicBezTo>
                  <a:cubicBezTo>
                    <a:pt x="34157" y="20908"/>
                    <a:pt x="34140" y="20884"/>
                    <a:pt x="34106" y="20884"/>
                  </a:cubicBezTo>
                  <a:close/>
                  <a:moveTo>
                    <a:pt x="33560" y="21055"/>
                  </a:moveTo>
                  <a:cubicBezTo>
                    <a:pt x="33546" y="21055"/>
                    <a:pt x="33529" y="21059"/>
                    <a:pt x="33509" y="21069"/>
                  </a:cubicBezTo>
                  <a:lnTo>
                    <a:pt x="33406" y="21103"/>
                  </a:lnTo>
                  <a:cubicBezTo>
                    <a:pt x="33372" y="21103"/>
                    <a:pt x="33338" y="21137"/>
                    <a:pt x="33338" y="21205"/>
                  </a:cubicBezTo>
                  <a:cubicBezTo>
                    <a:pt x="33372" y="21240"/>
                    <a:pt x="33406" y="21240"/>
                    <a:pt x="33441" y="21240"/>
                  </a:cubicBezTo>
                  <a:lnTo>
                    <a:pt x="33577" y="21205"/>
                  </a:lnTo>
                  <a:cubicBezTo>
                    <a:pt x="33611" y="21205"/>
                    <a:pt x="33645" y="21171"/>
                    <a:pt x="33611" y="21103"/>
                  </a:cubicBezTo>
                  <a:cubicBezTo>
                    <a:pt x="33611" y="21079"/>
                    <a:pt x="33594" y="21055"/>
                    <a:pt x="33560" y="21055"/>
                  </a:cubicBezTo>
                  <a:close/>
                  <a:moveTo>
                    <a:pt x="32963" y="21205"/>
                  </a:moveTo>
                  <a:lnTo>
                    <a:pt x="32860" y="21240"/>
                  </a:lnTo>
                  <a:cubicBezTo>
                    <a:pt x="32826" y="21274"/>
                    <a:pt x="32792" y="21308"/>
                    <a:pt x="32792" y="21376"/>
                  </a:cubicBezTo>
                  <a:cubicBezTo>
                    <a:pt x="32826" y="21410"/>
                    <a:pt x="32860" y="21410"/>
                    <a:pt x="32895" y="21410"/>
                  </a:cubicBezTo>
                  <a:lnTo>
                    <a:pt x="33031" y="21376"/>
                  </a:lnTo>
                  <a:cubicBezTo>
                    <a:pt x="33065" y="21376"/>
                    <a:pt x="33099" y="21308"/>
                    <a:pt x="33065" y="21274"/>
                  </a:cubicBezTo>
                  <a:cubicBezTo>
                    <a:pt x="33065" y="21240"/>
                    <a:pt x="32997" y="21205"/>
                    <a:pt x="32963" y="21205"/>
                  </a:cubicBezTo>
                  <a:close/>
                  <a:moveTo>
                    <a:pt x="32417" y="21376"/>
                  </a:moveTo>
                  <a:lnTo>
                    <a:pt x="32315" y="21410"/>
                  </a:lnTo>
                  <a:cubicBezTo>
                    <a:pt x="32280" y="21444"/>
                    <a:pt x="32246" y="21478"/>
                    <a:pt x="32246" y="21513"/>
                  </a:cubicBezTo>
                  <a:cubicBezTo>
                    <a:pt x="32246" y="21547"/>
                    <a:pt x="32280" y="21581"/>
                    <a:pt x="32349" y="21581"/>
                  </a:cubicBezTo>
                  <a:lnTo>
                    <a:pt x="32485" y="21547"/>
                  </a:lnTo>
                  <a:cubicBezTo>
                    <a:pt x="32519" y="21547"/>
                    <a:pt x="32553" y="21478"/>
                    <a:pt x="32519" y="21444"/>
                  </a:cubicBezTo>
                  <a:cubicBezTo>
                    <a:pt x="32519" y="21410"/>
                    <a:pt x="32451" y="21376"/>
                    <a:pt x="32417" y="21376"/>
                  </a:cubicBezTo>
                  <a:close/>
                  <a:moveTo>
                    <a:pt x="31871" y="21547"/>
                  </a:moveTo>
                  <a:lnTo>
                    <a:pt x="31769" y="21581"/>
                  </a:lnTo>
                  <a:cubicBezTo>
                    <a:pt x="31700" y="21581"/>
                    <a:pt x="31700" y="21649"/>
                    <a:pt x="31700" y="21683"/>
                  </a:cubicBezTo>
                  <a:cubicBezTo>
                    <a:pt x="31700" y="21717"/>
                    <a:pt x="31734" y="21751"/>
                    <a:pt x="31803" y="21751"/>
                  </a:cubicBezTo>
                  <a:lnTo>
                    <a:pt x="31905" y="21717"/>
                  </a:lnTo>
                  <a:cubicBezTo>
                    <a:pt x="31973" y="21683"/>
                    <a:pt x="32007" y="21649"/>
                    <a:pt x="31973" y="21615"/>
                  </a:cubicBezTo>
                  <a:cubicBezTo>
                    <a:pt x="31973" y="21547"/>
                    <a:pt x="31905" y="21547"/>
                    <a:pt x="31871" y="21547"/>
                  </a:cubicBezTo>
                  <a:close/>
                  <a:moveTo>
                    <a:pt x="31325" y="21717"/>
                  </a:moveTo>
                  <a:lnTo>
                    <a:pt x="31223" y="21751"/>
                  </a:lnTo>
                  <a:cubicBezTo>
                    <a:pt x="31154" y="21751"/>
                    <a:pt x="31154" y="21820"/>
                    <a:pt x="31154" y="21854"/>
                  </a:cubicBezTo>
                  <a:cubicBezTo>
                    <a:pt x="31154" y="21888"/>
                    <a:pt x="31188" y="21922"/>
                    <a:pt x="31223" y="21922"/>
                  </a:cubicBezTo>
                  <a:lnTo>
                    <a:pt x="31257" y="21922"/>
                  </a:lnTo>
                  <a:lnTo>
                    <a:pt x="31359" y="21888"/>
                  </a:lnTo>
                  <a:cubicBezTo>
                    <a:pt x="31427" y="21854"/>
                    <a:pt x="31427" y="21820"/>
                    <a:pt x="31427" y="21786"/>
                  </a:cubicBezTo>
                  <a:cubicBezTo>
                    <a:pt x="31427" y="21717"/>
                    <a:pt x="31359" y="21717"/>
                    <a:pt x="31325" y="21717"/>
                  </a:cubicBezTo>
                  <a:close/>
                  <a:moveTo>
                    <a:pt x="30815" y="21874"/>
                  </a:moveTo>
                  <a:cubicBezTo>
                    <a:pt x="30802" y="21874"/>
                    <a:pt x="30789" y="21878"/>
                    <a:pt x="30779" y="21888"/>
                  </a:cubicBezTo>
                  <a:lnTo>
                    <a:pt x="30677" y="21922"/>
                  </a:lnTo>
                  <a:cubicBezTo>
                    <a:pt x="30608" y="21922"/>
                    <a:pt x="30608" y="21990"/>
                    <a:pt x="30608" y="22024"/>
                  </a:cubicBezTo>
                  <a:cubicBezTo>
                    <a:pt x="30608" y="22059"/>
                    <a:pt x="30642" y="22093"/>
                    <a:pt x="30677" y="22093"/>
                  </a:cubicBezTo>
                  <a:lnTo>
                    <a:pt x="30711" y="22093"/>
                  </a:lnTo>
                  <a:lnTo>
                    <a:pt x="30813" y="22059"/>
                  </a:lnTo>
                  <a:cubicBezTo>
                    <a:pt x="30881" y="22024"/>
                    <a:pt x="30881" y="21990"/>
                    <a:pt x="30881" y="21922"/>
                  </a:cubicBezTo>
                  <a:cubicBezTo>
                    <a:pt x="30881" y="21898"/>
                    <a:pt x="30847" y="21874"/>
                    <a:pt x="30815" y="21874"/>
                  </a:cubicBezTo>
                  <a:close/>
                  <a:moveTo>
                    <a:pt x="30269" y="22044"/>
                  </a:moveTo>
                  <a:cubicBezTo>
                    <a:pt x="30256" y="22044"/>
                    <a:pt x="30243" y="22049"/>
                    <a:pt x="30233" y="22059"/>
                  </a:cubicBezTo>
                  <a:lnTo>
                    <a:pt x="30131" y="22093"/>
                  </a:lnTo>
                  <a:cubicBezTo>
                    <a:pt x="30062" y="22093"/>
                    <a:pt x="30028" y="22127"/>
                    <a:pt x="30062" y="22195"/>
                  </a:cubicBezTo>
                  <a:cubicBezTo>
                    <a:pt x="30062" y="22229"/>
                    <a:pt x="30097" y="22229"/>
                    <a:pt x="30131" y="22229"/>
                  </a:cubicBezTo>
                  <a:lnTo>
                    <a:pt x="30165" y="22229"/>
                  </a:lnTo>
                  <a:lnTo>
                    <a:pt x="30267" y="22195"/>
                  </a:lnTo>
                  <a:cubicBezTo>
                    <a:pt x="30335" y="22195"/>
                    <a:pt x="30335" y="22161"/>
                    <a:pt x="30335" y="22093"/>
                  </a:cubicBezTo>
                  <a:cubicBezTo>
                    <a:pt x="30335" y="22069"/>
                    <a:pt x="30301" y="22044"/>
                    <a:pt x="30269" y="22044"/>
                  </a:cubicBezTo>
                  <a:close/>
                  <a:moveTo>
                    <a:pt x="29687" y="22195"/>
                  </a:moveTo>
                  <a:lnTo>
                    <a:pt x="29585" y="22229"/>
                  </a:lnTo>
                  <a:cubicBezTo>
                    <a:pt x="29516" y="22263"/>
                    <a:pt x="29482" y="22297"/>
                    <a:pt x="29516" y="22366"/>
                  </a:cubicBezTo>
                  <a:cubicBezTo>
                    <a:pt x="29516" y="22400"/>
                    <a:pt x="29551" y="22400"/>
                    <a:pt x="29585" y="22400"/>
                  </a:cubicBezTo>
                  <a:lnTo>
                    <a:pt x="29619" y="22400"/>
                  </a:lnTo>
                  <a:lnTo>
                    <a:pt x="29721" y="22366"/>
                  </a:lnTo>
                  <a:cubicBezTo>
                    <a:pt x="29789" y="22366"/>
                    <a:pt x="29789" y="22297"/>
                    <a:pt x="29789" y="22263"/>
                  </a:cubicBezTo>
                  <a:cubicBezTo>
                    <a:pt x="29755" y="22229"/>
                    <a:pt x="29721" y="22195"/>
                    <a:pt x="29687" y="22195"/>
                  </a:cubicBezTo>
                  <a:close/>
                  <a:moveTo>
                    <a:pt x="29141" y="22366"/>
                  </a:moveTo>
                  <a:lnTo>
                    <a:pt x="29005" y="22400"/>
                  </a:lnTo>
                  <a:cubicBezTo>
                    <a:pt x="28970" y="22434"/>
                    <a:pt x="28936" y="22468"/>
                    <a:pt x="28970" y="22502"/>
                  </a:cubicBezTo>
                  <a:cubicBezTo>
                    <a:pt x="28970" y="22536"/>
                    <a:pt x="29005" y="22570"/>
                    <a:pt x="29039" y="22570"/>
                  </a:cubicBezTo>
                  <a:lnTo>
                    <a:pt x="29073" y="22570"/>
                  </a:lnTo>
                  <a:lnTo>
                    <a:pt x="29175" y="22536"/>
                  </a:lnTo>
                  <a:cubicBezTo>
                    <a:pt x="29209" y="22536"/>
                    <a:pt x="29243" y="22468"/>
                    <a:pt x="29243" y="22434"/>
                  </a:cubicBezTo>
                  <a:cubicBezTo>
                    <a:pt x="29209" y="22400"/>
                    <a:pt x="29175" y="22366"/>
                    <a:pt x="29141" y="22366"/>
                  </a:cubicBezTo>
                  <a:close/>
                  <a:moveTo>
                    <a:pt x="28595" y="22536"/>
                  </a:moveTo>
                  <a:lnTo>
                    <a:pt x="28459" y="22570"/>
                  </a:lnTo>
                  <a:cubicBezTo>
                    <a:pt x="28425" y="22570"/>
                    <a:pt x="28390" y="22639"/>
                    <a:pt x="28425" y="22673"/>
                  </a:cubicBezTo>
                  <a:cubicBezTo>
                    <a:pt x="28425" y="22707"/>
                    <a:pt x="28459" y="22741"/>
                    <a:pt x="28493" y="22741"/>
                  </a:cubicBezTo>
                  <a:lnTo>
                    <a:pt x="28527" y="22741"/>
                  </a:lnTo>
                  <a:lnTo>
                    <a:pt x="28629" y="22707"/>
                  </a:lnTo>
                  <a:cubicBezTo>
                    <a:pt x="28663" y="22707"/>
                    <a:pt x="28697" y="22639"/>
                    <a:pt x="28697" y="22604"/>
                  </a:cubicBezTo>
                  <a:cubicBezTo>
                    <a:pt x="28663" y="22536"/>
                    <a:pt x="28629" y="22536"/>
                    <a:pt x="28595" y="22536"/>
                  </a:cubicBezTo>
                  <a:close/>
                  <a:moveTo>
                    <a:pt x="28049" y="22707"/>
                  </a:moveTo>
                  <a:lnTo>
                    <a:pt x="27913" y="22741"/>
                  </a:lnTo>
                  <a:cubicBezTo>
                    <a:pt x="27879" y="22741"/>
                    <a:pt x="27844" y="22809"/>
                    <a:pt x="27879" y="22843"/>
                  </a:cubicBezTo>
                  <a:cubicBezTo>
                    <a:pt x="27879" y="22877"/>
                    <a:pt x="27913" y="22912"/>
                    <a:pt x="27947" y="22912"/>
                  </a:cubicBezTo>
                  <a:lnTo>
                    <a:pt x="27981" y="22912"/>
                  </a:lnTo>
                  <a:lnTo>
                    <a:pt x="28083" y="22877"/>
                  </a:lnTo>
                  <a:cubicBezTo>
                    <a:pt x="28117" y="22843"/>
                    <a:pt x="28152" y="22809"/>
                    <a:pt x="28152" y="22775"/>
                  </a:cubicBezTo>
                  <a:cubicBezTo>
                    <a:pt x="28117" y="22707"/>
                    <a:pt x="28083" y="22707"/>
                    <a:pt x="28049" y="22707"/>
                  </a:cubicBezTo>
                  <a:close/>
                  <a:moveTo>
                    <a:pt x="27521" y="22863"/>
                  </a:moveTo>
                  <a:cubicBezTo>
                    <a:pt x="27506" y="22863"/>
                    <a:pt x="27489" y="22867"/>
                    <a:pt x="27469" y="22877"/>
                  </a:cubicBezTo>
                  <a:lnTo>
                    <a:pt x="27367" y="22912"/>
                  </a:lnTo>
                  <a:cubicBezTo>
                    <a:pt x="27333" y="22912"/>
                    <a:pt x="27298" y="22980"/>
                    <a:pt x="27333" y="23014"/>
                  </a:cubicBezTo>
                  <a:cubicBezTo>
                    <a:pt x="27333" y="23048"/>
                    <a:pt x="27367" y="23082"/>
                    <a:pt x="27401" y="23082"/>
                  </a:cubicBezTo>
                  <a:lnTo>
                    <a:pt x="27435" y="23082"/>
                  </a:lnTo>
                  <a:lnTo>
                    <a:pt x="27537" y="23048"/>
                  </a:lnTo>
                  <a:cubicBezTo>
                    <a:pt x="27571" y="23014"/>
                    <a:pt x="27606" y="22980"/>
                    <a:pt x="27606" y="22912"/>
                  </a:cubicBezTo>
                  <a:cubicBezTo>
                    <a:pt x="27581" y="22887"/>
                    <a:pt x="27557" y="22863"/>
                    <a:pt x="27521" y="22863"/>
                  </a:cubicBezTo>
                  <a:close/>
                  <a:moveTo>
                    <a:pt x="26975" y="23034"/>
                  </a:moveTo>
                  <a:cubicBezTo>
                    <a:pt x="26960" y="23034"/>
                    <a:pt x="26943" y="23038"/>
                    <a:pt x="26923" y="23048"/>
                  </a:cubicBezTo>
                  <a:lnTo>
                    <a:pt x="26821" y="23082"/>
                  </a:lnTo>
                  <a:cubicBezTo>
                    <a:pt x="26787" y="23082"/>
                    <a:pt x="26752" y="23116"/>
                    <a:pt x="26787" y="23185"/>
                  </a:cubicBezTo>
                  <a:cubicBezTo>
                    <a:pt x="26787" y="23219"/>
                    <a:pt x="26821" y="23253"/>
                    <a:pt x="26855" y="23253"/>
                  </a:cubicBezTo>
                  <a:cubicBezTo>
                    <a:pt x="26855" y="23253"/>
                    <a:pt x="26855" y="23219"/>
                    <a:pt x="26889" y="23219"/>
                  </a:cubicBezTo>
                  <a:lnTo>
                    <a:pt x="26991" y="23185"/>
                  </a:lnTo>
                  <a:cubicBezTo>
                    <a:pt x="27025" y="23185"/>
                    <a:pt x="27060" y="23150"/>
                    <a:pt x="27060" y="23082"/>
                  </a:cubicBezTo>
                  <a:cubicBezTo>
                    <a:pt x="27035" y="23058"/>
                    <a:pt x="27011" y="23034"/>
                    <a:pt x="26975" y="23034"/>
                  </a:cubicBezTo>
                  <a:close/>
                  <a:moveTo>
                    <a:pt x="26377" y="23185"/>
                  </a:moveTo>
                  <a:lnTo>
                    <a:pt x="26275" y="23219"/>
                  </a:lnTo>
                  <a:cubicBezTo>
                    <a:pt x="26241" y="23253"/>
                    <a:pt x="26207" y="23287"/>
                    <a:pt x="26207" y="23355"/>
                  </a:cubicBezTo>
                  <a:cubicBezTo>
                    <a:pt x="26241" y="23389"/>
                    <a:pt x="26275" y="23389"/>
                    <a:pt x="26309" y="23389"/>
                  </a:cubicBezTo>
                  <a:lnTo>
                    <a:pt x="26343" y="23389"/>
                  </a:lnTo>
                  <a:lnTo>
                    <a:pt x="26445" y="23355"/>
                  </a:lnTo>
                  <a:cubicBezTo>
                    <a:pt x="26479" y="23355"/>
                    <a:pt x="26514" y="23287"/>
                    <a:pt x="26479" y="23253"/>
                  </a:cubicBezTo>
                  <a:cubicBezTo>
                    <a:pt x="26479" y="23219"/>
                    <a:pt x="26445" y="23185"/>
                    <a:pt x="26377" y="23185"/>
                  </a:cubicBezTo>
                  <a:close/>
                  <a:moveTo>
                    <a:pt x="25831" y="23355"/>
                  </a:moveTo>
                  <a:lnTo>
                    <a:pt x="25729" y="23389"/>
                  </a:lnTo>
                  <a:cubicBezTo>
                    <a:pt x="25695" y="23423"/>
                    <a:pt x="25661" y="23458"/>
                    <a:pt x="25661" y="23492"/>
                  </a:cubicBezTo>
                  <a:cubicBezTo>
                    <a:pt x="25695" y="23560"/>
                    <a:pt x="25729" y="23560"/>
                    <a:pt x="25763" y="23560"/>
                  </a:cubicBezTo>
                  <a:lnTo>
                    <a:pt x="25797" y="23560"/>
                  </a:lnTo>
                  <a:lnTo>
                    <a:pt x="25899" y="23526"/>
                  </a:lnTo>
                  <a:cubicBezTo>
                    <a:pt x="25934" y="23526"/>
                    <a:pt x="25968" y="23458"/>
                    <a:pt x="25934" y="23423"/>
                  </a:cubicBezTo>
                  <a:cubicBezTo>
                    <a:pt x="25934" y="23389"/>
                    <a:pt x="25899" y="23355"/>
                    <a:pt x="25831" y="23355"/>
                  </a:cubicBezTo>
                  <a:close/>
                  <a:moveTo>
                    <a:pt x="25285" y="23526"/>
                  </a:moveTo>
                  <a:lnTo>
                    <a:pt x="25183" y="23560"/>
                  </a:lnTo>
                  <a:cubicBezTo>
                    <a:pt x="25149" y="23594"/>
                    <a:pt x="25115" y="23628"/>
                    <a:pt x="25115" y="23662"/>
                  </a:cubicBezTo>
                  <a:cubicBezTo>
                    <a:pt x="25149" y="23696"/>
                    <a:pt x="25183" y="23731"/>
                    <a:pt x="25217" y="23731"/>
                  </a:cubicBezTo>
                  <a:lnTo>
                    <a:pt x="25353" y="23696"/>
                  </a:lnTo>
                  <a:cubicBezTo>
                    <a:pt x="25388" y="23696"/>
                    <a:pt x="25422" y="23628"/>
                    <a:pt x="25388" y="23594"/>
                  </a:cubicBezTo>
                  <a:cubicBezTo>
                    <a:pt x="25388" y="23560"/>
                    <a:pt x="25353" y="23526"/>
                    <a:pt x="25285" y="23526"/>
                  </a:cubicBezTo>
                  <a:close/>
                  <a:moveTo>
                    <a:pt x="24739" y="23696"/>
                  </a:moveTo>
                  <a:lnTo>
                    <a:pt x="24637" y="23731"/>
                  </a:lnTo>
                  <a:cubicBezTo>
                    <a:pt x="24603" y="23731"/>
                    <a:pt x="24569" y="23799"/>
                    <a:pt x="24569" y="23833"/>
                  </a:cubicBezTo>
                  <a:cubicBezTo>
                    <a:pt x="24603" y="23867"/>
                    <a:pt x="24637" y="23901"/>
                    <a:pt x="24671" y="23901"/>
                  </a:cubicBezTo>
                  <a:lnTo>
                    <a:pt x="24807" y="23867"/>
                  </a:lnTo>
                  <a:cubicBezTo>
                    <a:pt x="24842" y="23833"/>
                    <a:pt x="24876" y="23799"/>
                    <a:pt x="24842" y="23765"/>
                  </a:cubicBezTo>
                  <a:cubicBezTo>
                    <a:pt x="24842" y="23696"/>
                    <a:pt x="24807" y="23696"/>
                    <a:pt x="24739" y="23696"/>
                  </a:cubicBezTo>
                  <a:close/>
                  <a:moveTo>
                    <a:pt x="24226" y="23854"/>
                  </a:moveTo>
                  <a:cubicBezTo>
                    <a:pt x="24214" y="23854"/>
                    <a:pt x="24202" y="23858"/>
                    <a:pt x="24193" y="23867"/>
                  </a:cubicBezTo>
                  <a:lnTo>
                    <a:pt x="24091" y="23901"/>
                  </a:lnTo>
                  <a:cubicBezTo>
                    <a:pt x="24057" y="23901"/>
                    <a:pt x="24023" y="23969"/>
                    <a:pt x="24023" y="24004"/>
                  </a:cubicBezTo>
                  <a:cubicBezTo>
                    <a:pt x="24057" y="24038"/>
                    <a:pt x="24091" y="24072"/>
                    <a:pt x="24125" y="24072"/>
                  </a:cubicBezTo>
                  <a:lnTo>
                    <a:pt x="24261" y="24038"/>
                  </a:lnTo>
                  <a:cubicBezTo>
                    <a:pt x="24296" y="24004"/>
                    <a:pt x="24330" y="23969"/>
                    <a:pt x="24296" y="23935"/>
                  </a:cubicBezTo>
                  <a:cubicBezTo>
                    <a:pt x="24296" y="23885"/>
                    <a:pt x="24259" y="23854"/>
                    <a:pt x="24226" y="23854"/>
                  </a:cubicBezTo>
                  <a:close/>
                  <a:moveTo>
                    <a:pt x="23683" y="24024"/>
                  </a:moveTo>
                  <a:cubicBezTo>
                    <a:pt x="23670" y="24024"/>
                    <a:pt x="23657" y="24028"/>
                    <a:pt x="23647" y="24038"/>
                  </a:cubicBezTo>
                  <a:lnTo>
                    <a:pt x="23545" y="24072"/>
                  </a:lnTo>
                  <a:cubicBezTo>
                    <a:pt x="23511" y="24072"/>
                    <a:pt x="23477" y="24140"/>
                    <a:pt x="23477" y="24174"/>
                  </a:cubicBezTo>
                  <a:cubicBezTo>
                    <a:pt x="23477" y="24208"/>
                    <a:pt x="23511" y="24242"/>
                    <a:pt x="23579" y="24242"/>
                  </a:cubicBezTo>
                  <a:lnTo>
                    <a:pt x="23716" y="24208"/>
                  </a:lnTo>
                  <a:cubicBezTo>
                    <a:pt x="23750" y="24174"/>
                    <a:pt x="23784" y="24140"/>
                    <a:pt x="23750" y="24072"/>
                  </a:cubicBezTo>
                  <a:cubicBezTo>
                    <a:pt x="23750" y="24048"/>
                    <a:pt x="23716" y="24024"/>
                    <a:pt x="23683" y="24024"/>
                  </a:cubicBezTo>
                  <a:close/>
                  <a:moveTo>
                    <a:pt x="23138" y="24194"/>
                  </a:moveTo>
                  <a:cubicBezTo>
                    <a:pt x="23124" y="24194"/>
                    <a:pt x="23111" y="24198"/>
                    <a:pt x="23101" y="24208"/>
                  </a:cubicBezTo>
                  <a:lnTo>
                    <a:pt x="22999" y="24242"/>
                  </a:lnTo>
                  <a:cubicBezTo>
                    <a:pt x="22931" y="24242"/>
                    <a:pt x="22931" y="24277"/>
                    <a:pt x="22931" y="24345"/>
                  </a:cubicBezTo>
                  <a:cubicBezTo>
                    <a:pt x="22931" y="24379"/>
                    <a:pt x="22965" y="24379"/>
                    <a:pt x="23033" y="24379"/>
                  </a:cubicBezTo>
                  <a:lnTo>
                    <a:pt x="23135" y="24345"/>
                  </a:lnTo>
                  <a:cubicBezTo>
                    <a:pt x="23204" y="24345"/>
                    <a:pt x="23238" y="24311"/>
                    <a:pt x="23204" y="24242"/>
                  </a:cubicBezTo>
                  <a:cubicBezTo>
                    <a:pt x="23204" y="24218"/>
                    <a:pt x="23170" y="24194"/>
                    <a:pt x="23138" y="24194"/>
                  </a:cubicBezTo>
                  <a:close/>
                  <a:moveTo>
                    <a:pt x="22555" y="24345"/>
                  </a:moveTo>
                  <a:lnTo>
                    <a:pt x="22453" y="24379"/>
                  </a:lnTo>
                  <a:cubicBezTo>
                    <a:pt x="22385" y="24413"/>
                    <a:pt x="22385" y="24447"/>
                    <a:pt x="22385" y="24515"/>
                  </a:cubicBezTo>
                  <a:cubicBezTo>
                    <a:pt x="22385" y="24550"/>
                    <a:pt x="22419" y="24550"/>
                    <a:pt x="22453" y="24550"/>
                  </a:cubicBezTo>
                  <a:lnTo>
                    <a:pt x="22487" y="24550"/>
                  </a:lnTo>
                  <a:lnTo>
                    <a:pt x="22589" y="24515"/>
                  </a:lnTo>
                  <a:cubicBezTo>
                    <a:pt x="22658" y="24515"/>
                    <a:pt x="22658" y="24447"/>
                    <a:pt x="22658" y="24413"/>
                  </a:cubicBezTo>
                  <a:cubicBezTo>
                    <a:pt x="22658" y="24379"/>
                    <a:pt x="22589" y="24345"/>
                    <a:pt x="22555" y="24345"/>
                  </a:cubicBezTo>
                  <a:close/>
                  <a:moveTo>
                    <a:pt x="22009" y="24515"/>
                  </a:moveTo>
                  <a:lnTo>
                    <a:pt x="21907" y="24550"/>
                  </a:lnTo>
                  <a:cubicBezTo>
                    <a:pt x="21839" y="24584"/>
                    <a:pt x="21839" y="24618"/>
                    <a:pt x="21839" y="24652"/>
                  </a:cubicBezTo>
                  <a:cubicBezTo>
                    <a:pt x="21839" y="24720"/>
                    <a:pt x="21873" y="24720"/>
                    <a:pt x="21907" y="24720"/>
                  </a:cubicBezTo>
                  <a:lnTo>
                    <a:pt x="21941" y="24720"/>
                  </a:lnTo>
                  <a:lnTo>
                    <a:pt x="22043" y="24686"/>
                  </a:lnTo>
                  <a:cubicBezTo>
                    <a:pt x="22112" y="24686"/>
                    <a:pt x="22112" y="24618"/>
                    <a:pt x="22112" y="24584"/>
                  </a:cubicBezTo>
                  <a:cubicBezTo>
                    <a:pt x="22112" y="24550"/>
                    <a:pt x="22043" y="24515"/>
                    <a:pt x="22009" y="24515"/>
                  </a:cubicBezTo>
                  <a:close/>
                  <a:moveTo>
                    <a:pt x="21463" y="24686"/>
                  </a:moveTo>
                  <a:lnTo>
                    <a:pt x="21361" y="24720"/>
                  </a:lnTo>
                  <a:cubicBezTo>
                    <a:pt x="21293" y="24754"/>
                    <a:pt x="21293" y="24788"/>
                    <a:pt x="21293" y="24822"/>
                  </a:cubicBezTo>
                  <a:cubicBezTo>
                    <a:pt x="21293" y="24857"/>
                    <a:pt x="21327" y="24891"/>
                    <a:pt x="21361" y="24891"/>
                  </a:cubicBezTo>
                  <a:lnTo>
                    <a:pt x="21395" y="24891"/>
                  </a:lnTo>
                  <a:lnTo>
                    <a:pt x="21498" y="24857"/>
                  </a:lnTo>
                  <a:cubicBezTo>
                    <a:pt x="21566" y="24857"/>
                    <a:pt x="21566" y="24788"/>
                    <a:pt x="21566" y="24754"/>
                  </a:cubicBezTo>
                  <a:cubicBezTo>
                    <a:pt x="21566" y="24720"/>
                    <a:pt x="21498" y="24686"/>
                    <a:pt x="21463" y="24686"/>
                  </a:cubicBezTo>
                  <a:close/>
                  <a:moveTo>
                    <a:pt x="20917" y="24857"/>
                  </a:moveTo>
                  <a:lnTo>
                    <a:pt x="20815" y="24891"/>
                  </a:lnTo>
                  <a:cubicBezTo>
                    <a:pt x="20747" y="24891"/>
                    <a:pt x="20713" y="24959"/>
                    <a:pt x="20747" y="24993"/>
                  </a:cubicBezTo>
                  <a:cubicBezTo>
                    <a:pt x="20747" y="25027"/>
                    <a:pt x="20781" y="25061"/>
                    <a:pt x="20815" y="25061"/>
                  </a:cubicBezTo>
                  <a:lnTo>
                    <a:pt x="20849" y="25061"/>
                  </a:lnTo>
                  <a:lnTo>
                    <a:pt x="20952" y="25027"/>
                  </a:lnTo>
                  <a:cubicBezTo>
                    <a:pt x="21020" y="24993"/>
                    <a:pt x="21020" y="24959"/>
                    <a:pt x="21020" y="24925"/>
                  </a:cubicBezTo>
                  <a:cubicBezTo>
                    <a:pt x="20986" y="24857"/>
                    <a:pt x="20952" y="24857"/>
                    <a:pt x="20917" y="24857"/>
                  </a:cubicBezTo>
                  <a:close/>
                  <a:moveTo>
                    <a:pt x="20399" y="25014"/>
                  </a:moveTo>
                  <a:cubicBezTo>
                    <a:pt x="20390" y="25014"/>
                    <a:pt x="20381" y="25018"/>
                    <a:pt x="20371" y="25027"/>
                  </a:cubicBezTo>
                  <a:lnTo>
                    <a:pt x="20269" y="25061"/>
                  </a:lnTo>
                  <a:cubicBezTo>
                    <a:pt x="20201" y="25061"/>
                    <a:pt x="20167" y="25130"/>
                    <a:pt x="20201" y="25164"/>
                  </a:cubicBezTo>
                  <a:cubicBezTo>
                    <a:pt x="20201" y="25198"/>
                    <a:pt x="20235" y="25232"/>
                    <a:pt x="20269" y="25232"/>
                  </a:cubicBezTo>
                  <a:lnTo>
                    <a:pt x="20303" y="25232"/>
                  </a:lnTo>
                  <a:lnTo>
                    <a:pt x="20406" y="25198"/>
                  </a:lnTo>
                  <a:cubicBezTo>
                    <a:pt x="20474" y="25164"/>
                    <a:pt x="20474" y="25130"/>
                    <a:pt x="20474" y="25095"/>
                  </a:cubicBezTo>
                  <a:cubicBezTo>
                    <a:pt x="20449" y="25046"/>
                    <a:pt x="20424" y="25014"/>
                    <a:pt x="20399" y="25014"/>
                  </a:cubicBezTo>
                  <a:close/>
                  <a:moveTo>
                    <a:pt x="19855" y="25184"/>
                  </a:moveTo>
                  <a:cubicBezTo>
                    <a:pt x="19845" y="25184"/>
                    <a:pt x="19835" y="25188"/>
                    <a:pt x="19826" y="25198"/>
                  </a:cubicBezTo>
                  <a:lnTo>
                    <a:pt x="19689" y="25232"/>
                  </a:lnTo>
                  <a:cubicBezTo>
                    <a:pt x="19655" y="25232"/>
                    <a:pt x="19621" y="25300"/>
                    <a:pt x="19655" y="25334"/>
                  </a:cubicBezTo>
                  <a:cubicBezTo>
                    <a:pt x="19655" y="25368"/>
                    <a:pt x="19689" y="25403"/>
                    <a:pt x="19723" y="25403"/>
                  </a:cubicBezTo>
                  <a:lnTo>
                    <a:pt x="19757" y="25403"/>
                  </a:lnTo>
                  <a:lnTo>
                    <a:pt x="19860" y="25368"/>
                  </a:lnTo>
                  <a:cubicBezTo>
                    <a:pt x="19894" y="25334"/>
                    <a:pt x="19928" y="25300"/>
                    <a:pt x="19928" y="25232"/>
                  </a:cubicBezTo>
                  <a:cubicBezTo>
                    <a:pt x="19904" y="25208"/>
                    <a:pt x="19880" y="25184"/>
                    <a:pt x="19855" y="25184"/>
                  </a:cubicBezTo>
                  <a:close/>
                  <a:moveTo>
                    <a:pt x="19310" y="25354"/>
                  </a:moveTo>
                  <a:cubicBezTo>
                    <a:pt x="19300" y="25354"/>
                    <a:pt x="19290" y="25358"/>
                    <a:pt x="19280" y="25368"/>
                  </a:cubicBezTo>
                  <a:lnTo>
                    <a:pt x="19143" y="25403"/>
                  </a:lnTo>
                  <a:cubicBezTo>
                    <a:pt x="19109" y="25403"/>
                    <a:pt x="19075" y="25437"/>
                    <a:pt x="19109" y="25505"/>
                  </a:cubicBezTo>
                  <a:cubicBezTo>
                    <a:pt x="19109" y="25539"/>
                    <a:pt x="19143" y="25573"/>
                    <a:pt x="19177" y="25573"/>
                  </a:cubicBezTo>
                  <a:cubicBezTo>
                    <a:pt x="19177" y="25573"/>
                    <a:pt x="19211" y="25573"/>
                    <a:pt x="19211" y="25539"/>
                  </a:cubicBezTo>
                  <a:lnTo>
                    <a:pt x="19314" y="25505"/>
                  </a:lnTo>
                  <a:cubicBezTo>
                    <a:pt x="19348" y="25505"/>
                    <a:pt x="19382" y="25471"/>
                    <a:pt x="19382" y="25403"/>
                  </a:cubicBezTo>
                  <a:cubicBezTo>
                    <a:pt x="19358" y="25378"/>
                    <a:pt x="19334" y="25354"/>
                    <a:pt x="19310" y="25354"/>
                  </a:cubicBezTo>
                  <a:close/>
                  <a:moveTo>
                    <a:pt x="18764" y="25525"/>
                  </a:moveTo>
                  <a:cubicBezTo>
                    <a:pt x="18754" y="25525"/>
                    <a:pt x="18744" y="25529"/>
                    <a:pt x="18734" y="25539"/>
                  </a:cubicBezTo>
                  <a:lnTo>
                    <a:pt x="18597" y="25573"/>
                  </a:lnTo>
                  <a:cubicBezTo>
                    <a:pt x="18563" y="25573"/>
                    <a:pt x="18529" y="25607"/>
                    <a:pt x="18563" y="25676"/>
                  </a:cubicBezTo>
                  <a:cubicBezTo>
                    <a:pt x="18563" y="25710"/>
                    <a:pt x="18597" y="25710"/>
                    <a:pt x="18631" y="25710"/>
                  </a:cubicBezTo>
                  <a:lnTo>
                    <a:pt x="18665" y="25710"/>
                  </a:lnTo>
                  <a:lnTo>
                    <a:pt x="18768" y="25676"/>
                  </a:lnTo>
                  <a:cubicBezTo>
                    <a:pt x="18802" y="25676"/>
                    <a:pt x="18836" y="25641"/>
                    <a:pt x="18836" y="25573"/>
                  </a:cubicBezTo>
                  <a:cubicBezTo>
                    <a:pt x="18812" y="25549"/>
                    <a:pt x="18788" y="25525"/>
                    <a:pt x="18764" y="25525"/>
                  </a:cubicBezTo>
                  <a:close/>
                  <a:moveTo>
                    <a:pt x="18188" y="25676"/>
                  </a:moveTo>
                  <a:lnTo>
                    <a:pt x="18051" y="25710"/>
                  </a:lnTo>
                  <a:cubicBezTo>
                    <a:pt x="18017" y="25744"/>
                    <a:pt x="17983" y="25778"/>
                    <a:pt x="18017" y="25846"/>
                  </a:cubicBezTo>
                  <a:cubicBezTo>
                    <a:pt x="18017" y="25880"/>
                    <a:pt x="18051" y="25880"/>
                    <a:pt x="18085" y="25880"/>
                  </a:cubicBezTo>
                  <a:lnTo>
                    <a:pt x="18119" y="25880"/>
                  </a:lnTo>
                  <a:lnTo>
                    <a:pt x="18222" y="25846"/>
                  </a:lnTo>
                  <a:cubicBezTo>
                    <a:pt x="18256" y="25846"/>
                    <a:pt x="18290" y="25778"/>
                    <a:pt x="18290" y="25744"/>
                  </a:cubicBezTo>
                  <a:cubicBezTo>
                    <a:pt x="18256" y="25710"/>
                    <a:pt x="18222" y="25676"/>
                    <a:pt x="18188" y="25676"/>
                  </a:cubicBezTo>
                  <a:close/>
                  <a:moveTo>
                    <a:pt x="17608" y="25846"/>
                  </a:moveTo>
                  <a:lnTo>
                    <a:pt x="17505" y="25880"/>
                  </a:lnTo>
                  <a:cubicBezTo>
                    <a:pt x="17471" y="25914"/>
                    <a:pt x="17437" y="25949"/>
                    <a:pt x="17471" y="25983"/>
                  </a:cubicBezTo>
                  <a:cubicBezTo>
                    <a:pt x="17471" y="26051"/>
                    <a:pt x="17505" y="26051"/>
                    <a:pt x="17539" y="26051"/>
                  </a:cubicBezTo>
                  <a:lnTo>
                    <a:pt x="17573" y="26051"/>
                  </a:lnTo>
                  <a:lnTo>
                    <a:pt x="17676" y="26017"/>
                  </a:lnTo>
                  <a:cubicBezTo>
                    <a:pt x="17710" y="26017"/>
                    <a:pt x="17744" y="25949"/>
                    <a:pt x="17744" y="25914"/>
                  </a:cubicBezTo>
                  <a:cubicBezTo>
                    <a:pt x="17710" y="25880"/>
                    <a:pt x="17676" y="25846"/>
                    <a:pt x="17608" y="25846"/>
                  </a:cubicBezTo>
                  <a:close/>
                  <a:moveTo>
                    <a:pt x="17062" y="26017"/>
                  </a:moveTo>
                  <a:lnTo>
                    <a:pt x="16959" y="26051"/>
                  </a:lnTo>
                  <a:cubicBezTo>
                    <a:pt x="16925" y="26085"/>
                    <a:pt x="16891" y="26119"/>
                    <a:pt x="16925" y="26153"/>
                  </a:cubicBezTo>
                  <a:cubicBezTo>
                    <a:pt x="16925" y="26187"/>
                    <a:pt x="16959" y="26222"/>
                    <a:pt x="16993" y="26222"/>
                  </a:cubicBezTo>
                  <a:lnTo>
                    <a:pt x="17027" y="26222"/>
                  </a:lnTo>
                  <a:lnTo>
                    <a:pt x="17130" y="26187"/>
                  </a:lnTo>
                  <a:cubicBezTo>
                    <a:pt x="17164" y="26187"/>
                    <a:pt x="17198" y="26119"/>
                    <a:pt x="17198" y="26085"/>
                  </a:cubicBezTo>
                  <a:cubicBezTo>
                    <a:pt x="17164" y="26051"/>
                    <a:pt x="17130" y="26017"/>
                    <a:pt x="17062" y="26017"/>
                  </a:cubicBezTo>
                  <a:close/>
                  <a:moveTo>
                    <a:pt x="16516" y="26187"/>
                  </a:moveTo>
                  <a:lnTo>
                    <a:pt x="16413" y="26222"/>
                  </a:lnTo>
                  <a:cubicBezTo>
                    <a:pt x="16379" y="26222"/>
                    <a:pt x="16345" y="26290"/>
                    <a:pt x="16379" y="26324"/>
                  </a:cubicBezTo>
                  <a:cubicBezTo>
                    <a:pt x="16379" y="26358"/>
                    <a:pt x="16413" y="26392"/>
                    <a:pt x="16447" y="26392"/>
                  </a:cubicBezTo>
                  <a:lnTo>
                    <a:pt x="16481" y="26392"/>
                  </a:lnTo>
                  <a:lnTo>
                    <a:pt x="16584" y="26358"/>
                  </a:lnTo>
                  <a:cubicBezTo>
                    <a:pt x="16618" y="26358"/>
                    <a:pt x="16652" y="26290"/>
                    <a:pt x="16652" y="26256"/>
                  </a:cubicBezTo>
                  <a:cubicBezTo>
                    <a:pt x="16618" y="26187"/>
                    <a:pt x="16584" y="26187"/>
                    <a:pt x="16516" y="26187"/>
                  </a:cubicBezTo>
                  <a:close/>
                  <a:moveTo>
                    <a:pt x="15970" y="26358"/>
                  </a:moveTo>
                  <a:lnTo>
                    <a:pt x="15867" y="26392"/>
                  </a:lnTo>
                  <a:cubicBezTo>
                    <a:pt x="15833" y="26392"/>
                    <a:pt x="15799" y="26460"/>
                    <a:pt x="15799" y="26495"/>
                  </a:cubicBezTo>
                  <a:cubicBezTo>
                    <a:pt x="15833" y="26529"/>
                    <a:pt x="15867" y="26563"/>
                    <a:pt x="15901" y="26563"/>
                  </a:cubicBezTo>
                  <a:lnTo>
                    <a:pt x="15935" y="26563"/>
                  </a:lnTo>
                  <a:lnTo>
                    <a:pt x="16038" y="26529"/>
                  </a:lnTo>
                  <a:cubicBezTo>
                    <a:pt x="16072" y="26495"/>
                    <a:pt x="16106" y="26460"/>
                    <a:pt x="16072" y="26426"/>
                  </a:cubicBezTo>
                  <a:cubicBezTo>
                    <a:pt x="16072" y="26358"/>
                    <a:pt x="16038" y="26358"/>
                    <a:pt x="15970" y="26358"/>
                  </a:cubicBezTo>
                  <a:close/>
                  <a:moveTo>
                    <a:pt x="15471" y="26515"/>
                  </a:moveTo>
                  <a:cubicBezTo>
                    <a:pt x="15458" y="26515"/>
                    <a:pt x="15442" y="26520"/>
                    <a:pt x="15424" y="26529"/>
                  </a:cubicBezTo>
                  <a:lnTo>
                    <a:pt x="15321" y="26563"/>
                  </a:lnTo>
                  <a:cubicBezTo>
                    <a:pt x="15287" y="26563"/>
                    <a:pt x="15253" y="26631"/>
                    <a:pt x="15253" y="26665"/>
                  </a:cubicBezTo>
                  <a:cubicBezTo>
                    <a:pt x="15287" y="26699"/>
                    <a:pt x="15321" y="26733"/>
                    <a:pt x="15355" y="26733"/>
                  </a:cubicBezTo>
                  <a:lnTo>
                    <a:pt x="15390" y="26733"/>
                  </a:lnTo>
                  <a:lnTo>
                    <a:pt x="15492" y="26699"/>
                  </a:lnTo>
                  <a:cubicBezTo>
                    <a:pt x="15526" y="26665"/>
                    <a:pt x="15560" y="26631"/>
                    <a:pt x="15526" y="26597"/>
                  </a:cubicBezTo>
                  <a:cubicBezTo>
                    <a:pt x="15526" y="26547"/>
                    <a:pt x="15508" y="26515"/>
                    <a:pt x="15471" y="26515"/>
                  </a:cubicBezTo>
                  <a:close/>
                  <a:moveTo>
                    <a:pt x="14929" y="26685"/>
                  </a:moveTo>
                  <a:cubicBezTo>
                    <a:pt x="14915" y="26685"/>
                    <a:pt x="14898" y="26689"/>
                    <a:pt x="14878" y="26699"/>
                  </a:cubicBezTo>
                  <a:lnTo>
                    <a:pt x="14775" y="26733"/>
                  </a:lnTo>
                  <a:cubicBezTo>
                    <a:pt x="14741" y="26733"/>
                    <a:pt x="14707" y="26802"/>
                    <a:pt x="14707" y="26836"/>
                  </a:cubicBezTo>
                  <a:cubicBezTo>
                    <a:pt x="14741" y="26870"/>
                    <a:pt x="14775" y="26904"/>
                    <a:pt x="14809" y="26904"/>
                  </a:cubicBezTo>
                  <a:lnTo>
                    <a:pt x="14844" y="26904"/>
                  </a:lnTo>
                  <a:lnTo>
                    <a:pt x="14946" y="26870"/>
                  </a:lnTo>
                  <a:cubicBezTo>
                    <a:pt x="14980" y="26836"/>
                    <a:pt x="15014" y="26802"/>
                    <a:pt x="14980" y="26733"/>
                  </a:cubicBezTo>
                  <a:cubicBezTo>
                    <a:pt x="14980" y="26709"/>
                    <a:pt x="14963" y="26685"/>
                    <a:pt x="14929" y="26685"/>
                  </a:cubicBezTo>
                  <a:close/>
                  <a:moveTo>
                    <a:pt x="14383" y="26856"/>
                  </a:moveTo>
                  <a:cubicBezTo>
                    <a:pt x="14369" y="26856"/>
                    <a:pt x="14352" y="26860"/>
                    <a:pt x="14332" y="26870"/>
                  </a:cubicBezTo>
                  <a:lnTo>
                    <a:pt x="14229" y="26904"/>
                  </a:lnTo>
                  <a:cubicBezTo>
                    <a:pt x="14195" y="26904"/>
                    <a:pt x="14161" y="26972"/>
                    <a:pt x="14161" y="27006"/>
                  </a:cubicBezTo>
                  <a:cubicBezTo>
                    <a:pt x="14195" y="27040"/>
                    <a:pt x="14229" y="27075"/>
                    <a:pt x="14263" y="27075"/>
                  </a:cubicBezTo>
                  <a:lnTo>
                    <a:pt x="14298" y="27075"/>
                  </a:lnTo>
                  <a:lnTo>
                    <a:pt x="14400" y="27040"/>
                  </a:lnTo>
                  <a:cubicBezTo>
                    <a:pt x="14434" y="27006"/>
                    <a:pt x="14468" y="26972"/>
                    <a:pt x="14434" y="26904"/>
                  </a:cubicBezTo>
                  <a:cubicBezTo>
                    <a:pt x="14434" y="26880"/>
                    <a:pt x="14417" y="26856"/>
                    <a:pt x="14383" y="26856"/>
                  </a:cubicBezTo>
                  <a:close/>
                  <a:moveTo>
                    <a:pt x="13837" y="27026"/>
                  </a:moveTo>
                  <a:cubicBezTo>
                    <a:pt x="13823" y="27026"/>
                    <a:pt x="13806" y="27030"/>
                    <a:pt x="13786" y="27040"/>
                  </a:cubicBezTo>
                  <a:lnTo>
                    <a:pt x="13683" y="27075"/>
                  </a:lnTo>
                  <a:cubicBezTo>
                    <a:pt x="13649" y="27075"/>
                    <a:pt x="13615" y="27109"/>
                    <a:pt x="13615" y="27177"/>
                  </a:cubicBezTo>
                  <a:cubicBezTo>
                    <a:pt x="13649" y="27211"/>
                    <a:pt x="13683" y="27245"/>
                    <a:pt x="13717" y="27245"/>
                  </a:cubicBezTo>
                  <a:cubicBezTo>
                    <a:pt x="13717" y="27245"/>
                    <a:pt x="13717" y="27211"/>
                    <a:pt x="13717" y="27211"/>
                  </a:cubicBezTo>
                  <a:lnTo>
                    <a:pt x="13854" y="27177"/>
                  </a:lnTo>
                  <a:cubicBezTo>
                    <a:pt x="13888" y="27177"/>
                    <a:pt x="13922" y="27143"/>
                    <a:pt x="13888" y="27075"/>
                  </a:cubicBezTo>
                  <a:cubicBezTo>
                    <a:pt x="13888" y="27050"/>
                    <a:pt x="13871" y="27026"/>
                    <a:pt x="13837" y="27026"/>
                  </a:cubicBezTo>
                  <a:close/>
                  <a:moveTo>
                    <a:pt x="13240" y="27177"/>
                  </a:moveTo>
                  <a:lnTo>
                    <a:pt x="13137" y="27211"/>
                  </a:lnTo>
                  <a:cubicBezTo>
                    <a:pt x="13103" y="27245"/>
                    <a:pt x="13069" y="27279"/>
                    <a:pt x="13069" y="27348"/>
                  </a:cubicBezTo>
                  <a:cubicBezTo>
                    <a:pt x="13103" y="27382"/>
                    <a:pt x="13137" y="27382"/>
                    <a:pt x="13172" y="27382"/>
                  </a:cubicBezTo>
                  <a:lnTo>
                    <a:pt x="13308" y="27348"/>
                  </a:lnTo>
                  <a:cubicBezTo>
                    <a:pt x="13342" y="27348"/>
                    <a:pt x="13376" y="27279"/>
                    <a:pt x="13342" y="27245"/>
                  </a:cubicBezTo>
                  <a:cubicBezTo>
                    <a:pt x="13342" y="27211"/>
                    <a:pt x="13274" y="27177"/>
                    <a:pt x="13240" y="27177"/>
                  </a:cubicBezTo>
                  <a:close/>
                  <a:moveTo>
                    <a:pt x="12694" y="27348"/>
                  </a:moveTo>
                  <a:lnTo>
                    <a:pt x="12591" y="27382"/>
                  </a:lnTo>
                  <a:cubicBezTo>
                    <a:pt x="12557" y="27416"/>
                    <a:pt x="12523" y="27450"/>
                    <a:pt x="12523" y="27518"/>
                  </a:cubicBezTo>
                  <a:cubicBezTo>
                    <a:pt x="12557" y="27552"/>
                    <a:pt x="12591" y="27552"/>
                    <a:pt x="12626" y="27552"/>
                  </a:cubicBezTo>
                  <a:lnTo>
                    <a:pt x="12762" y="27518"/>
                  </a:lnTo>
                  <a:cubicBezTo>
                    <a:pt x="12796" y="27518"/>
                    <a:pt x="12830" y="27450"/>
                    <a:pt x="12796" y="27416"/>
                  </a:cubicBezTo>
                  <a:cubicBezTo>
                    <a:pt x="12796" y="27382"/>
                    <a:pt x="12728" y="27348"/>
                    <a:pt x="12694" y="27348"/>
                  </a:cubicBezTo>
                  <a:close/>
                  <a:moveTo>
                    <a:pt x="12148" y="27518"/>
                  </a:moveTo>
                  <a:lnTo>
                    <a:pt x="12045" y="27552"/>
                  </a:lnTo>
                  <a:cubicBezTo>
                    <a:pt x="12011" y="27586"/>
                    <a:pt x="11977" y="27621"/>
                    <a:pt x="11977" y="27655"/>
                  </a:cubicBezTo>
                  <a:cubicBezTo>
                    <a:pt x="12011" y="27723"/>
                    <a:pt x="12045" y="27723"/>
                    <a:pt x="12080" y="27723"/>
                  </a:cubicBezTo>
                  <a:lnTo>
                    <a:pt x="12216" y="27689"/>
                  </a:lnTo>
                  <a:cubicBezTo>
                    <a:pt x="12250" y="27689"/>
                    <a:pt x="12284" y="27621"/>
                    <a:pt x="12250" y="27586"/>
                  </a:cubicBezTo>
                  <a:cubicBezTo>
                    <a:pt x="12250" y="27552"/>
                    <a:pt x="12182" y="27518"/>
                    <a:pt x="12148" y="27518"/>
                  </a:cubicBezTo>
                  <a:close/>
                  <a:moveTo>
                    <a:pt x="11602" y="27689"/>
                  </a:moveTo>
                  <a:lnTo>
                    <a:pt x="11499" y="27723"/>
                  </a:lnTo>
                  <a:cubicBezTo>
                    <a:pt x="11465" y="27757"/>
                    <a:pt x="11431" y="27791"/>
                    <a:pt x="11431" y="27825"/>
                  </a:cubicBezTo>
                  <a:cubicBezTo>
                    <a:pt x="11465" y="27859"/>
                    <a:pt x="11465" y="27894"/>
                    <a:pt x="11534" y="27894"/>
                  </a:cubicBezTo>
                  <a:lnTo>
                    <a:pt x="11670" y="27859"/>
                  </a:lnTo>
                  <a:cubicBezTo>
                    <a:pt x="11704" y="27859"/>
                    <a:pt x="11738" y="27791"/>
                    <a:pt x="11704" y="27757"/>
                  </a:cubicBezTo>
                  <a:cubicBezTo>
                    <a:pt x="11704" y="27723"/>
                    <a:pt x="11636" y="27689"/>
                    <a:pt x="11602" y="27689"/>
                  </a:cubicBezTo>
                  <a:close/>
                  <a:moveTo>
                    <a:pt x="11056" y="27859"/>
                  </a:moveTo>
                  <a:lnTo>
                    <a:pt x="10954" y="27894"/>
                  </a:lnTo>
                  <a:cubicBezTo>
                    <a:pt x="10885" y="27928"/>
                    <a:pt x="10885" y="27962"/>
                    <a:pt x="10885" y="27996"/>
                  </a:cubicBezTo>
                  <a:cubicBezTo>
                    <a:pt x="10885" y="28030"/>
                    <a:pt x="10919" y="28064"/>
                    <a:pt x="10988" y="28064"/>
                  </a:cubicBezTo>
                  <a:lnTo>
                    <a:pt x="11090" y="28030"/>
                  </a:lnTo>
                  <a:cubicBezTo>
                    <a:pt x="11158" y="28030"/>
                    <a:pt x="11192" y="27962"/>
                    <a:pt x="11158" y="27928"/>
                  </a:cubicBezTo>
                  <a:cubicBezTo>
                    <a:pt x="11158" y="27894"/>
                    <a:pt x="11090" y="27859"/>
                    <a:pt x="11056" y="27859"/>
                  </a:cubicBezTo>
                  <a:close/>
                  <a:moveTo>
                    <a:pt x="10510" y="28030"/>
                  </a:moveTo>
                  <a:lnTo>
                    <a:pt x="10408" y="28064"/>
                  </a:lnTo>
                  <a:cubicBezTo>
                    <a:pt x="10339" y="28064"/>
                    <a:pt x="10339" y="28132"/>
                    <a:pt x="10339" y="28167"/>
                  </a:cubicBezTo>
                  <a:cubicBezTo>
                    <a:pt x="10339" y="28201"/>
                    <a:pt x="10373" y="28235"/>
                    <a:pt x="10442" y="28235"/>
                  </a:cubicBezTo>
                  <a:lnTo>
                    <a:pt x="10544" y="28201"/>
                  </a:lnTo>
                  <a:cubicBezTo>
                    <a:pt x="10612" y="28167"/>
                    <a:pt x="10646" y="28132"/>
                    <a:pt x="10612" y="28098"/>
                  </a:cubicBezTo>
                  <a:cubicBezTo>
                    <a:pt x="10612" y="28030"/>
                    <a:pt x="10544" y="28030"/>
                    <a:pt x="10510" y="28030"/>
                  </a:cubicBezTo>
                  <a:close/>
                  <a:moveTo>
                    <a:pt x="9964" y="28201"/>
                  </a:moveTo>
                  <a:lnTo>
                    <a:pt x="9862" y="28235"/>
                  </a:lnTo>
                  <a:cubicBezTo>
                    <a:pt x="9793" y="28235"/>
                    <a:pt x="9793" y="28303"/>
                    <a:pt x="9793" y="28337"/>
                  </a:cubicBezTo>
                  <a:cubicBezTo>
                    <a:pt x="9793" y="28371"/>
                    <a:pt x="9827" y="28405"/>
                    <a:pt x="9862" y="28405"/>
                  </a:cubicBezTo>
                  <a:lnTo>
                    <a:pt x="9896" y="28405"/>
                  </a:lnTo>
                  <a:lnTo>
                    <a:pt x="9998" y="28371"/>
                  </a:lnTo>
                  <a:cubicBezTo>
                    <a:pt x="10066" y="28337"/>
                    <a:pt x="10100" y="28303"/>
                    <a:pt x="10066" y="28269"/>
                  </a:cubicBezTo>
                  <a:cubicBezTo>
                    <a:pt x="10066" y="28201"/>
                    <a:pt x="9998" y="28201"/>
                    <a:pt x="9964" y="28201"/>
                  </a:cubicBezTo>
                  <a:close/>
                  <a:moveTo>
                    <a:pt x="9418" y="28371"/>
                  </a:moveTo>
                  <a:lnTo>
                    <a:pt x="9316" y="28405"/>
                  </a:lnTo>
                  <a:cubicBezTo>
                    <a:pt x="9247" y="28405"/>
                    <a:pt x="9247" y="28474"/>
                    <a:pt x="9247" y="28508"/>
                  </a:cubicBezTo>
                  <a:cubicBezTo>
                    <a:pt x="9247" y="28542"/>
                    <a:pt x="9281" y="28576"/>
                    <a:pt x="9316" y="28576"/>
                  </a:cubicBezTo>
                  <a:lnTo>
                    <a:pt x="9350" y="28576"/>
                  </a:lnTo>
                  <a:lnTo>
                    <a:pt x="9452" y="28542"/>
                  </a:lnTo>
                  <a:cubicBezTo>
                    <a:pt x="9520" y="28508"/>
                    <a:pt x="9520" y="28474"/>
                    <a:pt x="9520" y="28440"/>
                  </a:cubicBezTo>
                  <a:cubicBezTo>
                    <a:pt x="9520" y="28371"/>
                    <a:pt x="9452" y="28371"/>
                    <a:pt x="9418" y="28371"/>
                  </a:cubicBezTo>
                  <a:close/>
                  <a:moveTo>
                    <a:pt x="8905" y="28529"/>
                  </a:moveTo>
                  <a:cubicBezTo>
                    <a:pt x="8893" y="28529"/>
                    <a:pt x="8881" y="28533"/>
                    <a:pt x="8872" y="28542"/>
                  </a:cubicBezTo>
                  <a:lnTo>
                    <a:pt x="8770" y="28576"/>
                  </a:lnTo>
                  <a:cubicBezTo>
                    <a:pt x="8701" y="28576"/>
                    <a:pt x="8701" y="28644"/>
                    <a:pt x="8701" y="28678"/>
                  </a:cubicBezTo>
                  <a:cubicBezTo>
                    <a:pt x="8701" y="28713"/>
                    <a:pt x="8736" y="28747"/>
                    <a:pt x="8770" y="28747"/>
                  </a:cubicBezTo>
                  <a:lnTo>
                    <a:pt x="8804" y="28747"/>
                  </a:lnTo>
                  <a:lnTo>
                    <a:pt x="8906" y="28713"/>
                  </a:lnTo>
                  <a:cubicBezTo>
                    <a:pt x="8974" y="28678"/>
                    <a:pt x="8974" y="28644"/>
                    <a:pt x="8974" y="28610"/>
                  </a:cubicBezTo>
                  <a:cubicBezTo>
                    <a:pt x="8974" y="28560"/>
                    <a:pt x="8938" y="28529"/>
                    <a:pt x="8905" y="28529"/>
                  </a:cubicBezTo>
                  <a:close/>
                  <a:moveTo>
                    <a:pt x="8362" y="28698"/>
                  </a:moveTo>
                  <a:cubicBezTo>
                    <a:pt x="8349" y="28698"/>
                    <a:pt x="8336" y="28703"/>
                    <a:pt x="8326" y="28713"/>
                  </a:cubicBezTo>
                  <a:lnTo>
                    <a:pt x="8224" y="28747"/>
                  </a:lnTo>
                  <a:cubicBezTo>
                    <a:pt x="8155" y="28747"/>
                    <a:pt x="8155" y="28815"/>
                    <a:pt x="8155" y="28849"/>
                  </a:cubicBezTo>
                  <a:cubicBezTo>
                    <a:pt x="8155" y="28883"/>
                    <a:pt x="8190" y="28917"/>
                    <a:pt x="8224" y="28917"/>
                  </a:cubicBezTo>
                  <a:lnTo>
                    <a:pt x="8258" y="28917"/>
                  </a:lnTo>
                  <a:lnTo>
                    <a:pt x="8360" y="28883"/>
                  </a:lnTo>
                  <a:cubicBezTo>
                    <a:pt x="8428" y="28849"/>
                    <a:pt x="8428" y="28815"/>
                    <a:pt x="8428" y="28747"/>
                  </a:cubicBezTo>
                  <a:cubicBezTo>
                    <a:pt x="8428" y="28723"/>
                    <a:pt x="8394" y="28698"/>
                    <a:pt x="8362" y="28698"/>
                  </a:cubicBezTo>
                  <a:close/>
                  <a:moveTo>
                    <a:pt x="7816" y="28869"/>
                  </a:moveTo>
                  <a:cubicBezTo>
                    <a:pt x="7803" y="28869"/>
                    <a:pt x="7790" y="28873"/>
                    <a:pt x="7780" y="28883"/>
                  </a:cubicBezTo>
                  <a:lnTo>
                    <a:pt x="7678" y="28917"/>
                  </a:lnTo>
                  <a:cubicBezTo>
                    <a:pt x="7609" y="28917"/>
                    <a:pt x="7609" y="28986"/>
                    <a:pt x="7609" y="29020"/>
                  </a:cubicBezTo>
                  <a:cubicBezTo>
                    <a:pt x="7609" y="29054"/>
                    <a:pt x="7644" y="29088"/>
                    <a:pt x="7678" y="29088"/>
                  </a:cubicBezTo>
                  <a:lnTo>
                    <a:pt x="7712" y="29088"/>
                  </a:lnTo>
                  <a:lnTo>
                    <a:pt x="7814" y="29054"/>
                  </a:lnTo>
                  <a:cubicBezTo>
                    <a:pt x="7882" y="29020"/>
                    <a:pt x="7882" y="28986"/>
                    <a:pt x="7882" y="28917"/>
                  </a:cubicBezTo>
                  <a:cubicBezTo>
                    <a:pt x="7882" y="28893"/>
                    <a:pt x="7848" y="28869"/>
                    <a:pt x="7816" y="28869"/>
                  </a:cubicBezTo>
                  <a:close/>
                  <a:moveTo>
                    <a:pt x="7270" y="29040"/>
                  </a:moveTo>
                  <a:cubicBezTo>
                    <a:pt x="7257" y="29040"/>
                    <a:pt x="7244" y="29044"/>
                    <a:pt x="7234" y="29054"/>
                  </a:cubicBezTo>
                  <a:lnTo>
                    <a:pt x="7132" y="29088"/>
                  </a:lnTo>
                  <a:cubicBezTo>
                    <a:pt x="7063" y="29088"/>
                    <a:pt x="7063" y="29122"/>
                    <a:pt x="7063" y="29190"/>
                  </a:cubicBezTo>
                  <a:cubicBezTo>
                    <a:pt x="7063" y="29224"/>
                    <a:pt x="7098" y="29258"/>
                    <a:pt x="7132" y="29258"/>
                  </a:cubicBezTo>
                  <a:cubicBezTo>
                    <a:pt x="7166" y="29258"/>
                    <a:pt x="7166" y="29258"/>
                    <a:pt x="7166" y="29224"/>
                  </a:cubicBezTo>
                  <a:lnTo>
                    <a:pt x="7268" y="29190"/>
                  </a:lnTo>
                  <a:cubicBezTo>
                    <a:pt x="7336" y="29190"/>
                    <a:pt x="7336" y="29156"/>
                    <a:pt x="7336" y="29088"/>
                  </a:cubicBezTo>
                  <a:cubicBezTo>
                    <a:pt x="7336" y="29064"/>
                    <a:pt x="7302" y="29040"/>
                    <a:pt x="7270" y="29040"/>
                  </a:cubicBezTo>
                  <a:close/>
                  <a:moveTo>
                    <a:pt x="6724" y="29210"/>
                  </a:moveTo>
                  <a:cubicBezTo>
                    <a:pt x="6711" y="29210"/>
                    <a:pt x="6698" y="29214"/>
                    <a:pt x="6688" y="29224"/>
                  </a:cubicBezTo>
                  <a:lnTo>
                    <a:pt x="6586" y="29258"/>
                  </a:lnTo>
                  <a:cubicBezTo>
                    <a:pt x="6518" y="29258"/>
                    <a:pt x="6518" y="29293"/>
                    <a:pt x="6518" y="29361"/>
                  </a:cubicBezTo>
                  <a:cubicBezTo>
                    <a:pt x="6518" y="29395"/>
                    <a:pt x="6552" y="29429"/>
                    <a:pt x="6586" y="29429"/>
                  </a:cubicBezTo>
                  <a:cubicBezTo>
                    <a:pt x="6620" y="29429"/>
                    <a:pt x="6620" y="29395"/>
                    <a:pt x="6620" y="29395"/>
                  </a:cubicBezTo>
                  <a:lnTo>
                    <a:pt x="6722" y="29361"/>
                  </a:lnTo>
                  <a:cubicBezTo>
                    <a:pt x="6791" y="29361"/>
                    <a:pt x="6791" y="29327"/>
                    <a:pt x="6791" y="29258"/>
                  </a:cubicBezTo>
                  <a:cubicBezTo>
                    <a:pt x="6791" y="29234"/>
                    <a:pt x="6756" y="29210"/>
                    <a:pt x="6724" y="29210"/>
                  </a:cubicBezTo>
                  <a:close/>
                  <a:moveTo>
                    <a:pt x="6178" y="29381"/>
                  </a:moveTo>
                  <a:cubicBezTo>
                    <a:pt x="6165" y="29381"/>
                    <a:pt x="6152" y="29385"/>
                    <a:pt x="6142" y="29395"/>
                  </a:cubicBezTo>
                  <a:lnTo>
                    <a:pt x="6040" y="29429"/>
                  </a:lnTo>
                  <a:cubicBezTo>
                    <a:pt x="5972" y="29429"/>
                    <a:pt x="5937" y="29463"/>
                    <a:pt x="5972" y="29531"/>
                  </a:cubicBezTo>
                  <a:cubicBezTo>
                    <a:pt x="5972" y="29566"/>
                    <a:pt x="6006" y="29566"/>
                    <a:pt x="6040" y="29566"/>
                  </a:cubicBezTo>
                  <a:lnTo>
                    <a:pt x="6074" y="29566"/>
                  </a:lnTo>
                  <a:lnTo>
                    <a:pt x="6176" y="29531"/>
                  </a:lnTo>
                  <a:cubicBezTo>
                    <a:pt x="6245" y="29531"/>
                    <a:pt x="6245" y="29497"/>
                    <a:pt x="6245" y="29429"/>
                  </a:cubicBezTo>
                  <a:cubicBezTo>
                    <a:pt x="6245" y="29405"/>
                    <a:pt x="6210" y="29381"/>
                    <a:pt x="6178" y="29381"/>
                  </a:cubicBezTo>
                  <a:close/>
                  <a:moveTo>
                    <a:pt x="5626" y="29551"/>
                  </a:moveTo>
                  <a:cubicBezTo>
                    <a:pt x="5616" y="29551"/>
                    <a:pt x="5606" y="29556"/>
                    <a:pt x="5596" y="29566"/>
                  </a:cubicBezTo>
                  <a:lnTo>
                    <a:pt x="5494" y="29600"/>
                  </a:lnTo>
                  <a:cubicBezTo>
                    <a:pt x="5426" y="29600"/>
                    <a:pt x="5391" y="29634"/>
                    <a:pt x="5426" y="29702"/>
                  </a:cubicBezTo>
                  <a:cubicBezTo>
                    <a:pt x="5426" y="29736"/>
                    <a:pt x="5460" y="29736"/>
                    <a:pt x="5494" y="29736"/>
                  </a:cubicBezTo>
                  <a:lnTo>
                    <a:pt x="5528" y="29736"/>
                  </a:lnTo>
                  <a:lnTo>
                    <a:pt x="5630" y="29702"/>
                  </a:lnTo>
                  <a:cubicBezTo>
                    <a:pt x="5699" y="29702"/>
                    <a:pt x="5699" y="29634"/>
                    <a:pt x="5699" y="29600"/>
                  </a:cubicBezTo>
                  <a:cubicBezTo>
                    <a:pt x="5674" y="29576"/>
                    <a:pt x="5650" y="29551"/>
                    <a:pt x="5626" y="29551"/>
                  </a:cubicBezTo>
                  <a:close/>
                  <a:moveTo>
                    <a:pt x="5050" y="29702"/>
                  </a:moveTo>
                  <a:lnTo>
                    <a:pt x="4948" y="29736"/>
                  </a:lnTo>
                  <a:cubicBezTo>
                    <a:pt x="4880" y="29770"/>
                    <a:pt x="4845" y="29804"/>
                    <a:pt x="4880" y="29873"/>
                  </a:cubicBezTo>
                  <a:cubicBezTo>
                    <a:pt x="4880" y="29907"/>
                    <a:pt x="4914" y="29907"/>
                    <a:pt x="4948" y="29907"/>
                  </a:cubicBezTo>
                  <a:lnTo>
                    <a:pt x="4982" y="29907"/>
                  </a:lnTo>
                  <a:lnTo>
                    <a:pt x="5084" y="29873"/>
                  </a:lnTo>
                  <a:cubicBezTo>
                    <a:pt x="5153" y="29873"/>
                    <a:pt x="5153" y="29804"/>
                    <a:pt x="5153" y="29770"/>
                  </a:cubicBezTo>
                  <a:cubicBezTo>
                    <a:pt x="5118" y="29736"/>
                    <a:pt x="5084" y="29702"/>
                    <a:pt x="5050" y="29702"/>
                  </a:cubicBezTo>
                  <a:close/>
                  <a:moveTo>
                    <a:pt x="4504" y="29873"/>
                  </a:moveTo>
                  <a:lnTo>
                    <a:pt x="4368" y="29907"/>
                  </a:lnTo>
                  <a:cubicBezTo>
                    <a:pt x="4334" y="29941"/>
                    <a:pt x="4300" y="29975"/>
                    <a:pt x="4334" y="30043"/>
                  </a:cubicBezTo>
                  <a:cubicBezTo>
                    <a:pt x="4334" y="30077"/>
                    <a:pt x="4368" y="30077"/>
                    <a:pt x="4402" y="30077"/>
                  </a:cubicBezTo>
                  <a:lnTo>
                    <a:pt x="4436" y="30077"/>
                  </a:lnTo>
                  <a:lnTo>
                    <a:pt x="4538" y="30043"/>
                  </a:lnTo>
                  <a:cubicBezTo>
                    <a:pt x="4607" y="30043"/>
                    <a:pt x="4607" y="29975"/>
                    <a:pt x="4607" y="29941"/>
                  </a:cubicBezTo>
                  <a:cubicBezTo>
                    <a:pt x="4573" y="29907"/>
                    <a:pt x="4538" y="29873"/>
                    <a:pt x="4504" y="29873"/>
                  </a:cubicBezTo>
                  <a:close/>
                  <a:moveTo>
                    <a:pt x="3958" y="30043"/>
                  </a:moveTo>
                  <a:lnTo>
                    <a:pt x="3822" y="30077"/>
                  </a:lnTo>
                  <a:cubicBezTo>
                    <a:pt x="3788" y="30112"/>
                    <a:pt x="3754" y="30146"/>
                    <a:pt x="3788" y="30214"/>
                  </a:cubicBezTo>
                  <a:cubicBezTo>
                    <a:pt x="3788" y="30248"/>
                    <a:pt x="3822" y="30248"/>
                    <a:pt x="3856" y="30248"/>
                  </a:cubicBezTo>
                  <a:lnTo>
                    <a:pt x="3890" y="30248"/>
                  </a:lnTo>
                  <a:lnTo>
                    <a:pt x="3992" y="30214"/>
                  </a:lnTo>
                  <a:cubicBezTo>
                    <a:pt x="4061" y="30214"/>
                    <a:pt x="4061" y="30146"/>
                    <a:pt x="4061" y="30112"/>
                  </a:cubicBezTo>
                  <a:cubicBezTo>
                    <a:pt x="4027" y="30077"/>
                    <a:pt x="3992" y="30043"/>
                    <a:pt x="3958" y="30043"/>
                  </a:cubicBezTo>
                  <a:close/>
                  <a:moveTo>
                    <a:pt x="3412" y="30214"/>
                  </a:moveTo>
                  <a:lnTo>
                    <a:pt x="3276" y="30248"/>
                  </a:lnTo>
                  <a:cubicBezTo>
                    <a:pt x="3242" y="30282"/>
                    <a:pt x="3208" y="30316"/>
                    <a:pt x="3242" y="30350"/>
                  </a:cubicBezTo>
                  <a:cubicBezTo>
                    <a:pt x="3242" y="30419"/>
                    <a:pt x="3276" y="30419"/>
                    <a:pt x="3310" y="30419"/>
                  </a:cubicBezTo>
                  <a:lnTo>
                    <a:pt x="3344" y="30419"/>
                  </a:lnTo>
                  <a:lnTo>
                    <a:pt x="3446" y="30385"/>
                  </a:lnTo>
                  <a:cubicBezTo>
                    <a:pt x="3481" y="30385"/>
                    <a:pt x="3515" y="30316"/>
                    <a:pt x="3515" y="30282"/>
                  </a:cubicBezTo>
                  <a:cubicBezTo>
                    <a:pt x="3481" y="30248"/>
                    <a:pt x="3446" y="30214"/>
                    <a:pt x="3412" y="30214"/>
                  </a:cubicBezTo>
                  <a:close/>
                  <a:moveTo>
                    <a:pt x="2866" y="30385"/>
                  </a:moveTo>
                  <a:lnTo>
                    <a:pt x="2730" y="30419"/>
                  </a:lnTo>
                  <a:cubicBezTo>
                    <a:pt x="2696" y="30453"/>
                    <a:pt x="2662" y="30487"/>
                    <a:pt x="2696" y="30521"/>
                  </a:cubicBezTo>
                  <a:cubicBezTo>
                    <a:pt x="2696" y="30589"/>
                    <a:pt x="2730" y="30589"/>
                    <a:pt x="2764" y="30589"/>
                  </a:cubicBezTo>
                  <a:lnTo>
                    <a:pt x="2798" y="30589"/>
                  </a:lnTo>
                  <a:lnTo>
                    <a:pt x="2900" y="30555"/>
                  </a:lnTo>
                  <a:cubicBezTo>
                    <a:pt x="2935" y="30555"/>
                    <a:pt x="2969" y="30487"/>
                    <a:pt x="2969" y="30453"/>
                  </a:cubicBezTo>
                  <a:cubicBezTo>
                    <a:pt x="2935" y="30419"/>
                    <a:pt x="2900" y="30385"/>
                    <a:pt x="2866" y="30385"/>
                  </a:cubicBezTo>
                  <a:close/>
                  <a:moveTo>
                    <a:pt x="2320" y="30555"/>
                  </a:moveTo>
                  <a:lnTo>
                    <a:pt x="2184" y="30589"/>
                  </a:lnTo>
                  <a:cubicBezTo>
                    <a:pt x="2150" y="30623"/>
                    <a:pt x="2116" y="30658"/>
                    <a:pt x="2150" y="30692"/>
                  </a:cubicBezTo>
                  <a:cubicBezTo>
                    <a:pt x="2150" y="30726"/>
                    <a:pt x="2184" y="30760"/>
                    <a:pt x="2218" y="30760"/>
                  </a:cubicBezTo>
                  <a:lnTo>
                    <a:pt x="2252" y="30760"/>
                  </a:lnTo>
                  <a:lnTo>
                    <a:pt x="2355" y="30726"/>
                  </a:lnTo>
                  <a:cubicBezTo>
                    <a:pt x="2389" y="30726"/>
                    <a:pt x="2423" y="30658"/>
                    <a:pt x="2423" y="30623"/>
                  </a:cubicBezTo>
                  <a:cubicBezTo>
                    <a:pt x="2389" y="30589"/>
                    <a:pt x="2355" y="30555"/>
                    <a:pt x="2320" y="30555"/>
                  </a:cubicBezTo>
                  <a:close/>
                  <a:moveTo>
                    <a:pt x="1774" y="30726"/>
                  </a:moveTo>
                  <a:lnTo>
                    <a:pt x="1638" y="30760"/>
                  </a:lnTo>
                  <a:cubicBezTo>
                    <a:pt x="1604" y="30794"/>
                    <a:pt x="1570" y="30828"/>
                    <a:pt x="1604" y="30862"/>
                  </a:cubicBezTo>
                  <a:cubicBezTo>
                    <a:pt x="1604" y="30896"/>
                    <a:pt x="1638" y="30931"/>
                    <a:pt x="1672" y="30931"/>
                  </a:cubicBezTo>
                  <a:lnTo>
                    <a:pt x="1706" y="30931"/>
                  </a:lnTo>
                  <a:lnTo>
                    <a:pt x="1809" y="30896"/>
                  </a:lnTo>
                  <a:cubicBezTo>
                    <a:pt x="1843" y="30896"/>
                    <a:pt x="1877" y="30828"/>
                    <a:pt x="1877" y="30794"/>
                  </a:cubicBezTo>
                  <a:cubicBezTo>
                    <a:pt x="1843" y="30760"/>
                    <a:pt x="1809" y="30726"/>
                    <a:pt x="1774" y="30726"/>
                  </a:cubicBezTo>
                  <a:close/>
                  <a:moveTo>
                    <a:pt x="1228" y="30896"/>
                  </a:moveTo>
                  <a:lnTo>
                    <a:pt x="1092" y="30931"/>
                  </a:lnTo>
                  <a:cubicBezTo>
                    <a:pt x="1058" y="30965"/>
                    <a:pt x="1024" y="30999"/>
                    <a:pt x="1058" y="31033"/>
                  </a:cubicBezTo>
                  <a:cubicBezTo>
                    <a:pt x="1058" y="31067"/>
                    <a:pt x="1092" y="31101"/>
                    <a:pt x="1126" y="31101"/>
                  </a:cubicBezTo>
                  <a:lnTo>
                    <a:pt x="1160" y="31101"/>
                  </a:lnTo>
                  <a:lnTo>
                    <a:pt x="1263" y="31067"/>
                  </a:lnTo>
                  <a:cubicBezTo>
                    <a:pt x="1297" y="31067"/>
                    <a:pt x="1331" y="30999"/>
                    <a:pt x="1331" y="30965"/>
                  </a:cubicBezTo>
                  <a:cubicBezTo>
                    <a:pt x="1297" y="30931"/>
                    <a:pt x="1263" y="30896"/>
                    <a:pt x="1228" y="30896"/>
                  </a:cubicBezTo>
                  <a:close/>
                  <a:moveTo>
                    <a:pt x="682" y="31067"/>
                  </a:moveTo>
                  <a:lnTo>
                    <a:pt x="546" y="31101"/>
                  </a:lnTo>
                  <a:cubicBezTo>
                    <a:pt x="512" y="31135"/>
                    <a:pt x="478" y="31169"/>
                    <a:pt x="512" y="31204"/>
                  </a:cubicBezTo>
                  <a:cubicBezTo>
                    <a:pt x="512" y="31238"/>
                    <a:pt x="546" y="31272"/>
                    <a:pt x="580" y="31272"/>
                  </a:cubicBezTo>
                  <a:lnTo>
                    <a:pt x="614" y="31272"/>
                  </a:lnTo>
                  <a:lnTo>
                    <a:pt x="717" y="31238"/>
                  </a:lnTo>
                  <a:cubicBezTo>
                    <a:pt x="751" y="31238"/>
                    <a:pt x="785" y="31169"/>
                    <a:pt x="785" y="31135"/>
                  </a:cubicBezTo>
                  <a:cubicBezTo>
                    <a:pt x="751" y="31101"/>
                    <a:pt x="717" y="31067"/>
                    <a:pt x="682" y="31067"/>
                  </a:cubicBezTo>
                  <a:close/>
                  <a:moveTo>
                    <a:pt x="137" y="31238"/>
                  </a:moveTo>
                  <a:lnTo>
                    <a:pt x="68" y="31272"/>
                  </a:lnTo>
                  <a:cubicBezTo>
                    <a:pt x="0" y="31272"/>
                    <a:pt x="0" y="31340"/>
                    <a:pt x="0" y="31374"/>
                  </a:cubicBezTo>
                  <a:cubicBezTo>
                    <a:pt x="0" y="31408"/>
                    <a:pt x="34" y="31442"/>
                    <a:pt x="68" y="31442"/>
                  </a:cubicBezTo>
                  <a:lnTo>
                    <a:pt x="102" y="31442"/>
                  </a:lnTo>
                  <a:lnTo>
                    <a:pt x="171" y="31408"/>
                  </a:lnTo>
                  <a:cubicBezTo>
                    <a:pt x="205" y="31408"/>
                    <a:pt x="239" y="31340"/>
                    <a:pt x="239" y="31306"/>
                  </a:cubicBezTo>
                  <a:cubicBezTo>
                    <a:pt x="205" y="31272"/>
                    <a:pt x="171" y="31238"/>
                    <a:pt x="137" y="3123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7" name="Google Shape;1799;p45">
              <a:extLst>
                <a:ext uri="{FF2B5EF4-FFF2-40B4-BE49-F238E27FC236}">
                  <a16:creationId xmlns:a16="http://schemas.microsoft.com/office/drawing/2014/main" id="{6DDBB4A6-D64B-7EA5-C6B0-B2AF20BBFA29}"/>
                </a:ext>
              </a:extLst>
            </p:cNvPr>
            <p:cNvSpPr/>
            <p:nvPr/>
          </p:nvSpPr>
          <p:spPr>
            <a:xfrm>
              <a:off x="2145046" y="3477958"/>
              <a:ext cx="2279042" cy="689721"/>
            </a:xfrm>
            <a:custGeom>
              <a:avLst/>
              <a:gdLst/>
              <a:ahLst/>
              <a:cxnLst/>
              <a:rect l="l" t="t" r="r" b="b"/>
              <a:pathLst>
                <a:path w="102268" h="30950" extrusionOk="0">
                  <a:moveTo>
                    <a:pt x="102131" y="0"/>
                  </a:moveTo>
                  <a:lnTo>
                    <a:pt x="102029" y="34"/>
                  </a:lnTo>
                  <a:cubicBezTo>
                    <a:pt x="101995" y="34"/>
                    <a:pt x="101960" y="103"/>
                    <a:pt x="101960" y="137"/>
                  </a:cubicBezTo>
                  <a:cubicBezTo>
                    <a:pt x="101995" y="171"/>
                    <a:pt x="102029" y="205"/>
                    <a:pt x="102063" y="205"/>
                  </a:cubicBezTo>
                  <a:lnTo>
                    <a:pt x="102097" y="205"/>
                  </a:lnTo>
                  <a:lnTo>
                    <a:pt x="102199" y="171"/>
                  </a:lnTo>
                  <a:cubicBezTo>
                    <a:pt x="102233" y="137"/>
                    <a:pt x="102268" y="103"/>
                    <a:pt x="102233" y="68"/>
                  </a:cubicBezTo>
                  <a:cubicBezTo>
                    <a:pt x="102233" y="0"/>
                    <a:pt x="102199" y="0"/>
                    <a:pt x="102131" y="0"/>
                  </a:cubicBezTo>
                  <a:close/>
                  <a:moveTo>
                    <a:pt x="101585" y="171"/>
                  </a:moveTo>
                  <a:lnTo>
                    <a:pt x="101483" y="205"/>
                  </a:lnTo>
                  <a:cubicBezTo>
                    <a:pt x="101449" y="205"/>
                    <a:pt x="101414" y="273"/>
                    <a:pt x="101414" y="307"/>
                  </a:cubicBezTo>
                  <a:cubicBezTo>
                    <a:pt x="101449" y="341"/>
                    <a:pt x="101483" y="376"/>
                    <a:pt x="101517" y="376"/>
                  </a:cubicBezTo>
                  <a:lnTo>
                    <a:pt x="101551" y="376"/>
                  </a:lnTo>
                  <a:lnTo>
                    <a:pt x="101653" y="341"/>
                  </a:lnTo>
                  <a:cubicBezTo>
                    <a:pt x="101687" y="307"/>
                    <a:pt x="101722" y="273"/>
                    <a:pt x="101687" y="239"/>
                  </a:cubicBezTo>
                  <a:cubicBezTo>
                    <a:pt x="101687" y="171"/>
                    <a:pt x="101653" y="171"/>
                    <a:pt x="101585" y="171"/>
                  </a:cubicBezTo>
                  <a:close/>
                  <a:moveTo>
                    <a:pt x="101087" y="328"/>
                  </a:moveTo>
                  <a:cubicBezTo>
                    <a:pt x="101073" y="328"/>
                    <a:pt x="101057" y="332"/>
                    <a:pt x="101039" y="341"/>
                  </a:cubicBezTo>
                  <a:lnTo>
                    <a:pt x="100937" y="376"/>
                  </a:lnTo>
                  <a:cubicBezTo>
                    <a:pt x="100903" y="376"/>
                    <a:pt x="100868" y="444"/>
                    <a:pt x="100868" y="478"/>
                  </a:cubicBezTo>
                  <a:cubicBezTo>
                    <a:pt x="100903" y="512"/>
                    <a:pt x="100937" y="546"/>
                    <a:pt x="100971" y="546"/>
                  </a:cubicBezTo>
                  <a:lnTo>
                    <a:pt x="101107" y="512"/>
                  </a:lnTo>
                  <a:cubicBezTo>
                    <a:pt x="101141" y="478"/>
                    <a:pt x="101176" y="444"/>
                    <a:pt x="101141" y="410"/>
                  </a:cubicBezTo>
                  <a:cubicBezTo>
                    <a:pt x="101141" y="360"/>
                    <a:pt x="101123" y="328"/>
                    <a:pt x="101087" y="328"/>
                  </a:cubicBezTo>
                  <a:close/>
                  <a:moveTo>
                    <a:pt x="100544" y="498"/>
                  </a:moveTo>
                  <a:cubicBezTo>
                    <a:pt x="100530" y="498"/>
                    <a:pt x="100513" y="502"/>
                    <a:pt x="100493" y="512"/>
                  </a:cubicBezTo>
                  <a:lnTo>
                    <a:pt x="100391" y="546"/>
                  </a:lnTo>
                  <a:cubicBezTo>
                    <a:pt x="100357" y="546"/>
                    <a:pt x="100322" y="614"/>
                    <a:pt x="100322" y="649"/>
                  </a:cubicBezTo>
                  <a:cubicBezTo>
                    <a:pt x="100357" y="683"/>
                    <a:pt x="100391" y="717"/>
                    <a:pt x="100425" y="717"/>
                  </a:cubicBezTo>
                  <a:lnTo>
                    <a:pt x="100561" y="683"/>
                  </a:lnTo>
                  <a:cubicBezTo>
                    <a:pt x="100595" y="649"/>
                    <a:pt x="100630" y="614"/>
                    <a:pt x="100595" y="546"/>
                  </a:cubicBezTo>
                  <a:cubicBezTo>
                    <a:pt x="100595" y="522"/>
                    <a:pt x="100578" y="498"/>
                    <a:pt x="100544" y="498"/>
                  </a:cubicBezTo>
                  <a:close/>
                  <a:moveTo>
                    <a:pt x="99983" y="669"/>
                  </a:moveTo>
                  <a:cubicBezTo>
                    <a:pt x="99970" y="669"/>
                    <a:pt x="99957" y="673"/>
                    <a:pt x="99947" y="683"/>
                  </a:cubicBezTo>
                  <a:lnTo>
                    <a:pt x="99845" y="717"/>
                  </a:lnTo>
                  <a:cubicBezTo>
                    <a:pt x="99811" y="717"/>
                    <a:pt x="99777" y="751"/>
                    <a:pt x="99777" y="819"/>
                  </a:cubicBezTo>
                  <a:cubicBezTo>
                    <a:pt x="99811" y="853"/>
                    <a:pt x="99845" y="887"/>
                    <a:pt x="99879" y="887"/>
                  </a:cubicBezTo>
                  <a:cubicBezTo>
                    <a:pt x="99879" y="887"/>
                    <a:pt x="99879" y="887"/>
                    <a:pt x="99879" y="853"/>
                  </a:cubicBezTo>
                  <a:lnTo>
                    <a:pt x="100015" y="819"/>
                  </a:lnTo>
                  <a:cubicBezTo>
                    <a:pt x="100050" y="819"/>
                    <a:pt x="100084" y="785"/>
                    <a:pt x="100050" y="717"/>
                  </a:cubicBezTo>
                  <a:cubicBezTo>
                    <a:pt x="100050" y="693"/>
                    <a:pt x="100015" y="669"/>
                    <a:pt x="99983" y="669"/>
                  </a:cubicBezTo>
                  <a:close/>
                  <a:moveTo>
                    <a:pt x="99401" y="819"/>
                  </a:moveTo>
                  <a:lnTo>
                    <a:pt x="99299" y="853"/>
                  </a:lnTo>
                  <a:cubicBezTo>
                    <a:pt x="99265" y="887"/>
                    <a:pt x="99231" y="922"/>
                    <a:pt x="99231" y="990"/>
                  </a:cubicBezTo>
                  <a:cubicBezTo>
                    <a:pt x="99265" y="1024"/>
                    <a:pt x="99299" y="1024"/>
                    <a:pt x="99333" y="1024"/>
                  </a:cubicBezTo>
                  <a:lnTo>
                    <a:pt x="99469" y="990"/>
                  </a:lnTo>
                  <a:cubicBezTo>
                    <a:pt x="99504" y="990"/>
                    <a:pt x="99538" y="922"/>
                    <a:pt x="99504" y="887"/>
                  </a:cubicBezTo>
                  <a:cubicBezTo>
                    <a:pt x="99504" y="853"/>
                    <a:pt x="99435" y="819"/>
                    <a:pt x="99401" y="819"/>
                  </a:cubicBezTo>
                  <a:close/>
                  <a:moveTo>
                    <a:pt x="98855" y="990"/>
                  </a:moveTo>
                  <a:lnTo>
                    <a:pt x="98753" y="1024"/>
                  </a:lnTo>
                  <a:cubicBezTo>
                    <a:pt x="98719" y="1058"/>
                    <a:pt x="98685" y="1092"/>
                    <a:pt x="98685" y="1126"/>
                  </a:cubicBezTo>
                  <a:cubicBezTo>
                    <a:pt x="98685" y="1194"/>
                    <a:pt x="98719" y="1194"/>
                    <a:pt x="98787" y="1194"/>
                  </a:cubicBezTo>
                  <a:lnTo>
                    <a:pt x="98923" y="1160"/>
                  </a:lnTo>
                  <a:cubicBezTo>
                    <a:pt x="98958" y="1160"/>
                    <a:pt x="98992" y="1092"/>
                    <a:pt x="98958" y="1058"/>
                  </a:cubicBezTo>
                  <a:cubicBezTo>
                    <a:pt x="98958" y="1024"/>
                    <a:pt x="98889" y="990"/>
                    <a:pt x="98855" y="990"/>
                  </a:cubicBezTo>
                  <a:close/>
                  <a:moveTo>
                    <a:pt x="98309" y="1160"/>
                  </a:moveTo>
                  <a:lnTo>
                    <a:pt x="98207" y="1194"/>
                  </a:lnTo>
                  <a:cubicBezTo>
                    <a:pt x="98139" y="1229"/>
                    <a:pt x="98139" y="1263"/>
                    <a:pt x="98139" y="1297"/>
                  </a:cubicBezTo>
                  <a:cubicBezTo>
                    <a:pt x="98139" y="1331"/>
                    <a:pt x="98173" y="1365"/>
                    <a:pt x="98241" y="1365"/>
                  </a:cubicBezTo>
                  <a:lnTo>
                    <a:pt x="98343" y="1331"/>
                  </a:lnTo>
                  <a:cubicBezTo>
                    <a:pt x="98412" y="1331"/>
                    <a:pt x="98446" y="1263"/>
                    <a:pt x="98412" y="1229"/>
                  </a:cubicBezTo>
                  <a:cubicBezTo>
                    <a:pt x="98412" y="1194"/>
                    <a:pt x="98343" y="1160"/>
                    <a:pt x="98309" y="1160"/>
                  </a:cubicBezTo>
                  <a:close/>
                  <a:moveTo>
                    <a:pt x="97763" y="1331"/>
                  </a:moveTo>
                  <a:lnTo>
                    <a:pt x="97661" y="1365"/>
                  </a:lnTo>
                  <a:cubicBezTo>
                    <a:pt x="97593" y="1365"/>
                    <a:pt x="97593" y="1433"/>
                    <a:pt x="97593" y="1467"/>
                  </a:cubicBezTo>
                  <a:cubicBezTo>
                    <a:pt x="97593" y="1502"/>
                    <a:pt x="97627" y="1536"/>
                    <a:pt x="97661" y="1536"/>
                  </a:cubicBezTo>
                  <a:lnTo>
                    <a:pt x="97695" y="1536"/>
                  </a:lnTo>
                  <a:lnTo>
                    <a:pt x="97797" y="1502"/>
                  </a:lnTo>
                  <a:cubicBezTo>
                    <a:pt x="97866" y="1502"/>
                    <a:pt x="97866" y="1433"/>
                    <a:pt x="97866" y="1399"/>
                  </a:cubicBezTo>
                  <a:cubicBezTo>
                    <a:pt x="97866" y="1331"/>
                    <a:pt x="97797" y="1331"/>
                    <a:pt x="97763" y="1331"/>
                  </a:cubicBezTo>
                  <a:close/>
                  <a:moveTo>
                    <a:pt x="97217" y="1502"/>
                  </a:moveTo>
                  <a:lnTo>
                    <a:pt x="97115" y="1536"/>
                  </a:lnTo>
                  <a:cubicBezTo>
                    <a:pt x="97047" y="1536"/>
                    <a:pt x="97047" y="1604"/>
                    <a:pt x="97047" y="1638"/>
                  </a:cubicBezTo>
                  <a:cubicBezTo>
                    <a:pt x="97047" y="1672"/>
                    <a:pt x="97081" y="1706"/>
                    <a:pt x="97115" y="1706"/>
                  </a:cubicBezTo>
                  <a:lnTo>
                    <a:pt x="97149" y="1706"/>
                  </a:lnTo>
                  <a:lnTo>
                    <a:pt x="97251" y="1672"/>
                  </a:lnTo>
                  <a:cubicBezTo>
                    <a:pt x="97320" y="1638"/>
                    <a:pt x="97320" y="1604"/>
                    <a:pt x="97320" y="1570"/>
                  </a:cubicBezTo>
                  <a:cubicBezTo>
                    <a:pt x="97320" y="1502"/>
                    <a:pt x="97251" y="1502"/>
                    <a:pt x="97217" y="1502"/>
                  </a:cubicBezTo>
                  <a:close/>
                  <a:moveTo>
                    <a:pt x="96704" y="1659"/>
                  </a:moveTo>
                  <a:cubicBezTo>
                    <a:pt x="96692" y="1659"/>
                    <a:pt x="96680" y="1663"/>
                    <a:pt x="96671" y="1672"/>
                  </a:cubicBezTo>
                  <a:lnTo>
                    <a:pt x="96569" y="1706"/>
                  </a:lnTo>
                  <a:cubicBezTo>
                    <a:pt x="96501" y="1706"/>
                    <a:pt x="96501" y="1775"/>
                    <a:pt x="96501" y="1809"/>
                  </a:cubicBezTo>
                  <a:cubicBezTo>
                    <a:pt x="96501" y="1843"/>
                    <a:pt x="96535" y="1877"/>
                    <a:pt x="96569" y="1877"/>
                  </a:cubicBezTo>
                  <a:lnTo>
                    <a:pt x="96603" y="1877"/>
                  </a:lnTo>
                  <a:lnTo>
                    <a:pt x="96705" y="1843"/>
                  </a:lnTo>
                  <a:cubicBezTo>
                    <a:pt x="96774" y="1809"/>
                    <a:pt x="96774" y="1775"/>
                    <a:pt x="96774" y="1740"/>
                  </a:cubicBezTo>
                  <a:cubicBezTo>
                    <a:pt x="96774" y="1691"/>
                    <a:pt x="96737" y="1659"/>
                    <a:pt x="96704" y="1659"/>
                  </a:cubicBezTo>
                  <a:close/>
                  <a:moveTo>
                    <a:pt x="96162" y="1829"/>
                  </a:moveTo>
                  <a:cubicBezTo>
                    <a:pt x="96148" y="1829"/>
                    <a:pt x="96135" y="1833"/>
                    <a:pt x="96125" y="1843"/>
                  </a:cubicBezTo>
                  <a:lnTo>
                    <a:pt x="96023" y="1877"/>
                  </a:lnTo>
                  <a:cubicBezTo>
                    <a:pt x="95955" y="1877"/>
                    <a:pt x="95921" y="1911"/>
                    <a:pt x="95955" y="1979"/>
                  </a:cubicBezTo>
                  <a:cubicBezTo>
                    <a:pt x="95955" y="2013"/>
                    <a:pt x="95989" y="2048"/>
                    <a:pt x="96023" y="2048"/>
                  </a:cubicBezTo>
                  <a:cubicBezTo>
                    <a:pt x="96057" y="2048"/>
                    <a:pt x="96057" y="2048"/>
                    <a:pt x="96057" y="2013"/>
                  </a:cubicBezTo>
                  <a:lnTo>
                    <a:pt x="96159" y="2013"/>
                  </a:lnTo>
                  <a:cubicBezTo>
                    <a:pt x="96228" y="1979"/>
                    <a:pt x="96228" y="1945"/>
                    <a:pt x="96228" y="1877"/>
                  </a:cubicBezTo>
                  <a:cubicBezTo>
                    <a:pt x="96228" y="1853"/>
                    <a:pt x="96194" y="1829"/>
                    <a:pt x="96162" y="1829"/>
                  </a:cubicBezTo>
                  <a:close/>
                  <a:moveTo>
                    <a:pt x="95609" y="1999"/>
                  </a:moveTo>
                  <a:cubicBezTo>
                    <a:pt x="95599" y="1999"/>
                    <a:pt x="95589" y="2003"/>
                    <a:pt x="95579" y="2013"/>
                  </a:cubicBezTo>
                  <a:lnTo>
                    <a:pt x="95477" y="2048"/>
                  </a:lnTo>
                  <a:cubicBezTo>
                    <a:pt x="95409" y="2048"/>
                    <a:pt x="95375" y="2082"/>
                    <a:pt x="95409" y="2150"/>
                  </a:cubicBezTo>
                  <a:cubicBezTo>
                    <a:pt x="95409" y="2184"/>
                    <a:pt x="95443" y="2184"/>
                    <a:pt x="95477" y="2184"/>
                  </a:cubicBezTo>
                  <a:lnTo>
                    <a:pt x="95511" y="2184"/>
                  </a:lnTo>
                  <a:lnTo>
                    <a:pt x="95614" y="2150"/>
                  </a:lnTo>
                  <a:cubicBezTo>
                    <a:pt x="95682" y="2150"/>
                    <a:pt x="95682" y="2116"/>
                    <a:pt x="95682" y="2048"/>
                  </a:cubicBezTo>
                  <a:cubicBezTo>
                    <a:pt x="95658" y="2023"/>
                    <a:pt x="95634" y="1999"/>
                    <a:pt x="95609" y="1999"/>
                  </a:cubicBezTo>
                  <a:close/>
                  <a:moveTo>
                    <a:pt x="95033" y="2150"/>
                  </a:moveTo>
                  <a:lnTo>
                    <a:pt x="94897" y="2184"/>
                  </a:lnTo>
                  <a:cubicBezTo>
                    <a:pt x="94863" y="2218"/>
                    <a:pt x="94829" y="2252"/>
                    <a:pt x="94863" y="2321"/>
                  </a:cubicBezTo>
                  <a:cubicBezTo>
                    <a:pt x="94863" y="2355"/>
                    <a:pt x="94897" y="2355"/>
                    <a:pt x="94931" y="2355"/>
                  </a:cubicBezTo>
                  <a:lnTo>
                    <a:pt x="94965" y="2355"/>
                  </a:lnTo>
                  <a:lnTo>
                    <a:pt x="95068" y="2321"/>
                  </a:lnTo>
                  <a:cubicBezTo>
                    <a:pt x="95102" y="2321"/>
                    <a:pt x="95136" y="2252"/>
                    <a:pt x="95136" y="2218"/>
                  </a:cubicBezTo>
                  <a:cubicBezTo>
                    <a:pt x="95102" y="2184"/>
                    <a:pt x="95068" y="2150"/>
                    <a:pt x="95033" y="2150"/>
                  </a:cubicBezTo>
                  <a:close/>
                  <a:moveTo>
                    <a:pt x="94487" y="2321"/>
                  </a:moveTo>
                  <a:lnTo>
                    <a:pt x="94351" y="2355"/>
                  </a:lnTo>
                  <a:cubicBezTo>
                    <a:pt x="94317" y="2389"/>
                    <a:pt x="94283" y="2423"/>
                    <a:pt x="94317" y="2457"/>
                  </a:cubicBezTo>
                  <a:cubicBezTo>
                    <a:pt x="94317" y="2491"/>
                    <a:pt x="94351" y="2525"/>
                    <a:pt x="94385" y="2525"/>
                  </a:cubicBezTo>
                  <a:lnTo>
                    <a:pt x="94419" y="2525"/>
                  </a:lnTo>
                  <a:lnTo>
                    <a:pt x="94522" y="2491"/>
                  </a:lnTo>
                  <a:cubicBezTo>
                    <a:pt x="94556" y="2491"/>
                    <a:pt x="94590" y="2423"/>
                    <a:pt x="94590" y="2389"/>
                  </a:cubicBezTo>
                  <a:cubicBezTo>
                    <a:pt x="94556" y="2355"/>
                    <a:pt x="94522" y="2321"/>
                    <a:pt x="94487" y="2321"/>
                  </a:cubicBezTo>
                  <a:close/>
                  <a:moveTo>
                    <a:pt x="93941" y="2491"/>
                  </a:moveTo>
                  <a:lnTo>
                    <a:pt x="93805" y="2525"/>
                  </a:lnTo>
                  <a:cubicBezTo>
                    <a:pt x="93771" y="2525"/>
                    <a:pt x="93737" y="2594"/>
                    <a:pt x="93771" y="2628"/>
                  </a:cubicBezTo>
                  <a:cubicBezTo>
                    <a:pt x="93771" y="2662"/>
                    <a:pt x="93805" y="2696"/>
                    <a:pt x="93839" y="2696"/>
                  </a:cubicBezTo>
                  <a:lnTo>
                    <a:pt x="93873" y="2696"/>
                  </a:lnTo>
                  <a:lnTo>
                    <a:pt x="93976" y="2662"/>
                  </a:lnTo>
                  <a:cubicBezTo>
                    <a:pt x="94010" y="2662"/>
                    <a:pt x="94044" y="2594"/>
                    <a:pt x="94044" y="2559"/>
                  </a:cubicBezTo>
                  <a:cubicBezTo>
                    <a:pt x="94010" y="2491"/>
                    <a:pt x="93976" y="2491"/>
                    <a:pt x="93941" y="2491"/>
                  </a:cubicBezTo>
                  <a:close/>
                  <a:moveTo>
                    <a:pt x="93396" y="2662"/>
                  </a:moveTo>
                  <a:lnTo>
                    <a:pt x="93259" y="2696"/>
                  </a:lnTo>
                  <a:cubicBezTo>
                    <a:pt x="93225" y="2696"/>
                    <a:pt x="93191" y="2764"/>
                    <a:pt x="93225" y="2798"/>
                  </a:cubicBezTo>
                  <a:cubicBezTo>
                    <a:pt x="93225" y="2832"/>
                    <a:pt x="93259" y="2867"/>
                    <a:pt x="93293" y="2867"/>
                  </a:cubicBezTo>
                  <a:lnTo>
                    <a:pt x="93327" y="2867"/>
                  </a:lnTo>
                  <a:lnTo>
                    <a:pt x="93430" y="2832"/>
                  </a:lnTo>
                  <a:cubicBezTo>
                    <a:pt x="93464" y="2798"/>
                    <a:pt x="93498" y="2764"/>
                    <a:pt x="93498" y="2730"/>
                  </a:cubicBezTo>
                  <a:cubicBezTo>
                    <a:pt x="93464" y="2662"/>
                    <a:pt x="93430" y="2662"/>
                    <a:pt x="93396" y="2662"/>
                  </a:cubicBezTo>
                  <a:close/>
                  <a:moveTo>
                    <a:pt x="92867" y="2818"/>
                  </a:moveTo>
                  <a:cubicBezTo>
                    <a:pt x="92852" y="2818"/>
                    <a:pt x="92835" y="2822"/>
                    <a:pt x="92815" y="2832"/>
                  </a:cubicBezTo>
                  <a:lnTo>
                    <a:pt x="92713" y="2867"/>
                  </a:lnTo>
                  <a:cubicBezTo>
                    <a:pt x="92679" y="2867"/>
                    <a:pt x="92645" y="2935"/>
                    <a:pt x="92679" y="2969"/>
                  </a:cubicBezTo>
                  <a:cubicBezTo>
                    <a:pt x="92679" y="3003"/>
                    <a:pt x="92713" y="3037"/>
                    <a:pt x="92747" y="3037"/>
                  </a:cubicBezTo>
                  <a:lnTo>
                    <a:pt x="92781" y="3037"/>
                  </a:lnTo>
                  <a:lnTo>
                    <a:pt x="92884" y="3003"/>
                  </a:lnTo>
                  <a:cubicBezTo>
                    <a:pt x="92918" y="2969"/>
                    <a:pt x="92952" y="2935"/>
                    <a:pt x="92952" y="2867"/>
                  </a:cubicBezTo>
                  <a:cubicBezTo>
                    <a:pt x="92928" y="2842"/>
                    <a:pt x="92904" y="2818"/>
                    <a:pt x="92867" y="2818"/>
                  </a:cubicBezTo>
                  <a:close/>
                  <a:moveTo>
                    <a:pt x="92321" y="2989"/>
                  </a:moveTo>
                  <a:cubicBezTo>
                    <a:pt x="92307" y="2989"/>
                    <a:pt x="92289" y="2993"/>
                    <a:pt x="92269" y="3003"/>
                  </a:cubicBezTo>
                  <a:lnTo>
                    <a:pt x="92167" y="3037"/>
                  </a:lnTo>
                  <a:cubicBezTo>
                    <a:pt x="92133" y="3037"/>
                    <a:pt x="92099" y="3071"/>
                    <a:pt x="92099" y="3140"/>
                  </a:cubicBezTo>
                  <a:cubicBezTo>
                    <a:pt x="92133" y="3174"/>
                    <a:pt x="92167" y="3208"/>
                    <a:pt x="92201" y="3208"/>
                  </a:cubicBezTo>
                  <a:cubicBezTo>
                    <a:pt x="92201" y="3208"/>
                    <a:pt x="92201" y="3208"/>
                    <a:pt x="92235" y="3174"/>
                  </a:cubicBezTo>
                  <a:lnTo>
                    <a:pt x="92338" y="3140"/>
                  </a:lnTo>
                  <a:cubicBezTo>
                    <a:pt x="92372" y="3140"/>
                    <a:pt x="92406" y="3105"/>
                    <a:pt x="92406" y="3037"/>
                  </a:cubicBezTo>
                  <a:cubicBezTo>
                    <a:pt x="92382" y="3013"/>
                    <a:pt x="92358" y="2989"/>
                    <a:pt x="92321" y="2989"/>
                  </a:cubicBezTo>
                  <a:close/>
                  <a:moveTo>
                    <a:pt x="91723" y="3140"/>
                  </a:moveTo>
                  <a:lnTo>
                    <a:pt x="91621" y="3174"/>
                  </a:lnTo>
                  <a:cubicBezTo>
                    <a:pt x="91587" y="3208"/>
                    <a:pt x="91553" y="3242"/>
                    <a:pt x="91553" y="3310"/>
                  </a:cubicBezTo>
                  <a:cubicBezTo>
                    <a:pt x="91587" y="3344"/>
                    <a:pt x="91621" y="3344"/>
                    <a:pt x="91655" y="3344"/>
                  </a:cubicBezTo>
                  <a:lnTo>
                    <a:pt x="91689" y="3344"/>
                  </a:lnTo>
                  <a:lnTo>
                    <a:pt x="91792" y="3310"/>
                  </a:lnTo>
                  <a:cubicBezTo>
                    <a:pt x="91826" y="3310"/>
                    <a:pt x="91860" y="3276"/>
                    <a:pt x="91826" y="3208"/>
                  </a:cubicBezTo>
                  <a:cubicBezTo>
                    <a:pt x="91826" y="3174"/>
                    <a:pt x="91792" y="3140"/>
                    <a:pt x="91723" y="3140"/>
                  </a:cubicBezTo>
                  <a:close/>
                  <a:moveTo>
                    <a:pt x="91178" y="3310"/>
                  </a:moveTo>
                  <a:lnTo>
                    <a:pt x="91075" y="3344"/>
                  </a:lnTo>
                  <a:cubicBezTo>
                    <a:pt x="91041" y="3378"/>
                    <a:pt x="91007" y="3413"/>
                    <a:pt x="91007" y="3447"/>
                  </a:cubicBezTo>
                  <a:cubicBezTo>
                    <a:pt x="91041" y="3515"/>
                    <a:pt x="91075" y="3515"/>
                    <a:pt x="91109" y="3515"/>
                  </a:cubicBezTo>
                  <a:lnTo>
                    <a:pt x="91246" y="3481"/>
                  </a:lnTo>
                  <a:cubicBezTo>
                    <a:pt x="91280" y="3481"/>
                    <a:pt x="91314" y="3413"/>
                    <a:pt x="91280" y="3378"/>
                  </a:cubicBezTo>
                  <a:cubicBezTo>
                    <a:pt x="91280" y="3344"/>
                    <a:pt x="91246" y="3310"/>
                    <a:pt x="91178" y="3310"/>
                  </a:cubicBezTo>
                  <a:close/>
                  <a:moveTo>
                    <a:pt x="90632" y="3481"/>
                  </a:moveTo>
                  <a:lnTo>
                    <a:pt x="90529" y="3515"/>
                  </a:lnTo>
                  <a:cubicBezTo>
                    <a:pt x="90495" y="3549"/>
                    <a:pt x="90461" y="3583"/>
                    <a:pt x="90461" y="3617"/>
                  </a:cubicBezTo>
                  <a:cubicBezTo>
                    <a:pt x="90495" y="3651"/>
                    <a:pt x="90529" y="3685"/>
                    <a:pt x="90563" y="3685"/>
                  </a:cubicBezTo>
                  <a:lnTo>
                    <a:pt x="90700" y="3651"/>
                  </a:lnTo>
                  <a:cubicBezTo>
                    <a:pt x="90734" y="3651"/>
                    <a:pt x="90768" y="3583"/>
                    <a:pt x="90734" y="3549"/>
                  </a:cubicBezTo>
                  <a:cubicBezTo>
                    <a:pt x="90734" y="3515"/>
                    <a:pt x="90700" y="3481"/>
                    <a:pt x="90632" y="3481"/>
                  </a:cubicBezTo>
                  <a:close/>
                  <a:moveTo>
                    <a:pt x="90086" y="3651"/>
                  </a:moveTo>
                  <a:lnTo>
                    <a:pt x="89983" y="3685"/>
                  </a:lnTo>
                  <a:cubicBezTo>
                    <a:pt x="89949" y="3685"/>
                    <a:pt x="89915" y="3754"/>
                    <a:pt x="89915" y="3788"/>
                  </a:cubicBezTo>
                  <a:cubicBezTo>
                    <a:pt x="89949" y="3822"/>
                    <a:pt x="89983" y="3856"/>
                    <a:pt x="90017" y="3856"/>
                  </a:cubicBezTo>
                  <a:lnTo>
                    <a:pt x="90154" y="3822"/>
                  </a:lnTo>
                  <a:cubicBezTo>
                    <a:pt x="90188" y="3788"/>
                    <a:pt x="90222" y="3754"/>
                    <a:pt x="90188" y="3720"/>
                  </a:cubicBezTo>
                  <a:cubicBezTo>
                    <a:pt x="90188" y="3651"/>
                    <a:pt x="90120" y="3651"/>
                    <a:pt x="90086" y="3651"/>
                  </a:cubicBezTo>
                  <a:close/>
                  <a:moveTo>
                    <a:pt x="89572" y="3809"/>
                  </a:moveTo>
                  <a:cubicBezTo>
                    <a:pt x="89560" y="3809"/>
                    <a:pt x="89549" y="3813"/>
                    <a:pt x="89540" y="3822"/>
                  </a:cubicBezTo>
                  <a:lnTo>
                    <a:pt x="89437" y="3856"/>
                  </a:lnTo>
                  <a:cubicBezTo>
                    <a:pt x="89403" y="3856"/>
                    <a:pt x="89369" y="3924"/>
                    <a:pt x="89369" y="3958"/>
                  </a:cubicBezTo>
                  <a:cubicBezTo>
                    <a:pt x="89369" y="3993"/>
                    <a:pt x="89403" y="4027"/>
                    <a:pt x="89471" y="4027"/>
                  </a:cubicBezTo>
                  <a:lnTo>
                    <a:pt x="89574" y="3993"/>
                  </a:lnTo>
                  <a:cubicBezTo>
                    <a:pt x="89642" y="3958"/>
                    <a:pt x="89676" y="3924"/>
                    <a:pt x="89642" y="3890"/>
                  </a:cubicBezTo>
                  <a:cubicBezTo>
                    <a:pt x="89642" y="3840"/>
                    <a:pt x="89605" y="3809"/>
                    <a:pt x="89572" y="3809"/>
                  </a:cubicBezTo>
                  <a:close/>
                  <a:moveTo>
                    <a:pt x="89030" y="3978"/>
                  </a:moveTo>
                  <a:cubicBezTo>
                    <a:pt x="89017" y="3978"/>
                    <a:pt x="89004" y="3983"/>
                    <a:pt x="88994" y="3993"/>
                  </a:cubicBezTo>
                  <a:lnTo>
                    <a:pt x="88891" y="4027"/>
                  </a:lnTo>
                  <a:cubicBezTo>
                    <a:pt x="88823" y="4027"/>
                    <a:pt x="88823" y="4061"/>
                    <a:pt x="88823" y="4129"/>
                  </a:cubicBezTo>
                  <a:cubicBezTo>
                    <a:pt x="88823" y="4163"/>
                    <a:pt x="88857" y="4197"/>
                    <a:pt x="88925" y="4197"/>
                  </a:cubicBezTo>
                  <a:cubicBezTo>
                    <a:pt x="88925" y="4197"/>
                    <a:pt x="88925" y="4197"/>
                    <a:pt x="88925" y="4163"/>
                  </a:cubicBezTo>
                  <a:lnTo>
                    <a:pt x="89028" y="4129"/>
                  </a:lnTo>
                  <a:cubicBezTo>
                    <a:pt x="89096" y="4129"/>
                    <a:pt x="89130" y="4095"/>
                    <a:pt x="89096" y="4027"/>
                  </a:cubicBezTo>
                  <a:cubicBezTo>
                    <a:pt x="89096" y="4003"/>
                    <a:pt x="89062" y="3978"/>
                    <a:pt x="89030" y="3978"/>
                  </a:cubicBezTo>
                  <a:close/>
                  <a:moveTo>
                    <a:pt x="88448" y="4129"/>
                  </a:moveTo>
                  <a:lnTo>
                    <a:pt x="88345" y="4163"/>
                  </a:lnTo>
                  <a:cubicBezTo>
                    <a:pt x="88277" y="4197"/>
                    <a:pt x="88277" y="4231"/>
                    <a:pt x="88277" y="4300"/>
                  </a:cubicBezTo>
                  <a:cubicBezTo>
                    <a:pt x="88277" y="4334"/>
                    <a:pt x="88311" y="4334"/>
                    <a:pt x="88345" y="4334"/>
                  </a:cubicBezTo>
                  <a:lnTo>
                    <a:pt x="88379" y="4334"/>
                  </a:lnTo>
                  <a:lnTo>
                    <a:pt x="88482" y="4300"/>
                  </a:lnTo>
                  <a:cubicBezTo>
                    <a:pt x="88550" y="4300"/>
                    <a:pt x="88550" y="4266"/>
                    <a:pt x="88550" y="4197"/>
                  </a:cubicBezTo>
                  <a:cubicBezTo>
                    <a:pt x="88550" y="4163"/>
                    <a:pt x="88482" y="4129"/>
                    <a:pt x="88448" y="4129"/>
                  </a:cubicBezTo>
                  <a:close/>
                  <a:moveTo>
                    <a:pt x="87902" y="4300"/>
                  </a:moveTo>
                  <a:lnTo>
                    <a:pt x="87799" y="4334"/>
                  </a:lnTo>
                  <a:cubicBezTo>
                    <a:pt x="87731" y="4368"/>
                    <a:pt x="87731" y="4402"/>
                    <a:pt x="87731" y="4436"/>
                  </a:cubicBezTo>
                  <a:cubicBezTo>
                    <a:pt x="87731" y="4470"/>
                    <a:pt x="87765" y="4504"/>
                    <a:pt x="87799" y="4504"/>
                  </a:cubicBezTo>
                  <a:lnTo>
                    <a:pt x="87833" y="4504"/>
                  </a:lnTo>
                  <a:lnTo>
                    <a:pt x="87936" y="4470"/>
                  </a:lnTo>
                  <a:cubicBezTo>
                    <a:pt x="88004" y="4470"/>
                    <a:pt x="88004" y="4402"/>
                    <a:pt x="88004" y="4368"/>
                  </a:cubicBezTo>
                  <a:cubicBezTo>
                    <a:pt x="88004" y="4334"/>
                    <a:pt x="87936" y="4300"/>
                    <a:pt x="87902" y="4300"/>
                  </a:cubicBezTo>
                  <a:close/>
                  <a:moveTo>
                    <a:pt x="87356" y="4470"/>
                  </a:moveTo>
                  <a:lnTo>
                    <a:pt x="87253" y="4504"/>
                  </a:lnTo>
                  <a:cubicBezTo>
                    <a:pt x="87185" y="4504"/>
                    <a:pt x="87151" y="4573"/>
                    <a:pt x="87185" y="4607"/>
                  </a:cubicBezTo>
                  <a:cubicBezTo>
                    <a:pt x="87185" y="4641"/>
                    <a:pt x="87219" y="4675"/>
                    <a:pt x="87253" y="4675"/>
                  </a:cubicBezTo>
                  <a:lnTo>
                    <a:pt x="87287" y="4675"/>
                  </a:lnTo>
                  <a:lnTo>
                    <a:pt x="87390" y="4641"/>
                  </a:lnTo>
                  <a:cubicBezTo>
                    <a:pt x="87458" y="4641"/>
                    <a:pt x="87458" y="4573"/>
                    <a:pt x="87458" y="4539"/>
                  </a:cubicBezTo>
                  <a:cubicBezTo>
                    <a:pt x="87458" y="4470"/>
                    <a:pt x="87390" y="4470"/>
                    <a:pt x="87356" y="4470"/>
                  </a:cubicBezTo>
                  <a:close/>
                  <a:moveTo>
                    <a:pt x="86810" y="4641"/>
                  </a:moveTo>
                  <a:lnTo>
                    <a:pt x="86707" y="4675"/>
                  </a:lnTo>
                  <a:cubicBezTo>
                    <a:pt x="86639" y="4675"/>
                    <a:pt x="86605" y="4743"/>
                    <a:pt x="86639" y="4777"/>
                  </a:cubicBezTo>
                  <a:cubicBezTo>
                    <a:pt x="86639" y="4812"/>
                    <a:pt x="86673" y="4846"/>
                    <a:pt x="86707" y="4846"/>
                  </a:cubicBezTo>
                  <a:lnTo>
                    <a:pt x="86742" y="4846"/>
                  </a:lnTo>
                  <a:lnTo>
                    <a:pt x="86844" y="4812"/>
                  </a:lnTo>
                  <a:cubicBezTo>
                    <a:pt x="86878" y="4777"/>
                    <a:pt x="86912" y="4743"/>
                    <a:pt x="86912" y="4709"/>
                  </a:cubicBezTo>
                  <a:cubicBezTo>
                    <a:pt x="86878" y="4641"/>
                    <a:pt x="86844" y="4641"/>
                    <a:pt x="86810" y="4641"/>
                  </a:cubicBezTo>
                  <a:close/>
                  <a:moveTo>
                    <a:pt x="86294" y="4797"/>
                  </a:moveTo>
                  <a:cubicBezTo>
                    <a:pt x="86284" y="4797"/>
                    <a:pt x="86274" y="4802"/>
                    <a:pt x="86264" y="4812"/>
                  </a:cubicBezTo>
                  <a:lnTo>
                    <a:pt x="86127" y="4846"/>
                  </a:lnTo>
                  <a:cubicBezTo>
                    <a:pt x="86093" y="4846"/>
                    <a:pt x="86059" y="4914"/>
                    <a:pt x="86093" y="4948"/>
                  </a:cubicBezTo>
                  <a:cubicBezTo>
                    <a:pt x="86093" y="4982"/>
                    <a:pt x="86127" y="5016"/>
                    <a:pt x="86161" y="5016"/>
                  </a:cubicBezTo>
                  <a:lnTo>
                    <a:pt x="86196" y="5016"/>
                  </a:lnTo>
                  <a:lnTo>
                    <a:pt x="86298" y="4982"/>
                  </a:lnTo>
                  <a:cubicBezTo>
                    <a:pt x="86332" y="4948"/>
                    <a:pt x="86366" y="4914"/>
                    <a:pt x="86366" y="4846"/>
                  </a:cubicBezTo>
                  <a:cubicBezTo>
                    <a:pt x="86342" y="4822"/>
                    <a:pt x="86318" y="4797"/>
                    <a:pt x="86294" y="4797"/>
                  </a:cubicBezTo>
                  <a:close/>
                  <a:moveTo>
                    <a:pt x="85748" y="4968"/>
                  </a:moveTo>
                  <a:cubicBezTo>
                    <a:pt x="85738" y="4968"/>
                    <a:pt x="85728" y="4972"/>
                    <a:pt x="85718" y="4982"/>
                  </a:cubicBezTo>
                  <a:lnTo>
                    <a:pt x="85581" y="5016"/>
                  </a:lnTo>
                  <a:cubicBezTo>
                    <a:pt x="85547" y="5016"/>
                    <a:pt x="85513" y="5050"/>
                    <a:pt x="85547" y="5119"/>
                  </a:cubicBezTo>
                  <a:cubicBezTo>
                    <a:pt x="85547" y="5153"/>
                    <a:pt x="85581" y="5153"/>
                    <a:pt x="85615" y="5153"/>
                  </a:cubicBezTo>
                  <a:lnTo>
                    <a:pt x="85650" y="5153"/>
                  </a:lnTo>
                  <a:lnTo>
                    <a:pt x="85752" y="5119"/>
                  </a:lnTo>
                  <a:cubicBezTo>
                    <a:pt x="85786" y="5119"/>
                    <a:pt x="85820" y="5085"/>
                    <a:pt x="85820" y="5016"/>
                  </a:cubicBezTo>
                  <a:cubicBezTo>
                    <a:pt x="85796" y="4992"/>
                    <a:pt x="85772" y="4968"/>
                    <a:pt x="85748" y="4968"/>
                  </a:cubicBezTo>
                  <a:close/>
                  <a:moveTo>
                    <a:pt x="85172" y="5119"/>
                  </a:moveTo>
                  <a:lnTo>
                    <a:pt x="85035" y="5153"/>
                  </a:lnTo>
                  <a:cubicBezTo>
                    <a:pt x="85001" y="5187"/>
                    <a:pt x="84967" y="5221"/>
                    <a:pt x="85001" y="5289"/>
                  </a:cubicBezTo>
                  <a:cubicBezTo>
                    <a:pt x="85001" y="5323"/>
                    <a:pt x="85035" y="5323"/>
                    <a:pt x="85069" y="5323"/>
                  </a:cubicBezTo>
                  <a:lnTo>
                    <a:pt x="85104" y="5323"/>
                  </a:lnTo>
                  <a:lnTo>
                    <a:pt x="85206" y="5289"/>
                  </a:lnTo>
                  <a:cubicBezTo>
                    <a:pt x="85240" y="5289"/>
                    <a:pt x="85274" y="5221"/>
                    <a:pt x="85274" y="5187"/>
                  </a:cubicBezTo>
                  <a:cubicBezTo>
                    <a:pt x="85240" y="5153"/>
                    <a:pt x="85206" y="5119"/>
                    <a:pt x="85172" y="5119"/>
                  </a:cubicBezTo>
                  <a:close/>
                  <a:moveTo>
                    <a:pt x="84592" y="5289"/>
                  </a:moveTo>
                  <a:lnTo>
                    <a:pt x="84489" y="5323"/>
                  </a:lnTo>
                  <a:cubicBezTo>
                    <a:pt x="84455" y="5358"/>
                    <a:pt x="84421" y="5392"/>
                    <a:pt x="84455" y="5426"/>
                  </a:cubicBezTo>
                  <a:cubicBezTo>
                    <a:pt x="84455" y="5460"/>
                    <a:pt x="84489" y="5494"/>
                    <a:pt x="84524" y="5494"/>
                  </a:cubicBezTo>
                  <a:lnTo>
                    <a:pt x="84558" y="5494"/>
                  </a:lnTo>
                  <a:lnTo>
                    <a:pt x="84660" y="5460"/>
                  </a:lnTo>
                  <a:cubicBezTo>
                    <a:pt x="84694" y="5460"/>
                    <a:pt x="84728" y="5392"/>
                    <a:pt x="84728" y="5358"/>
                  </a:cubicBezTo>
                  <a:cubicBezTo>
                    <a:pt x="84694" y="5323"/>
                    <a:pt x="84660" y="5289"/>
                    <a:pt x="84592" y="5289"/>
                  </a:cubicBezTo>
                  <a:close/>
                  <a:moveTo>
                    <a:pt x="84046" y="5460"/>
                  </a:moveTo>
                  <a:lnTo>
                    <a:pt x="83943" y="5494"/>
                  </a:lnTo>
                  <a:cubicBezTo>
                    <a:pt x="83909" y="5494"/>
                    <a:pt x="83875" y="5562"/>
                    <a:pt x="83875" y="5596"/>
                  </a:cubicBezTo>
                  <a:cubicBezTo>
                    <a:pt x="83909" y="5631"/>
                    <a:pt x="83943" y="5665"/>
                    <a:pt x="83978" y="5665"/>
                  </a:cubicBezTo>
                  <a:lnTo>
                    <a:pt x="84012" y="5665"/>
                  </a:lnTo>
                  <a:lnTo>
                    <a:pt x="84114" y="5631"/>
                  </a:lnTo>
                  <a:cubicBezTo>
                    <a:pt x="84148" y="5596"/>
                    <a:pt x="84182" y="5562"/>
                    <a:pt x="84148" y="5528"/>
                  </a:cubicBezTo>
                  <a:cubicBezTo>
                    <a:pt x="84148" y="5460"/>
                    <a:pt x="84114" y="5460"/>
                    <a:pt x="84046" y="5460"/>
                  </a:cubicBezTo>
                  <a:close/>
                  <a:moveTo>
                    <a:pt x="83547" y="5617"/>
                  </a:moveTo>
                  <a:cubicBezTo>
                    <a:pt x="83534" y="5617"/>
                    <a:pt x="83518" y="5621"/>
                    <a:pt x="83500" y="5631"/>
                  </a:cubicBezTo>
                  <a:lnTo>
                    <a:pt x="83397" y="5665"/>
                  </a:lnTo>
                  <a:cubicBezTo>
                    <a:pt x="83363" y="5665"/>
                    <a:pt x="83329" y="5733"/>
                    <a:pt x="83329" y="5767"/>
                  </a:cubicBezTo>
                  <a:cubicBezTo>
                    <a:pt x="83363" y="5801"/>
                    <a:pt x="83397" y="5835"/>
                    <a:pt x="83432" y="5835"/>
                  </a:cubicBezTo>
                  <a:lnTo>
                    <a:pt x="83466" y="5835"/>
                  </a:lnTo>
                  <a:lnTo>
                    <a:pt x="83568" y="5801"/>
                  </a:lnTo>
                  <a:cubicBezTo>
                    <a:pt x="83602" y="5767"/>
                    <a:pt x="83636" y="5733"/>
                    <a:pt x="83602" y="5699"/>
                  </a:cubicBezTo>
                  <a:cubicBezTo>
                    <a:pt x="83602" y="5649"/>
                    <a:pt x="83584" y="5617"/>
                    <a:pt x="83547" y="5617"/>
                  </a:cubicBezTo>
                  <a:close/>
                  <a:moveTo>
                    <a:pt x="83005" y="5787"/>
                  </a:moveTo>
                  <a:cubicBezTo>
                    <a:pt x="82991" y="5787"/>
                    <a:pt x="82974" y="5791"/>
                    <a:pt x="82954" y="5801"/>
                  </a:cubicBezTo>
                  <a:lnTo>
                    <a:pt x="82852" y="5835"/>
                  </a:lnTo>
                  <a:cubicBezTo>
                    <a:pt x="82817" y="5835"/>
                    <a:pt x="82783" y="5869"/>
                    <a:pt x="82783" y="5938"/>
                  </a:cubicBezTo>
                  <a:cubicBezTo>
                    <a:pt x="82817" y="5972"/>
                    <a:pt x="82852" y="6006"/>
                    <a:pt x="82886" y="6006"/>
                  </a:cubicBezTo>
                  <a:cubicBezTo>
                    <a:pt x="82886" y="6006"/>
                    <a:pt x="82886" y="6006"/>
                    <a:pt x="82886" y="5972"/>
                  </a:cubicBezTo>
                  <a:lnTo>
                    <a:pt x="83022" y="5938"/>
                  </a:lnTo>
                  <a:cubicBezTo>
                    <a:pt x="83056" y="5938"/>
                    <a:pt x="83090" y="5903"/>
                    <a:pt x="83056" y="5835"/>
                  </a:cubicBezTo>
                  <a:cubicBezTo>
                    <a:pt x="83056" y="5811"/>
                    <a:pt x="83039" y="5787"/>
                    <a:pt x="83005" y="5787"/>
                  </a:cubicBezTo>
                  <a:close/>
                  <a:moveTo>
                    <a:pt x="82408" y="5938"/>
                  </a:moveTo>
                  <a:lnTo>
                    <a:pt x="82306" y="5972"/>
                  </a:lnTo>
                  <a:cubicBezTo>
                    <a:pt x="82271" y="6006"/>
                    <a:pt x="82237" y="6040"/>
                    <a:pt x="82237" y="6108"/>
                  </a:cubicBezTo>
                  <a:cubicBezTo>
                    <a:pt x="82271" y="6142"/>
                    <a:pt x="82306" y="6142"/>
                    <a:pt x="82340" y="6142"/>
                  </a:cubicBezTo>
                  <a:lnTo>
                    <a:pt x="82476" y="6108"/>
                  </a:lnTo>
                  <a:cubicBezTo>
                    <a:pt x="82510" y="6108"/>
                    <a:pt x="82544" y="6074"/>
                    <a:pt x="82510" y="6006"/>
                  </a:cubicBezTo>
                  <a:cubicBezTo>
                    <a:pt x="82510" y="5972"/>
                    <a:pt x="82476" y="5938"/>
                    <a:pt x="82408" y="5938"/>
                  </a:cubicBezTo>
                  <a:close/>
                  <a:moveTo>
                    <a:pt x="81862" y="6108"/>
                  </a:moveTo>
                  <a:lnTo>
                    <a:pt x="81760" y="6142"/>
                  </a:lnTo>
                  <a:cubicBezTo>
                    <a:pt x="81725" y="6176"/>
                    <a:pt x="81691" y="6211"/>
                    <a:pt x="81691" y="6245"/>
                  </a:cubicBezTo>
                  <a:cubicBezTo>
                    <a:pt x="81725" y="6279"/>
                    <a:pt x="81760" y="6313"/>
                    <a:pt x="81794" y="6313"/>
                  </a:cubicBezTo>
                  <a:lnTo>
                    <a:pt x="81930" y="6279"/>
                  </a:lnTo>
                  <a:cubicBezTo>
                    <a:pt x="81964" y="6279"/>
                    <a:pt x="81998" y="6211"/>
                    <a:pt x="81964" y="6176"/>
                  </a:cubicBezTo>
                  <a:cubicBezTo>
                    <a:pt x="81964" y="6142"/>
                    <a:pt x="81896" y="6108"/>
                    <a:pt x="81862" y="6108"/>
                  </a:cubicBezTo>
                  <a:close/>
                  <a:moveTo>
                    <a:pt x="81316" y="6279"/>
                  </a:moveTo>
                  <a:lnTo>
                    <a:pt x="81214" y="6313"/>
                  </a:lnTo>
                  <a:cubicBezTo>
                    <a:pt x="81145" y="6313"/>
                    <a:pt x="81145" y="6381"/>
                    <a:pt x="81145" y="6415"/>
                  </a:cubicBezTo>
                  <a:cubicBezTo>
                    <a:pt x="81145" y="6449"/>
                    <a:pt x="81179" y="6484"/>
                    <a:pt x="81248" y="6484"/>
                  </a:cubicBezTo>
                  <a:lnTo>
                    <a:pt x="81350" y="6449"/>
                  </a:lnTo>
                  <a:cubicBezTo>
                    <a:pt x="81418" y="6449"/>
                    <a:pt x="81452" y="6381"/>
                    <a:pt x="81418" y="6347"/>
                  </a:cubicBezTo>
                  <a:cubicBezTo>
                    <a:pt x="81418" y="6279"/>
                    <a:pt x="81350" y="6279"/>
                    <a:pt x="81316" y="6279"/>
                  </a:cubicBezTo>
                  <a:close/>
                  <a:moveTo>
                    <a:pt x="80770" y="6449"/>
                  </a:moveTo>
                  <a:lnTo>
                    <a:pt x="80668" y="6484"/>
                  </a:lnTo>
                  <a:cubicBezTo>
                    <a:pt x="80599" y="6484"/>
                    <a:pt x="80599" y="6552"/>
                    <a:pt x="80599" y="6586"/>
                  </a:cubicBezTo>
                  <a:cubicBezTo>
                    <a:pt x="80599" y="6620"/>
                    <a:pt x="80634" y="6654"/>
                    <a:pt x="80668" y="6654"/>
                  </a:cubicBezTo>
                  <a:lnTo>
                    <a:pt x="80702" y="6654"/>
                  </a:lnTo>
                  <a:lnTo>
                    <a:pt x="80804" y="6620"/>
                  </a:lnTo>
                  <a:cubicBezTo>
                    <a:pt x="80872" y="6586"/>
                    <a:pt x="80872" y="6552"/>
                    <a:pt x="80872" y="6518"/>
                  </a:cubicBezTo>
                  <a:cubicBezTo>
                    <a:pt x="80872" y="6449"/>
                    <a:pt x="80804" y="6449"/>
                    <a:pt x="80770" y="6449"/>
                  </a:cubicBezTo>
                  <a:close/>
                  <a:moveTo>
                    <a:pt x="80260" y="6606"/>
                  </a:moveTo>
                  <a:cubicBezTo>
                    <a:pt x="80247" y="6606"/>
                    <a:pt x="80234" y="6610"/>
                    <a:pt x="80224" y="6620"/>
                  </a:cubicBezTo>
                  <a:lnTo>
                    <a:pt x="80122" y="6654"/>
                  </a:lnTo>
                  <a:cubicBezTo>
                    <a:pt x="80053" y="6654"/>
                    <a:pt x="80053" y="6688"/>
                    <a:pt x="80053" y="6757"/>
                  </a:cubicBezTo>
                  <a:cubicBezTo>
                    <a:pt x="80053" y="6791"/>
                    <a:pt x="80088" y="6825"/>
                    <a:pt x="80122" y="6825"/>
                  </a:cubicBezTo>
                  <a:lnTo>
                    <a:pt x="80156" y="6825"/>
                  </a:lnTo>
                  <a:lnTo>
                    <a:pt x="80258" y="6791"/>
                  </a:lnTo>
                  <a:cubicBezTo>
                    <a:pt x="80326" y="6757"/>
                    <a:pt x="80326" y="6722"/>
                    <a:pt x="80326" y="6654"/>
                  </a:cubicBezTo>
                  <a:cubicBezTo>
                    <a:pt x="80326" y="6630"/>
                    <a:pt x="80292" y="6606"/>
                    <a:pt x="80260" y="6606"/>
                  </a:cubicBezTo>
                  <a:close/>
                  <a:moveTo>
                    <a:pt x="79714" y="6777"/>
                  </a:moveTo>
                  <a:cubicBezTo>
                    <a:pt x="79701" y="6777"/>
                    <a:pt x="79688" y="6781"/>
                    <a:pt x="79678" y="6791"/>
                  </a:cubicBezTo>
                  <a:lnTo>
                    <a:pt x="79576" y="6791"/>
                  </a:lnTo>
                  <a:cubicBezTo>
                    <a:pt x="79507" y="6825"/>
                    <a:pt x="79473" y="6859"/>
                    <a:pt x="79507" y="6927"/>
                  </a:cubicBezTo>
                  <a:cubicBezTo>
                    <a:pt x="79507" y="6961"/>
                    <a:pt x="79542" y="6961"/>
                    <a:pt x="79576" y="6961"/>
                  </a:cubicBezTo>
                  <a:lnTo>
                    <a:pt x="79610" y="6961"/>
                  </a:lnTo>
                  <a:lnTo>
                    <a:pt x="79712" y="6927"/>
                  </a:lnTo>
                  <a:cubicBezTo>
                    <a:pt x="79780" y="6927"/>
                    <a:pt x="79780" y="6893"/>
                    <a:pt x="79780" y="6825"/>
                  </a:cubicBezTo>
                  <a:cubicBezTo>
                    <a:pt x="79780" y="6801"/>
                    <a:pt x="79746" y="6777"/>
                    <a:pt x="79714" y="6777"/>
                  </a:cubicBezTo>
                  <a:close/>
                  <a:moveTo>
                    <a:pt x="79132" y="6927"/>
                  </a:moveTo>
                  <a:lnTo>
                    <a:pt x="79030" y="6961"/>
                  </a:lnTo>
                  <a:cubicBezTo>
                    <a:pt x="78961" y="6995"/>
                    <a:pt x="78927" y="7030"/>
                    <a:pt x="78961" y="7064"/>
                  </a:cubicBezTo>
                  <a:cubicBezTo>
                    <a:pt x="78961" y="7132"/>
                    <a:pt x="78996" y="7132"/>
                    <a:pt x="79030" y="7132"/>
                  </a:cubicBezTo>
                  <a:lnTo>
                    <a:pt x="79064" y="7132"/>
                  </a:lnTo>
                  <a:lnTo>
                    <a:pt x="79166" y="7098"/>
                  </a:lnTo>
                  <a:cubicBezTo>
                    <a:pt x="79234" y="7098"/>
                    <a:pt x="79234" y="7030"/>
                    <a:pt x="79234" y="6995"/>
                  </a:cubicBezTo>
                  <a:cubicBezTo>
                    <a:pt x="79200" y="6961"/>
                    <a:pt x="79166" y="6927"/>
                    <a:pt x="79132" y="6927"/>
                  </a:cubicBezTo>
                  <a:close/>
                  <a:moveTo>
                    <a:pt x="78586" y="7098"/>
                  </a:moveTo>
                  <a:lnTo>
                    <a:pt x="78450" y="7132"/>
                  </a:lnTo>
                  <a:cubicBezTo>
                    <a:pt x="78416" y="7132"/>
                    <a:pt x="78381" y="7200"/>
                    <a:pt x="78416" y="7234"/>
                  </a:cubicBezTo>
                  <a:cubicBezTo>
                    <a:pt x="78416" y="7268"/>
                    <a:pt x="78450" y="7303"/>
                    <a:pt x="78484" y="7303"/>
                  </a:cubicBezTo>
                  <a:lnTo>
                    <a:pt x="78518" y="7303"/>
                  </a:lnTo>
                  <a:lnTo>
                    <a:pt x="78620" y="7268"/>
                  </a:lnTo>
                  <a:cubicBezTo>
                    <a:pt x="78654" y="7268"/>
                    <a:pt x="78688" y="7200"/>
                    <a:pt x="78688" y="7166"/>
                  </a:cubicBezTo>
                  <a:cubicBezTo>
                    <a:pt x="78654" y="7098"/>
                    <a:pt x="78620" y="7098"/>
                    <a:pt x="78586" y="7098"/>
                  </a:cubicBezTo>
                  <a:close/>
                  <a:moveTo>
                    <a:pt x="78040" y="7268"/>
                  </a:moveTo>
                  <a:lnTo>
                    <a:pt x="77904" y="7303"/>
                  </a:lnTo>
                  <a:cubicBezTo>
                    <a:pt x="77870" y="7303"/>
                    <a:pt x="77835" y="7371"/>
                    <a:pt x="77870" y="7405"/>
                  </a:cubicBezTo>
                  <a:cubicBezTo>
                    <a:pt x="77870" y="7439"/>
                    <a:pt x="77904" y="7473"/>
                    <a:pt x="77938" y="7473"/>
                  </a:cubicBezTo>
                  <a:lnTo>
                    <a:pt x="77972" y="7473"/>
                  </a:lnTo>
                  <a:lnTo>
                    <a:pt x="78074" y="7439"/>
                  </a:lnTo>
                  <a:cubicBezTo>
                    <a:pt x="78108" y="7405"/>
                    <a:pt x="78143" y="7371"/>
                    <a:pt x="78143" y="7337"/>
                  </a:cubicBezTo>
                  <a:cubicBezTo>
                    <a:pt x="78108" y="7268"/>
                    <a:pt x="78074" y="7268"/>
                    <a:pt x="78040" y="7268"/>
                  </a:cubicBezTo>
                  <a:close/>
                  <a:moveTo>
                    <a:pt x="77524" y="7425"/>
                  </a:moveTo>
                  <a:cubicBezTo>
                    <a:pt x="77514" y="7425"/>
                    <a:pt x="77504" y="7429"/>
                    <a:pt x="77494" y="7439"/>
                  </a:cubicBezTo>
                  <a:lnTo>
                    <a:pt x="77358" y="7473"/>
                  </a:lnTo>
                  <a:cubicBezTo>
                    <a:pt x="77324" y="7473"/>
                    <a:pt x="77289" y="7507"/>
                    <a:pt x="77324" y="7576"/>
                  </a:cubicBezTo>
                  <a:cubicBezTo>
                    <a:pt x="77324" y="7610"/>
                    <a:pt x="77358" y="7644"/>
                    <a:pt x="77392" y="7644"/>
                  </a:cubicBezTo>
                  <a:lnTo>
                    <a:pt x="77426" y="7644"/>
                  </a:lnTo>
                  <a:lnTo>
                    <a:pt x="77528" y="7610"/>
                  </a:lnTo>
                  <a:cubicBezTo>
                    <a:pt x="77562" y="7576"/>
                    <a:pt x="77597" y="7541"/>
                    <a:pt x="77597" y="7473"/>
                  </a:cubicBezTo>
                  <a:cubicBezTo>
                    <a:pt x="77572" y="7449"/>
                    <a:pt x="77548" y="7425"/>
                    <a:pt x="77524" y="7425"/>
                  </a:cubicBezTo>
                  <a:close/>
                  <a:moveTo>
                    <a:pt x="76966" y="7596"/>
                  </a:moveTo>
                  <a:cubicBezTo>
                    <a:pt x="76951" y="7596"/>
                    <a:pt x="76934" y="7600"/>
                    <a:pt x="76914" y="7610"/>
                  </a:cubicBezTo>
                  <a:lnTo>
                    <a:pt x="76812" y="7610"/>
                  </a:lnTo>
                  <a:cubicBezTo>
                    <a:pt x="76778" y="7644"/>
                    <a:pt x="76743" y="7678"/>
                    <a:pt x="76778" y="7746"/>
                  </a:cubicBezTo>
                  <a:cubicBezTo>
                    <a:pt x="76778" y="7780"/>
                    <a:pt x="76812" y="7780"/>
                    <a:pt x="76846" y="7780"/>
                  </a:cubicBezTo>
                  <a:lnTo>
                    <a:pt x="76880" y="7780"/>
                  </a:lnTo>
                  <a:lnTo>
                    <a:pt x="76982" y="7746"/>
                  </a:lnTo>
                  <a:cubicBezTo>
                    <a:pt x="77016" y="7746"/>
                    <a:pt x="77051" y="7712"/>
                    <a:pt x="77051" y="7644"/>
                  </a:cubicBezTo>
                  <a:cubicBezTo>
                    <a:pt x="77026" y="7620"/>
                    <a:pt x="77002" y="7596"/>
                    <a:pt x="76966" y="7596"/>
                  </a:cubicBezTo>
                  <a:close/>
                  <a:moveTo>
                    <a:pt x="76368" y="7746"/>
                  </a:moveTo>
                  <a:lnTo>
                    <a:pt x="76266" y="7780"/>
                  </a:lnTo>
                  <a:cubicBezTo>
                    <a:pt x="76232" y="7814"/>
                    <a:pt x="76198" y="7849"/>
                    <a:pt x="76198" y="7883"/>
                  </a:cubicBezTo>
                  <a:cubicBezTo>
                    <a:pt x="76232" y="7917"/>
                    <a:pt x="76266" y="7951"/>
                    <a:pt x="76300" y="7951"/>
                  </a:cubicBezTo>
                  <a:lnTo>
                    <a:pt x="76334" y="7951"/>
                  </a:lnTo>
                  <a:lnTo>
                    <a:pt x="76436" y="7917"/>
                  </a:lnTo>
                  <a:cubicBezTo>
                    <a:pt x="76470" y="7917"/>
                    <a:pt x="76505" y="7849"/>
                    <a:pt x="76470" y="7814"/>
                  </a:cubicBezTo>
                  <a:cubicBezTo>
                    <a:pt x="76470" y="7780"/>
                    <a:pt x="76436" y="7746"/>
                    <a:pt x="76368" y="7746"/>
                  </a:cubicBezTo>
                  <a:close/>
                  <a:moveTo>
                    <a:pt x="75822" y="7917"/>
                  </a:moveTo>
                  <a:lnTo>
                    <a:pt x="75720" y="7951"/>
                  </a:lnTo>
                  <a:cubicBezTo>
                    <a:pt x="75686" y="7951"/>
                    <a:pt x="75652" y="8019"/>
                    <a:pt x="75652" y="8053"/>
                  </a:cubicBezTo>
                  <a:cubicBezTo>
                    <a:pt x="75686" y="8087"/>
                    <a:pt x="75720" y="8121"/>
                    <a:pt x="75754" y="8121"/>
                  </a:cubicBezTo>
                  <a:lnTo>
                    <a:pt x="75890" y="8087"/>
                  </a:lnTo>
                  <a:cubicBezTo>
                    <a:pt x="75925" y="8087"/>
                    <a:pt x="75959" y="8019"/>
                    <a:pt x="75925" y="7985"/>
                  </a:cubicBezTo>
                  <a:cubicBezTo>
                    <a:pt x="75925" y="7917"/>
                    <a:pt x="75890" y="7917"/>
                    <a:pt x="75822" y="7917"/>
                  </a:cubicBezTo>
                  <a:close/>
                  <a:moveTo>
                    <a:pt x="75324" y="8074"/>
                  </a:moveTo>
                  <a:cubicBezTo>
                    <a:pt x="75310" y="8074"/>
                    <a:pt x="75294" y="8078"/>
                    <a:pt x="75276" y="8087"/>
                  </a:cubicBezTo>
                  <a:lnTo>
                    <a:pt x="75174" y="8121"/>
                  </a:lnTo>
                  <a:cubicBezTo>
                    <a:pt x="75140" y="8121"/>
                    <a:pt x="75106" y="8190"/>
                    <a:pt x="75106" y="8224"/>
                  </a:cubicBezTo>
                  <a:cubicBezTo>
                    <a:pt x="75140" y="8258"/>
                    <a:pt x="75174" y="8292"/>
                    <a:pt x="75208" y="8292"/>
                  </a:cubicBezTo>
                  <a:lnTo>
                    <a:pt x="75344" y="8258"/>
                  </a:lnTo>
                  <a:cubicBezTo>
                    <a:pt x="75379" y="8224"/>
                    <a:pt x="75413" y="8190"/>
                    <a:pt x="75379" y="8156"/>
                  </a:cubicBezTo>
                  <a:cubicBezTo>
                    <a:pt x="75379" y="8106"/>
                    <a:pt x="75360" y="8074"/>
                    <a:pt x="75324" y="8074"/>
                  </a:cubicBezTo>
                  <a:close/>
                  <a:moveTo>
                    <a:pt x="74766" y="8244"/>
                  </a:moveTo>
                  <a:cubicBezTo>
                    <a:pt x="74753" y="8244"/>
                    <a:pt x="74740" y="8248"/>
                    <a:pt x="74730" y="8258"/>
                  </a:cubicBezTo>
                  <a:lnTo>
                    <a:pt x="74628" y="8292"/>
                  </a:lnTo>
                  <a:cubicBezTo>
                    <a:pt x="74594" y="8292"/>
                    <a:pt x="74560" y="8326"/>
                    <a:pt x="74560" y="8394"/>
                  </a:cubicBezTo>
                  <a:cubicBezTo>
                    <a:pt x="74594" y="8429"/>
                    <a:pt x="74628" y="8463"/>
                    <a:pt x="74662" y="8463"/>
                  </a:cubicBezTo>
                  <a:cubicBezTo>
                    <a:pt x="74662" y="8463"/>
                    <a:pt x="74662" y="8463"/>
                    <a:pt x="74662" y="8429"/>
                  </a:cubicBezTo>
                  <a:lnTo>
                    <a:pt x="74798" y="8429"/>
                  </a:lnTo>
                  <a:cubicBezTo>
                    <a:pt x="74833" y="8394"/>
                    <a:pt x="74867" y="8360"/>
                    <a:pt x="74833" y="8292"/>
                  </a:cubicBezTo>
                  <a:cubicBezTo>
                    <a:pt x="74833" y="8268"/>
                    <a:pt x="74798" y="8244"/>
                    <a:pt x="74766" y="8244"/>
                  </a:cubicBezTo>
                  <a:close/>
                  <a:moveTo>
                    <a:pt x="74184" y="8394"/>
                  </a:moveTo>
                  <a:lnTo>
                    <a:pt x="74082" y="8429"/>
                  </a:lnTo>
                  <a:cubicBezTo>
                    <a:pt x="74048" y="8463"/>
                    <a:pt x="74014" y="8497"/>
                    <a:pt x="74014" y="8565"/>
                  </a:cubicBezTo>
                  <a:cubicBezTo>
                    <a:pt x="74014" y="8599"/>
                    <a:pt x="74048" y="8599"/>
                    <a:pt x="74116" y="8599"/>
                  </a:cubicBezTo>
                  <a:lnTo>
                    <a:pt x="74218" y="8565"/>
                  </a:lnTo>
                  <a:cubicBezTo>
                    <a:pt x="74287" y="8565"/>
                    <a:pt x="74321" y="8497"/>
                    <a:pt x="74287" y="8463"/>
                  </a:cubicBezTo>
                  <a:cubicBezTo>
                    <a:pt x="74287" y="8429"/>
                    <a:pt x="74218" y="8394"/>
                    <a:pt x="74184" y="8394"/>
                  </a:cubicBezTo>
                  <a:close/>
                  <a:moveTo>
                    <a:pt x="73638" y="8565"/>
                  </a:moveTo>
                  <a:lnTo>
                    <a:pt x="73536" y="8599"/>
                  </a:lnTo>
                  <a:cubicBezTo>
                    <a:pt x="73468" y="8633"/>
                    <a:pt x="73468" y="8667"/>
                    <a:pt x="73468" y="8702"/>
                  </a:cubicBezTo>
                  <a:cubicBezTo>
                    <a:pt x="73468" y="8736"/>
                    <a:pt x="73502" y="8770"/>
                    <a:pt x="73536" y="8770"/>
                  </a:cubicBezTo>
                  <a:lnTo>
                    <a:pt x="73570" y="8770"/>
                  </a:lnTo>
                  <a:lnTo>
                    <a:pt x="73672" y="8736"/>
                  </a:lnTo>
                  <a:cubicBezTo>
                    <a:pt x="73741" y="8736"/>
                    <a:pt x="73741" y="8667"/>
                    <a:pt x="73741" y="8633"/>
                  </a:cubicBezTo>
                  <a:cubicBezTo>
                    <a:pt x="73741" y="8599"/>
                    <a:pt x="73672" y="8565"/>
                    <a:pt x="73638" y="8565"/>
                  </a:cubicBezTo>
                  <a:close/>
                  <a:moveTo>
                    <a:pt x="73092" y="8736"/>
                  </a:moveTo>
                  <a:lnTo>
                    <a:pt x="72990" y="8770"/>
                  </a:lnTo>
                  <a:cubicBezTo>
                    <a:pt x="72922" y="8770"/>
                    <a:pt x="72922" y="8838"/>
                    <a:pt x="72922" y="8872"/>
                  </a:cubicBezTo>
                  <a:cubicBezTo>
                    <a:pt x="72922" y="8906"/>
                    <a:pt x="72956" y="8940"/>
                    <a:pt x="72990" y="8940"/>
                  </a:cubicBezTo>
                  <a:lnTo>
                    <a:pt x="73024" y="8940"/>
                  </a:lnTo>
                  <a:lnTo>
                    <a:pt x="73126" y="8906"/>
                  </a:lnTo>
                  <a:cubicBezTo>
                    <a:pt x="73195" y="8872"/>
                    <a:pt x="73195" y="8838"/>
                    <a:pt x="73195" y="8804"/>
                  </a:cubicBezTo>
                  <a:cubicBezTo>
                    <a:pt x="73195" y="8736"/>
                    <a:pt x="73126" y="8736"/>
                    <a:pt x="73092" y="8736"/>
                  </a:cubicBezTo>
                  <a:close/>
                  <a:moveTo>
                    <a:pt x="72579" y="8893"/>
                  </a:moveTo>
                  <a:cubicBezTo>
                    <a:pt x="72567" y="8893"/>
                    <a:pt x="72555" y="8897"/>
                    <a:pt x="72546" y="8906"/>
                  </a:cubicBezTo>
                  <a:lnTo>
                    <a:pt x="72444" y="8940"/>
                  </a:lnTo>
                  <a:cubicBezTo>
                    <a:pt x="72376" y="8940"/>
                    <a:pt x="72376" y="9009"/>
                    <a:pt x="72376" y="9043"/>
                  </a:cubicBezTo>
                  <a:cubicBezTo>
                    <a:pt x="72376" y="9077"/>
                    <a:pt x="72410" y="9111"/>
                    <a:pt x="72444" y="9111"/>
                  </a:cubicBezTo>
                  <a:lnTo>
                    <a:pt x="72478" y="9111"/>
                  </a:lnTo>
                  <a:lnTo>
                    <a:pt x="72580" y="9077"/>
                  </a:lnTo>
                  <a:cubicBezTo>
                    <a:pt x="72649" y="9043"/>
                    <a:pt x="72649" y="9009"/>
                    <a:pt x="72649" y="8975"/>
                  </a:cubicBezTo>
                  <a:cubicBezTo>
                    <a:pt x="72649" y="8925"/>
                    <a:pt x="72612" y="8893"/>
                    <a:pt x="72579" y="8893"/>
                  </a:cubicBezTo>
                  <a:close/>
                  <a:moveTo>
                    <a:pt x="72030" y="9063"/>
                  </a:moveTo>
                  <a:cubicBezTo>
                    <a:pt x="72020" y="9063"/>
                    <a:pt x="72010" y="9067"/>
                    <a:pt x="72000" y="9077"/>
                  </a:cubicBezTo>
                  <a:lnTo>
                    <a:pt x="71898" y="9111"/>
                  </a:lnTo>
                  <a:cubicBezTo>
                    <a:pt x="71830" y="9111"/>
                    <a:pt x="71796" y="9145"/>
                    <a:pt x="71830" y="9213"/>
                  </a:cubicBezTo>
                  <a:cubicBezTo>
                    <a:pt x="71830" y="9248"/>
                    <a:pt x="71864" y="9282"/>
                    <a:pt x="71898" y="9282"/>
                  </a:cubicBezTo>
                  <a:cubicBezTo>
                    <a:pt x="71898" y="9282"/>
                    <a:pt x="71932" y="9282"/>
                    <a:pt x="71932" y="9248"/>
                  </a:cubicBezTo>
                  <a:lnTo>
                    <a:pt x="72035" y="9213"/>
                  </a:lnTo>
                  <a:cubicBezTo>
                    <a:pt x="72103" y="9213"/>
                    <a:pt x="72103" y="9179"/>
                    <a:pt x="72103" y="9111"/>
                  </a:cubicBezTo>
                  <a:cubicBezTo>
                    <a:pt x="72079" y="9087"/>
                    <a:pt x="72054" y="9063"/>
                    <a:pt x="72030" y="9063"/>
                  </a:cubicBezTo>
                  <a:close/>
                  <a:moveTo>
                    <a:pt x="71454" y="9213"/>
                  </a:moveTo>
                  <a:lnTo>
                    <a:pt x="71318" y="9248"/>
                  </a:lnTo>
                  <a:cubicBezTo>
                    <a:pt x="71284" y="9282"/>
                    <a:pt x="71250" y="9316"/>
                    <a:pt x="71284" y="9384"/>
                  </a:cubicBezTo>
                  <a:cubicBezTo>
                    <a:pt x="71284" y="9418"/>
                    <a:pt x="71318" y="9418"/>
                    <a:pt x="71352" y="9418"/>
                  </a:cubicBezTo>
                  <a:lnTo>
                    <a:pt x="71386" y="9418"/>
                  </a:lnTo>
                  <a:lnTo>
                    <a:pt x="71489" y="9384"/>
                  </a:lnTo>
                  <a:cubicBezTo>
                    <a:pt x="71523" y="9384"/>
                    <a:pt x="71557" y="9316"/>
                    <a:pt x="71557" y="9282"/>
                  </a:cubicBezTo>
                  <a:cubicBezTo>
                    <a:pt x="71523" y="9248"/>
                    <a:pt x="71489" y="9213"/>
                    <a:pt x="71454" y="9213"/>
                  </a:cubicBezTo>
                  <a:close/>
                  <a:moveTo>
                    <a:pt x="70908" y="9384"/>
                  </a:moveTo>
                  <a:lnTo>
                    <a:pt x="70772" y="9418"/>
                  </a:lnTo>
                  <a:cubicBezTo>
                    <a:pt x="70738" y="9452"/>
                    <a:pt x="70704" y="9486"/>
                    <a:pt x="70738" y="9521"/>
                  </a:cubicBezTo>
                  <a:cubicBezTo>
                    <a:pt x="70738" y="9555"/>
                    <a:pt x="70772" y="9589"/>
                    <a:pt x="70806" y="9589"/>
                  </a:cubicBezTo>
                  <a:lnTo>
                    <a:pt x="70840" y="9589"/>
                  </a:lnTo>
                  <a:lnTo>
                    <a:pt x="70943" y="9555"/>
                  </a:lnTo>
                  <a:cubicBezTo>
                    <a:pt x="70977" y="9555"/>
                    <a:pt x="71011" y="9486"/>
                    <a:pt x="71011" y="9452"/>
                  </a:cubicBezTo>
                  <a:cubicBezTo>
                    <a:pt x="70977" y="9418"/>
                    <a:pt x="70943" y="9384"/>
                    <a:pt x="70908" y="9384"/>
                  </a:cubicBezTo>
                  <a:close/>
                  <a:moveTo>
                    <a:pt x="70362" y="9555"/>
                  </a:moveTo>
                  <a:lnTo>
                    <a:pt x="70226" y="9589"/>
                  </a:lnTo>
                  <a:cubicBezTo>
                    <a:pt x="70192" y="9589"/>
                    <a:pt x="70158" y="9657"/>
                    <a:pt x="70192" y="9691"/>
                  </a:cubicBezTo>
                  <a:cubicBezTo>
                    <a:pt x="70192" y="9725"/>
                    <a:pt x="70226" y="9759"/>
                    <a:pt x="70260" y="9759"/>
                  </a:cubicBezTo>
                  <a:lnTo>
                    <a:pt x="70294" y="9759"/>
                  </a:lnTo>
                  <a:lnTo>
                    <a:pt x="70397" y="9725"/>
                  </a:lnTo>
                  <a:cubicBezTo>
                    <a:pt x="70431" y="9691"/>
                    <a:pt x="70465" y="9657"/>
                    <a:pt x="70465" y="9623"/>
                  </a:cubicBezTo>
                  <a:cubicBezTo>
                    <a:pt x="70431" y="9555"/>
                    <a:pt x="70397" y="9555"/>
                    <a:pt x="70362" y="9555"/>
                  </a:cubicBezTo>
                  <a:close/>
                  <a:moveTo>
                    <a:pt x="69834" y="9711"/>
                  </a:moveTo>
                  <a:cubicBezTo>
                    <a:pt x="69819" y="9711"/>
                    <a:pt x="69802" y="9715"/>
                    <a:pt x="69782" y="9725"/>
                  </a:cubicBezTo>
                  <a:lnTo>
                    <a:pt x="69680" y="9759"/>
                  </a:lnTo>
                  <a:cubicBezTo>
                    <a:pt x="69646" y="9759"/>
                    <a:pt x="69612" y="9828"/>
                    <a:pt x="69646" y="9862"/>
                  </a:cubicBezTo>
                  <a:cubicBezTo>
                    <a:pt x="69646" y="9896"/>
                    <a:pt x="69680" y="9930"/>
                    <a:pt x="69714" y="9930"/>
                  </a:cubicBezTo>
                  <a:lnTo>
                    <a:pt x="69748" y="9930"/>
                  </a:lnTo>
                  <a:lnTo>
                    <a:pt x="69851" y="9896"/>
                  </a:lnTo>
                  <a:cubicBezTo>
                    <a:pt x="69885" y="9862"/>
                    <a:pt x="69919" y="9828"/>
                    <a:pt x="69919" y="9759"/>
                  </a:cubicBezTo>
                  <a:cubicBezTo>
                    <a:pt x="69895" y="9735"/>
                    <a:pt x="69871" y="9711"/>
                    <a:pt x="69834" y="9711"/>
                  </a:cubicBezTo>
                  <a:close/>
                  <a:moveTo>
                    <a:pt x="69288" y="9882"/>
                  </a:moveTo>
                  <a:cubicBezTo>
                    <a:pt x="69273" y="9882"/>
                    <a:pt x="69256" y="9886"/>
                    <a:pt x="69236" y="9896"/>
                  </a:cubicBezTo>
                  <a:lnTo>
                    <a:pt x="69134" y="9930"/>
                  </a:lnTo>
                  <a:cubicBezTo>
                    <a:pt x="69100" y="9930"/>
                    <a:pt x="69066" y="9964"/>
                    <a:pt x="69066" y="10032"/>
                  </a:cubicBezTo>
                  <a:cubicBezTo>
                    <a:pt x="69100" y="10067"/>
                    <a:pt x="69134" y="10067"/>
                    <a:pt x="69168" y="10067"/>
                  </a:cubicBezTo>
                  <a:lnTo>
                    <a:pt x="69202" y="10067"/>
                  </a:lnTo>
                  <a:lnTo>
                    <a:pt x="69305" y="10032"/>
                  </a:lnTo>
                  <a:cubicBezTo>
                    <a:pt x="69339" y="10032"/>
                    <a:pt x="69373" y="9998"/>
                    <a:pt x="69339" y="9930"/>
                  </a:cubicBezTo>
                  <a:cubicBezTo>
                    <a:pt x="69339" y="9906"/>
                    <a:pt x="69322" y="9882"/>
                    <a:pt x="69288" y="9882"/>
                  </a:cubicBezTo>
                  <a:close/>
                  <a:moveTo>
                    <a:pt x="68690" y="10032"/>
                  </a:moveTo>
                  <a:lnTo>
                    <a:pt x="68588" y="10067"/>
                  </a:lnTo>
                  <a:cubicBezTo>
                    <a:pt x="68554" y="10101"/>
                    <a:pt x="68520" y="10135"/>
                    <a:pt x="68520" y="10169"/>
                  </a:cubicBezTo>
                  <a:cubicBezTo>
                    <a:pt x="68554" y="10237"/>
                    <a:pt x="68588" y="10237"/>
                    <a:pt x="68622" y="10237"/>
                  </a:cubicBezTo>
                  <a:lnTo>
                    <a:pt x="68759" y="10203"/>
                  </a:lnTo>
                  <a:cubicBezTo>
                    <a:pt x="68793" y="10203"/>
                    <a:pt x="68827" y="10135"/>
                    <a:pt x="68793" y="10101"/>
                  </a:cubicBezTo>
                  <a:cubicBezTo>
                    <a:pt x="68793" y="10067"/>
                    <a:pt x="68759" y="10032"/>
                    <a:pt x="68690" y="10032"/>
                  </a:cubicBezTo>
                  <a:close/>
                  <a:moveTo>
                    <a:pt x="68144" y="10203"/>
                  </a:moveTo>
                  <a:lnTo>
                    <a:pt x="68042" y="10237"/>
                  </a:lnTo>
                  <a:cubicBezTo>
                    <a:pt x="68008" y="10271"/>
                    <a:pt x="67974" y="10305"/>
                    <a:pt x="67974" y="10339"/>
                  </a:cubicBezTo>
                  <a:cubicBezTo>
                    <a:pt x="68008" y="10374"/>
                    <a:pt x="68042" y="10408"/>
                    <a:pt x="68076" y="10408"/>
                  </a:cubicBezTo>
                  <a:lnTo>
                    <a:pt x="68213" y="10374"/>
                  </a:lnTo>
                  <a:cubicBezTo>
                    <a:pt x="68247" y="10374"/>
                    <a:pt x="68281" y="10305"/>
                    <a:pt x="68247" y="10271"/>
                  </a:cubicBezTo>
                  <a:cubicBezTo>
                    <a:pt x="68247" y="10237"/>
                    <a:pt x="68213" y="10203"/>
                    <a:pt x="68144" y="10203"/>
                  </a:cubicBezTo>
                  <a:close/>
                  <a:moveTo>
                    <a:pt x="67599" y="10374"/>
                  </a:moveTo>
                  <a:lnTo>
                    <a:pt x="67496" y="10408"/>
                  </a:lnTo>
                  <a:cubicBezTo>
                    <a:pt x="67462" y="10408"/>
                    <a:pt x="67428" y="10476"/>
                    <a:pt x="67428" y="10510"/>
                  </a:cubicBezTo>
                  <a:cubicBezTo>
                    <a:pt x="67462" y="10544"/>
                    <a:pt x="67496" y="10578"/>
                    <a:pt x="67530" y="10578"/>
                  </a:cubicBezTo>
                  <a:lnTo>
                    <a:pt x="67667" y="10544"/>
                  </a:lnTo>
                  <a:cubicBezTo>
                    <a:pt x="67701" y="10510"/>
                    <a:pt x="67735" y="10476"/>
                    <a:pt x="67701" y="10442"/>
                  </a:cubicBezTo>
                  <a:cubicBezTo>
                    <a:pt x="67701" y="10374"/>
                    <a:pt x="67633" y="10374"/>
                    <a:pt x="67599" y="10374"/>
                  </a:cubicBezTo>
                  <a:close/>
                  <a:moveTo>
                    <a:pt x="67089" y="10530"/>
                  </a:moveTo>
                  <a:cubicBezTo>
                    <a:pt x="67075" y="10530"/>
                    <a:pt x="67063" y="10534"/>
                    <a:pt x="67053" y="10544"/>
                  </a:cubicBezTo>
                  <a:lnTo>
                    <a:pt x="66950" y="10578"/>
                  </a:lnTo>
                  <a:cubicBezTo>
                    <a:pt x="66882" y="10578"/>
                    <a:pt x="66882" y="10612"/>
                    <a:pt x="66882" y="10681"/>
                  </a:cubicBezTo>
                  <a:cubicBezTo>
                    <a:pt x="66882" y="10715"/>
                    <a:pt x="66916" y="10749"/>
                    <a:pt x="66984" y="10749"/>
                  </a:cubicBezTo>
                  <a:cubicBezTo>
                    <a:pt x="66984" y="10749"/>
                    <a:pt x="66984" y="10749"/>
                    <a:pt x="66984" y="10715"/>
                  </a:cubicBezTo>
                  <a:lnTo>
                    <a:pt x="67087" y="10715"/>
                  </a:lnTo>
                  <a:cubicBezTo>
                    <a:pt x="67155" y="10681"/>
                    <a:pt x="67189" y="10647"/>
                    <a:pt x="67155" y="10578"/>
                  </a:cubicBezTo>
                  <a:cubicBezTo>
                    <a:pt x="67155" y="10554"/>
                    <a:pt x="67121" y="10530"/>
                    <a:pt x="67089" y="10530"/>
                  </a:cubicBezTo>
                  <a:close/>
                  <a:moveTo>
                    <a:pt x="66507" y="10681"/>
                  </a:moveTo>
                  <a:lnTo>
                    <a:pt x="66404" y="10715"/>
                  </a:lnTo>
                  <a:cubicBezTo>
                    <a:pt x="66336" y="10749"/>
                    <a:pt x="66336" y="10783"/>
                    <a:pt x="66336" y="10851"/>
                  </a:cubicBezTo>
                  <a:cubicBezTo>
                    <a:pt x="66336" y="10885"/>
                    <a:pt x="66370" y="10885"/>
                    <a:pt x="66404" y="10885"/>
                  </a:cubicBezTo>
                  <a:lnTo>
                    <a:pt x="66438" y="10885"/>
                  </a:lnTo>
                  <a:lnTo>
                    <a:pt x="66541" y="10851"/>
                  </a:lnTo>
                  <a:cubicBezTo>
                    <a:pt x="66609" y="10851"/>
                    <a:pt x="66609" y="10817"/>
                    <a:pt x="66609" y="10749"/>
                  </a:cubicBezTo>
                  <a:cubicBezTo>
                    <a:pt x="66609" y="10715"/>
                    <a:pt x="66541" y="10681"/>
                    <a:pt x="66507" y="10681"/>
                  </a:cubicBezTo>
                  <a:close/>
                  <a:moveTo>
                    <a:pt x="65961" y="10851"/>
                  </a:moveTo>
                  <a:lnTo>
                    <a:pt x="65858" y="10885"/>
                  </a:lnTo>
                  <a:cubicBezTo>
                    <a:pt x="65790" y="10920"/>
                    <a:pt x="65790" y="10954"/>
                    <a:pt x="65790" y="10988"/>
                  </a:cubicBezTo>
                  <a:cubicBezTo>
                    <a:pt x="65790" y="11022"/>
                    <a:pt x="65824" y="11056"/>
                    <a:pt x="65858" y="11056"/>
                  </a:cubicBezTo>
                  <a:lnTo>
                    <a:pt x="65892" y="11056"/>
                  </a:lnTo>
                  <a:lnTo>
                    <a:pt x="65995" y="11022"/>
                  </a:lnTo>
                  <a:cubicBezTo>
                    <a:pt x="66063" y="11022"/>
                    <a:pt x="66063" y="10954"/>
                    <a:pt x="66063" y="10920"/>
                  </a:cubicBezTo>
                  <a:cubicBezTo>
                    <a:pt x="66063" y="10885"/>
                    <a:pt x="65995" y="10851"/>
                    <a:pt x="65961" y="10851"/>
                  </a:cubicBezTo>
                  <a:close/>
                  <a:moveTo>
                    <a:pt x="65415" y="11022"/>
                  </a:moveTo>
                  <a:lnTo>
                    <a:pt x="65312" y="11056"/>
                  </a:lnTo>
                  <a:cubicBezTo>
                    <a:pt x="65244" y="11056"/>
                    <a:pt x="65210" y="11124"/>
                    <a:pt x="65244" y="11158"/>
                  </a:cubicBezTo>
                  <a:cubicBezTo>
                    <a:pt x="65244" y="11193"/>
                    <a:pt x="65278" y="11227"/>
                    <a:pt x="65312" y="11227"/>
                  </a:cubicBezTo>
                  <a:lnTo>
                    <a:pt x="65346" y="11227"/>
                  </a:lnTo>
                  <a:lnTo>
                    <a:pt x="65449" y="11193"/>
                  </a:lnTo>
                  <a:cubicBezTo>
                    <a:pt x="65517" y="11158"/>
                    <a:pt x="65517" y="11124"/>
                    <a:pt x="65517" y="11090"/>
                  </a:cubicBezTo>
                  <a:cubicBezTo>
                    <a:pt x="65517" y="11022"/>
                    <a:pt x="65449" y="11022"/>
                    <a:pt x="65415" y="11022"/>
                  </a:cubicBezTo>
                  <a:close/>
                  <a:moveTo>
                    <a:pt x="64896" y="11179"/>
                  </a:moveTo>
                  <a:cubicBezTo>
                    <a:pt x="64887" y="11179"/>
                    <a:pt x="64878" y="11183"/>
                    <a:pt x="64869" y="11193"/>
                  </a:cubicBezTo>
                  <a:lnTo>
                    <a:pt x="64732" y="11227"/>
                  </a:lnTo>
                  <a:cubicBezTo>
                    <a:pt x="64698" y="11227"/>
                    <a:pt x="64664" y="11295"/>
                    <a:pt x="64698" y="11329"/>
                  </a:cubicBezTo>
                  <a:cubicBezTo>
                    <a:pt x="64698" y="11363"/>
                    <a:pt x="64732" y="11397"/>
                    <a:pt x="64766" y="11397"/>
                  </a:cubicBezTo>
                  <a:lnTo>
                    <a:pt x="64800" y="11397"/>
                  </a:lnTo>
                  <a:lnTo>
                    <a:pt x="64903" y="11363"/>
                  </a:lnTo>
                  <a:cubicBezTo>
                    <a:pt x="64937" y="11329"/>
                    <a:pt x="64971" y="11295"/>
                    <a:pt x="64971" y="11261"/>
                  </a:cubicBezTo>
                  <a:cubicBezTo>
                    <a:pt x="64946" y="11211"/>
                    <a:pt x="64921" y="11179"/>
                    <a:pt x="64896" y="11179"/>
                  </a:cubicBezTo>
                  <a:close/>
                  <a:moveTo>
                    <a:pt x="64353" y="11349"/>
                  </a:moveTo>
                  <a:cubicBezTo>
                    <a:pt x="64343" y="11349"/>
                    <a:pt x="64333" y="11353"/>
                    <a:pt x="64323" y="11363"/>
                  </a:cubicBezTo>
                  <a:lnTo>
                    <a:pt x="64186" y="11397"/>
                  </a:lnTo>
                  <a:cubicBezTo>
                    <a:pt x="64152" y="11397"/>
                    <a:pt x="64118" y="11431"/>
                    <a:pt x="64152" y="11500"/>
                  </a:cubicBezTo>
                  <a:cubicBezTo>
                    <a:pt x="64152" y="11534"/>
                    <a:pt x="64186" y="11568"/>
                    <a:pt x="64220" y="11568"/>
                  </a:cubicBezTo>
                  <a:cubicBezTo>
                    <a:pt x="64220" y="11568"/>
                    <a:pt x="64254" y="11534"/>
                    <a:pt x="64254" y="11534"/>
                  </a:cubicBezTo>
                  <a:lnTo>
                    <a:pt x="64357" y="11500"/>
                  </a:lnTo>
                  <a:cubicBezTo>
                    <a:pt x="64391" y="11500"/>
                    <a:pt x="64425" y="11466"/>
                    <a:pt x="64425" y="11397"/>
                  </a:cubicBezTo>
                  <a:cubicBezTo>
                    <a:pt x="64401" y="11373"/>
                    <a:pt x="64377" y="11349"/>
                    <a:pt x="64353" y="11349"/>
                  </a:cubicBezTo>
                  <a:close/>
                  <a:moveTo>
                    <a:pt x="63777" y="11500"/>
                  </a:moveTo>
                  <a:lnTo>
                    <a:pt x="63640" y="11534"/>
                  </a:lnTo>
                  <a:cubicBezTo>
                    <a:pt x="63606" y="11568"/>
                    <a:pt x="63572" y="11602"/>
                    <a:pt x="63606" y="11636"/>
                  </a:cubicBezTo>
                  <a:cubicBezTo>
                    <a:pt x="63606" y="11704"/>
                    <a:pt x="63640" y="11704"/>
                    <a:pt x="63674" y="11704"/>
                  </a:cubicBezTo>
                  <a:lnTo>
                    <a:pt x="63708" y="11704"/>
                  </a:lnTo>
                  <a:lnTo>
                    <a:pt x="63811" y="11670"/>
                  </a:lnTo>
                  <a:cubicBezTo>
                    <a:pt x="63845" y="11670"/>
                    <a:pt x="63879" y="11602"/>
                    <a:pt x="63879" y="11568"/>
                  </a:cubicBezTo>
                  <a:cubicBezTo>
                    <a:pt x="63845" y="11534"/>
                    <a:pt x="63811" y="11500"/>
                    <a:pt x="63777" y="11500"/>
                  </a:cubicBezTo>
                  <a:close/>
                  <a:moveTo>
                    <a:pt x="63197" y="11670"/>
                  </a:moveTo>
                  <a:lnTo>
                    <a:pt x="63094" y="11704"/>
                  </a:lnTo>
                  <a:cubicBezTo>
                    <a:pt x="63060" y="11739"/>
                    <a:pt x="63026" y="11773"/>
                    <a:pt x="63060" y="11807"/>
                  </a:cubicBezTo>
                  <a:cubicBezTo>
                    <a:pt x="63060" y="11841"/>
                    <a:pt x="63094" y="11875"/>
                    <a:pt x="63128" y="11875"/>
                  </a:cubicBezTo>
                  <a:lnTo>
                    <a:pt x="63163" y="11875"/>
                  </a:lnTo>
                  <a:lnTo>
                    <a:pt x="63265" y="11841"/>
                  </a:lnTo>
                  <a:cubicBezTo>
                    <a:pt x="63299" y="11841"/>
                    <a:pt x="63333" y="11773"/>
                    <a:pt x="63333" y="11739"/>
                  </a:cubicBezTo>
                  <a:cubicBezTo>
                    <a:pt x="63299" y="11704"/>
                    <a:pt x="63265" y="11670"/>
                    <a:pt x="63197" y="11670"/>
                  </a:cubicBezTo>
                  <a:close/>
                  <a:moveTo>
                    <a:pt x="62651" y="11841"/>
                  </a:moveTo>
                  <a:lnTo>
                    <a:pt x="62548" y="11875"/>
                  </a:lnTo>
                  <a:cubicBezTo>
                    <a:pt x="62514" y="11875"/>
                    <a:pt x="62480" y="11943"/>
                    <a:pt x="62480" y="11977"/>
                  </a:cubicBezTo>
                  <a:cubicBezTo>
                    <a:pt x="62514" y="12012"/>
                    <a:pt x="62548" y="12046"/>
                    <a:pt x="62582" y="12046"/>
                  </a:cubicBezTo>
                  <a:lnTo>
                    <a:pt x="62617" y="12046"/>
                  </a:lnTo>
                  <a:lnTo>
                    <a:pt x="62719" y="12012"/>
                  </a:lnTo>
                  <a:cubicBezTo>
                    <a:pt x="62753" y="11977"/>
                    <a:pt x="62787" y="11943"/>
                    <a:pt x="62787" y="11909"/>
                  </a:cubicBezTo>
                  <a:cubicBezTo>
                    <a:pt x="62753" y="11841"/>
                    <a:pt x="62719" y="11841"/>
                    <a:pt x="62651" y="11841"/>
                  </a:cubicBezTo>
                  <a:close/>
                  <a:moveTo>
                    <a:pt x="62156" y="11997"/>
                  </a:moveTo>
                  <a:cubicBezTo>
                    <a:pt x="62142" y="11997"/>
                    <a:pt x="62125" y="12002"/>
                    <a:pt x="62105" y="12012"/>
                  </a:cubicBezTo>
                  <a:lnTo>
                    <a:pt x="62002" y="12046"/>
                  </a:lnTo>
                  <a:cubicBezTo>
                    <a:pt x="61968" y="12046"/>
                    <a:pt x="61934" y="12114"/>
                    <a:pt x="61934" y="12148"/>
                  </a:cubicBezTo>
                  <a:cubicBezTo>
                    <a:pt x="61968" y="12182"/>
                    <a:pt x="62002" y="12216"/>
                    <a:pt x="62036" y="12216"/>
                  </a:cubicBezTo>
                  <a:lnTo>
                    <a:pt x="62173" y="12182"/>
                  </a:lnTo>
                  <a:cubicBezTo>
                    <a:pt x="62207" y="12148"/>
                    <a:pt x="62241" y="12114"/>
                    <a:pt x="62207" y="12046"/>
                  </a:cubicBezTo>
                  <a:cubicBezTo>
                    <a:pt x="62207" y="12022"/>
                    <a:pt x="62190" y="11997"/>
                    <a:pt x="62156" y="11997"/>
                  </a:cubicBezTo>
                  <a:close/>
                  <a:moveTo>
                    <a:pt x="61610" y="12168"/>
                  </a:moveTo>
                  <a:cubicBezTo>
                    <a:pt x="61596" y="12168"/>
                    <a:pt x="61579" y="12172"/>
                    <a:pt x="61559" y="12182"/>
                  </a:cubicBezTo>
                  <a:lnTo>
                    <a:pt x="61456" y="12216"/>
                  </a:lnTo>
                  <a:cubicBezTo>
                    <a:pt x="61422" y="12216"/>
                    <a:pt x="61388" y="12250"/>
                    <a:pt x="61388" y="12319"/>
                  </a:cubicBezTo>
                  <a:cubicBezTo>
                    <a:pt x="61422" y="12353"/>
                    <a:pt x="61456" y="12353"/>
                    <a:pt x="61490" y="12353"/>
                  </a:cubicBezTo>
                  <a:lnTo>
                    <a:pt x="61627" y="12319"/>
                  </a:lnTo>
                  <a:cubicBezTo>
                    <a:pt x="61661" y="12319"/>
                    <a:pt x="61695" y="12285"/>
                    <a:pt x="61661" y="12216"/>
                  </a:cubicBezTo>
                  <a:cubicBezTo>
                    <a:pt x="61661" y="12192"/>
                    <a:pt x="61644" y="12168"/>
                    <a:pt x="61610" y="12168"/>
                  </a:cubicBezTo>
                  <a:close/>
                  <a:moveTo>
                    <a:pt x="61013" y="12319"/>
                  </a:moveTo>
                  <a:lnTo>
                    <a:pt x="60910" y="12353"/>
                  </a:lnTo>
                  <a:cubicBezTo>
                    <a:pt x="60876" y="12387"/>
                    <a:pt x="60842" y="12421"/>
                    <a:pt x="60842" y="12455"/>
                  </a:cubicBezTo>
                  <a:cubicBezTo>
                    <a:pt x="60876" y="12489"/>
                    <a:pt x="60910" y="12523"/>
                    <a:pt x="60945" y="12523"/>
                  </a:cubicBezTo>
                  <a:lnTo>
                    <a:pt x="61081" y="12489"/>
                  </a:lnTo>
                  <a:cubicBezTo>
                    <a:pt x="61115" y="12489"/>
                    <a:pt x="61149" y="12421"/>
                    <a:pt x="61115" y="12387"/>
                  </a:cubicBezTo>
                  <a:cubicBezTo>
                    <a:pt x="61115" y="12353"/>
                    <a:pt x="61047" y="12319"/>
                    <a:pt x="61013" y="12319"/>
                  </a:cubicBezTo>
                  <a:close/>
                  <a:moveTo>
                    <a:pt x="60467" y="12489"/>
                  </a:moveTo>
                  <a:lnTo>
                    <a:pt x="60364" y="12523"/>
                  </a:lnTo>
                  <a:cubicBezTo>
                    <a:pt x="60330" y="12523"/>
                    <a:pt x="60296" y="12592"/>
                    <a:pt x="60296" y="12626"/>
                  </a:cubicBezTo>
                  <a:cubicBezTo>
                    <a:pt x="60296" y="12660"/>
                    <a:pt x="60330" y="12694"/>
                    <a:pt x="60399" y="12694"/>
                  </a:cubicBezTo>
                  <a:lnTo>
                    <a:pt x="60535" y="12660"/>
                  </a:lnTo>
                  <a:cubicBezTo>
                    <a:pt x="60569" y="12660"/>
                    <a:pt x="60603" y="12592"/>
                    <a:pt x="60569" y="12557"/>
                  </a:cubicBezTo>
                  <a:cubicBezTo>
                    <a:pt x="60569" y="12489"/>
                    <a:pt x="60501" y="12489"/>
                    <a:pt x="60467" y="12489"/>
                  </a:cubicBezTo>
                  <a:close/>
                  <a:moveTo>
                    <a:pt x="59954" y="12646"/>
                  </a:moveTo>
                  <a:cubicBezTo>
                    <a:pt x="59942" y="12646"/>
                    <a:pt x="59930" y="12651"/>
                    <a:pt x="59921" y="12660"/>
                  </a:cubicBezTo>
                  <a:lnTo>
                    <a:pt x="59818" y="12694"/>
                  </a:lnTo>
                  <a:cubicBezTo>
                    <a:pt x="59750" y="12694"/>
                    <a:pt x="59750" y="12762"/>
                    <a:pt x="59750" y="12796"/>
                  </a:cubicBezTo>
                  <a:cubicBezTo>
                    <a:pt x="59750" y="12830"/>
                    <a:pt x="59784" y="12865"/>
                    <a:pt x="59818" y="12865"/>
                  </a:cubicBezTo>
                  <a:lnTo>
                    <a:pt x="59853" y="12865"/>
                  </a:lnTo>
                  <a:lnTo>
                    <a:pt x="59955" y="12830"/>
                  </a:lnTo>
                  <a:cubicBezTo>
                    <a:pt x="60023" y="12796"/>
                    <a:pt x="60057" y="12762"/>
                    <a:pt x="60023" y="12728"/>
                  </a:cubicBezTo>
                  <a:cubicBezTo>
                    <a:pt x="60023" y="12678"/>
                    <a:pt x="59987" y="12646"/>
                    <a:pt x="59954" y="12646"/>
                  </a:cubicBezTo>
                  <a:close/>
                  <a:moveTo>
                    <a:pt x="59411" y="12816"/>
                  </a:moveTo>
                  <a:cubicBezTo>
                    <a:pt x="59398" y="12816"/>
                    <a:pt x="59385" y="12820"/>
                    <a:pt x="59375" y="12830"/>
                  </a:cubicBezTo>
                  <a:lnTo>
                    <a:pt x="59272" y="12865"/>
                  </a:lnTo>
                  <a:cubicBezTo>
                    <a:pt x="59204" y="12865"/>
                    <a:pt x="59204" y="12899"/>
                    <a:pt x="59204" y="12967"/>
                  </a:cubicBezTo>
                  <a:cubicBezTo>
                    <a:pt x="59204" y="13001"/>
                    <a:pt x="59238" y="13035"/>
                    <a:pt x="59272" y="13035"/>
                  </a:cubicBezTo>
                  <a:cubicBezTo>
                    <a:pt x="59307" y="13035"/>
                    <a:pt x="59307" y="13035"/>
                    <a:pt x="59307" y="13001"/>
                  </a:cubicBezTo>
                  <a:lnTo>
                    <a:pt x="59409" y="12967"/>
                  </a:lnTo>
                  <a:cubicBezTo>
                    <a:pt x="59477" y="12967"/>
                    <a:pt x="59477" y="12933"/>
                    <a:pt x="59477" y="12865"/>
                  </a:cubicBezTo>
                  <a:cubicBezTo>
                    <a:pt x="59477" y="12840"/>
                    <a:pt x="59443" y="12816"/>
                    <a:pt x="59411" y="12816"/>
                  </a:cubicBezTo>
                  <a:close/>
                  <a:moveTo>
                    <a:pt x="58829" y="12967"/>
                  </a:moveTo>
                  <a:lnTo>
                    <a:pt x="58727" y="13001"/>
                  </a:lnTo>
                  <a:cubicBezTo>
                    <a:pt x="58658" y="13035"/>
                    <a:pt x="58658" y="13069"/>
                    <a:pt x="58658" y="13138"/>
                  </a:cubicBezTo>
                  <a:cubicBezTo>
                    <a:pt x="58658" y="13172"/>
                    <a:pt x="58692" y="13172"/>
                    <a:pt x="58727" y="13172"/>
                  </a:cubicBezTo>
                  <a:lnTo>
                    <a:pt x="58761" y="13172"/>
                  </a:lnTo>
                  <a:lnTo>
                    <a:pt x="58863" y="13138"/>
                  </a:lnTo>
                  <a:cubicBezTo>
                    <a:pt x="58931" y="13138"/>
                    <a:pt x="58931" y="13069"/>
                    <a:pt x="58931" y="13035"/>
                  </a:cubicBezTo>
                  <a:cubicBezTo>
                    <a:pt x="58931" y="13001"/>
                    <a:pt x="58863" y="12967"/>
                    <a:pt x="58829" y="12967"/>
                  </a:cubicBezTo>
                  <a:close/>
                  <a:moveTo>
                    <a:pt x="58283" y="13138"/>
                  </a:moveTo>
                  <a:lnTo>
                    <a:pt x="58181" y="13172"/>
                  </a:lnTo>
                  <a:cubicBezTo>
                    <a:pt x="58112" y="13206"/>
                    <a:pt x="58078" y="13240"/>
                    <a:pt x="58112" y="13274"/>
                  </a:cubicBezTo>
                  <a:cubicBezTo>
                    <a:pt x="58112" y="13308"/>
                    <a:pt x="58146" y="13342"/>
                    <a:pt x="58181" y="13342"/>
                  </a:cubicBezTo>
                  <a:lnTo>
                    <a:pt x="58215" y="13342"/>
                  </a:lnTo>
                  <a:lnTo>
                    <a:pt x="58317" y="13308"/>
                  </a:lnTo>
                  <a:cubicBezTo>
                    <a:pt x="58351" y="13308"/>
                    <a:pt x="58385" y="13240"/>
                    <a:pt x="58385" y="13206"/>
                  </a:cubicBezTo>
                  <a:cubicBezTo>
                    <a:pt x="58351" y="13172"/>
                    <a:pt x="58317" y="13138"/>
                    <a:pt x="58283" y="13138"/>
                  </a:cubicBezTo>
                  <a:close/>
                  <a:moveTo>
                    <a:pt x="57737" y="13308"/>
                  </a:moveTo>
                  <a:lnTo>
                    <a:pt x="57600" y="13342"/>
                  </a:lnTo>
                  <a:cubicBezTo>
                    <a:pt x="57566" y="13342"/>
                    <a:pt x="57532" y="13411"/>
                    <a:pt x="57566" y="13445"/>
                  </a:cubicBezTo>
                  <a:cubicBezTo>
                    <a:pt x="57566" y="13479"/>
                    <a:pt x="57600" y="13513"/>
                    <a:pt x="57635" y="13513"/>
                  </a:cubicBezTo>
                  <a:lnTo>
                    <a:pt x="57669" y="13513"/>
                  </a:lnTo>
                  <a:lnTo>
                    <a:pt x="57771" y="13479"/>
                  </a:lnTo>
                  <a:cubicBezTo>
                    <a:pt x="57805" y="13445"/>
                    <a:pt x="57839" y="13411"/>
                    <a:pt x="57839" y="13376"/>
                  </a:cubicBezTo>
                  <a:cubicBezTo>
                    <a:pt x="57805" y="13308"/>
                    <a:pt x="57771" y="13308"/>
                    <a:pt x="57737" y="13308"/>
                  </a:cubicBezTo>
                  <a:close/>
                  <a:moveTo>
                    <a:pt x="57221" y="13465"/>
                  </a:moveTo>
                  <a:cubicBezTo>
                    <a:pt x="57211" y="13465"/>
                    <a:pt x="57201" y="13469"/>
                    <a:pt x="57191" y="13479"/>
                  </a:cubicBezTo>
                  <a:lnTo>
                    <a:pt x="57055" y="13513"/>
                  </a:lnTo>
                  <a:cubicBezTo>
                    <a:pt x="57020" y="13513"/>
                    <a:pt x="56986" y="13581"/>
                    <a:pt x="57020" y="13615"/>
                  </a:cubicBezTo>
                  <a:cubicBezTo>
                    <a:pt x="57020" y="13649"/>
                    <a:pt x="57055" y="13684"/>
                    <a:pt x="57089" y="13684"/>
                  </a:cubicBezTo>
                  <a:lnTo>
                    <a:pt x="57123" y="13684"/>
                  </a:lnTo>
                  <a:lnTo>
                    <a:pt x="57225" y="13649"/>
                  </a:lnTo>
                  <a:cubicBezTo>
                    <a:pt x="57259" y="13615"/>
                    <a:pt x="57293" y="13581"/>
                    <a:pt x="57293" y="13513"/>
                  </a:cubicBezTo>
                  <a:cubicBezTo>
                    <a:pt x="57269" y="13489"/>
                    <a:pt x="57245" y="13465"/>
                    <a:pt x="57221" y="13465"/>
                  </a:cubicBezTo>
                  <a:close/>
                  <a:moveTo>
                    <a:pt x="56663" y="13635"/>
                  </a:moveTo>
                  <a:cubicBezTo>
                    <a:pt x="56648" y="13635"/>
                    <a:pt x="56631" y="13639"/>
                    <a:pt x="56611" y="13649"/>
                  </a:cubicBezTo>
                  <a:lnTo>
                    <a:pt x="56509" y="13684"/>
                  </a:lnTo>
                  <a:cubicBezTo>
                    <a:pt x="56474" y="13684"/>
                    <a:pt x="56440" y="13718"/>
                    <a:pt x="56474" y="13786"/>
                  </a:cubicBezTo>
                  <a:cubicBezTo>
                    <a:pt x="56474" y="13820"/>
                    <a:pt x="56509" y="13820"/>
                    <a:pt x="56543" y="13820"/>
                  </a:cubicBezTo>
                  <a:lnTo>
                    <a:pt x="56577" y="13820"/>
                  </a:lnTo>
                  <a:lnTo>
                    <a:pt x="56679" y="13786"/>
                  </a:lnTo>
                  <a:cubicBezTo>
                    <a:pt x="56713" y="13786"/>
                    <a:pt x="56747" y="13752"/>
                    <a:pt x="56747" y="13684"/>
                  </a:cubicBezTo>
                  <a:cubicBezTo>
                    <a:pt x="56723" y="13659"/>
                    <a:pt x="56699" y="13635"/>
                    <a:pt x="56663" y="13635"/>
                  </a:cubicBezTo>
                  <a:close/>
                  <a:moveTo>
                    <a:pt x="56065" y="13786"/>
                  </a:moveTo>
                  <a:lnTo>
                    <a:pt x="55963" y="13820"/>
                  </a:lnTo>
                  <a:cubicBezTo>
                    <a:pt x="55928" y="13854"/>
                    <a:pt x="55894" y="13888"/>
                    <a:pt x="55928" y="13922"/>
                  </a:cubicBezTo>
                  <a:cubicBezTo>
                    <a:pt x="55928" y="13991"/>
                    <a:pt x="55963" y="13991"/>
                    <a:pt x="55997" y="13991"/>
                  </a:cubicBezTo>
                  <a:lnTo>
                    <a:pt x="56031" y="13991"/>
                  </a:lnTo>
                  <a:lnTo>
                    <a:pt x="56133" y="13957"/>
                  </a:lnTo>
                  <a:cubicBezTo>
                    <a:pt x="56167" y="13957"/>
                    <a:pt x="56201" y="13888"/>
                    <a:pt x="56201" y="13854"/>
                  </a:cubicBezTo>
                  <a:cubicBezTo>
                    <a:pt x="56167" y="13820"/>
                    <a:pt x="56133" y="13786"/>
                    <a:pt x="56065" y="13786"/>
                  </a:cubicBezTo>
                  <a:close/>
                  <a:moveTo>
                    <a:pt x="55519" y="13957"/>
                  </a:moveTo>
                  <a:lnTo>
                    <a:pt x="55417" y="13991"/>
                  </a:lnTo>
                  <a:cubicBezTo>
                    <a:pt x="55382" y="13991"/>
                    <a:pt x="55348" y="14059"/>
                    <a:pt x="55348" y="14093"/>
                  </a:cubicBezTo>
                  <a:cubicBezTo>
                    <a:pt x="55382" y="14127"/>
                    <a:pt x="55417" y="14161"/>
                    <a:pt x="55451" y="14161"/>
                  </a:cubicBezTo>
                  <a:lnTo>
                    <a:pt x="55485" y="14161"/>
                  </a:lnTo>
                  <a:lnTo>
                    <a:pt x="55587" y="14127"/>
                  </a:lnTo>
                  <a:cubicBezTo>
                    <a:pt x="55621" y="14127"/>
                    <a:pt x="55655" y="14059"/>
                    <a:pt x="55621" y="14025"/>
                  </a:cubicBezTo>
                  <a:cubicBezTo>
                    <a:pt x="55621" y="13957"/>
                    <a:pt x="55587" y="13957"/>
                    <a:pt x="55519" y="13957"/>
                  </a:cubicBezTo>
                  <a:close/>
                  <a:moveTo>
                    <a:pt x="54973" y="14127"/>
                  </a:moveTo>
                  <a:lnTo>
                    <a:pt x="54871" y="14161"/>
                  </a:lnTo>
                  <a:cubicBezTo>
                    <a:pt x="54837" y="14161"/>
                    <a:pt x="54802" y="14230"/>
                    <a:pt x="54802" y="14264"/>
                  </a:cubicBezTo>
                  <a:cubicBezTo>
                    <a:pt x="54837" y="14298"/>
                    <a:pt x="54871" y="14332"/>
                    <a:pt x="54905" y="14332"/>
                  </a:cubicBezTo>
                  <a:lnTo>
                    <a:pt x="55041" y="14298"/>
                  </a:lnTo>
                  <a:cubicBezTo>
                    <a:pt x="55075" y="14264"/>
                    <a:pt x="55109" y="14230"/>
                    <a:pt x="55075" y="14195"/>
                  </a:cubicBezTo>
                  <a:cubicBezTo>
                    <a:pt x="55075" y="14127"/>
                    <a:pt x="55041" y="14127"/>
                    <a:pt x="54973" y="14127"/>
                  </a:cubicBezTo>
                  <a:close/>
                  <a:moveTo>
                    <a:pt x="54478" y="14284"/>
                  </a:moveTo>
                  <a:cubicBezTo>
                    <a:pt x="54464" y="14284"/>
                    <a:pt x="54447" y="14288"/>
                    <a:pt x="54427" y="14298"/>
                  </a:cubicBezTo>
                  <a:lnTo>
                    <a:pt x="54325" y="14332"/>
                  </a:lnTo>
                  <a:cubicBezTo>
                    <a:pt x="54291" y="14332"/>
                    <a:pt x="54256" y="14366"/>
                    <a:pt x="54256" y="14434"/>
                  </a:cubicBezTo>
                  <a:cubicBezTo>
                    <a:pt x="54291" y="14468"/>
                    <a:pt x="54325" y="14503"/>
                    <a:pt x="54359" y="14503"/>
                  </a:cubicBezTo>
                  <a:lnTo>
                    <a:pt x="54495" y="14468"/>
                  </a:lnTo>
                  <a:cubicBezTo>
                    <a:pt x="54529" y="14434"/>
                    <a:pt x="54564" y="14400"/>
                    <a:pt x="54529" y="14332"/>
                  </a:cubicBezTo>
                  <a:cubicBezTo>
                    <a:pt x="54529" y="14308"/>
                    <a:pt x="54512" y="14284"/>
                    <a:pt x="54478" y="14284"/>
                  </a:cubicBezTo>
                  <a:close/>
                  <a:moveTo>
                    <a:pt x="53881" y="14434"/>
                  </a:moveTo>
                  <a:lnTo>
                    <a:pt x="53779" y="14468"/>
                  </a:lnTo>
                  <a:cubicBezTo>
                    <a:pt x="53745" y="14503"/>
                    <a:pt x="53710" y="14537"/>
                    <a:pt x="53710" y="14605"/>
                  </a:cubicBezTo>
                  <a:cubicBezTo>
                    <a:pt x="53745" y="14639"/>
                    <a:pt x="53779" y="14639"/>
                    <a:pt x="53813" y="14639"/>
                  </a:cubicBezTo>
                  <a:lnTo>
                    <a:pt x="53949" y="14605"/>
                  </a:lnTo>
                  <a:cubicBezTo>
                    <a:pt x="53983" y="14605"/>
                    <a:pt x="54018" y="14537"/>
                    <a:pt x="53983" y="14503"/>
                  </a:cubicBezTo>
                  <a:cubicBezTo>
                    <a:pt x="53983" y="14468"/>
                    <a:pt x="53915" y="14434"/>
                    <a:pt x="53881" y="14434"/>
                  </a:cubicBezTo>
                  <a:close/>
                  <a:moveTo>
                    <a:pt x="53335" y="14605"/>
                  </a:moveTo>
                  <a:lnTo>
                    <a:pt x="53233" y="14639"/>
                  </a:lnTo>
                  <a:cubicBezTo>
                    <a:pt x="53164" y="14673"/>
                    <a:pt x="53164" y="14707"/>
                    <a:pt x="53164" y="14741"/>
                  </a:cubicBezTo>
                  <a:cubicBezTo>
                    <a:pt x="53164" y="14775"/>
                    <a:pt x="53199" y="14810"/>
                    <a:pt x="53267" y="14810"/>
                  </a:cubicBezTo>
                  <a:lnTo>
                    <a:pt x="53369" y="14775"/>
                  </a:lnTo>
                  <a:cubicBezTo>
                    <a:pt x="53437" y="14775"/>
                    <a:pt x="53472" y="14707"/>
                    <a:pt x="53437" y="14673"/>
                  </a:cubicBezTo>
                  <a:cubicBezTo>
                    <a:pt x="53437" y="14639"/>
                    <a:pt x="53369" y="14605"/>
                    <a:pt x="53335" y="14605"/>
                  </a:cubicBezTo>
                  <a:close/>
                  <a:moveTo>
                    <a:pt x="52789" y="14775"/>
                  </a:moveTo>
                  <a:lnTo>
                    <a:pt x="52687" y="14810"/>
                  </a:lnTo>
                  <a:cubicBezTo>
                    <a:pt x="52619" y="14810"/>
                    <a:pt x="52619" y="14878"/>
                    <a:pt x="52619" y="14912"/>
                  </a:cubicBezTo>
                  <a:cubicBezTo>
                    <a:pt x="52619" y="14946"/>
                    <a:pt x="52653" y="14980"/>
                    <a:pt x="52687" y="14980"/>
                  </a:cubicBezTo>
                  <a:lnTo>
                    <a:pt x="52721" y="14980"/>
                  </a:lnTo>
                  <a:lnTo>
                    <a:pt x="52823" y="14946"/>
                  </a:lnTo>
                  <a:cubicBezTo>
                    <a:pt x="52891" y="14912"/>
                    <a:pt x="52891" y="14878"/>
                    <a:pt x="52891" y="14844"/>
                  </a:cubicBezTo>
                  <a:cubicBezTo>
                    <a:pt x="52891" y="14775"/>
                    <a:pt x="52823" y="14775"/>
                    <a:pt x="52789" y="14775"/>
                  </a:cubicBezTo>
                  <a:close/>
                  <a:moveTo>
                    <a:pt x="52276" y="14933"/>
                  </a:moveTo>
                  <a:cubicBezTo>
                    <a:pt x="52264" y="14933"/>
                    <a:pt x="52252" y="14937"/>
                    <a:pt x="52243" y="14946"/>
                  </a:cubicBezTo>
                  <a:lnTo>
                    <a:pt x="52141" y="14980"/>
                  </a:lnTo>
                  <a:cubicBezTo>
                    <a:pt x="52073" y="14980"/>
                    <a:pt x="52073" y="15048"/>
                    <a:pt x="52073" y="15083"/>
                  </a:cubicBezTo>
                  <a:cubicBezTo>
                    <a:pt x="52073" y="15117"/>
                    <a:pt x="52107" y="15151"/>
                    <a:pt x="52141" y="15151"/>
                  </a:cubicBezTo>
                  <a:lnTo>
                    <a:pt x="52175" y="15151"/>
                  </a:lnTo>
                  <a:lnTo>
                    <a:pt x="52277" y="15117"/>
                  </a:lnTo>
                  <a:cubicBezTo>
                    <a:pt x="52346" y="15083"/>
                    <a:pt x="52346" y="15048"/>
                    <a:pt x="52346" y="15014"/>
                  </a:cubicBezTo>
                  <a:cubicBezTo>
                    <a:pt x="52346" y="14964"/>
                    <a:pt x="52309" y="14933"/>
                    <a:pt x="52276" y="14933"/>
                  </a:cubicBezTo>
                  <a:close/>
                  <a:moveTo>
                    <a:pt x="51727" y="15103"/>
                  </a:moveTo>
                  <a:cubicBezTo>
                    <a:pt x="51717" y="15103"/>
                    <a:pt x="51707" y="15107"/>
                    <a:pt x="51697" y="15117"/>
                  </a:cubicBezTo>
                  <a:lnTo>
                    <a:pt x="51595" y="15151"/>
                  </a:lnTo>
                  <a:cubicBezTo>
                    <a:pt x="51527" y="15151"/>
                    <a:pt x="51492" y="15185"/>
                    <a:pt x="51527" y="15253"/>
                  </a:cubicBezTo>
                  <a:cubicBezTo>
                    <a:pt x="51527" y="15287"/>
                    <a:pt x="51561" y="15321"/>
                    <a:pt x="51595" y="15321"/>
                  </a:cubicBezTo>
                  <a:cubicBezTo>
                    <a:pt x="51629" y="15321"/>
                    <a:pt x="51629" y="15321"/>
                    <a:pt x="51629" y="15287"/>
                  </a:cubicBezTo>
                  <a:lnTo>
                    <a:pt x="51731" y="15253"/>
                  </a:lnTo>
                  <a:cubicBezTo>
                    <a:pt x="51800" y="15253"/>
                    <a:pt x="51800" y="15219"/>
                    <a:pt x="51800" y="15151"/>
                  </a:cubicBezTo>
                  <a:cubicBezTo>
                    <a:pt x="51775" y="15127"/>
                    <a:pt x="51751" y="15103"/>
                    <a:pt x="51727" y="15103"/>
                  </a:cubicBezTo>
                  <a:close/>
                  <a:moveTo>
                    <a:pt x="51151" y="15253"/>
                  </a:moveTo>
                  <a:lnTo>
                    <a:pt x="51015" y="15287"/>
                  </a:lnTo>
                  <a:cubicBezTo>
                    <a:pt x="50981" y="15321"/>
                    <a:pt x="50946" y="15356"/>
                    <a:pt x="50981" y="15424"/>
                  </a:cubicBezTo>
                  <a:cubicBezTo>
                    <a:pt x="50981" y="15458"/>
                    <a:pt x="51015" y="15458"/>
                    <a:pt x="51049" y="15458"/>
                  </a:cubicBezTo>
                  <a:lnTo>
                    <a:pt x="51083" y="15458"/>
                  </a:lnTo>
                  <a:lnTo>
                    <a:pt x="51185" y="15424"/>
                  </a:lnTo>
                  <a:cubicBezTo>
                    <a:pt x="51219" y="15424"/>
                    <a:pt x="51254" y="15356"/>
                    <a:pt x="51254" y="15321"/>
                  </a:cubicBezTo>
                  <a:cubicBezTo>
                    <a:pt x="51219" y="15287"/>
                    <a:pt x="51185" y="15253"/>
                    <a:pt x="51151" y="15253"/>
                  </a:cubicBezTo>
                  <a:close/>
                  <a:moveTo>
                    <a:pt x="50605" y="15424"/>
                  </a:moveTo>
                  <a:lnTo>
                    <a:pt x="50469" y="15458"/>
                  </a:lnTo>
                  <a:cubicBezTo>
                    <a:pt x="50435" y="15492"/>
                    <a:pt x="50401" y="15526"/>
                    <a:pt x="50435" y="15560"/>
                  </a:cubicBezTo>
                  <a:cubicBezTo>
                    <a:pt x="50435" y="15594"/>
                    <a:pt x="50469" y="15629"/>
                    <a:pt x="50503" y="15629"/>
                  </a:cubicBezTo>
                  <a:lnTo>
                    <a:pt x="50537" y="15629"/>
                  </a:lnTo>
                  <a:lnTo>
                    <a:pt x="50639" y="15594"/>
                  </a:lnTo>
                  <a:cubicBezTo>
                    <a:pt x="50673" y="15594"/>
                    <a:pt x="50708" y="15526"/>
                    <a:pt x="50708" y="15492"/>
                  </a:cubicBezTo>
                  <a:cubicBezTo>
                    <a:pt x="50673" y="15458"/>
                    <a:pt x="50639" y="15424"/>
                    <a:pt x="50605" y="15424"/>
                  </a:cubicBezTo>
                  <a:close/>
                  <a:moveTo>
                    <a:pt x="50059" y="15594"/>
                  </a:moveTo>
                  <a:lnTo>
                    <a:pt x="49923" y="15629"/>
                  </a:lnTo>
                  <a:cubicBezTo>
                    <a:pt x="49889" y="15629"/>
                    <a:pt x="49855" y="15697"/>
                    <a:pt x="49889" y="15731"/>
                  </a:cubicBezTo>
                  <a:cubicBezTo>
                    <a:pt x="49889" y="15765"/>
                    <a:pt x="49923" y="15799"/>
                    <a:pt x="49957" y="15799"/>
                  </a:cubicBezTo>
                  <a:lnTo>
                    <a:pt x="49991" y="15799"/>
                  </a:lnTo>
                  <a:lnTo>
                    <a:pt x="50093" y="15765"/>
                  </a:lnTo>
                  <a:cubicBezTo>
                    <a:pt x="50128" y="15731"/>
                    <a:pt x="50162" y="15697"/>
                    <a:pt x="50162" y="15663"/>
                  </a:cubicBezTo>
                  <a:cubicBezTo>
                    <a:pt x="50128" y="15594"/>
                    <a:pt x="50093" y="15594"/>
                    <a:pt x="50059" y="15594"/>
                  </a:cubicBezTo>
                  <a:close/>
                  <a:moveTo>
                    <a:pt x="49531" y="15751"/>
                  </a:moveTo>
                  <a:cubicBezTo>
                    <a:pt x="49516" y="15751"/>
                    <a:pt x="49499" y="15755"/>
                    <a:pt x="49479" y="15765"/>
                  </a:cubicBezTo>
                  <a:lnTo>
                    <a:pt x="49377" y="15799"/>
                  </a:lnTo>
                  <a:cubicBezTo>
                    <a:pt x="49343" y="15799"/>
                    <a:pt x="49309" y="15867"/>
                    <a:pt x="49343" y="15902"/>
                  </a:cubicBezTo>
                  <a:cubicBezTo>
                    <a:pt x="49343" y="15936"/>
                    <a:pt x="49377" y="15970"/>
                    <a:pt x="49411" y="15970"/>
                  </a:cubicBezTo>
                  <a:lnTo>
                    <a:pt x="49445" y="15970"/>
                  </a:lnTo>
                  <a:lnTo>
                    <a:pt x="49547" y="15936"/>
                  </a:lnTo>
                  <a:cubicBezTo>
                    <a:pt x="49582" y="15902"/>
                    <a:pt x="49616" y="15867"/>
                    <a:pt x="49616" y="15799"/>
                  </a:cubicBezTo>
                  <a:cubicBezTo>
                    <a:pt x="49592" y="15775"/>
                    <a:pt x="49567" y="15751"/>
                    <a:pt x="49531" y="15751"/>
                  </a:cubicBezTo>
                  <a:close/>
                  <a:moveTo>
                    <a:pt x="48985" y="15922"/>
                  </a:moveTo>
                  <a:cubicBezTo>
                    <a:pt x="48970" y="15922"/>
                    <a:pt x="48953" y="15926"/>
                    <a:pt x="48933" y="15936"/>
                  </a:cubicBezTo>
                  <a:lnTo>
                    <a:pt x="48831" y="15970"/>
                  </a:lnTo>
                  <a:cubicBezTo>
                    <a:pt x="48797" y="15970"/>
                    <a:pt x="48763" y="16004"/>
                    <a:pt x="48763" y="16072"/>
                  </a:cubicBezTo>
                  <a:cubicBezTo>
                    <a:pt x="48797" y="16106"/>
                    <a:pt x="48831" y="16106"/>
                    <a:pt x="48865" y="16106"/>
                  </a:cubicBezTo>
                  <a:lnTo>
                    <a:pt x="48899" y="16106"/>
                  </a:lnTo>
                  <a:lnTo>
                    <a:pt x="49001" y="16072"/>
                  </a:lnTo>
                  <a:cubicBezTo>
                    <a:pt x="49036" y="16072"/>
                    <a:pt x="49070" y="16038"/>
                    <a:pt x="49070" y="15970"/>
                  </a:cubicBezTo>
                  <a:cubicBezTo>
                    <a:pt x="49046" y="15946"/>
                    <a:pt x="49021" y="15922"/>
                    <a:pt x="48985" y="15922"/>
                  </a:cubicBezTo>
                  <a:close/>
                  <a:moveTo>
                    <a:pt x="48387" y="16072"/>
                  </a:moveTo>
                  <a:lnTo>
                    <a:pt x="48285" y="16106"/>
                  </a:lnTo>
                  <a:cubicBezTo>
                    <a:pt x="48251" y="16140"/>
                    <a:pt x="48217" y="16175"/>
                    <a:pt x="48217" y="16209"/>
                  </a:cubicBezTo>
                  <a:cubicBezTo>
                    <a:pt x="48251" y="16277"/>
                    <a:pt x="48285" y="16277"/>
                    <a:pt x="48319" y="16277"/>
                  </a:cubicBezTo>
                  <a:lnTo>
                    <a:pt x="48353" y="16277"/>
                  </a:lnTo>
                  <a:lnTo>
                    <a:pt x="48455" y="16243"/>
                  </a:lnTo>
                  <a:cubicBezTo>
                    <a:pt x="48490" y="16243"/>
                    <a:pt x="48524" y="16175"/>
                    <a:pt x="48490" y="16140"/>
                  </a:cubicBezTo>
                  <a:cubicBezTo>
                    <a:pt x="48490" y="16106"/>
                    <a:pt x="48455" y="16072"/>
                    <a:pt x="48387" y="16072"/>
                  </a:cubicBezTo>
                  <a:close/>
                  <a:moveTo>
                    <a:pt x="47841" y="16243"/>
                  </a:moveTo>
                  <a:lnTo>
                    <a:pt x="47739" y="16277"/>
                  </a:lnTo>
                  <a:cubicBezTo>
                    <a:pt x="47705" y="16311"/>
                    <a:pt x="47671" y="16345"/>
                    <a:pt x="47671" y="16379"/>
                  </a:cubicBezTo>
                  <a:cubicBezTo>
                    <a:pt x="47705" y="16413"/>
                    <a:pt x="47739" y="16448"/>
                    <a:pt x="47773" y="16448"/>
                  </a:cubicBezTo>
                  <a:lnTo>
                    <a:pt x="47910" y="16413"/>
                  </a:lnTo>
                  <a:cubicBezTo>
                    <a:pt x="47944" y="16413"/>
                    <a:pt x="47978" y="16345"/>
                    <a:pt x="47944" y="16311"/>
                  </a:cubicBezTo>
                  <a:cubicBezTo>
                    <a:pt x="47944" y="16277"/>
                    <a:pt x="47910" y="16243"/>
                    <a:pt x="47841" y="16243"/>
                  </a:cubicBezTo>
                  <a:close/>
                  <a:moveTo>
                    <a:pt x="47295" y="16413"/>
                  </a:moveTo>
                  <a:lnTo>
                    <a:pt x="47193" y="16448"/>
                  </a:lnTo>
                  <a:cubicBezTo>
                    <a:pt x="47159" y="16448"/>
                    <a:pt x="47125" y="16516"/>
                    <a:pt x="47125" y="16550"/>
                  </a:cubicBezTo>
                  <a:cubicBezTo>
                    <a:pt x="47159" y="16584"/>
                    <a:pt x="47193" y="16618"/>
                    <a:pt x="47227" y="16618"/>
                  </a:cubicBezTo>
                  <a:lnTo>
                    <a:pt x="47364" y="16584"/>
                  </a:lnTo>
                  <a:cubicBezTo>
                    <a:pt x="47398" y="16550"/>
                    <a:pt x="47432" y="16516"/>
                    <a:pt x="47398" y="16482"/>
                  </a:cubicBezTo>
                  <a:cubicBezTo>
                    <a:pt x="47398" y="16413"/>
                    <a:pt x="47329" y="16413"/>
                    <a:pt x="47295" y="16413"/>
                  </a:cubicBezTo>
                  <a:close/>
                  <a:moveTo>
                    <a:pt x="46786" y="16570"/>
                  </a:moveTo>
                  <a:cubicBezTo>
                    <a:pt x="46772" y="16570"/>
                    <a:pt x="46759" y="16574"/>
                    <a:pt x="46749" y="16584"/>
                  </a:cubicBezTo>
                  <a:lnTo>
                    <a:pt x="46647" y="16618"/>
                  </a:lnTo>
                  <a:cubicBezTo>
                    <a:pt x="46613" y="16618"/>
                    <a:pt x="46579" y="16652"/>
                    <a:pt x="46579" y="16721"/>
                  </a:cubicBezTo>
                  <a:cubicBezTo>
                    <a:pt x="46579" y="16755"/>
                    <a:pt x="46613" y="16789"/>
                    <a:pt x="46681" y="16789"/>
                  </a:cubicBezTo>
                  <a:lnTo>
                    <a:pt x="46783" y="16755"/>
                  </a:lnTo>
                  <a:cubicBezTo>
                    <a:pt x="46852" y="16721"/>
                    <a:pt x="46886" y="16686"/>
                    <a:pt x="46852" y="16618"/>
                  </a:cubicBezTo>
                  <a:cubicBezTo>
                    <a:pt x="46852" y="16594"/>
                    <a:pt x="46818" y="16570"/>
                    <a:pt x="46786" y="16570"/>
                  </a:cubicBezTo>
                  <a:close/>
                  <a:moveTo>
                    <a:pt x="46240" y="16741"/>
                  </a:moveTo>
                  <a:cubicBezTo>
                    <a:pt x="46226" y="16741"/>
                    <a:pt x="46213" y="16745"/>
                    <a:pt x="46203" y="16755"/>
                  </a:cubicBezTo>
                  <a:lnTo>
                    <a:pt x="46101" y="16789"/>
                  </a:lnTo>
                  <a:cubicBezTo>
                    <a:pt x="46033" y="16789"/>
                    <a:pt x="46033" y="16823"/>
                    <a:pt x="46033" y="16891"/>
                  </a:cubicBezTo>
                  <a:cubicBezTo>
                    <a:pt x="46033" y="16925"/>
                    <a:pt x="46067" y="16925"/>
                    <a:pt x="46101" y="16925"/>
                  </a:cubicBezTo>
                  <a:lnTo>
                    <a:pt x="46135" y="16925"/>
                  </a:lnTo>
                  <a:lnTo>
                    <a:pt x="46238" y="16891"/>
                  </a:lnTo>
                  <a:cubicBezTo>
                    <a:pt x="46306" y="16891"/>
                    <a:pt x="46340" y="16857"/>
                    <a:pt x="46306" y="16789"/>
                  </a:cubicBezTo>
                  <a:cubicBezTo>
                    <a:pt x="46306" y="16765"/>
                    <a:pt x="46272" y="16741"/>
                    <a:pt x="46240" y="16741"/>
                  </a:cubicBezTo>
                  <a:close/>
                  <a:moveTo>
                    <a:pt x="45657" y="16891"/>
                  </a:moveTo>
                  <a:lnTo>
                    <a:pt x="45555" y="16925"/>
                  </a:lnTo>
                  <a:cubicBezTo>
                    <a:pt x="45487" y="16959"/>
                    <a:pt x="45487" y="16993"/>
                    <a:pt x="45487" y="17028"/>
                  </a:cubicBezTo>
                  <a:cubicBezTo>
                    <a:pt x="45487" y="17096"/>
                    <a:pt x="45521" y="17096"/>
                    <a:pt x="45555" y="17096"/>
                  </a:cubicBezTo>
                  <a:lnTo>
                    <a:pt x="45589" y="17096"/>
                  </a:lnTo>
                  <a:lnTo>
                    <a:pt x="45692" y="17062"/>
                  </a:lnTo>
                  <a:cubicBezTo>
                    <a:pt x="45760" y="17062"/>
                    <a:pt x="45760" y="16993"/>
                    <a:pt x="45760" y="16959"/>
                  </a:cubicBezTo>
                  <a:cubicBezTo>
                    <a:pt x="45760" y="16925"/>
                    <a:pt x="45692" y="16891"/>
                    <a:pt x="45657" y="16891"/>
                  </a:cubicBezTo>
                  <a:close/>
                  <a:moveTo>
                    <a:pt x="45111" y="17062"/>
                  </a:moveTo>
                  <a:lnTo>
                    <a:pt x="45009" y="17096"/>
                  </a:lnTo>
                  <a:cubicBezTo>
                    <a:pt x="44941" y="17130"/>
                    <a:pt x="44941" y="17164"/>
                    <a:pt x="44941" y="17198"/>
                  </a:cubicBezTo>
                  <a:cubicBezTo>
                    <a:pt x="44941" y="17232"/>
                    <a:pt x="44975" y="17266"/>
                    <a:pt x="45009" y="17266"/>
                  </a:cubicBezTo>
                  <a:lnTo>
                    <a:pt x="45043" y="17266"/>
                  </a:lnTo>
                  <a:lnTo>
                    <a:pt x="45146" y="17232"/>
                  </a:lnTo>
                  <a:cubicBezTo>
                    <a:pt x="45214" y="17232"/>
                    <a:pt x="45214" y="17164"/>
                    <a:pt x="45214" y="17130"/>
                  </a:cubicBezTo>
                  <a:cubicBezTo>
                    <a:pt x="45214" y="17096"/>
                    <a:pt x="45146" y="17062"/>
                    <a:pt x="45111" y="17062"/>
                  </a:cubicBezTo>
                  <a:close/>
                  <a:moveTo>
                    <a:pt x="44565" y="17232"/>
                  </a:moveTo>
                  <a:lnTo>
                    <a:pt x="44463" y="17266"/>
                  </a:lnTo>
                  <a:cubicBezTo>
                    <a:pt x="44395" y="17266"/>
                    <a:pt x="44361" y="17335"/>
                    <a:pt x="44395" y="17369"/>
                  </a:cubicBezTo>
                  <a:cubicBezTo>
                    <a:pt x="44395" y="17403"/>
                    <a:pt x="44429" y="17437"/>
                    <a:pt x="44463" y="17437"/>
                  </a:cubicBezTo>
                  <a:lnTo>
                    <a:pt x="44497" y="17437"/>
                  </a:lnTo>
                  <a:lnTo>
                    <a:pt x="44600" y="17403"/>
                  </a:lnTo>
                  <a:cubicBezTo>
                    <a:pt x="44668" y="17369"/>
                    <a:pt x="44668" y="17335"/>
                    <a:pt x="44668" y="17301"/>
                  </a:cubicBezTo>
                  <a:cubicBezTo>
                    <a:pt x="44634" y="17232"/>
                    <a:pt x="44600" y="17232"/>
                    <a:pt x="44565" y="17232"/>
                  </a:cubicBezTo>
                  <a:close/>
                  <a:moveTo>
                    <a:pt x="44049" y="17389"/>
                  </a:moveTo>
                  <a:cubicBezTo>
                    <a:pt x="44039" y="17389"/>
                    <a:pt x="44030" y="17393"/>
                    <a:pt x="44020" y="17403"/>
                  </a:cubicBezTo>
                  <a:lnTo>
                    <a:pt x="43883" y="17437"/>
                  </a:lnTo>
                  <a:cubicBezTo>
                    <a:pt x="43849" y="17437"/>
                    <a:pt x="43815" y="17471"/>
                    <a:pt x="43849" y="17539"/>
                  </a:cubicBezTo>
                  <a:cubicBezTo>
                    <a:pt x="43849" y="17574"/>
                    <a:pt x="43883" y="17608"/>
                    <a:pt x="43917" y="17608"/>
                  </a:cubicBezTo>
                  <a:lnTo>
                    <a:pt x="43951" y="17608"/>
                  </a:lnTo>
                  <a:lnTo>
                    <a:pt x="44054" y="17574"/>
                  </a:lnTo>
                  <a:cubicBezTo>
                    <a:pt x="44088" y="17539"/>
                    <a:pt x="44122" y="17505"/>
                    <a:pt x="44122" y="17437"/>
                  </a:cubicBezTo>
                  <a:cubicBezTo>
                    <a:pt x="44098" y="17413"/>
                    <a:pt x="44074" y="17389"/>
                    <a:pt x="44049" y="17389"/>
                  </a:cubicBezTo>
                  <a:close/>
                  <a:moveTo>
                    <a:pt x="43504" y="17559"/>
                  </a:moveTo>
                  <a:cubicBezTo>
                    <a:pt x="43494" y="17559"/>
                    <a:pt x="43484" y="17564"/>
                    <a:pt x="43474" y="17574"/>
                  </a:cubicBezTo>
                  <a:lnTo>
                    <a:pt x="43337" y="17608"/>
                  </a:lnTo>
                  <a:cubicBezTo>
                    <a:pt x="43303" y="17608"/>
                    <a:pt x="43269" y="17642"/>
                    <a:pt x="43303" y="17710"/>
                  </a:cubicBezTo>
                  <a:cubicBezTo>
                    <a:pt x="43303" y="17744"/>
                    <a:pt x="43337" y="17744"/>
                    <a:pt x="43371" y="17744"/>
                  </a:cubicBezTo>
                  <a:lnTo>
                    <a:pt x="43405" y="17744"/>
                  </a:lnTo>
                  <a:lnTo>
                    <a:pt x="43508" y="17710"/>
                  </a:lnTo>
                  <a:cubicBezTo>
                    <a:pt x="43542" y="17710"/>
                    <a:pt x="43576" y="17676"/>
                    <a:pt x="43576" y="17608"/>
                  </a:cubicBezTo>
                  <a:cubicBezTo>
                    <a:pt x="43552" y="17584"/>
                    <a:pt x="43528" y="17559"/>
                    <a:pt x="43504" y="17559"/>
                  </a:cubicBezTo>
                  <a:close/>
                  <a:moveTo>
                    <a:pt x="42928" y="17710"/>
                  </a:moveTo>
                  <a:lnTo>
                    <a:pt x="42791" y="17744"/>
                  </a:lnTo>
                  <a:cubicBezTo>
                    <a:pt x="42757" y="17778"/>
                    <a:pt x="42723" y="17812"/>
                    <a:pt x="42757" y="17847"/>
                  </a:cubicBezTo>
                  <a:cubicBezTo>
                    <a:pt x="42757" y="17915"/>
                    <a:pt x="42791" y="17915"/>
                    <a:pt x="42825" y="17915"/>
                  </a:cubicBezTo>
                  <a:lnTo>
                    <a:pt x="42859" y="17915"/>
                  </a:lnTo>
                  <a:lnTo>
                    <a:pt x="42962" y="17881"/>
                  </a:lnTo>
                  <a:cubicBezTo>
                    <a:pt x="42996" y="17881"/>
                    <a:pt x="43030" y="17812"/>
                    <a:pt x="43030" y="17778"/>
                  </a:cubicBezTo>
                  <a:cubicBezTo>
                    <a:pt x="42996" y="17744"/>
                    <a:pt x="42962" y="17710"/>
                    <a:pt x="42928" y="17710"/>
                  </a:cubicBezTo>
                  <a:close/>
                  <a:moveTo>
                    <a:pt x="42347" y="17881"/>
                  </a:moveTo>
                  <a:lnTo>
                    <a:pt x="42245" y="17915"/>
                  </a:lnTo>
                  <a:cubicBezTo>
                    <a:pt x="42211" y="17949"/>
                    <a:pt x="42177" y="17983"/>
                    <a:pt x="42211" y="18017"/>
                  </a:cubicBezTo>
                  <a:cubicBezTo>
                    <a:pt x="42211" y="18051"/>
                    <a:pt x="42245" y="18085"/>
                    <a:pt x="42279" y="18085"/>
                  </a:cubicBezTo>
                  <a:lnTo>
                    <a:pt x="42313" y="18085"/>
                  </a:lnTo>
                  <a:lnTo>
                    <a:pt x="42416" y="18051"/>
                  </a:lnTo>
                  <a:cubicBezTo>
                    <a:pt x="42450" y="18051"/>
                    <a:pt x="42484" y="17983"/>
                    <a:pt x="42484" y="17949"/>
                  </a:cubicBezTo>
                  <a:cubicBezTo>
                    <a:pt x="42450" y="17915"/>
                    <a:pt x="42416" y="17881"/>
                    <a:pt x="42347" y="17881"/>
                  </a:cubicBezTo>
                  <a:close/>
                  <a:moveTo>
                    <a:pt x="41802" y="18051"/>
                  </a:moveTo>
                  <a:lnTo>
                    <a:pt x="41699" y="18085"/>
                  </a:lnTo>
                  <a:cubicBezTo>
                    <a:pt x="41665" y="18085"/>
                    <a:pt x="41631" y="18154"/>
                    <a:pt x="41631" y="18188"/>
                  </a:cubicBezTo>
                  <a:cubicBezTo>
                    <a:pt x="41665" y="18222"/>
                    <a:pt x="41699" y="18256"/>
                    <a:pt x="41733" y="18256"/>
                  </a:cubicBezTo>
                  <a:lnTo>
                    <a:pt x="41767" y="18256"/>
                  </a:lnTo>
                  <a:lnTo>
                    <a:pt x="41870" y="18222"/>
                  </a:lnTo>
                  <a:cubicBezTo>
                    <a:pt x="41904" y="18188"/>
                    <a:pt x="41938" y="18154"/>
                    <a:pt x="41938" y="18120"/>
                  </a:cubicBezTo>
                  <a:cubicBezTo>
                    <a:pt x="41904" y="18051"/>
                    <a:pt x="41870" y="18051"/>
                    <a:pt x="41802" y="18051"/>
                  </a:cubicBezTo>
                  <a:close/>
                  <a:moveTo>
                    <a:pt x="41307" y="18208"/>
                  </a:moveTo>
                  <a:cubicBezTo>
                    <a:pt x="41293" y="18208"/>
                    <a:pt x="41276" y="18212"/>
                    <a:pt x="41256" y="18222"/>
                  </a:cubicBezTo>
                  <a:lnTo>
                    <a:pt x="41153" y="18256"/>
                  </a:lnTo>
                  <a:cubicBezTo>
                    <a:pt x="41119" y="18256"/>
                    <a:pt x="41085" y="18324"/>
                    <a:pt x="41085" y="18358"/>
                  </a:cubicBezTo>
                  <a:cubicBezTo>
                    <a:pt x="41119" y="18393"/>
                    <a:pt x="41153" y="18427"/>
                    <a:pt x="41187" y="18427"/>
                  </a:cubicBezTo>
                  <a:lnTo>
                    <a:pt x="41221" y="18427"/>
                  </a:lnTo>
                  <a:lnTo>
                    <a:pt x="41324" y="18393"/>
                  </a:lnTo>
                  <a:cubicBezTo>
                    <a:pt x="41358" y="18358"/>
                    <a:pt x="41392" y="18324"/>
                    <a:pt x="41358" y="18256"/>
                  </a:cubicBezTo>
                  <a:cubicBezTo>
                    <a:pt x="41358" y="18232"/>
                    <a:pt x="41341" y="18208"/>
                    <a:pt x="41307" y="18208"/>
                  </a:cubicBezTo>
                  <a:close/>
                  <a:moveTo>
                    <a:pt x="40761" y="18378"/>
                  </a:moveTo>
                  <a:cubicBezTo>
                    <a:pt x="40747" y="18378"/>
                    <a:pt x="40730" y="18383"/>
                    <a:pt x="40710" y="18393"/>
                  </a:cubicBezTo>
                  <a:lnTo>
                    <a:pt x="40607" y="18427"/>
                  </a:lnTo>
                  <a:cubicBezTo>
                    <a:pt x="40573" y="18427"/>
                    <a:pt x="40539" y="18461"/>
                    <a:pt x="40539" y="18529"/>
                  </a:cubicBezTo>
                  <a:cubicBezTo>
                    <a:pt x="40573" y="18563"/>
                    <a:pt x="40607" y="18563"/>
                    <a:pt x="40641" y="18563"/>
                  </a:cubicBezTo>
                  <a:lnTo>
                    <a:pt x="40778" y="18529"/>
                  </a:lnTo>
                  <a:cubicBezTo>
                    <a:pt x="40812" y="18529"/>
                    <a:pt x="40846" y="18495"/>
                    <a:pt x="40812" y="18427"/>
                  </a:cubicBezTo>
                  <a:cubicBezTo>
                    <a:pt x="40812" y="18403"/>
                    <a:pt x="40795" y="18378"/>
                    <a:pt x="40761" y="18378"/>
                  </a:cubicBezTo>
                  <a:close/>
                  <a:moveTo>
                    <a:pt x="40164" y="18529"/>
                  </a:moveTo>
                  <a:lnTo>
                    <a:pt x="40061" y="18563"/>
                  </a:lnTo>
                  <a:cubicBezTo>
                    <a:pt x="40027" y="18597"/>
                    <a:pt x="39993" y="18631"/>
                    <a:pt x="39993" y="18666"/>
                  </a:cubicBezTo>
                  <a:cubicBezTo>
                    <a:pt x="40027" y="18734"/>
                    <a:pt x="40061" y="18734"/>
                    <a:pt x="40095" y="18734"/>
                  </a:cubicBezTo>
                  <a:lnTo>
                    <a:pt x="40232" y="18700"/>
                  </a:lnTo>
                  <a:cubicBezTo>
                    <a:pt x="40266" y="18700"/>
                    <a:pt x="40300" y="18631"/>
                    <a:pt x="40266" y="18597"/>
                  </a:cubicBezTo>
                  <a:cubicBezTo>
                    <a:pt x="40266" y="18563"/>
                    <a:pt x="40232" y="18529"/>
                    <a:pt x="40164" y="18529"/>
                  </a:cubicBezTo>
                  <a:close/>
                  <a:moveTo>
                    <a:pt x="39618" y="18700"/>
                  </a:moveTo>
                  <a:lnTo>
                    <a:pt x="39515" y="18734"/>
                  </a:lnTo>
                  <a:cubicBezTo>
                    <a:pt x="39447" y="18768"/>
                    <a:pt x="39447" y="18802"/>
                    <a:pt x="39447" y="18836"/>
                  </a:cubicBezTo>
                  <a:cubicBezTo>
                    <a:pt x="39447" y="18870"/>
                    <a:pt x="39481" y="18904"/>
                    <a:pt x="39549" y="18904"/>
                  </a:cubicBezTo>
                  <a:lnTo>
                    <a:pt x="39686" y="18870"/>
                  </a:lnTo>
                  <a:cubicBezTo>
                    <a:pt x="39720" y="18870"/>
                    <a:pt x="39754" y="18802"/>
                    <a:pt x="39720" y="18768"/>
                  </a:cubicBezTo>
                  <a:cubicBezTo>
                    <a:pt x="39720" y="18734"/>
                    <a:pt x="39652" y="18700"/>
                    <a:pt x="39618" y="18700"/>
                  </a:cubicBezTo>
                  <a:close/>
                  <a:moveTo>
                    <a:pt x="39072" y="18870"/>
                  </a:moveTo>
                  <a:lnTo>
                    <a:pt x="38969" y="18904"/>
                  </a:lnTo>
                  <a:cubicBezTo>
                    <a:pt x="38901" y="18904"/>
                    <a:pt x="38901" y="18973"/>
                    <a:pt x="38901" y="19007"/>
                  </a:cubicBezTo>
                  <a:cubicBezTo>
                    <a:pt x="38901" y="19041"/>
                    <a:pt x="38935" y="19075"/>
                    <a:pt x="38969" y="19075"/>
                  </a:cubicBezTo>
                  <a:lnTo>
                    <a:pt x="39003" y="19075"/>
                  </a:lnTo>
                  <a:lnTo>
                    <a:pt x="39106" y="19041"/>
                  </a:lnTo>
                  <a:cubicBezTo>
                    <a:pt x="39174" y="19007"/>
                    <a:pt x="39208" y="18973"/>
                    <a:pt x="39174" y="18939"/>
                  </a:cubicBezTo>
                  <a:cubicBezTo>
                    <a:pt x="39174" y="18870"/>
                    <a:pt x="39106" y="18870"/>
                    <a:pt x="39072" y="18870"/>
                  </a:cubicBezTo>
                  <a:close/>
                  <a:moveTo>
                    <a:pt x="38559" y="19027"/>
                  </a:moveTo>
                  <a:cubicBezTo>
                    <a:pt x="38546" y="19027"/>
                    <a:pt x="38535" y="19032"/>
                    <a:pt x="38526" y="19041"/>
                  </a:cubicBezTo>
                  <a:lnTo>
                    <a:pt x="38423" y="19075"/>
                  </a:lnTo>
                  <a:cubicBezTo>
                    <a:pt x="38355" y="19075"/>
                    <a:pt x="38355" y="19143"/>
                    <a:pt x="38355" y="19177"/>
                  </a:cubicBezTo>
                  <a:cubicBezTo>
                    <a:pt x="38355" y="19211"/>
                    <a:pt x="38389" y="19246"/>
                    <a:pt x="38423" y="19246"/>
                  </a:cubicBezTo>
                  <a:lnTo>
                    <a:pt x="38457" y="19246"/>
                  </a:lnTo>
                  <a:lnTo>
                    <a:pt x="38560" y="19211"/>
                  </a:lnTo>
                  <a:cubicBezTo>
                    <a:pt x="38628" y="19177"/>
                    <a:pt x="38628" y="19143"/>
                    <a:pt x="38628" y="19109"/>
                  </a:cubicBezTo>
                  <a:cubicBezTo>
                    <a:pt x="38628" y="19059"/>
                    <a:pt x="38591" y="19027"/>
                    <a:pt x="38559" y="19027"/>
                  </a:cubicBezTo>
                  <a:close/>
                  <a:moveTo>
                    <a:pt x="38016" y="19197"/>
                  </a:moveTo>
                  <a:cubicBezTo>
                    <a:pt x="38003" y="19197"/>
                    <a:pt x="37990" y="19202"/>
                    <a:pt x="37980" y="19211"/>
                  </a:cubicBezTo>
                  <a:lnTo>
                    <a:pt x="37877" y="19246"/>
                  </a:lnTo>
                  <a:cubicBezTo>
                    <a:pt x="37809" y="19246"/>
                    <a:pt x="37809" y="19280"/>
                    <a:pt x="37809" y="19348"/>
                  </a:cubicBezTo>
                  <a:cubicBezTo>
                    <a:pt x="37809" y="19382"/>
                    <a:pt x="37843" y="19416"/>
                    <a:pt x="37877" y="19416"/>
                  </a:cubicBezTo>
                  <a:cubicBezTo>
                    <a:pt x="37911" y="19416"/>
                    <a:pt x="37911" y="19382"/>
                    <a:pt x="37911" y="19382"/>
                  </a:cubicBezTo>
                  <a:lnTo>
                    <a:pt x="38014" y="19348"/>
                  </a:lnTo>
                  <a:cubicBezTo>
                    <a:pt x="38082" y="19348"/>
                    <a:pt x="38082" y="19314"/>
                    <a:pt x="38082" y="19246"/>
                  </a:cubicBezTo>
                  <a:cubicBezTo>
                    <a:pt x="38082" y="19221"/>
                    <a:pt x="38048" y="19197"/>
                    <a:pt x="38016" y="19197"/>
                  </a:cubicBezTo>
                  <a:close/>
                  <a:moveTo>
                    <a:pt x="37434" y="19348"/>
                  </a:moveTo>
                  <a:lnTo>
                    <a:pt x="37331" y="19382"/>
                  </a:lnTo>
                  <a:cubicBezTo>
                    <a:pt x="37263" y="19416"/>
                    <a:pt x="37229" y="19450"/>
                    <a:pt x="37263" y="19519"/>
                  </a:cubicBezTo>
                  <a:cubicBezTo>
                    <a:pt x="37263" y="19553"/>
                    <a:pt x="37297" y="19553"/>
                    <a:pt x="37331" y="19553"/>
                  </a:cubicBezTo>
                  <a:lnTo>
                    <a:pt x="37366" y="19553"/>
                  </a:lnTo>
                  <a:lnTo>
                    <a:pt x="37468" y="19519"/>
                  </a:lnTo>
                  <a:cubicBezTo>
                    <a:pt x="37536" y="19519"/>
                    <a:pt x="37536" y="19450"/>
                    <a:pt x="37536" y="19416"/>
                  </a:cubicBezTo>
                  <a:cubicBezTo>
                    <a:pt x="37536" y="19382"/>
                    <a:pt x="37468" y="19348"/>
                    <a:pt x="37434" y="19348"/>
                  </a:cubicBezTo>
                  <a:close/>
                  <a:moveTo>
                    <a:pt x="36888" y="19519"/>
                  </a:moveTo>
                  <a:lnTo>
                    <a:pt x="36751" y="19553"/>
                  </a:lnTo>
                  <a:cubicBezTo>
                    <a:pt x="36717" y="19587"/>
                    <a:pt x="36683" y="19621"/>
                    <a:pt x="36717" y="19655"/>
                  </a:cubicBezTo>
                  <a:cubicBezTo>
                    <a:pt x="36717" y="19689"/>
                    <a:pt x="36751" y="19723"/>
                    <a:pt x="36785" y="19723"/>
                  </a:cubicBezTo>
                  <a:lnTo>
                    <a:pt x="36820" y="19723"/>
                  </a:lnTo>
                  <a:lnTo>
                    <a:pt x="36922" y="19689"/>
                  </a:lnTo>
                  <a:cubicBezTo>
                    <a:pt x="36956" y="19689"/>
                    <a:pt x="36990" y="19621"/>
                    <a:pt x="36990" y="19587"/>
                  </a:cubicBezTo>
                  <a:cubicBezTo>
                    <a:pt x="36956" y="19553"/>
                    <a:pt x="36922" y="19519"/>
                    <a:pt x="36888" y="19519"/>
                  </a:cubicBezTo>
                  <a:close/>
                  <a:moveTo>
                    <a:pt x="36342" y="19689"/>
                  </a:moveTo>
                  <a:lnTo>
                    <a:pt x="36205" y="19723"/>
                  </a:lnTo>
                  <a:cubicBezTo>
                    <a:pt x="36171" y="19723"/>
                    <a:pt x="36137" y="19792"/>
                    <a:pt x="36171" y="19826"/>
                  </a:cubicBezTo>
                  <a:cubicBezTo>
                    <a:pt x="36171" y="19860"/>
                    <a:pt x="36205" y="19894"/>
                    <a:pt x="36239" y="19894"/>
                  </a:cubicBezTo>
                  <a:lnTo>
                    <a:pt x="36274" y="19894"/>
                  </a:lnTo>
                  <a:lnTo>
                    <a:pt x="36376" y="19860"/>
                  </a:lnTo>
                  <a:cubicBezTo>
                    <a:pt x="36410" y="19826"/>
                    <a:pt x="36444" y="19792"/>
                    <a:pt x="36444" y="19757"/>
                  </a:cubicBezTo>
                  <a:cubicBezTo>
                    <a:pt x="36410" y="19689"/>
                    <a:pt x="36376" y="19689"/>
                    <a:pt x="36342" y="19689"/>
                  </a:cubicBezTo>
                  <a:close/>
                  <a:moveTo>
                    <a:pt x="35796" y="19860"/>
                  </a:moveTo>
                  <a:lnTo>
                    <a:pt x="35659" y="19894"/>
                  </a:lnTo>
                  <a:cubicBezTo>
                    <a:pt x="35625" y="19894"/>
                    <a:pt x="35591" y="19962"/>
                    <a:pt x="35625" y="19996"/>
                  </a:cubicBezTo>
                  <a:cubicBezTo>
                    <a:pt x="35625" y="20030"/>
                    <a:pt x="35659" y="20065"/>
                    <a:pt x="35693" y="20065"/>
                  </a:cubicBezTo>
                  <a:lnTo>
                    <a:pt x="35728" y="20065"/>
                  </a:lnTo>
                  <a:lnTo>
                    <a:pt x="35830" y="20030"/>
                  </a:lnTo>
                  <a:cubicBezTo>
                    <a:pt x="35864" y="19996"/>
                    <a:pt x="35898" y="19962"/>
                    <a:pt x="35898" y="19928"/>
                  </a:cubicBezTo>
                  <a:cubicBezTo>
                    <a:pt x="35864" y="19860"/>
                    <a:pt x="35830" y="19860"/>
                    <a:pt x="35796" y="19860"/>
                  </a:cubicBezTo>
                  <a:close/>
                  <a:moveTo>
                    <a:pt x="35268" y="20016"/>
                  </a:moveTo>
                  <a:cubicBezTo>
                    <a:pt x="35253" y="20016"/>
                    <a:pt x="35236" y="20020"/>
                    <a:pt x="35216" y="20030"/>
                  </a:cubicBezTo>
                  <a:lnTo>
                    <a:pt x="35113" y="20065"/>
                  </a:lnTo>
                  <a:cubicBezTo>
                    <a:pt x="35079" y="20065"/>
                    <a:pt x="35045" y="20099"/>
                    <a:pt x="35079" y="20167"/>
                  </a:cubicBezTo>
                  <a:cubicBezTo>
                    <a:pt x="35079" y="20201"/>
                    <a:pt x="35113" y="20235"/>
                    <a:pt x="35148" y="20235"/>
                  </a:cubicBezTo>
                  <a:cubicBezTo>
                    <a:pt x="35148" y="20235"/>
                    <a:pt x="35148" y="20235"/>
                    <a:pt x="35182" y="20201"/>
                  </a:cubicBezTo>
                  <a:lnTo>
                    <a:pt x="35284" y="20201"/>
                  </a:lnTo>
                  <a:cubicBezTo>
                    <a:pt x="35318" y="20167"/>
                    <a:pt x="35352" y="20133"/>
                    <a:pt x="35352" y="20065"/>
                  </a:cubicBezTo>
                  <a:cubicBezTo>
                    <a:pt x="35328" y="20040"/>
                    <a:pt x="35304" y="20016"/>
                    <a:pt x="35268" y="20016"/>
                  </a:cubicBezTo>
                  <a:close/>
                  <a:moveTo>
                    <a:pt x="34722" y="20187"/>
                  </a:moveTo>
                  <a:cubicBezTo>
                    <a:pt x="34707" y="20187"/>
                    <a:pt x="34690" y="20191"/>
                    <a:pt x="34670" y="20201"/>
                  </a:cubicBezTo>
                  <a:lnTo>
                    <a:pt x="34567" y="20235"/>
                  </a:lnTo>
                  <a:cubicBezTo>
                    <a:pt x="34533" y="20235"/>
                    <a:pt x="34499" y="20269"/>
                    <a:pt x="34533" y="20338"/>
                  </a:cubicBezTo>
                  <a:cubicBezTo>
                    <a:pt x="34533" y="20372"/>
                    <a:pt x="34567" y="20372"/>
                    <a:pt x="34602" y="20372"/>
                  </a:cubicBezTo>
                  <a:lnTo>
                    <a:pt x="34636" y="20372"/>
                  </a:lnTo>
                  <a:lnTo>
                    <a:pt x="34738" y="20338"/>
                  </a:lnTo>
                  <a:cubicBezTo>
                    <a:pt x="34772" y="20338"/>
                    <a:pt x="34806" y="20303"/>
                    <a:pt x="34806" y="20235"/>
                  </a:cubicBezTo>
                  <a:cubicBezTo>
                    <a:pt x="34782" y="20211"/>
                    <a:pt x="34758" y="20187"/>
                    <a:pt x="34722" y="20187"/>
                  </a:cubicBezTo>
                  <a:close/>
                  <a:moveTo>
                    <a:pt x="34124" y="20338"/>
                  </a:moveTo>
                  <a:lnTo>
                    <a:pt x="34021" y="20372"/>
                  </a:lnTo>
                  <a:cubicBezTo>
                    <a:pt x="33987" y="20406"/>
                    <a:pt x="33953" y="20440"/>
                    <a:pt x="33953" y="20474"/>
                  </a:cubicBezTo>
                  <a:cubicBezTo>
                    <a:pt x="33987" y="20542"/>
                    <a:pt x="34021" y="20542"/>
                    <a:pt x="34056" y="20542"/>
                  </a:cubicBezTo>
                  <a:lnTo>
                    <a:pt x="34090" y="20542"/>
                  </a:lnTo>
                  <a:lnTo>
                    <a:pt x="34192" y="20508"/>
                  </a:lnTo>
                  <a:cubicBezTo>
                    <a:pt x="34226" y="20508"/>
                    <a:pt x="34260" y="20440"/>
                    <a:pt x="34226" y="20406"/>
                  </a:cubicBezTo>
                  <a:cubicBezTo>
                    <a:pt x="34226" y="20372"/>
                    <a:pt x="34192" y="20338"/>
                    <a:pt x="34124" y="20338"/>
                  </a:cubicBezTo>
                  <a:close/>
                  <a:moveTo>
                    <a:pt x="33578" y="20508"/>
                  </a:moveTo>
                  <a:lnTo>
                    <a:pt x="33475" y="20542"/>
                  </a:lnTo>
                  <a:cubicBezTo>
                    <a:pt x="33441" y="20576"/>
                    <a:pt x="33407" y="20611"/>
                    <a:pt x="33407" y="20645"/>
                  </a:cubicBezTo>
                  <a:cubicBezTo>
                    <a:pt x="33441" y="20679"/>
                    <a:pt x="33475" y="20713"/>
                    <a:pt x="33510" y="20713"/>
                  </a:cubicBezTo>
                  <a:lnTo>
                    <a:pt x="33646" y="20679"/>
                  </a:lnTo>
                  <a:cubicBezTo>
                    <a:pt x="33680" y="20679"/>
                    <a:pt x="33714" y="20611"/>
                    <a:pt x="33680" y="20576"/>
                  </a:cubicBezTo>
                  <a:cubicBezTo>
                    <a:pt x="33680" y="20542"/>
                    <a:pt x="33646" y="20508"/>
                    <a:pt x="33578" y="20508"/>
                  </a:cubicBezTo>
                  <a:close/>
                  <a:moveTo>
                    <a:pt x="33032" y="20679"/>
                  </a:moveTo>
                  <a:lnTo>
                    <a:pt x="32930" y="20713"/>
                  </a:lnTo>
                  <a:cubicBezTo>
                    <a:pt x="32895" y="20713"/>
                    <a:pt x="32861" y="20781"/>
                    <a:pt x="32861" y="20815"/>
                  </a:cubicBezTo>
                  <a:cubicBezTo>
                    <a:pt x="32895" y="20849"/>
                    <a:pt x="32930" y="20884"/>
                    <a:pt x="32964" y="20884"/>
                  </a:cubicBezTo>
                  <a:lnTo>
                    <a:pt x="33100" y="20849"/>
                  </a:lnTo>
                  <a:cubicBezTo>
                    <a:pt x="33134" y="20815"/>
                    <a:pt x="33168" y="20781"/>
                    <a:pt x="33134" y="20747"/>
                  </a:cubicBezTo>
                  <a:cubicBezTo>
                    <a:pt x="33134" y="20679"/>
                    <a:pt x="33100" y="20679"/>
                    <a:pt x="33032" y="20679"/>
                  </a:cubicBezTo>
                  <a:close/>
                  <a:moveTo>
                    <a:pt x="32519" y="20836"/>
                  </a:moveTo>
                  <a:cubicBezTo>
                    <a:pt x="32507" y="20836"/>
                    <a:pt x="32495" y="20840"/>
                    <a:pt x="32486" y="20849"/>
                  </a:cubicBezTo>
                  <a:lnTo>
                    <a:pt x="32384" y="20884"/>
                  </a:lnTo>
                  <a:cubicBezTo>
                    <a:pt x="32349" y="20884"/>
                    <a:pt x="32315" y="20952"/>
                    <a:pt x="32315" y="20986"/>
                  </a:cubicBezTo>
                  <a:cubicBezTo>
                    <a:pt x="32349" y="21020"/>
                    <a:pt x="32384" y="21054"/>
                    <a:pt x="32418" y="21054"/>
                  </a:cubicBezTo>
                  <a:lnTo>
                    <a:pt x="32554" y="21020"/>
                  </a:lnTo>
                  <a:cubicBezTo>
                    <a:pt x="32588" y="20986"/>
                    <a:pt x="32622" y="20952"/>
                    <a:pt x="32588" y="20918"/>
                  </a:cubicBezTo>
                  <a:cubicBezTo>
                    <a:pt x="32588" y="20868"/>
                    <a:pt x="32552" y="20836"/>
                    <a:pt x="32519" y="20836"/>
                  </a:cubicBezTo>
                  <a:close/>
                  <a:moveTo>
                    <a:pt x="31976" y="21006"/>
                  </a:moveTo>
                  <a:cubicBezTo>
                    <a:pt x="31963" y="21006"/>
                    <a:pt x="31950" y="21010"/>
                    <a:pt x="31940" y="21020"/>
                  </a:cubicBezTo>
                  <a:lnTo>
                    <a:pt x="31838" y="21054"/>
                  </a:lnTo>
                  <a:cubicBezTo>
                    <a:pt x="31803" y="21054"/>
                    <a:pt x="31769" y="21088"/>
                    <a:pt x="31769" y="21157"/>
                  </a:cubicBezTo>
                  <a:cubicBezTo>
                    <a:pt x="31803" y="21191"/>
                    <a:pt x="31838" y="21225"/>
                    <a:pt x="31872" y="21225"/>
                  </a:cubicBezTo>
                  <a:cubicBezTo>
                    <a:pt x="31872" y="21225"/>
                    <a:pt x="31872" y="21225"/>
                    <a:pt x="31872" y="21191"/>
                  </a:cubicBezTo>
                  <a:lnTo>
                    <a:pt x="32008" y="21191"/>
                  </a:lnTo>
                  <a:cubicBezTo>
                    <a:pt x="32042" y="21157"/>
                    <a:pt x="32076" y="21122"/>
                    <a:pt x="32042" y="21054"/>
                  </a:cubicBezTo>
                  <a:cubicBezTo>
                    <a:pt x="32042" y="21030"/>
                    <a:pt x="32008" y="21006"/>
                    <a:pt x="31976" y="21006"/>
                  </a:cubicBezTo>
                  <a:close/>
                  <a:moveTo>
                    <a:pt x="31430" y="21177"/>
                  </a:moveTo>
                  <a:cubicBezTo>
                    <a:pt x="31417" y="21177"/>
                    <a:pt x="31404" y="21181"/>
                    <a:pt x="31394" y="21191"/>
                  </a:cubicBezTo>
                  <a:lnTo>
                    <a:pt x="31292" y="21225"/>
                  </a:lnTo>
                  <a:cubicBezTo>
                    <a:pt x="31223" y="21225"/>
                    <a:pt x="31223" y="21259"/>
                    <a:pt x="31223" y="21327"/>
                  </a:cubicBezTo>
                  <a:cubicBezTo>
                    <a:pt x="31223" y="21361"/>
                    <a:pt x="31257" y="21361"/>
                    <a:pt x="31326" y="21361"/>
                  </a:cubicBezTo>
                  <a:lnTo>
                    <a:pt x="31428" y="21327"/>
                  </a:lnTo>
                  <a:cubicBezTo>
                    <a:pt x="31496" y="21327"/>
                    <a:pt x="31530" y="21293"/>
                    <a:pt x="31496" y="21225"/>
                  </a:cubicBezTo>
                  <a:cubicBezTo>
                    <a:pt x="31496" y="21201"/>
                    <a:pt x="31462" y="21177"/>
                    <a:pt x="31430" y="21177"/>
                  </a:cubicBezTo>
                  <a:close/>
                  <a:moveTo>
                    <a:pt x="30848" y="21327"/>
                  </a:moveTo>
                  <a:lnTo>
                    <a:pt x="30746" y="21361"/>
                  </a:lnTo>
                  <a:cubicBezTo>
                    <a:pt x="30677" y="21395"/>
                    <a:pt x="30677" y="21430"/>
                    <a:pt x="30677" y="21464"/>
                  </a:cubicBezTo>
                  <a:cubicBezTo>
                    <a:pt x="30677" y="21532"/>
                    <a:pt x="30712" y="21532"/>
                    <a:pt x="30746" y="21532"/>
                  </a:cubicBezTo>
                  <a:lnTo>
                    <a:pt x="30780" y="21532"/>
                  </a:lnTo>
                  <a:lnTo>
                    <a:pt x="30882" y="21498"/>
                  </a:lnTo>
                  <a:cubicBezTo>
                    <a:pt x="30950" y="21498"/>
                    <a:pt x="30950" y="21430"/>
                    <a:pt x="30950" y="21395"/>
                  </a:cubicBezTo>
                  <a:cubicBezTo>
                    <a:pt x="30950" y="21361"/>
                    <a:pt x="30882" y="21327"/>
                    <a:pt x="30848" y="21327"/>
                  </a:cubicBezTo>
                  <a:close/>
                  <a:moveTo>
                    <a:pt x="30302" y="21498"/>
                  </a:moveTo>
                  <a:lnTo>
                    <a:pt x="30200" y="21532"/>
                  </a:lnTo>
                  <a:cubicBezTo>
                    <a:pt x="30131" y="21566"/>
                    <a:pt x="30131" y="21600"/>
                    <a:pt x="30131" y="21634"/>
                  </a:cubicBezTo>
                  <a:cubicBezTo>
                    <a:pt x="30131" y="21668"/>
                    <a:pt x="30166" y="21702"/>
                    <a:pt x="30200" y="21702"/>
                  </a:cubicBezTo>
                  <a:lnTo>
                    <a:pt x="30234" y="21702"/>
                  </a:lnTo>
                  <a:lnTo>
                    <a:pt x="30336" y="21668"/>
                  </a:lnTo>
                  <a:cubicBezTo>
                    <a:pt x="30404" y="21668"/>
                    <a:pt x="30404" y="21600"/>
                    <a:pt x="30404" y="21566"/>
                  </a:cubicBezTo>
                  <a:cubicBezTo>
                    <a:pt x="30404" y="21532"/>
                    <a:pt x="30336" y="21498"/>
                    <a:pt x="30302" y="21498"/>
                  </a:cubicBezTo>
                  <a:close/>
                  <a:moveTo>
                    <a:pt x="29756" y="21668"/>
                  </a:moveTo>
                  <a:lnTo>
                    <a:pt x="29654" y="21702"/>
                  </a:lnTo>
                  <a:cubicBezTo>
                    <a:pt x="29585" y="21702"/>
                    <a:pt x="29585" y="21771"/>
                    <a:pt x="29585" y="21805"/>
                  </a:cubicBezTo>
                  <a:cubicBezTo>
                    <a:pt x="29585" y="21839"/>
                    <a:pt x="29620" y="21873"/>
                    <a:pt x="29654" y="21873"/>
                  </a:cubicBezTo>
                  <a:lnTo>
                    <a:pt x="29688" y="21873"/>
                  </a:lnTo>
                  <a:lnTo>
                    <a:pt x="29790" y="21839"/>
                  </a:lnTo>
                  <a:cubicBezTo>
                    <a:pt x="29858" y="21805"/>
                    <a:pt x="29858" y="21771"/>
                    <a:pt x="29858" y="21737"/>
                  </a:cubicBezTo>
                  <a:cubicBezTo>
                    <a:pt x="29858" y="21668"/>
                    <a:pt x="29790" y="21668"/>
                    <a:pt x="29756" y="21668"/>
                  </a:cubicBezTo>
                  <a:close/>
                  <a:moveTo>
                    <a:pt x="29210" y="21839"/>
                  </a:moveTo>
                  <a:lnTo>
                    <a:pt x="29108" y="21873"/>
                  </a:lnTo>
                  <a:cubicBezTo>
                    <a:pt x="29040" y="21873"/>
                    <a:pt x="29005" y="21941"/>
                    <a:pt x="29040" y="21975"/>
                  </a:cubicBezTo>
                  <a:cubicBezTo>
                    <a:pt x="29040" y="22010"/>
                    <a:pt x="29074" y="22044"/>
                    <a:pt x="29108" y="22044"/>
                  </a:cubicBezTo>
                  <a:lnTo>
                    <a:pt x="29142" y="22044"/>
                  </a:lnTo>
                  <a:lnTo>
                    <a:pt x="29244" y="22010"/>
                  </a:lnTo>
                  <a:cubicBezTo>
                    <a:pt x="29312" y="21975"/>
                    <a:pt x="29312" y="21941"/>
                    <a:pt x="29312" y="21907"/>
                  </a:cubicBezTo>
                  <a:cubicBezTo>
                    <a:pt x="29278" y="21839"/>
                    <a:pt x="29244" y="21839"/>
                    <a:pt x="29210" y="21839"/>
                  </a:cubicBezTo>
                  <a:close/>
                  <a:moveTo>
                    <a:pt x="28694" y="21995"/>
                  </a:moveTo>
                  <a:cubicBezTo>
                    <a:pt x="28684" y="21995"/>
                    <a:pt x="28674" y="22000"/>
                    <a:pt x="28664" y="22010"/>
                  </a:cubicBezTo>
                  <a:lnTo>
                    <a:pt x="28528" y="22044"/>
                  </a:lnTo>
                  <a:cubicBezTo>
                    <a:pt x="28494" y="22044"/>
                    <a:pt x="28459" y="22112"/>
                    <a:pt x="28494" y="22146"/>
                  </a:cubicBezTo>
                  <a:cubicBezTo>
                    <a:pt x="28494" y="22180"/>
                    <a:pt x="28528" y="22214"/>
                    <a:pt x="28562" y="22214"/>
                  </a:cubicBezTo>
                  <a:lnTo>
                    <a:pt x="28596" y="22214"/>
                  </a:lnTo>
                  <a:lnTo>
                    <a:pt x="28698" y="22180"/>
                  </a:lnTo>
                  <a:cubicBezTo>
                    <a:pt x="28732" y="22146"/>
                    <a:pt x="28767" y="22112"/>
                    <a:pt x="28767" y="22044"/>
                  </a:cubicBezTo>
                  <a:cubicBezTo>
                    <a:pt x="28742" y="22020"/>
                    <a:pt x="28718" y="21995"/>
                    <a:pt x="28694" y="21995"/>
                  </a:cubicBezTo>
                  <a:close/>
                  <a:moveTo>
                    <a:pt x="28148" y="22166"/>
                  </a:moveTo>
                  <a:cubicBezTo>
                    <a:pt x="28138" y="22166"/>
                    <a:pt x="28128" y="22170"/>
                    <a:pt x="28118" y="22180"/>
                  </a:cubicBezTo>
                  <a:lnTo>
                    <a:pt x="27982" y="22214"/>
                  </a:lnTo>
                  <a:cubicBezTo>
                    <a:pt x="27948" y="22214"/>
                    <a:pt x="27913" y="22248"/>
                    <a:pt x="27948" y="22317"/>
                  </a:cubicBezTo>
                  <a:cubicBezTo>
                    <a:pt x="27948" y="22351"/>
                    <a:pt x="27982" y="22385"/>
                    <a:pt x="28016" y="22385"/>
                  </a:cubicBezTo>
                  <a:cubicBezTo>
                    <a:pt x="28016" y="22385"/>
                    <a:pt x="28050" y="22351"/>
                    <a:pt x="28050" y="22351"/>
                  </a:cubicBezTo>
                  <a:lnTo>
                    <a:pt x="28152" y="22317"/>
                  </a:lnTo>
                  <a:cubicBezTo>
                    <a:pt x="28186" y="22317"/>
                    <a:pt x="28221" y="22283"/>
                    <a:pt x="28221" y="22214"/>
                  </a:cubicBezTo>
                  <a:cubicBezTo>
                    <a:pt x="28196" y="22190"/>
                    <a:pt x="28172" y="22166"/>
                    <a:pt x="28148" y="22166"/>
                  </a:cubicBezTo>
                  <a:close/>
                  <a:moveTo>
                    <a:pt x="27572" y="22317"/>
                  </a:moveTo>
                  <a:lnTo>
                    <a:pt x="27436" y="22351"/>
                  </a:lnTo>
                  <a:cubicBezTo>
                    <a:pt x="27402" y="22385"/>
                    <a:pt x="27367" y="22419"/>
                    <a:pt x="27402" y="22487"/>
                  </a:cubicBezTo>
                  <a:cubicBezTo>
                    <a:pt x="27402" y="22521"/>
                    <a:pt x="27436" y="22521"/>
                    <a:pt x="27470" y="22521"/>
                  </a:cubicBezTo>
                  <a:lnTo>
                    <a:pt x="27504" y="22521"/>
                  </a:lnTo>
                  <a:lnTo>
                    <a:pt x="27606" y="22487"/>
                  </a:lnTo>
                  <a:cubicBezTo>
                    <a:pt x="27640" y="22487"/>
                    <a:pt x="27675" y="22419"/>
                    <a:pt x="27675" y="22385"/>
                  </a:cubicBezTo>
                  <a:cubicBezTo>
                    <a:pt x="27640" y="22351"/>
                    <a:pt x="27606" y="22317"/>
                    <a:pt x="27572" y="22317"/>
                  </a:cubicBezTo>
                  <a:close/>
                  <a:moveTo>
                    <a:pt x="26992" y="22487"/>
                  </a:moveTo>
                  <a:lnTo>
                    <a:pt x="26890" y="22521"/>
                  </a:lnTo>
                  <a:cubicBezTo>
                    <a:pt x="26856" y="22556"/>
                    <a:pt x="26822" y="22590"/>
                    <a:pt x="26856" y="22624"/>
                  </a:cubicBezTo>
                  <a:cubicBezTo>
                    <a:pt x="26856" y="22692"/>
                    <a:pt x="26890" y="22692"/>
                    <a:pt x="26924" y="22692"/>
                  </a:cubicBezTo>
                  <a:lnTo>
                    <a:pt x="26958" y="22692"/>
                  </a:lnTo>
                  <a:lnTo>
                    <a:pt x="27060" y="22658"/>
                  </a:lnTo>
                  <a:cubicBezTo>
                    <a:pt x="27094" y="22658"/>
                    <a:pt x="27129" y="22590"/>
                    <a:pt x="27129" y="22556"/>
                  </a:cubicBezTo>
                  <a:cubicBezTo>
                    <a:pt x="27094" y="22521"/>
                    <a:pt x="27060" y="22487"/>
                    <a:pt x="26992" y="22487"/>
                  </a:cubicBezTo>
                  <a:close/>
                  <a:moveTo>
                    <a:pt x="26446" y="22658"/>
                  </a:moveTo>
                  <a:lnTo>
                    <a:pt x="26344" y="22692"/>
                  </a:lnTo>
                  <a:cubicBezTo>
                    <a:pt x="26310" y="22726"/>
                    <a:pt x="26276" y="22760"/>
                    <a:pt x="26310" y="22794"/>
                  </a:cubicBezTo>
                  <a:cubicBezTo>
                    <a:pt x="26310" y="22829"/>
                    <a:pt x="26344" y="22863"/>
                    <a:pt x="26378" y="22863"/>
                  </a:cubicBezTo>
                  <a:lnTo>
                    <a:pt x="26412" y="22863"/>
                  </a:lnTo>
                  <a:lnTo>
                    <a:pt x="26514" y="22829"/>
                  </a:lnTo>
                  <a:cubicBezTo>
                    <a:pt x="26549" y="22829"/>
                    <a:pt x="26583" y="22760"/>
                    <a:pt x="26583" y="22726"/>
                  </a:cubicBezTo>
                  <a:cubicBezTo>
                    <a:pt x="26549" y="22692"/>
                    <a:pt x="26514" y="22658"/>
                    <a:pt x="26446" y="22658"/>
                  </a:cubicBezTo>
                  <a:close/>
                  <a:moveTo>
                    <a:pt x="25900" y="22829"/>
                  </a:moveTo>
                  <a:lnTo>
                    <a:pt x="25798" y="22863"/>
                  </a:lnTo>
                  <a:cubicBezTo>
                    <a:pt x="25764" y="22863"/>
                    <a:pt x="25730" y="22931"/>
                    <a:pt x="25730" y="22965"/>
                  </a:cubicBezTo>
                  <a:cubicBezTo>
                    <a:pt x="25764" y="22999"/>
                    <a:pt x="25798" y="23033"/>
                    <a:pt x="25832" y="23033"/>
                  </a:cubicBezTo>
                  <a:lnTo>
                    <a:pt x="25866" y="23033"/>
                  </a:lnTo>
                  <a:lnTo>
                    <a:pt x="25968" y="22999"/>
                  </a:lnTo>
                  <a:cubicBezTo>
                    <a:pt x="26003" y="22965"/>
                    <a:pt x="26037" y="22931"/>
                    <a:pt x="26037" y="22897"/>
                  </a:cubicBezTo>
                  <a:cubicBezTo>
                    <a:pt x="26003" y="22829"/>
                    <a:pt x="25968" y="22829"/>
                    <a:pt x="25900" y="22829"/>
                  </a:cubicBezTo>
                  <a:close/>
                  <a:moveTo>
                    <a:pt x="25402" y="22986"/>
                  </a:moveTo>
                  <a:cubicBezTo>
                    <a:pt x="25388" y="22986"/>
                    <a:pt x="25373" y="22990"/>
                    <a:pt x="25354" y="22999"/>
                  </a:cubicBezTo>
                  <a:lnTo>
                    <a:pt x="25252" y="23033"/>
                  </a:lnTo>
                  <a:cubicBezTo>
                    <a:pt x="25218" y="23033"/>
                    <a:pt x="25184" y="23102"/>
                    <a:pt x="25184" y="23136"/>
                  </a:cubicBezTo>
                  <a:cubicBezTo>
                    <a:pt x="25218" y="23170"/>
                    <a:pt x="25252" y="23204"/>
                    <a:pt x="25286" y="23204"/>
                  </a:cubicBezTo>
                  <a:lnTo>
                    <a:pt x="25320" y="23204"/>
                  </a:lnTo>
                  <a:lnTo>
                    <a:pt x="25422" y="23170"/>
                  </a:lnTo>
                  <a:cubicBezTo>
                    <a:pt x="25457" y="23136"/>
                    <a:pt x="25491" y="23102"/>
                    <a:pt x="25457" y="23067"/>
                  </a:cubicBezTo>
                  <a:cubicBezTo>
                    <a:pt x="25457" y="23017"/>
                    <a:pt x="25438" y="22986"/>
                    <a:pt x="25402" y="22986"/>
                  </a:cubicBezTo>
                  <a:close/>
                  <a:moveTo>
                    <a:pt x="24859" y="23156"/>
                  </a:moveTo>
                  <a:cubicBezTo>
                    <a:pt x="24845" y="23156"/>
                    <a:pt x="24828" y="23160"/>
                    <a:pt x="24808" y="23170"/>
                  </a:cubicBezTo>
                  <a:lnTo>
                    <a:pt x="24706" y="23204"/>
                  </a:lnTo>
                  <a:cubicBezTo>
                    <a:pt x="24672" y="23204"/>
                    <a:pt x="24638" y="23272"/>
                    <a:pt x="24638" y="23306"/>
                  </a:cubicBezTo>
                  <a:cubicBezTo>
                    <a:pt x="24672" y="23340"/>
                    <a:pt x="24706" y="23375"/>
                    <a:pt x="24740" y="23375"/>
                  </a:cubicBezTo>
                  <a:lnTo>
                    <a:pt x="24774" y="23375"/>
                  </a:lnTo>
                  <a:lnTo>
                    <a:pt x="24876" y="23340"/>
                  </a:lnTo>
                  <a:cubicBezTo>
                    <a:pt x="24911" y="23306"/>
                    <a:pt x="24945" y="23272"/>
                    <a:pt x="24911" y="23204"/>
                  </a:cubicBezTo>
                  <a:cubicBezTo>
                    <a:pt x="24911" y="23180"/>
                    <a:pt x="24894" y="23156"/>
                    <a:pt x="24859" y="23156"/>
                  </a:cubicBezTo>
                  <a:close/>
                  <a:moveTo>
                    <a:pt x="24313" y="23326"/>
                  </a:moveTo>
                  <a:cubicBezTo>
                    <a:pt x="24299" y="23326"/>
                    <a:pt x="24282" y="23330"/>
                    <a:pt x="24262" y="23340"/>
                  </a:cubicBezTo>
                  <a:lnTo>
                    <a:pt x="24160" y="23375"/>
                  </a:lnTo>
                  <a:cubicBezTo>
                    <a:pt x="24126" y="23375"/>
                    <a:pt x="24092" y="23409"/>
                    <a:pt x="24092" y="23477"/>
                  </a:cubicBezTo>
                  <a:cubicBezTo>
                    <a:pt x="24126" y="23511"/>
                    <a:pt x="24160" y="23545"/>
                    <a:pt x="24194" y="23545"/>
                  </a:cubicBezTo>
                  <a:cubicBezTo>
                    <a:pt x="24194" y="23545"/>
                    <a:pt x="24194" y="23511"/>
                    <a:pt x="24194" y="23511"/>
                  </a:cubicBezTo>
                  <a:lnTo>
                    <a:pt x="24331" y="23477"/>
                  </a:lnTo>
                  <a:cubicBezTo>
                    <a:pt x="24365" y="23477"/>
                    <a:pt x="24399" y="23443"/>
                    <a:pt x="24365" y="23375"/>
                  </a:cubicBezTo>
                  <a:cubicBezTo>
                    <a:pt x="24365" y="23350"/>
                    <a:pt x="24348" y="23326"/>
                    <a:pt x="24313" y="23326"/>
                  </a:cubicBezTo>
                  <a:close/>
                  <a:moveTo>
                    <a:pt x="23716" y="23477"/>
                  </a:moveTo>
                  <a:lnTo>
                    <a:pt x="23614" y="23511"/>
                  </a:lnTo>
                  <a:cubicBezTo>
                    <a:pt x="23580" y="23545"/>
                    <a:pt x="23546" y="23579"/>
                    <a:pt x="23546" y="23648"/>
                  </a:cubicBezTo>
                  <a:cubicBezTo>
                    <a:pt x="23580" y="23682"/>
                    <a:pt x="23614" y="23682"/>
                    <a:pt x="23648" y="23682"/>
                  </a:cubicBezTo>
                  <a:lnTo>
                    <a:pt x="23785" y="23648"/>
                  </a:lnTo>
                  <a:cubicBezTo>
                    <a:pt x="23819" y="23648"/>
                    <a:pt x="23853" y="23579"/>
                    <a:pt x="23819" y="23545"/>
                  </a:cubicBezTo>
                  <a:cubicBezTo>
                    <a:pt x="23819" y="23511"/>
                    <a:pt x="23750" y="23477"/>
                    <a:pt x="23716" y="23477"/>
                  </a:cubicBezTo>
                  <a:close/>
                  <a:moveTo>
                    <a:pt x="23170" y="23648"/>
                  </a:moveTo>
                  <a:lnTo>
                    <a:pt x="23068" y="23682"/>
                  </a:lnTo>
                  <a:cubicBezTo>
                    <a:pt x="23034" y="23716"/>
                    <a:pt x="23000" y="23750"/>
                    <a:pt x="23000" y="23784"/>
                  </a:cubicBezTo>
                  <a:cubicBezTo>
                    <a:pt x="23034" y="23852"/>
                    <a:pt x="23068" y="23852"/>
                    <a:pt x="23102" y="23852"/>
                  </a:cubicBezTo>
                  <a:lnTo>
                    <a:pt x="23239" y="23818"/>
                  </a:lnTo>
                  <a:cubicBezTo>
                    <a:pt x="23273" y="23818"/>
                    <a:pt x="23307" y="23750"/>
                    <a:pt x="23273" y="23716"/>
                  </a:cubicBezTo>
                  <a:cubicBezTo>
                    <a:pt x="23273" y="23682"/>
                    <a:pt x="23204" y="23648"/>
                    <a:pt x="23170" y="23648"/>
                  </a:cubicBezTo>
                  <a:close/>
                  <a:moveTo>
                    <a:pt x="22624" y="23818"/>
                  </a:moveTo>
                  <a:lnTo>
                    <a:pt x="22522" y="23852"/>
                  </a:lnTo>
                  <a:cubicBezTo>
                    <a:pt x="22454" y="23886"/>
                    <a:pt x="22454" y="23920"/>
                    <a:pt x="22454" y="23955"/>
                  </a:cubicBezTo>
                  <a:cubicBezTo>
                    <a:pt x="22454" y="23989"/>
                    <a:pt x="22488" y="24023"/>
                    <a:pt x="22556" y="24023"/>
                  </a:cubicBezTo>
                  <a:lnTo>
                    <a:pt x="22658" y="23989"/>
                  </a:lnTo>
                  <a:cubicBezTo>
                    <a:pt x="22727" y="23989"/>
                    <a:pt x="22761" y="23920"/>
                    <a:pt x="22727" y="23886"/>
                  </a:cubicBezTo>
                  <a:cubicBezTo>
                    <a:pt x="22727" y="23852"/>
                    <a:pt x="22658" y="23818"/>
                    <a:pt x="22624" y="23818"/>
                  </a:cubicBezTo>
                  <a:close/>
                  <a:moveTo>
                    <a:pt x="22078" y="23989"/>
                  </a:moveTo>
                  <a:lnTo>
                    <a:pt x="21976" y="24023"/>
                  </a:lnTo>
                  <a:cubicBezTo>
                    <a:pt x="21908" y="24023"/>
                    <a:pt x="21908" y="24091"/>
                    <a:pt x="21908" y="24125"/>
                  </a:cubicBezTo>
                  <a:cubicBezTo>
                    <a:pt x="21908" y="24159"/>
                    <a:pt x="21942" y="24193"/>
                    <a:pt x="21976" y="24193"/>
                  </a:cubicBezTo>
                  <a:lnTo>
                    <a:pt x="22010" y="24193"/>
                  </a:lnTo>
                  <a:lnTo>
                    <a:pt x="22113" y="24159"/>
                  </a:lnTo>
                  <a:cubicBezTo>
                    <a:pt x="22181" y="24125"/>
                    <a:pt x="22215" y="24091"/>
                    <a:pt x="22181" y="24057"/>
                  </a:cubicBezTo>
                  <a:cubicBezTo>
                    <a:pt x="22181" y="23989"/>
                    <a:pt x="22113" y="23989"/>
                    <a:pt x="22078" y="23989"/>
                  </a:cubicBezTo>
                  <a:close/>
                  <a:moveTo>
                    <a:pt x="21532" y="24159"/>
                  </a:moveTo>
                  <a:lnTo>
                    <a:pt x="21430" y="24193"/>
                  </a:lnTo>
                  <a:cubicBezTo>
                    <a:pt x="21362" y="24193"/>
                    <a:pt x="21362" y="24262"/>
                    <a:pt x="21362" y="24296"/>
                  </a:cubicBezTo>
                  <a:cubicBezTo>
                    <a:pt x="21362" y="24330"/>
                    <a:pt x="21396" y="24364"/>
                    <a:pt x="21430" y="24364"/>
                  </a:cubicBezTo>
                  <a:lnTo>
                    <a:pt x="21464" y="24364"/>
                  </a:lnTo>
                  <a:lnTo>
                    <a:pt x="21567" y="24330"/>
                  </a:lnTo>
                  <a:cubicBezTo>
                    <a:pt x="21635" y="24296"/>
                    <a:pt x="21635" y="24262"/>
                    <a:pt x="21635" y="24228"/>
                  </a:cubicBezTo>
                  <a:cubicBezTo>
                    <a:pt x="21635" y="24159"/>
                    <a:pt x="21567" y="24159"/>
                    <a:pt x="21532" y="24159"/>
                  </a:cubicBezTo>
                  <a:close/>
                  <a:moveTo>
                    <a:pt x="21019" y="24317"/>
                  </a:moveTo>
                  <a:cubicBezTo>
                    <a:pt x="21007" y="24317"/>
                    <a:pt x="20996" y="24321"/>
                    <a:pt x="20986" y="24330"/>
                  </a:cubicBezTo>
                  <a:lnTo>
                    <a:pt x="20884" y="24364"/>
                  </a:lnTo>
                  <a:cubicBezTo>
                    <a:pt x="20816" y="24364"/>
                    <a:pt x="20816" y="24432"/>
                    <a:pt x="20816" y="24466"/>
                  </a:cubicBezTo>
                  <a:cubicBezTo>
                    <a:pt x="20816" y="24501"/>
                    <a:pt x="20850" y="24535"/>
                    <a:pt x="20884" y="24535"/>
                  </a:cubicBezTo>
                  <a:lnTo>
                    <a:pt x="20918" y="24535"/>
                  </a:lnTo>
                  <a:lnTo>
                    <a:pt x="21021" y="24501"/>
                  </a:lnTo>
                  <a:cubicBezTo>
                    <a:pt x="21089" y="24466"/>
                    <a:pt x="21089" y="24432"/>
                    <a:pt x="21089" y="24398"/>
                  </a:cubicBezTo>
                  <a:cubicBezTo>
                    <a:pt x="21089" y="24348"/>
                    <a:pt x="21052" y="24317"/>
                    <a:pt x="21019" y="24317"/>
                  </a:cubicBezTo>
                  <a:close/>
                  <a:moveTo>
                    <a:pt x="20477" y="24486"/>
                  </a:moveTo>
                  <a:cubicBezTo>
                    <a:pt x="20463" y="24486"/>
                    <a:pt x="20450" y="24491"/>
                    <a:pt x="20440" y="24501"/>
                  </a:cubicBezTo>
                  <a:lnTo>
                    <a:pt x="20338" y="24535"/>
                  </a:lnTo>
                  <a:cubicBezTo>
                    <a:pt x="20270" y="24535"/>
                    <a:pt x="20270" y="24603"/>
                    <a:pt x="20270" y="24637"/>
                  </a:cubicBezTo>
                  <a:cubicBezTo>
                    <a:pt x="20270" y="24671"/>
                    <a:pt x="20304" y="24705"/>
                    <a:pt x="20338" y="24705"/>
                  </a:cubicBezTo>
                  <a:lnTo>
                    <a:pt x="20372" y="24705"/>
                  </a:lnTo>
                  <a:lnTo>
                    <a:pt x="20475" y="24671"/>
                  </a:lnTo>
                  <a:cubicBezTo>
                    <a:pt x="20543" y="24637"/>
                    <a:pt x="20543" y="24603"/>
                    <a:pt x="20543" y="24535"/>
                  </a:cubicBezTo>
                  <a:cubicBezTo>
                    <a:pt x="20543" y="24511"/>
                    <a:pt x="20509" y="24486"/>
                    <a:pt x="20477" y="24486"/>
                  </a:cubicBezTo>
                  <a:close/>
                  <a:moveTo>
                    <a:pt x="19925" y="24657"/>
                  </a:moveTo>
                  <a:cubicBezTo>
                    <a:pt x="19915" y="24657"/>
                    <a:pt x="19905" y="24661"/>
                    <a:pt x="19895" y="24671"/>
                  </a:cubicBezTo>
                  <a:lnTo>
                    <a:pt x="19792" y="24705"/>
                  </a:lnTo>
                  <a:cubicBezTo>
                    <a:pt x="19724" y="24705"/>
                    <a:pt x="19690" y="24739"/>
                    <a:pt x="19724" y="24808"/>
                  </a:cubicBezTo>
                  <a:cubicBezTo>
                    <a:pt x="19724" y="24842"/>
                    <a:pt x="19758" y="24876"/>
                    <a:pt x="19792" y="24876"/>
                  </a:cubicBezTo>
                  <a:cubicBezTo>
                    <a:pt x="19826" y="24876"/>
                    <a:pt x="19826" y="24876"/>
                    <a:pt x="19826" y="24842"/>
                  </a:cubicBezTo>
                  <a:lnTo>
                    <a:pt x="19929" y="24808"/>
                  </a:lnTo>
                  <a:cubicBezTo>
                    <a:pt x="19997" y="24808"/>
                    <a:pt x="19997" y="24774"/>
                    <a:pt x="19997" y="24705"/>
                  </a:cubicBezTo>
                  <a:cubicBezTo>
                    <a:pt x="19973" y="24681"/>
                    <a:pt x="19949" y="24657"/>
                    <a:pt x="19925" y="24657"/>
                  </a:cubicBezTo>
                  <a:close/>
                  <a:moveTo>
                    <a:pt x="19379" y="24828"/>
                  </a:moveTo>
                  <a:cubicBezTo>
                    <a:pt x="19369" y="24828"/>
                    <a:pt x="19359" y="24832"/>
                    <a:pt x="19349" y="24842"/>
                  </a:cubicBezTo>
                  <a:lnTo>
                    <a:pt x="19212" y="24842"/>
                  </a:lnTo>
                  <a:cubicBezTo>
                    <a:pt x="19178" y="24876"/>
                    <a:pt x="19144" y="24910"/>
                    <a:pt x="19178" y="24978"/>
                  </a:cubicBezTo>
                  <a:cubicBezTo>
                    <a:pt x="19178" y="25012"/>
                    <a:pt x="19212" y="25012"/>
                    <a:pt x="19246" y="25012"/>
                  </a:cubicBezTo>
                  <a:lnTo>
                    <a:pt x="19280" y="25012"/>
                  </a:lnTo>
                  <a:lnTo>
                    <a:pt x="19383" y="24978"/>
                  </a:lnTo>
                  <a:cubicBezTo>
                    <a:pt x="19417" y="24978"/>
                    <a:pt x="19451" y="24944"/>
                    <a:pt x="19451" y="24876"/>
                  </a:cubicBezTo>
                  <a:cubicBezTo>
                    <a:pt x="19427" y="24852"/>
                    <a:pt x="19403" y="24828"/>
                    <a:pt x="19379" y="24828"/>
                  </a:cubicBezTo>
                  <a:close/>
                  <a:moveTo>
                    <a:pt x="18803" y="24978"/>
                  </a:moveTo>
                  <a:lnTo>
                    <a:pt x="18666" y="25012"/>
                  </a:lnTo>
                  <a:cubicBezTo>
                    <a:pt x="18632" y="25047"/>
                    <a:pt x="18598" y="25081"/>
                    <a:pt x="18632" y="25149"/>
                  </a:cubicBezTo>
                  <a:cubicBezTo>
                    <a:pt x="18632" y="25183"/>
                    <a:pt x="18666" y="25183"/>
                    <a:pt x="18700" y="25183"/>
                  </a:cubicBezTo>
                  <a:lnTo>
                    <a:pt x="18734" y="25183"/>
                  </a:lnTo>
                  <a:lnTo>
                    <a:pt x="18837" y="25149"/>
                  </a:lnTo>
                  <a:cubicBezTo>
                    <a:pt x="18871" y="25149"/>
                    <a:pt x="18905" y="25081"/>
                    <a:pt x="18905" y="25047"/>
                  </a:cubicBezTo>
                  <a:cubicBezTo>
                    <a:pt x="18871" y="25012"/>
                    <a:pt x="18837" y="24978"/>
                    <a:pt x="18803" y="24978"/>
                  </a:cubicBezTo>
                  <a:close/>
                  <a:moveTo>
                    <a:pt x="18257" y="25149"/>
                  </a:moveTo>
                  <a:lnTo>
                    <a:pt x="18120" y="25183"/>
                  </a:lnTo>
                  <a:cubicBezTo>
                    <a:pt x="18086" y="25217"/>
                    <a:pt x="18052" y="25251"/>
                    <a:pt x="18086" y="25285"/>
                  </a:cubicBezTo>
                  <a:cubicBezTo>
                    <a:pt x="18086" y="25320"/>
                    <a:pt x="18120" y="25354"/>
                    <a:pt x="18154" y="25354"/>
                  </a:cubicBezTo>
                  <a:lnTo>
                    <a:pt x="18188" y="25354"/>
                  </a:lnTo>
                  <a:lnTo>
                    <a:pt x="18291" y="25320"/>
                  </a:lnTo>
                  <a:cubicBezTo>
                    <a:pt x="18325" y="25320"/>
                    <a:pt x="18359" y="25251"/>
                    <a:pt x="18359" y="25217"/>
                  </a:cubicBezTo>
                  <a:cubicBezTo>
                    <a:pt x="18325" y="25183"/>
                    <a:pt x="18291" y="25149"/>
                    <a:pt x="18257" y="25149"/>
                  </a:cubicBezTo>
                  <a:close/>
                  <a:moveTo>
                    <a:pt x="17711" y="25320"/>
                  </a:moveTo>
                  <a:lnTo>
                    <a:pt x="17574" y="25354"/>
                  </a:lnTo>
                  <a:cubicBezTo>
                    <a:pt x="17540" y="25388"/>
                    <a:pt x="17506" y="25422"/>
                    <a:pt x="17540" y="25456"/>
                  </a:cubicBezTo>
                  <a:cubicBezTo>
                    <a:pt x="17540" y="25490"/>
                    <a:pt x="17574" y="25524"/>
                    <a:pt x="17608" y="25524"/>
                  </a:cubicBezTo>
                  <a:lnTo>
                    <a:pt x="17642" y="25524"/>
                  </a:lnTo>
                  <a:lnTo>
                    <a:pt x="17745" y="25490"/>
                  </a:lnTo>
                  <a:cubicBezTo>
                    <a:pt x="17779" y="25490"/>
                    <a:pt x="17813" y="25422"/>
                    <a:pt x="17813" y="25388"/>
                  </a:cubicBezTo>
                  <a:cubicBezTo>
                    <a:pt x="17779" y="25354"/>
                    <a:pt x="17745" y="25320"/>
                    <a:pt x="17711" y="25320"/>
                  </a:cubicBezTo>
                  <a:close/>
                  <a:moveTo>
                    <a:pt x="17165" y="25490"/>
                  </a:moveTo>
                  <a:lnTo>
                    <a:pt x="17028" y="25524"/>
                  </a:lnTo>
                  <a:cubicBezTo>
                    <a:pt x="16994" y="25524"/>
                    <a:pt x="16960" y="25593"/>
                    <a:pt x="16994" y="25627"/>
                  </a:cubicBezTo>
                  <a:cubicBezTo>
                    <a:pt x="16994" y="25661"/>
                    <a:pt x="17028" y="25695"/>
                    <a:pt x="17062" y="25695"/>
                  </a:cubicBezTo>
                  <a:lnTo>
                    <a:pt x="17096" y="25695"/>
                  </a:lnTo>
                  <a:lnTo>
                    <a:pt x="17199" y="25661"/>
                  </a:lnTo>
                  <a:cubicBezTo>
                    <a:pt x="17233" y="25661"/>
                    <a:pt x="17267" y="25593"/>
                    <a:pt x="17267" y="25558"/>
                  </a:cubicBezTo>
                  <a:cubicBezTo>
                    <a:pt x="17233" y="25490"/>
                    <a:pt x="17199" y="25490"/>
                    <a:pt x="17165" y="25490"/>
                  </a:cubicBezTo>
                  <a:close/>
                  <a:moveTo>
                    <a:pt x="16585" y="25661"/>
                  </a:moveTo>
                  <a:lnTo>
                    <a:pt x="16482" y="25695"/>
                  </a:lnTo>
                  <a:cubicBezTo>
                    <a:pt x="16448" y="25695"/>
                    <a:pt x="16414" y="25763"/>
                    <a:pt x="16448" y="25797"/>
                  </a:cubicBezTo>
                  <a:cubicBezTo>
                    <a:pt x="16448" y="25831"/>
                    <a:pt x="16482" y="25866"/>
                    <a:pt x="16516" y="25866"/>
                  </a:cubicBezTo>
                  <a:lnTo>
                    <a:pt x="16550" y="25866"/>
                  </a:lnTo>
                  <a:lnTo>
                    <a:pt x="16653" y="25831"/>
                  </a:lnTo>
                  <a:cubicBezTo>
                    <a:pt x="16687" y="25797"/>
                    <a:pt x="16721" y="25763"/>
                    <a:pt x="16721" y="25729"/>
                  </a:cubicBezTo>
                  <a:cubicBezTo>
                    <a:pt x="16687" y="25661"/>
                    <a:pt x="16653" y="25661"/>
                    <a:pt x="16585" y="25661"/>
                  </a:cubicBezTo>
                  <a:close/>
                  <a:moveTo>
                    <a:pt x="16087" y="25818"/>
                  </a:moveTo>
                  <a:cubicBezTo>
                    <a:pt x="16073" y="25818"/>
                    <a:pt x="16057" y="25822"/>
                    <a:pt x="16039" y="25831"/>
                  </a:cubicBezTo>
                  <a:lnTo>
                    <a:pt x="15936" y="25866"/>
                  </a:lnTo>
                  <a:cubicBezTo>
                    <a:pt x="15902" y="25866"/>
                    <a:pt x="15868" y="25934"/>
                    <a:pt x="15902" y="25968"/>
                  </a:cubicBezTo>
                  <a:cubicBezTo>
                    <a:pt x="15902" y="26002"/>
                    <a:pt x="15936" y="26036"/>
                    <a:pt x="15970" y="26036"/>
                  </a:cubicBezTo>
                  <a:lnTo>
                    <a:pt x="16005" y="26036"/>
                  </a:lnTo>
                  <a:lnTo>
                    <a:pt x="16107" y="26002"/>
                  </a:lnTo>
                  <a:cubicBezTo>
                    <a:pt x="16141" y="25968"/>
                    <a:pt x="16175" y="25934"/>
                    <a:pt x="16175" y="25900"/>
                  </a:cubicBezTo>
                  <a:cubicBezTo>
                    <a:pt x="16150" y="25850"/>
                    <a:pt x="16125" y="25818"/>
                    <a:pt x="16087" y="25818"/>
                  </a:cubicBezTo>
                  <a:close/>
                  <a:moveTo>
                    <a:pt x="15545" y="25988"/>
                  </a:moveTo>
                  <a:cubicBezTo>
                    <a:pt x="15530" y="25988"/>
                    <a:pt x="15513" y="25992"/>
                    <a:pt x="15493" y="26002"/>
                  </a:cubicBezTo>
                  <a:lnTo>
                    <a:pt x="15390" y="26036"/>
                  </a:lnTo>
                  <a:cubicBezTo>
                    <a:pt x="15356" y="26036"/>
                    <a:pt x="15322" y="26104"/>
                    <a:pt x="15322" y="26138"/>
                  </a:cubicBezTo>
                  <a:cubicBezTo>
                    <a:pt x="15356" y="26173"/>
                    <a:pt x="15390" y="26207"/>
                    <a:pt x="15424" y="26207"/>
                  </a:cubicBezTo>
                  <a:lnTo>
                    <a:pt x="15459" y="26207"/>
                  </a:lnTo>
                  <a:lnTo>
                    <a:pt x="15561" y="26173"/>
                  </a:lnTo>
                  <a:cubicBezTo>
                    <a:pt x="15595" y="26138"/>
                    <a:pt x="15629" y="26104"/>
                    <a:pt x="15629" y="26036"/>
                  </a:cubicBezTo>
                  <a:cubicBezTo>
                    <a:pt x="15605" y="26012"/>
                    <a:pt x="15581" y="25988"/>
                    <a:pt x="15545" y="25988"/>
                  </a:cubicBezTo>
                  <a:close/>
                  <a:moveTo>
                    <a:pt x="14998" y="26158"/>
                  </a:moveTo>
                  <a:cubicBezTo>
                    <a:pt x="14984" y="26158"/>
                    <a:pt x="14967" y="26163"/>
                    <a:pt x="14947" y="26173"/>
                  </a:cubicBezTo>
                  <a:lnTo>
                    <a:pt x="14844" y="26207"/>
                  </a:lnTo>
                  <a:cubicBezTo>
                    <a:pt x="14810" y="26207"/>
                    <a:pt x="14776" y="26275"/>
                    <a:pt x="14776" y="26309"/>
                  </a:cubicBezTo>
                  <a:cubicBezTo>
                    <a:pt x="14810" y="26343"/>
                    <a:pt x="14844" y="26377"/>
                    <a:pt x="14878" y="26377"/>
                  </a:cubicBezTo>
                  <a:lnTo>
                    <a:pt x="14913" y="26377"/>
                  </a:lnTo>
                  <a:lnTo>
                    <a:pt x="15015" y="26343"/>
                  </a:lnTo>
                  <a:cubicBezTo>
                    <a:pt x="15049" y="26309"/>
                    <a:pt x="15083" y="26275"/>
                    <a:pt x="15049" y="26207"/>
                  </a:cubicBezTo>
                  <a:cubicBezTo>
                    <a:pt x="15049" y="26183"/>
                    <a:pt x="15032" y="26158"/>
                    <a:pt x="14998" y="26158"/>
                  </a:cubicBezTo>
                  <a:close/>
                  <a:moveTo>
                    <a:pt x="14452" y="26329"/>
                  </a:moveTo>
                  <a:cubicBezTo>
                    <a:pt x="14438" y="26329"/>
                    <a:pt x="14421" y="26333"/>
                    <a:pt x="14401" y="26343"/>
                  </a:cubicBezTo>
                  <a:lnTo>
                    <a:pt x="14298" y="26377"/>
                  </a:lnTo>
                  <a:cubicBezTo>
                    <a:pt x="14264" y="26377"/>
                    <a:pt x="14230" y="26411"/>
                    <a:pt x="14230" y="26480"/>
                  </a:cubicBezTo>
                  <a:cubicBezTo>
                    <a:pt x="14264" y="26514"/>
                    <a:pt x="14298" y="26548"/>
                    <a:pt x="14332" y="26548"/>
                  </a:cubicBezTo>
                  <a:cubicBezTo>
                    <a:pt x="14332" y="26548"/>
                    <a:pt x="14332" y="26548"/>
                    <a:pt x="14367" y="26514"/>
                  </a:cubicBezTo>
                  <a:lnTo>
                    <a:pt x="14469" y="26480"/>
                  </a:lnTo>
                  <a:cubicBezTo>
                    <a:pt x="14503" y="26480"/>
                    <a:pt x="14537" y="26446"/>
                    <a:pt x="14503" y="26377"/>
                  </a:cubicBezTo>
                  <a:cubicBezTo>
                    <a:pt x="14503" y="26353"/>
                    <a:pt x="14486" y="26329"/>
                    <a:pt x="14452" y="26329"/>
                  </a:cubicBezTo>
                  <a:close/>
                  <a:moveTo>
                    <a:pt x="13906" y="26500"/>
                  </a:moveTo>
                  <a:cubicBezTo>
                    <a:pt x="13892" y="26500"/>
                    <a:pt x="13875" y="26504"/>
                    <a:pt x="13855" y="26514"/>
                  </a:cubicBezTo>
                  <a:lnTo>
                    <a:pt x="13752" y="26548"/>
                  </a:lnTo>
                  <a:cubicBezTo>
                    <a:pt x="13718" y="26548"/>
                    <a:pt x="13684" y="26582"/>
                    <a:pt x="13684" y="26650"/>
                  </a:cubicBezTo>
                  <a:cubicBezTo>
                    <a:pt x="13718" y="26684"/>
                    <a:pt x="13752" y="26684"/>
                    <a:pt x="13787" y="26684"/>
                  </a:cubicBezTo>
                  <a:lnTo>
                    <a:pt x="13821" y="26684"/>
                  </a:lnTo>
                  <a:lnTo>
                    <a:pt x="13923" y="26650"/>
                  </a:lnTo>
                  <a:cubicBezTo>
                    <a:pt x="13957" y="26650"/>
                    <a:pt x="13991" y="26616"/>
                    <a:pt x="13957" y="26548"/>
                  </a:cubicBezTo>
                  <a:cubicBezTo>
                    <a:pt x="13957" y="26524"/>
                    <a:pt x="13940" y="26500"/>
                    <a:pt x="13906" y="26500"/>
                  </a:cubicBezTo>
                  <a:close/>
                  <a:moveTo>
                    <a:pt x="13360" y="26670"/>
                  </a:moveTo>
                  <a:cubicBezTo>
                    <a:pt x="13346" y="26670"/>
                    <a:pt x="13329" y="26674"/>
                    <a:pt x="13309" y="26684"/>
                  </a:cubicBezTo>
                  <a:lnTo>
                    <a:pt x="13206" y="26684"/>
                  </a:lnTo>
                  <a:cubicBezTo>
                    <a:pt x="13172" y="26719"/>
                    <a:pt x="13138" y="26753"/>
                    <a:pt x="13138" y="26821"/>
                  </a:cubicBezTo>
                  <a:cubicBezTo>
                    <a:pt x="13172" y="26855"/>
                    <a:pt x="13206" y="26855"/>
                    <a:pt x="13241" y="26855"/>
                  </a:cubicBezTo>
                  <a:lnTo>
                    <a:pt x="13377" y="26821"/>
                  </a:lnTo>
                  <a:cubicBezTo>
                    <a:pt x="13411" y="26821"/>
                    <a:pt x="13445" y="26753"/>
                    <a:pt x="13411" y="26719"/>
                  </a:cubicBezTo>
                  <a:cubicBezTo>
                    <a:pt x="13411" y="26694"/>
                    <a:pt x="13394" y="26670"/>
                    <a:pt x="13360" y="26670"/>
                  </a:cubicBezTo>
                  <a:close/>
                  <a:moveTo>
                    <a:pt x="12763" y="26821"/>
                  </a:moveTo>
                  <a:lnTo>
                    <a:pt x="12660" y="26855"/>
                  </a:lnTo>
                  <a:cubicBezTo>
                    <a:pt x="12626" y="26889"/>
                    <a:pt x="12592" y="26923"/>
                    <a:pt x="12592" y="26992"/>
                  </a:cubicBezTo>
                  <a:cubicBezTo>
                    <a:pt x="12626" y="27026"/>
                    <a:pt x="12660" y="27026"/>
                    <a:pt x="12695" y="27026"/>
                  </a:cubicBezTo>
                  <a:lnTo>
                    <a:pt x="12831" y="26992"/>
                  </a:lnTo>
                  <a:cubicBezTo>
                    <a:pt x="12865" y="26992"/>
                    <a:pt x="12899" y="26923"/>
                    <a:pt x="12865" y="26889"/>
                  </a:cubicBezTo>
                  <a:cubicBezTo>
                    <a:pt x="12865" y="26855"/>
                    <a:pt x="12797" y="26821"/>
                    <a:pt x="12763" y="26821"/>
                  </a:cubicBezTo>
                  <a:close/>
                  <a:moveTo>
                    <a:pt x="12217" y="26992"/>
                  </a:moveTo>
                  <a:lnTo>
                    <a:pt x="12114" y="27026"/>
                  </a:lnTo>
                  <a:cubicBezTo>
                    <a:pt x="12080" y="27060"/>
                    <a:pt x="12046" y="27094"/>
                    <a:pt x="12046" y="27162"/>
                  </a:cubicBezTo>
                  <a:cubicBezTo>
                    <a:pt x="12080" y="27196"/>
                    <a:pt x="12114" y="27196"/>
                    <a:pt x="12149" y="27196"/>
                  </a:cubicBezTo>
                  <a:lnTo>
                    <a:pt x="12285" y="27162"/>
                  </a:lnTo>
                  <a:cubicBezTo>
                    <a:pt x="12319" y="27162"/>
                    <a:pt x="12353" y="27094"/>
                    <a:pt x="12319" y="27060"/>
                  </a:cubicBezTo>
                  <a:cubicBezTo>
                    <a:pt x="12319" y="27026"/>
                    <a:pt x="12251" y="26992"/>
                    <a:pt x="12217" y="26992"/>
                  </a:cubicBezTo>
                  <a:close/>
                  <a:moveTo>
                    <a:pt x="11671" y="27162"/>
                  </a:moveTo>
                  <a:lnTo>
                    <a:pt x="11569" y="27196"/>
                  </a:lnTo>
                  <a:cubicBezTo>
                    <a:pt x="11534" y="27230"/>
                    <a:pt x="11500" y="27265"/>
                    <a:pt x="11500" y="27299"/>
                  </a:cubicBezTo>
                  <a:cubicBezTo>
                    <a:pt x="11534" y="27367"/>
                    <a:pt x="11569" y="27367"/>
                    <a:pt x="11603" y="27367"/>
                  </a:cubicBezTo>
                  <a:lnTo>
                    <a:pt x="11739" y="27333"/>
                  </a:lnTo>
                  <a:cubicBezTo>
                    <a:pt x="11773" y="27333"/>
                    <a:pt x="11807" y="27265"/>
                    <a:pt x="11773" y="27230"/>
                  </a:cubicBezTo>
                  <a:cubicBezTo>
                    <a:pt x="11773" y="27196"/>
                    <a:pt x="11705" y="27162"/>
                    <a:pt x="11671" y="27162"/>
                  </a:cubicBezTo>
                  <a:close/>
                  <a:moveTo>
                    <a:pt x="11125" y="27333"/>
                  </a:moveTo>
                  <a:lnTo>
                    <a:pt x="11023" y="27367"/>
                  </a:lnTo>
                  <a:cubicBezTo>
                    <a:pt x="10954" y="27401"/>
                    <a:pt x="10954" y="27435"/>
                    <a:pt x="10954" y="27469"/>
                  </a:cubicBezTo>
                  <a:cubicBezTo>
                    <a:pt x="10954" y="27503"/>
                    <a:pt x="10988" y="27538"/>
                    <a:pt x="11057" y="27538"/>
                  </a:cubicBezTo>
                  <a:lnTo>
                    <a:pt x="11193" y="27503"/>
                  </a:lnTo>
                  <a:cubicBezTo>
                    <a:pt x="11227" y="27503"/>
                    <a:pt x="11261" y="27435"/>
                    <a:pt x="11227" y="27401"/>
                  </a:cubicBezTo>
                  <a:cubicBezTo>
                    <a:pt x="11227" y="27367"/>
                    <a:pt x="11159" y="27333"/>
                    <a:pt x="11125" y="27333"/>
                  </a:cubicBezTo>
                  <a:close/>
                  <a:moveTo>
                    <a:pt x="10579" y="27503"/>
                  </a:moveTo>
                  <a:lnTo>
                    <a:pt x="10477" y="27538"/>
                  </a:lnTo>
                  <a:cubicBezTo>
                    <a:pt x="10408" y="27572"/>
                    <a:pt x="10408" y="27606"/>
                    <a:pt x="10408" y="27640"/>
                  </a:cubicBezTo>
                  <a:cubicBezTo>
                    <a:pt x="10408" y="27674"/>
                    <a:pt x="10442" y="27708"/>
                    <a:pt x="10511" y="27708"/>
                  </a:cubicBezTo>
                  <a:lnTo>
                    <a:pt x="10613" y="27674"/>
                  </a:lnTo>
                  <a:cubicBezTo>
                    <a:pt x="10681" y="27674"/>
                    <a:pt x="10715" y="27606"/>
                    <a:pt x="10681" y="27572"/>
                  </a:cubicBezTo>
                  <a:cubicBezTo>
                    <a:pt x="10681" y="27538"/>
                    <a:pt x="10613" y="27503"/>
                    <a:pt x="10579" y="27503"/>
                  </a:cubicBezTo>
                  <a:close/>
                  <a:moveTo>
                    <a:pt x="10033" y="27674"/>
                  </a:moveTo>
                  <a:lnTo>
                    <a:pt x="9931" y="27708"/>
                  </a:lnTo>
                  <a:cubicBezTo>
                    <a:pt x="9862" y="27742"/>
                    <a:pt x="9862" y="27776"/>
                    <a:pt x="9862" y="27811"/>
                  </a:cubicBezTo>
                  <a:cubicBezTo>
                    <a:pt x="9862" y="27845"/>
                    <a:pt x="9896" y="27879"/>
                    <a:pt x="9931" y="27879"/>
                  </a:cubicBezTo>
                  <a:lnTo>
                    <a:pt x="9965" y="27879"/>
                  </a:lnTo>
                  <a:lnTo>
                    <a:pt x="10067" y="27845"/>
                  </a:lnTo>
                  <a:cubicBezTo>
                    <a:pt x="10135" y="27845"/>
                    <a:pt x="10169" y="27776"/>
                    <a:pt x="10135" y="27742"/>
                  </a:cubicBezTo>
                  <a:cubicBezTo>
                    <a:pt x="10135" y="27674"/>
                    <a:pt x="10067" y="27674"/>
                    <a:pt x="10033" y="27674"/>
                  </a:cubicBezTo>
                  <a:close/>
                  <a:moveTo>
                    <a:pt x="9487" y="27845"/>
                  </a:moveTo>
                  <a:lnTo>
                    <a:pt x="9385" y="27879"/>
                  </a:lnTo>
                  <a:cubicBezTo>
                    <a:pt x="9316" y="27879"/>
                    <a:pt x="9316" y="27947"/>
                    <a:pt x="9316" y="27981"/>
                  </a:cubicBezTo>
                  <a:cubicBezTo>
                    <a:pt x="9316" y="28015"/>
                    <a:pt x="9351" y="28049"/>
                    <a:pt x="9385" y="28049"/>
                  </a:cubicBezTo>
                  <a:lnTo>
                    <a:pt x="9419" y="28049"/>
                  </a:lnTo>
                  <a:lnTo>
                    <a:pt x="9521" y="28015"/>
                  </a:lnTo>
                  <a:cubicBezTo>
                    <a:pt x="9589" y="27981"/>
                    <a:pt x="9589" y="27947"/>
                    <a:pt x="9589" y="27913"/>
                  </a:cubicBezTo>
                  <a:cubicBezTo>
                    <a:pt x="9589" y="27845"/>
                    <a:pt x="9521" y="27845"/>
                    <a:pt x="9487" y="27845"/>
                  </a:cubicBezTo>
                  <a:close/>
                  <a:moveTo>
                    <a:pt x="8941" y="28015"/>
                  </a:moveTo>
                  <a:lnTo>
                    <a:pt x="8839" y="28049"/>
                  </a:lnTo>
                  <a:cubicBezTo>
                    <a:pt x="8770" y="28049"/>
                    <a:pt x="8770" y="28118"/>
                    <a:pt x="8770" y="28152"/>
                  </a:cubicBezTo>
                  <a:cubicBezTo>
                    <a:pt x="8770" y="28186"/>
                    <a:pt x="8805" y="28220"/>
                    <a:pt x="8839" y="28220"/>
                  </a:cubicBezTo>
                  <a:lnTo>
                    <a:pt x="8873" y="28220"/>
                  </a:lnTo>
                  <a:lnTo>
                    <a:pt x="8975" y="28186"/>
                  </a:lnTo>
                  <a:cubicBezTo>
                    <a:pt x="9043" y="28152"/>
                    <a:pt x="9043" y="28118"/>
                    <a:pt x="9043" y="28084"/>
                  </a:cubicBezTo>
                  <a:cubicBezTo>
                    <a:pt x="9043" y="28015"/>
                    <a:pt x="8975" y="28015"/>
                    <a:pt x="8941" y="28015"/>
                  </a:cubicBezTo>
                  <a:close/>
                  <a:moveTo>
                    <a:pt x="8395" y="28186"/>
                  </a:moveTo>
                  <a:lnTo>
                    <a:pt x="8293" y="28220"/>
                  </a:lnTo>
                  <a:cubicBezTo>
                    <a:pt x="8224" y="28220"/>
                    <a:pt x="8224" y="28288"/>
                    <a:pt x="8224" y="28322"/>
                  </a:cubicBezTo>
                  <a:cubicBezTo>
                    <a:pt x="8224" y="28356"/>
                    <a:pt x="8259" y="28391"/>
                    <a:pt x="8293" y="28391"/>
                  </a:cubicBezTo>
                  <a:lnTo>
                    <a:pt x="8327" y="28391"/>
                  </a:lnTo>
                  <a:lnTo>
                    <a:pt x="8429" y="28356"/>
                  </a:lnTo>
                  <a:cubicBezTo>
                    <a:pt x="8497" y="28322"/>
                    <a:pt x="8497" y="28288"/>
                    <a:pt x="8497" y="28254"/>
                  </a:cubicBezTo>
                  <a:cubicBezTo>
                    <a:pt x="8497" y="28186"/>
                    <a:pt x="8429" y="28186"/>
                    <a:pt x="8395" y="28186"/>
                  </a:cubicBezTo>
                  <a:close/>
                  <a:moveTo>
                    <a:pt x="7849" y="28356"/>
                  </a:moveTo>
                  <a:lnTo>
                    <a:pt x="7747" y="28391"/>
                  </a:lnTo>
                  <a:cubicBezTo>
                    <a:pt x="7678" y="28391"/>
                    <a:pt x="7678" y="28459"/>
                    <a:pt x="7678" y="28493"/>
                  </a:cubicBezTo>
                  <a:cubicBezTo>
                    <a:pt x="7678" y="28527"/>
                    <a:pt x="7713" y="28561"/>
                    <a:pt x="7747" y="28561"/>
                  </a:cubicBezTo>
                  <a:lnTo>
                    <a:pt x="7781" y="28561"/>
                  </a:lnTo>
                  <a:lnTo>
                    <a:pt x="7883" y="28527"/>
                  </a:lnTo>
                  <a:cubicBezTo>
                    <a:pt x="7951" y="28493"/>
                    <a:pt x="7951" y="28459"/>
                    <a:pt x="7951" y="28425"/>
                  </a:cubicBezTo>
                  <a:cubicBezTo>
                    <a:pt x="7951" y="28356"/>
                    <a:pt x="7883" y="28356"/>
                    <a:pt x="7849" y="28356"/>
                  </a:cubicBezTo>
                  <a:close/>
                  <a:moveTo>
                    <a:pt x="7336" y="28514"/>
                  </a:moveTo>
                  <a:cubicBezTo>
                    <a:pt x="7324" y="28514"/>
                    <a:pt x="7312" y="28518"/>
                    <a:pt x="7303" y="28527"/>
                  </a:cubicBezTo>
                  <a:lnTo>
                    <a:pt x="7201" y="28561"/>
                  </a:lnTo>
                  <a:cubicBezTo>
                    <a:pt x="7133" y="28561"/>
                    <a:pt x="7133" y="28629"/>
                    <a:pt x="7133" y="28664"/>
                  </a:cubicBezTo>
                  <a:cubicBezTo>
                    <a:pt x="7133" y="28698"/>
                    <a:pt x="7167" y="28732"/>
                    <a:pt x="7201" y="28732"/>
                  </a:cubicBezTo>
                  <a:lnTo>
                    <a:pt x="7235" y="28732"/>
                  </a:lnTo>
                  <a:lnTo>
                    <a:pt x="7337" y="28698"/>
                  </a:lnTo>
                  <a:cubicBezTo>
                    <a:pt x="7406" y="28664"/>
                    <a:pt x="7406" y="28629"/>
                    <a:pt x="7406" y="28595"/>
                  </a:cubicBezTo>
                  <a:cubicBezTo>
                    <a:pt x="7406" y="28545"/>
                    <a:pt x="7369" y="28514"/>
                    <a:pt x="7336" y="28514"/>
                  </a:cubicBezTo>
                  <a:close/>
                  <a:moveTo>
                    <a:pt x="6790" y="28684"/>
                  </a:moveTo>
                  <a:cubicBezTo>
                    <a:pt x="6778" y="28684"/>
                    <a:pt x="6766" y="28689"/>
                    <a:pt x="6757" y="28698"/>
                  </a:cubicBezTo>
                  <a:lnTo>
                    <a:pt x="6655" y="28732"/>
                  </a:lnTo>
                  <a:cubicBezTo>
                    <a:pt x="6587" y="28732"/>
                    <a:pt x="6552" y="28800"/>
                    <a:pt x="6587" y="28834"/>
                  </a:cubicBezTo>
                  <a:cubicBezTo>
                    <a:pt x="6587" y="28868"/>
                    <a:pt x="6621" y="28902"/>
                    <a:pt x="6655" y="28902"/>
                  </a:cubicBezTo>
                  <a:lnTo>
                    <a:pt x="6689" y="28902"/>
                  </a:lnTo>
                  <a:lnTo>
                    <a:pt x="6791" y="28868"/>
                  </a:lnTo>
                  <a:cubicBezTo>
                    <a:pt x="6860" y="28834"/>
                    <a:pt x="6860" y="28800"/>
                    <a:pt x="6860" y="28766"/>
                  </a:cubicBezTo>
                  <a:cubicBezTo>
                    <a:pt x="6860" y="28716"/>
                    <a:pt x="6823" y="28684"/>
                    <a:pt x="6790" y="28684"/>
                  </a:cubicBezTo>
                  <a:close/>
                  <a:moveTo>
                    <a:pt x="6241" y="28854"/>
                  </a:moveTo>
                  <a:cubicBezTo>
                    <a:pt x="6231" y="28854"/>
                    <a:pt x="6221" y="28858"/>
                    <a:pt x="6211" y="28868"/>
                  </a:cubicBezTo>
                  <a:lnTo>
                    <a:pt x="6109" y="28902"/>
                  </a:lnTo>
                  <a:cubicBezTo>
                    <a:pt x="6041" y="28902"/>
                    <a:pt x="6006" y="28971"/>
                    <a:pt x="6041" y="29005"/>
                  </a:cubicBezTo>
                  <a:cubicBezTo>
                    <a:pt x="6041" y="29039"/>
                    <a:pt x="6075" y="29073"/>
                    <a:pt x="6109" y="29073"/>
                  </a:cubicBezTo>
                  <a:lnTo>
                    <a:pt x="6143" y="29073"/>
                  </a:lnTo>
                  <a:lnTo>
                    <a:pt x="6245" y="29039"/>
                  </a:lnTo>
                  <a:cubicBezTo>
                    <a:pt x="6314" y="29005"/>
                    <a:pt x="6314" y="28971"/>
                    <a:pt x="6314" y="28902"/>
                  </a:cubicBezTo>
                  <a:cubicBezTo>
                    <a:pt x="6289" y="28878"/>
                    <a:pt x="6265" y="28854"/>
                    <a:pt x="6241" y="28854"/>
                  </a:cubicBezTo>
                  <a:close/>
                  <a:moveTo>
                    <a:pt x="5695" y="29025"/>
                  </a:moveTo>
                  <a:cubicBezTo>
                    <a:pt x="5685" y="29025"/>
                    <a:pt x="5675" y="29029"/>
                    <a:pt x="5665" y="29039"/>
                  </a:cubicBezTo>
                  <a:lnTo>
                    <a:pt x="5563" y="29073"/>
                  </a:lnTo>
                  <a:cubicBezTo>
                    <a:pt x="5495" y="29073"/>
                    <a:pt x="5460" y="29141"/>
                    <a:pt x="5495" y="29175"/>
                  </a:cubicBezTo>
                  <a:cubicBezTo>
                    <a:pt x="5495" y="29210"/>
                    <a:pt x="5529" y="29244"/>
                    <a:pt x="5563" y="29244"/>
                  </a:cubicBezTo>
                  <a:lnTo>
                    <a:pt x="5597" y="29244"/>
                  </a:lnTo>
                  <a:lnTo>
                    <a:pt x="5699" y="29210"/>
                  </a:lnTo>
                  <a:cubicBezTo>
                    <a:pt x="5768" y="29175"/>
                    <a:pt x="5768" y="29141"/>
                    <a:pt x="5768" y="29073"/>
                  </a:cubicBezTo>
                  <a:cubicBezTo>
                    <a:pt x="5743" y="29049"/>
                    <a:pt x="5719" y="29025"/>
                    <a:pt x="5695" y="29025"/>
                  </a:cubicBezTo>
                  <a:close/>
                  <a:moveTo>
                    <a:pt x="5149" y="29195"/>
                  </a:moveTo>
                  <a:cubicBezTo>
                    <a:pt x="5139" y="29195"/>
                    <a:pt x="5129" y="29200"/>
                    <a:pt x="5119" y="29210"/>
                  </a:cubicBezTo>
                  <a:lnTo>
                    <a:pt x="4983" y="29244"/>
                  </a:lnTo>
                  <a:cubicBezTo>
                    <a:pt x="4949" y="29244"/>
                    <a:pt x="4915" y="29312"/>
                    <a:pt x="4949" y="29346"/>
                  </a:cubicBezTo>
                  <a:cubicBezTo>
                    <a:pt x="4949" y="29380"/>
                    <a:pt x="4983" y="29414"/>
                    <a:pt x="5017" y="29414"/>
                  </a:cubicBezTo>
                  <a:lnTo>
                    <a:pt x="5051" y="29414"/>
                  </a:lnTo>
                  <a:lnTo>
                    <a:pt x="5153" y="29380"/>
                  </a:lnTo>
                  <a:cubicBezTo>
                    <a:pt x="5222" y="29346"/>
                    <a:pt x="5222" y="29312"/>
                    <a:pt x="5222" y="29244"/>
                  </a:cubicBezTo>
                  <a:cubicBezTo>
                    <a:pt x="5198" y="29220"/>
                    <a:pt x="5173" y="29195"/>
                    <a:pt x="5149" y="29195"/>
                  </a:cubicBezTo>
                  <a:close/>
                  <a:moveTo>
                    <a:pt x="4603" y="29366"/>
                  </a:moveTo>
                  <a:cubicBezTo>
                    <a:pt x="4593" y="29366"/>
                    <a:pt x="4583" y="29370"/>
                    <a:pt x="4573" y="29380"/>
                  </a:cubicBezTo>
                  <a:lnTo>
                    <a:pt x="4437" y="29414"/>
                  </a:lnTo>
                  <a:cubicBezTo>
                    <a:pt x="4403" y="29414"/>
                    <a:pt x="4369" y="29483"/>
                    <a:pt x="4403" y="29517"/>
                  </a:cubicBezTo>
                  <a:cubicBezTo>
                    <a:pt x="4403" y="29551"/>
                    <a:pt x="4437" y="29585"/>
                    <a:pt x="4471" y="29585"/>
                  </a:cubicBezTo>
                  <a:lnTo>
                    <a:pt x="4505" y="29585"/>
                  </a:lnTo>
                  <a:lnTo>
                    <a:pt x="4607" y="29551"/>
                  </a:lnTo>
                  <a:cubicBezTo>
                    <a:pt x="4642" y="29517"/>
                    <a:pt x="4676" y="29483"/>
                    <a:pt x="4676" y="29414"/>
                  </a:cubicBezTo>
                  <a:cubicBezTo>
                    <a:pt x="4652" y="29390"/>
                    <a:pt x="4627" y="29366"/>
                    <a:pt x="4603" y="29366"/>
                  </a:cubicBezTo>
                  <a:close/>
                  <a:moveTo>
                    <a:pt x="4057" y="29537"/>
                  </a:moveTo>
                  <a:cubicBezTo>
                    <a:pt x="4047" y="29537"/>
                    <a:pt x="4037" y="29541"/>
                    <a:pt x="4027" y="29551"/>
                  </a:cubicBezTo>
                  <a:lnTo>
                    <a:pt x="3891" y="29585"/>
                  </a:lnTo>
                  <a:cubicBezTo>
                    <a:pt x="3857" y="29585"/>
                    <a:pt x="3823" y="29653"/>
                    <a:pt x="3857" y="29687"/>
                  </a:cubicBezTo>
                  <a:cubicBezTo>
                    <a:pt x="3857" y="29721"/>
                    <a:pt x="3891" y="29756"/>
                    <a:pt x="3925" y="29756"/>
                  </a:cubicBezTo>
                  <a:lnTo>
                    <a:pt x="3959" y="29756"/>
                  </a:lnTo>
                  <a:lnTo>
                    <a:pt x="4061" y="29721"/>
                  </a:lnTo>
                  <a:cubicBezTo>
                    <a:pt x="4096" y="29687"/>
                    <a:pt x="4130" y="29653"/>
                    <a:pt x="4130" y="29585"/>
                  </a:cubicBezTo>
                  <a:cubicBezTo>
                    <a:pt x="4106" y="29561"/>
                    <a:pt x="4081" y="29537"/>
                    <a:pt x="4057" y="29537"/>
                  </a:cubicBezTo>
                  <a:close/>
                  <a:moveTo>
                    <a:pt x="3511" y="29707"/>
                  </a:moveTo>
                  <a:cubicBezTo>
                    <a:pt x="3501" y="29707"/>
                    <a:pt x="3491" y="29711"/>
                    <a:pt x="3481" y="29721"/>
                  </a:cubicBezTo>
                  <a:lnTo>
                    <a:pt x="3345" y="29756"/>
                  </a:lnTo>
                  <a:cubicBezTo>
                    <a:pt x="3311" y="29756"/>
                    <a:pt x="3277" y="29824"/>
                    <a:pt x="3311" y="29858"/>
                  </a:cubicBezTo>
                  <a:cubicBezTo>
                    <a:pt x="3311" y="29892"/>
                    <a:pt x="3345" y="29926"/>
                    <a:pt x="3379" y="29926"/>
                  </a:cubicBezTo>
                  <a:lnTo>
                    <a:pt x="3413" y="29926"/>
                  </a:lnTo>
                  <a:lnTo>
                    <a:pt x="3515" y="29892"/>
                  </a:lnTo>
                  <a:cubicBezTo>
                    <a:pt x="3550" y="29858"/>
                    <a:pt x="3584" y="29824"/>
                    <a:pt x="3584" y="29756"/>
                  </a:cubicBezTo>
                  <a:cubicBezTo>
                    <a:pt x="3560" y="29731"/>
                    <a:pt x="3535" y="29707"/>
                    <a:pt x="3511" y="29707"/>
                  </a:cubicBezTo>
                  <a:close/>
                  <a:moveTo>
                    <a:pt x="2965" y="29878"/>
                  </a:moveTo>
                  <a:cubicBezTo>
                    <a:pt x="2955" y="29878"/>
                    <a:pt x="2945" y="29882"/>
                    <a:pt x="2935" y="29892"/>
                  </a:cubicBezTo>
                  <a:lnTo>
                    <a:pt x="2799" y="29926"/>
                  </a:lnTo>
                  <a:cubicBezTo>
                    <a:pt x="2765" y="29926"/>
                    <a:pt x="2731" y="29994"/>
                    <a:pt x="2765" y="30029"/>
                  </a:cubicBezTo>
                  <a:cubicBezTo>
                    <a:pt x="2765" y="30063"/>
                    <a:pt x="2799" y="30097"/>
                    <a:pt x="2833" y="30097"/>
                  </a:cubicBezTo>
                  <a:lnTo>
                    <a:pt x="2867" y="30097"/>
                  </a:lnTo>
                  <a:lnTo>
                    <a:pt x="2970" y="30063"/>
                  </a:lnTo>
                  <a:cubicBezTo>
                    <a:pt x="3004" y="30029"/>
                    <a:pt x="3038" y="29994"/>
                    <a:pt x="3038" y="29926"/>
                  </a:cubicBezTo>
                  <a:cubicBezTo>
                    <a:pt x="3014" y="29902"/>
                    <a:pt x="2990" y="29878"/>
                    <a:pt x="2965" y="29878"/>
                  </a:cubicBezTo>
                  <a:close/>
                  <a:moveTo>
                    <a:pt x="2419" y="30049"/>
                  </a:moveTo>
                  <a:cubicBezTo>
                    <a:pt x="2409" y="30049"/>
                    <a:pt x="2399" y="30053"/>
                    <a:pt x="2389" y="30063"/>
                  </a:cubicBezTo>
                  <a:lnTo>
                    <a:pt x="2253" y="30097"/>
                  </a:lnTo>
                  <a:cubicBezTo>
                    <a:pt x="2219" y="30097"/>
                    <a:pt x="2185" y="30165"/>
                    <a:pt x="2219" y="30199"/>
                  </a:cubicBezTo>
                  <a:cubicBezTo>
                    <a:pt x="2219" y="30233"/>
                    <a:pt x="2253" y="30267"/>
                    <a:pt x="2287" y="30267"/>
                  </a:cubicBezTo>
                  <a:lnTo>
                    <a:pt x="2321" y="30267"/>
                  </a:lnTo>
                  <a:lnTo>
                    <a:pt x="2424" y="30233"/>
                  </a:lnTo>
                  <a:cubicBezTo>
                    <a:pt x="2458" y="30199"/>
                    <a:pt x="2492" y="30165"/>
                    <a:pt x="2492" y="30097"/>
                  </a:cubicBezTo>
                  <a:cubicBezTo>
                    <a:pt x="2468" y="30073"/>
                    <a:pt x="2444" y="30049"/>
                    <a:pt x="2419" y="30049"/>
                  </a:cubicBezTo>
                  <a:close/>
                  <a:moveTo>
                    <a:pt x="1873" y="30219"/>
                  </a:moveTo>
                  <a:cubicBezTo>
                    <a:pt x="1863" y="30219"/>
                    <a:pt x="1853" y="30223"/>
                    <a:pt x="1843" y="30233"/>
                  </a:cubicBezTo>
                  <a:lnTo>
                    <a:pt x="1707" y="30267"/>
                  </a:lnTo>
                  <a:cubicBezTo>
                    <a:pt x="1673" y="30267"/>
                    <a:pt x="1639" y="30336"/>
                    <a:pt x="1673" y="30370"/>
                  </a:cubicBezTo>
                  <a:cubicBezTo>
                    <a:pt x="1673" y="30404"/>
                    <a:pt x="1707" y="30438"/>
                    <a:pt x="1741" y="30438"/>
                  </a:cubicBezTo>
                  <a:lnTo>
                    <a:pt x="1775" y="30438"/>
                  </a:lnTo>
                  <a:lnTo>
                    <a:pt x="1878" y="30404"/>
                  </a:lnTo>
                  <a:cubicBezTo>
                    <a:pt x="1912" y="30370"/>
                    <a:pt x="1946" y="30336"/>
                    <a:pt x="1946" y="30267"/>
                  </a:cubicBezTo>
                  <a:cubicBezTo>
                    <a:pt x="1922" y="30243"/>
                    <a:pt x="1898" y="30219"/>
                    <a:pt x="1873" y="30219"/>
                  </a:cubicBezTo>
                  <a:close/>
                  <a:moveTo>
                    <a:pt x="1327" y="30390"/>
                  </a:moveTo>
                  <a:cubicBezTo>
                    <a:pt x="1317" y="30390"/>
                    <a:pt x="1307" y="30394"/>
                    <a:pt x="1297" y="30404"/>
                  </a:cubicBezTo>
                  <a:lnTo>
                    <a:pt x="1161" y="30438"/>
                  </a:lnTo>
                  <a:cubicBezTo>
                    <a:pt x="1127" y="30438"/>
                    <a:pt x="1093" y="30506"/>
                    <a:pt x="1127" y="30540"/>
                  </a:cubicBezTo>
                  <a:cubicBezTo>
                    <a:pt x="1127" y="30574"/>
                    <a:pt x="1161" y="30609"/>
                    <a:pt x="1195" y="30609"/>
                  </a:cubicBezTo>
                  <a:lnTo>
                    <a:pt x="1229" y="30609"/>
                  </a:lnTo>
                  <a:lnTo>
                    <a:pt x="1332" y="30574"/>
                  </a:lnTo>
                  <a:cubicBezTo>
                    <a:pt x="1366" y="30540"/>
                    <a:pt x="1400" y="30506"/>
                    <a:pt x="1400" y="30438"/>
                  </a:cubicBezTo>
                  <a:cubicBezTo>
                    <a:pt x="1376" y="30414"/>
                    <a:pt x="1352" y="30390"/>
                    <a:pt x="1327" y="30390"/>
                  </a:cubicBezTo>
                  <a:close/>
                  <a:moveTo>
                    <a:pt x="782" y="30560"/>
                  </a:moveTo>
                  <a:cubicBezTo>
                    <a:pt x="772" y="30560"/>
                    <a:pt x="762" y="30564"/>
                    <a:pt x="752" y="30574"/>
                  </a:cubicBezTo>
                  <a:lnTo>
                    <a:pt x="615" y="30609"/>
                  </a:lnTo>
                  <a:cubicBezTo>
                    <a:pt x="581" y="30609"/>
                    <a:pt x="547" y="30677"/>
                    <a:pt x="581" y="30711"/>
                  </a:cubicBezTo>
                  <a:cubicBezTo>
                    <a:pt x="581" y="30745"/>
                    <a:pt x="615" y="30779"/>
                    <a:pt x="649" y="30779"/>
                  </a:cubicBezTo>
                  <a:lnTo>
                    <a:pt x="683" y="30779"/>
                  </a:lnTo>
                  <a:lnTo>
                    <a:pt x="786" y="30745"/>
                  </a:lnTo>
                  <a:cubicBezTo>
                    <a:pt x="820" y="30711"/>
                    <a:pt x="854" y="30677"/>
                    <a:pt x="854" y="30609"/>
                  </a:cubicBezTo>
                  <a:cubicBezTo>
                    <a:pt x="830" y="30584"/>
                    <a:pt x="806" y="30560"/>
                    <a:pt x="782" y="30560"/>
                  </a:cubicBezTo>
                  <a:close/>
                  <a:moveTo>
                    <a:pt x="236" y="30731"/>
                  </a:moveTo>
                  <a:cubicBezTo>
                    <a:pt x="226" y="30731"/>
                    <a:pt x="216" y="30735"/>
                    <a:pt x="206" y="30745"/>
                  </a:cubicBezTo>
                  <a:lnTo>
                    <a:pt x="69" y="30779"/>
                  </a:lnTo>
                  <a:cubicBezTo>
                    <a:pt x="35" y="30779"/>
                    <a:pt x="1" y="30847"/>
                    <a:pt x="35" y="30882"/>
                  </a:cubicBezTo>
                  <a:cubicBezTo>
                    <a:pt x="35" y="30916"/>
                    <a:pt x="69" y="30950"/>
                    <a:pt x="103" y="30950"/>
                  </a:cubicBezTo>
                  <a:lnTo>
                    <a:pt x="137" y="30950"/>
                  </a:lnTo>
                  <a:lnTo>
                    <a:pt x="240" y="30916"/>
                  </a:lnTo>
                  <a:cubicBezTo>
                    <a:pt x="274" y="30882"/>
                    <a:pt x="308" y="30847"/>
                    <a:pt x="308" y="30779"/>
                  </a:cubicBezTo>
                  <a:cubicBezTo>
                    <a:pt x="284" y="30755"/>
                    <a:pt x="260" y="30731"/>
                    <a:pt x="236" y="3073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8" name="Google Shape;1800;p45">
              <a:extLst>
                <a:ext uri="{FF2B5EF4-FFF2-40B4-BE49-F238E27FC236}">
                  <a16:creationId xmlns:a16="http://schemas.microsoft.com/office/drawing/2014/main" id="{A11540AB-329D-FF1D-CCC9-6089EC2A32B8}"/>
                </a:ext>
              </a:extLst>
            </p:cNvPr>
            <p:cNvSpPr/>
            <p:nvPr/>
          </p:nvSpPr>
          <p:spPr>
            <a:xfrm>
              <a:off x="393779" y="3298497"/>
              <a:ext cx="2936806" cy="422056"/>
            </a:xfrm>
            <a:custGeom>
              <a:avLst/>
              <a:gdLst/>
              <a:ahLst/>
              <a:cxnLst/>
              <a:rect l="l" t="t" r="r" b="b"/>
              <a:pathLst>
                <a:path w="131784" h="18939" extrusionOk="0">
                  <a:moveTo>
                    <a:pt x="131545" y="0"/>
                  </a:moveTo>
                  <a:cubicBezTo>
                    <a:pt x="131511" y="34"/>
                    <a:pt x="131476" y="68"/>
                    <a:pt x="131476" y="103"/>
                  </a:cubicBezTo>
                  <a:cubicBezTo>
                    <a:pt x="131511" y="171"/>
                    <a:pt x="131545" y="171"/>
                    <a:pt x="131579" y="171"/>
                  </a:cubicBezTo>
                  <a:lnTo>
                    <a:pt x="131715" y="171"/>
                  </a:lnTo>
                  <a:cubicBezTo>
                    <a:pt x="131749" y="171"/>
                    <a:pt x="131784" y="103"/>
                    <a:pt x="131784" y="68"/>
                  </a:cubicBezTo>
                  <a:cubicBezTo>
                    <a:pt x="131749" y="34"/>
                    <a:pt x="131715" y="0"/>
                    <a:pt x="131681" y="0"/>
                  </a:cubicBezTo>
                  <a:close/>
                  <a:moveTo>
                    <a:pt x="131101" y="68"/>
                  </a:moveTo>
                  <a:lnTo>
                    <a:pt x="130999" y="103"/>
                  </a:lnTo>
                  <a:cubicBezTo>
                    <a:pt x="130965" y="103"/>
                    <a:pt x="130931" y="137"/>
                    <a:pt x="130931" y="205"/>
                  </a:cubicBezTo>
                  <a:cubicBezTo>
                    <a:pt x="130931" y="239"/>
                    <a:pt x="130965" y="273"/>
                    <a:pt x="130999" y="273"/>
                  </a:cubicBezTo>
                  <a:lnTo>
                    <a:pt x="131033" y="273"/>
                  </a:lnTo>
                  <a:lnTo>
                    <a:pt x="131135" y="239"/>
                  </a:lnTo>
                  <a:cubicBezTo>
                    <a:pt x="131169" y="239"/>
                    <a:pt x="131204" y="205"/>
                    <a:pt x="131204" y="137"/>
                  </a:cubicBezTo>
                  <a:cubicBezTo>
                    <a:pt x="131204" y="103"/>
                    <a:pt x="131169" y="68"/>
                    <a:pt x="131101" y="68"/>
                  </a:cubicBezTo>
                  <a:close/>
                  <a:moveTo>
                    <a:pt x="130582" y="157"/>
                  </a:moveTo>
                  <a:cubicBezTo>
                    <a:pt x="130573" y="157"/>
                    <a:pt x="130564" y="162"/>
                    <a:pt x="130555" y="171"/>
                  </a:cubicBezTo>
                  <a:lnTo>
                    <a:pt x="130419" y="171"/>
                  </a:lnTo>
                  <a:cubicBezTo>
                    <a:pt x="130385" y="171"/>
                    <a:pt x="130350" y="239"/>
                    <a:pt x="130350" y="273"/>
                  </a:cubicBezTo>
                  <a:cubicBezTo>
                    <a:pt x="130350" y="307"/>
                    <a:pt x="130385" y="341"/>
                    <a:pt x="130453" y="341"/>
                  </a:cubicBezTo>
                  <a:lnTo>
                    <a:pt x="130555" y="341"/>
                  </a:lnTo>
                  <a:cubicBezTo>
                    <a:pt x="130623" y="341"/>
                    <a:pt x="130658" y="273"/>
                    <a:pt x="130623" y="239"/>
                  </a:cubicBezTo>
                  <a:cubicBezTo>
                    <a:pt x="130623" y="189"/>
                    <a:pt x="130605" y="157"/>
                    <a:pt x="130582" y="157"/>
                  </a:cubicBezTo>
                  <a:close/>
                  <a:moveTo>
                    <a:pt x="129975" y="239"/>
                  </a:moveTo>
                  <a:lnTo>
                    <a:pt x="129873" y="273"/>
                  </a:lnTo>
                  <a:cubicBezTo>
                    <a:pt x="129804" y="273"/>
                    <a:pt x="129770" y="307"/>
                    <a:pt x="129804" y="341"/>
                  </a:cubicBezTo>
                  <a:cubicBezTo>
                    <a:pt x="129804" y="410"/>
                    <a:pt x="129839" y="444"/>
                    <a:pt x="129873" y="444"/>
                  </a:cubicBezTo>
                  <a:lnTo>
                    <a:pt x="130009" y="410"/>
                  </a:lnTo>
                  <a:cubicBezTo>
                    <a:pt x="130043" y="410"/>
                    <a:pt x="130077" y="375"/>
                    <a:pt x="130077" y="307"/>
                  </a:cubicBezTo>
                  <a:cubicBezTo>
                    <a:pt x="130077" y="273"/>
                    <a:pt x="130009" y="239"/>
                    <a:pt x="129975" y="239"/>
                  </a:cubicBezTo>
                  <a:close/>
                  <a:moveTo>
                    <a:pt x="129442" y="328"/>
                  </a:moveTo>
                  <a:cubicBezTo>
                    <a:pt x="129429" y="328"/>
                    <a:pt x="129413" y="332"/>
                    <a:pt x="129395" y="341"/>
                  </a:cubicBezTo>
                  <a:lnTo>
                    <a:pt x="129293" y="341"/>
                  </a:lnTo>
                  <a:cubicBezTo>
                    <a:pt x="129258" y="341"/>
                    <a:pt x="129224" y="375"/>
                    <a:pt x="129224" y="444"/>
                  </a:cubicBezTo>
                  <a:cubicBezTo>
                    <a:pt x="129224" y="478"/>
                    <a:pt x="129258" y="512"/>
                    <a:pt x="129293" y="512"/>
                  </a:cubicBezTo>
                  <a:lnTo>
                    <a:pt x="129327" y="512"/>
                  </a:lnTo>
                  <a:lnTo>
                    <a:pt x="129429" y="478"/>
                  </a:lnTo>
                  <a:cubicBezTo>
                    <a:pt x="129463" y="478"/>
                    <a:pt x="129497" y="444"/>
                    <a:pt x="129497" y="410"/>
                  </a:cubicBezTo>
                  <a:cubicBezTo>
                    <a:pt x="129497" y="360"/>
                    <a:pt x="129479" y="328"/>
                    <a:pt x="129442" y="328"/>
                  </a:cubicBezTo>
                  <a:close/>
                  <a:moveTo>
                    <a:pt x="128713" y="410"/>
                  </a:moveTo>
                  <a:cubicBezTo>
                    <a:pt x="128678" y="444"/>
                    <a:pt x="128644" y="478"/>
                    <a:pt x="128644" y="512"/>
                  </a:cubicBezTo>
                  <a:cubicBezTo>
                    <a:pt x="128678" y="546"/>
                    <a:pt x="128713" y="580"/>
                    <a:pt x="128747" y="580"/>
                  </a:cubicBezTo>
                  <a:lnTo>
                    <a:pt x="128883" y="580"/>
                  </a:lnTo>
                  <a:cubicBezTo>
                    <a:pt x="128917" y="580"/>
                    <a:pt x="128951" y="512"/>
                    <a:pt x="128951" y="478"/>
                  </a:cubicBezTo>
                  <a:cubicBezTo>
                    <a:pt x="128917" y="444"/>
                    <a:pt x="128883" y="410"/>
                    <a:pt x="128849" y="410"/>
                  </a:cubicBezTo>
                  <a:close/>
                  <a:moveTo>
                    <a:pt x="128269" y="478"/>
                  </a:moveTo>
                  <a:lnTo>
                    <a:pt x="128167" y="512"/>
                  </a:lnTo>
                  <a:cubicBezTo>
                    <a:pt x="128098" y="512"/>
                    <a:pt x="128098" y="546"/>
                    <a:pt x="128098" y="614"/>
                  </a:cubicBezTo>
                  <a:cubicBezTo>
                    <a:pt x="128098" y="648"/>
                    <a:pt x="128132" y="683"/>
                    <a:pt x="128167" y="683"/>
                  </a:cubicBezTo>
                  <a:lnTo>
                    <a:pt x="128201" y="683"/>
                  </a:lnTo>
                  <a:lnTo>
                    <a:pt x="128303" y="648"/>
                  </a:lnTo>
                  <a:cubicBezTo>
                    <a:pt x="128337" y="648"/>
                    <a:pt x="128371" y="614"/>
                    <a:pt x="128371" y="546"/>
                  </a:cubicBezTo>
                  <a:cubicBezTo>
                    <a:pt x="128371" y="512"/>
                    <a:pt x="128337" y="478"/>
                    <a:pt x="128269" y="478"/>
                  </a:cubicBezTo>
                  <a:close/>
                  <a:moveTo>
                    <a:pt x="127750" y="567"/>
                  </a:moveTo>
                  <a:cubicBezTo>
                    <a:pt x="127741" y="567"/>
                    <a:pt x="127732" y="571"/>
                    <a:pt x="127723" y="580"/>
                  </a:cubicBezTo>
                  <a:lnTo>
                    <a:pt x="127586" y="580"/>
                  </a:lnTo>
                  <a:cubicBezTo>
                    <a:pt x="127552" y="580"/>
                    <a:pt x="127518" y="648"/>
                    <a:pt x="127518" y="683"/>
                  </a:cubicBezTo>
                  <a:cubicBezTo>
                    <a:pt x="127518" y="717"/>
                    <a:pt x="127552" y="751"/>
                    <a:pt x="127621" y="751"/>
                  </a:cubicBezTo>
                  <a:lnTo>
                    <a:pt x="127723" y="751"/>
                  </a:lnTo>
                  <a:cubicBezTo>
                    <a:pt x="127791" y="717"/>
                    <a:pt x="127825" y="683"/>
                    <a:pt x="127791" y="648"/>
                  </a:cubicBezTo>
                  <a:cubicBezTo>
                    <a:pt x="127791" y="599"/>
                    <a:pt x="127773" y="567"/>
                    <a:pt x="127750" y="567"/>
                  </a:cubicBezTo>
                  <a:close/>
                  <a:moveTo>
                    <a:pt x="127143" y="648"/>
                  </a:moveTo>
                  <a:lnTo>
                    <a:pt x="127040" y="683"/>
                  </a:lnTo>
                  <a:cubicBezTo>
                    <a:pt x="126972" y="683"/>
                    <a:pt x="126938" y="717"/>
                    <a:pt x="126972" y="751"/>
                  </a:cubicBezTo>
                  <a:cubicBezTo>
                    <a:pt x="126972" y="819"/>
                    <a:pt x="127006" y="853"/>
                    <a:pt x="127040" y="853"/>
                  </a:cubicBezTo>
                  <a:lnTo>
                    <a:pt x="127177" y="819"/>
                  </a:lnTo>
                  <a:cubicBezTo>
                    <a:pt x="127211" y="819"/>
                    <a:pt x="127245" y="785"/>
                    <a:pt x="127245" y="717"/>
                  </a:cubicBezTo>
                  <a:cubicBezTo>
                    <a:pt x="127245" y="683"/>
                    <a:pt x="127177" y="648"/>
                    <a:pt x="127143" y="648"/>
                  </a:cubicBezTo>
                  <a:close/>
                  <a:moveTo>
                    <a:pt x="126563" y="717"/>
                  </a:moveTo>
                  <a:lnTo>
                    <a:pt x="126460" y="751"/>
                  </a:lnTo>
                  <a:cubicBezTo>
                    <a:pt x="126426" y="751"/>
                    <a:pt x="126392" y="785"/>
                    <a:pt x="126392" y="853"/>
                  </a:cubicBezTo>
                  <a:cubicBezTo>
                    <a:pt x="126392" y="887"/>
                    <a:pt x="126426" y="921"/>
                    <a:pt x="126460" y="921"/>
                  </a:cubicBezTo>
                  <a:lnTo>
                    <a:pt x="126495" y="921"/>
                  </a:lnTo>
                  <a:lnTo>
                    <a:pt x="126597" y="887"/>
                  </a:lnTo>
                  <a:cubicBezTo>
                    <a:pt x="126631" y="887"/>
                    <a:pt x="126665" y="853"/>
                    <a:pt x="126665" y="819"/>
                  </a:cubicBezTo>
                  <a:cubicBezTo>
                    <a:pt x="126665" y="751"/>
                    <a:pt x="126631" y="717"/>
                    <a:pt x="126563" y="717"/>
                  </a:cubicBezTo>
                  <a:close/>
                  <a:moveTo>
                    <a:pt x="125880" y="819"/>
                  </a:moveTo>
                  <a:cubicBezTo>
                    <a:pt x="125846" y="853"/>
                    <a:pt x="125812" y="887"/>
                    <a:pt x="125812" y="921"/>
                  </a:cubicBezTo>
                  <a:cubicBezTo>
                    <a:pt x="125846" y="956"/>
                    <a:pt x="125880" y="990"/>
                    <a:pt x="125914" y="990"/>
                  </a:cubicBezTo>
                  <a:lnTo>
                    <a:pt x="126051" y="990"/>
                  </a:lnTo>
                  <a:cubicBezTo>
                    <a:pt x="126085" y="990"/>
                    <a:pt x="126119" y="921"/>
                    <a:pt x="126119" y="887"/>
                  </a:cubicBezTo>
                  <a:cubicBezTo>
                    <a:pt x="126085" y="853"/>
                    <a:pt x="126051" y="819"/>
                    <a:pt x="126017" y="819"/>
                  </a:cubicBezTo>
                  <a:close/>
                  <a:moveTo>
                    <a:pt x="125437" y="887"/>
                  </a:moveTo>
                  <a:lnTo>
                    <a:pt x="125334" y="921"/>
                  </a:lnTo>
                  <a:cubicBezTo>
                    <a:pt x="125266" y="921"/>
                    <a:pt x="125266" y="956"/>
                    <a:pt x="125266" y="1024"/>
                  </a:cubicBezTo>
                  <a:cubicBezTo>
                    <a:pt x="125266" y="1058"/>
                    <a:pt x="125300" y="1092"/>
                    <a:pt x="125334" y="1092"/>
                  </a:cubicBezTo>
                  <a:lnTo>
                    <a:pt x="125368" y="1092"/>
                  </a:lnTo>
                  <a:lnTo>
                    <a:pt x="125471" y="1058"/>
                  </a:lnTo>
                  <a:cubicBezTo>
                    <a:pt x="125505" y="1058"/>
                    <a:pt x="125539" y="1024"/>
                    <a:pt x="125539" y="956"/>
                  </a:cubicBezTo>
                  <a:cubicBezTo>
                    <a:pt x="125539" y="921"/>
                    <a:pt x="125505" y="887"/>
                    <a:pt x="125437" y="887"/>
                  </a:cubicBezTo>
                  <a:close/>
                  <a:moveTo>
                    <a:pt x="124918" y="976"/>
                  </a:moveTo>
                  <a:cubicBezTo>
                    <a:pt x="124909" y="976"/>
                    <a:pt x="124900" y="981"/>
                    <a:pt x="124891" y="990"/>
                  </a:cubicBezTo>
                  <a:lnTo>
                    <a:pt x="124754" y="990"/>
                  </a:lnTo>
                  <a:cubicBezTo>
                    <a:pt x="124720" y="990"/>
                    <a:pt x="124686" y="1058"/>
                    <a:pt x="124686" y="1092"/>
                  </a:cubicBezTo>
                  <a:cubicBezTo>
                    <a:pt x="124686" y="1126"/>
                    <a:pt x="124720" y="1160"/>
                    <a:pt x="124788" y="1160"/>
                  </a:cubicBezTo>
                  <a:lnTo>
                    <a:pt x="124891" y="1160"/>
                  </a:lnTo>
                  <a:cubicBezTo>
                    <a:pt x="124959" y="1126"/>
                    <a:pt x="124993" y="1092"/>
                    <a:pt x="124959" y="1058"/>
                  </a:cubicBezTo>
                  <a:cubicBezTo>
                    <a:pt x="124959" y="1008"/>
                    <a:pt x="124941" y="976"/>
                    <a:pt x="124918" y="976"/>
                  </a:cubicBezTo>
                  <a:close/>
                  <a:moveTo>
                    <a:pt x="124208" y="1058"/>
                  </a:moveTo>
                  <a:cubicBezTo>
                    <a:pt x="124140" y="1092"/>
                    <a:pt x="124106" y="1126"/>
                    <a:pt x="124140" y="1160"/>
                  </a:cubicBezTo>
                  <a:cubicBezTo>
                    <a:pt x="124140" y="1229"/>
                    <a:pt x="124174" y="1263"/>
                    <a:pt x="124208" y="1263"/>
                  </a:cubicBezTo>
                  <a:cubicBezTo>
                    <a:pt x="124208" y="1263"/>
                    <a:pt x="124208" y="1263"/>
                    <a:pt x="124208" y="1229"/>
                  </a:cubicBezTo>
                  <a:lnTo>
                    <a:pt x="124345" y="1229"/>
                  </a:lnTo>
                  <a:cubicBezTo>
                    <a:pt x="124379" y="1229"/>
                    <a:pt x="124413" y="1194"/>
                    <a:pt x="124413" y="1126"/>
                  </a:cubicBezTo>
                  <a:cubicBezTo>
                    <a:pt x="124413" y="1092"/>
                    <a:pt x="124345" y="1058"/>
                    <a:pt x="124311" y="1058"/>
                  </a:cubicBezTo>
                  <a:close/>
                  <a:moveTo>
                    <a:pt x="123731" y="1126"/>
                  </a:moveTo>
                  <a:lnTo>
                    <a:pt x="123628" y="1160"/>
                  </a:lnTo>
                  <a:cubicBezTo>
                    <a:pt x="123594" y="1160"/>
                    <a:pt x="123560" y="1194"/>
                    <a:pt x="123560" y="1263"/>
                  </a:cubicBezTo>
                  <a:cubicBezTo>
                    <a:pt x="123560" y="1297"/>
                    <a:pt x="123594" y="1331"/>
                    <a:pt x="123628" y="1331"/>
                  </a:cubicBezTo>
                  <a:lnTo>
                    <a:pt x="123662" y="1331"/>
                  </a:lnTo>
                  <a:lnTo>
                    <a:pt x="123765" y="1297"/>
                  </a:lnTo>
                  <a:cubicBezTo>
                    <a:pt x="123799" y="1297"/>
                    <a:pt x="123833" y="1263"/>
                    <a:pt x="123833" y="1229"/>
                  </a:cubicBezTo>
                  <a:cubicBezTo>
                    <a:pt x="123833" y="1160"/>
                    <a:pt x="123799" y="1126"/>
                    <a:pt x="123731" y="1126"/>
                  </a:cubicBezTo>
                  <a:close/>
                  <a:moveTo>
                    <a:pt x="123048" y="1229"/>
                  </a:moveTo>
                  <a:cubicBezTo>
                    <a:pt x="123014" y="1229"/>
                    <a:pt x="122980" y="1297"/>
                    <a:pt x="122980" y="1331"/>
                  </a:cubicBezTo>
                  <a:cubicBezTo>
                    <a:pt x="122980" y="1365"/>
                    <a:pt x="123048" y="1399"/>
                    <a:pt x="123082" y="1399"/>
                  </a:cubicBezTo>
                  <a:lnTo>
                    <a:pt x="123185" y="1399"/>
                  </a:lnTo>
                  <a:cubicBezTo>
                    <a:pt x="123253" y="1399"/>
                    <a:pt x="123287" y="1331"/>
                    <a:pt x="123287" y="1297"/>
                  </a:cubicBezTo>
                  <a:cubicBezTo>
                    <a:pt x="123253" y="1263"/>
                    <a:pt x="123219" y="1229"/>
                    <a:pt x="123185" y="1229"/>
                  </a:cubicBezTo>
                  <a:close/>
                  <a:moveTo>
                    <a:pt x="122605" y="1297"/>
                  </a:moveTo>
                  <a:lnTo>
                    <a:pt x="122502" y="1331"/>
                  </a:lnTo>
                  <a:cubicBezTo>
                    <a:pt x="122434" y="1331"/>
                    <a:pt x="122434" y="1365"/>
                    <a:pt x="122434" y="1433"/>
                  </a:cubicBezTo>
                  <a:cubicBezTo>
                    <a:pt x="122434" y="1467"/>
                    <a:pt x="122468" y="1502"/>
                    <a:pt x="122502" y="1502"/>
                  </a:cubicBezTo>
                  <a:lnTo>
                    <a:pt x="122536" y="1502"/>
                  </a:lnTo>
                  <a:lnTo>
                    <a:pt x="122639" y="1467"/>
                  </a:lnTo>
                  <a:cubicBezTo>
                    <a:pt x="122673" y="1467"/>
                    <a:pt x="122707" y="1433"/>
                    <a:pt x="122707" y="1365"/>
                  </a:cubicBezTo>
                  <a:cubicBezTo>
                    <a:pt x="122707" y="1331"/>
                    <a:pt x="122673" y="1297"/>
                    <a:pt x="122605" y="1297"/>
                  </a:cubicBezTo>
                  <a:close/>
                  <a:moveTo>
                    <a:pt x="122085" y="1386"/>
                  </a:moveTo>
                  <a:cubicBezTo>
                    <a:pt x="122077" y="1386"/>
                    <a:pt x="122068" y="1390"/>
                    <a:pt x="122059" y="1399"/>
                  </a:cubicBezTo>
                  <a:lnTo>
                    <a:pt x="121922" y="1399"/>
                  </a:lnTo>
                  <a:cubicBezTo>
                    <a:pt x="121888" y="1399"/>
                    <a:pt x="121854" y="1467"/>
                    <a:pt x="121854" y="1502"/>
                  </a:cubicBezTo>
                  <a:cubicBezTo>
                    <a:pt x="121854" y="1536"/>
                    <a:pt x="121888" y="1570"/>
                    <a:pt x="121956" y="1570"/>
                  </a:cubicBezTo>
                  <a:lnTo>
                    <a:pt x="122059" y="1570"/>
                  </a:lnTo>
                  <a:cubicBezTo>
                    <a:pt x="122127" y="1536"/>
                    <a:pt x="122161" y="1502"/>
                    <a:pt x="122127" y="1467"/>
                  </a:cubicBezTo>
                  <a:cubicBezTo>
                    <a:pt x="122127" y="1417"/>
                    <a:pt x="122108" y="1386"/>
                    <a:pt x="122085" y="1386"/>
                  </a:cubicBezTo>
                  <a:close/>
                  <a:moveTo>
                    <a:pt x="121376" y="1467"/>
                  </a:moveTo>
                  <a:cubicBezTo>
                    <a:pt x="121308" y="1502"/>
                    <a:pt x="121274" y="1536"/>
                    <a:pt x="121274" y="1570"/>
                  </a:cubicBezTo>
                  <a:cubicBezTo>
                    <a:pt x="121308" y="1638"/>
                    <a:pt x="121342" y="1638"/>
                    <a:pt x="121376" y="1638"/>
                  </a:cubicBezTo>
                  <a:lnTo>
                    <a:pt x="121513" y="1638"/>
                  </a:lnTo>
                  <a:cubicBezTo>
                    <a:pt x="121547" y="1638"/>
                    <a:pt x="121581" y="1570"/>
                    <a:pt x="121581" y="1536"/>
                  </a:cubicBezTo>
                  <a:cubicBezTo>
                    <a:pt x="121581" y="1502"/>
                    <a:pt x="121513" y="1467"/>
                    <a:pt x="121478" y="1467"/>
                  </a:cubicBezTo>
                  <a:close/>
                  <a:moveTo>
                    <a:pt x="120898" y="1536"/>
                  </a:moveTo>
                  <a:lnTo>
                    <a:pt x="120796" y="1570"/>
                  </a:lnTo>
                  <a:cubicBezTo>
                    <a:pt x="120762" y="1570"/>
                    <a:pt x="120728" y="1604"/>
                    <a:pt x="120728" y="1672"/>
                  </a:cubicBezTo>
                  <a:cubicBezTo>
                    <a:pt x="120728" y="1706"/>
                    <a:pt x="120762" y="1740"/>
                    <a:pt x="120796" y="1740"/>
                  </a:cubicBezTo>
                  <a:lnTo>
                    <a:pt x="120830" y="1740"/>
                  </a:lnTo>
                  <a:lnTo>
                    <a:pt x="120932" y="1706"/>
                  </a:lnTo>
                  <a:cubicBezTo>
                    <a:pt x="120967" y="1706"/>
                    <a:pt x="121001" y="1672"/>
                    <a:pt x="121001" y="1604"/>
                  </a:cubicBezTo>
                  <a:cubicBezTo>
                    <a:pt x="121001" y="1570"/>
                    <a:pt x="120967" y="1536"/>
                    <a:pt x="120898" y="1536"/>
                  </a:cubicBezTo>
                  <a:close/>
                  <a:moveTo>
                    <a:pt x="120216" y="1638"/>
                  </a:moveTo>
                  <a:cubicBezTo>
                    <a:pt x="120182" y="1638"/>
                    <a:pt x="120148" y="1706"/>
                    <a:pt x="120148" y="1740"/>
                  </a:cubicBezTo>
                  <a:cubicBezTo>
                    <a:pt x="120148" y="1775"/>
                    <a:pt x="120216" y="1809"/>
                    <a:pt x="120250" y="1809"/>
                  </a:cubicBezTo>
                  <a:lnTo>
                    <a:pt x="120352" y="1809"/>
                  </a:lnTo>
                  <a:cubicBezTo>
                    <a:pt x="120421" y="1809"/>
                    <a:pt x="120455" y="1740"/>
                    <a:pt x="120455" y="1706"/>
                  </a:cubicBezTo>
                  <a:cubicBezTo>
                    <a:pt x="120421" y="1638"/>
                    <a:pt x="120387" y="1638"/>
                    <a:pt x="120352" y="1638"/>
                  </a:cubicBezTo>
                  <a:close/>
                  <a:moveTo>
                    <a:pt x="119772" y="1706"/>
                  </a:moveTo>
                  <a:lnTo>
                    <a:pt x="119670" y="1740"/>
                  </a:lnTo>
                  <a:cubicBezTo>
                    <a:pt x="119602" y="1740"/>
                    <a:pt x="119568" y="1775"/>
                    <a:pt x="119602" y="1809"/>
                  </a:cubicBezTo>
                  <a:cubicBezTo>
                    <a:pt x="119602" y="1877"/>
                    <a:pt x="119636" y="1911"/>
                    <a:pt x="119670" y="1911"/>
                  </a:cubicBezTo>
                  <a:lnTo>
                    <a:pt x="119704" y="1911"/>
                  </a:lnTo>
                  <a:lnTo>
                    <a:pt x="119806" y="1877"/>
                  </a:lnTo>
                  <a:cubicBezTo>
                    <a:pt x="119841" y="1877"/>
                    <a:pt x="119875" y="1843"/>
                    <a:pt x="119875" y="1775"/>
                  </a:cubicBezTo>
                  <a:cubicBezTo>
                    <a:pt x="119875" y="1740"/>
                    <a:pt x="119806" y="1706"/>
                    <a:pt x="119772" y="1706"/>
                  </a:cubicBezTo>
                  <a:close/>
                  <a:moveTo>
                    <a:pt x="119253" y="1795"/>
                  </a:moveTo>
                  <a:cubicBezTo>
                    <a:pt x="119245" y="1795"/>
                    <a:pt x="119235" y="1800"/>
                    <a:pt x="119226" y="1809"/>
                  </a:cubicBezTo>
                  <a:lnTo>
                    <a:pt x="119090" y="1809"/>
                  </a:lnTo>
                  <a:cubicBezTo>
                    <a:pt x="119056" y="1809"/>
                    <a:pt x="119022" y="1843"/>
                    <a:pt x="119022" y="1911"/>
                  </a:cubicBezTo>
                  <a:cubicBezTo>
                    <a:pt x="119022" y="1945"/>
                    <a:pt x="119056" y="1979"/>
                    <a:pt x="119124" y="1979"/>
                  </a:cubicBezTo>
                  <a:lnTo>
                    <a:pt x="119226" y="1945"/>
                  </a:lnTo>
                  <a:cubicBezTo>
                    <a:pt x="119295" y="1945"/>
                    <a:pt x="119329" y="1911"/>
                    <a:pt x="119295" y="1877"/>
                  </a:cubicBezTo>
                  <a:cubicBezTo>
                    <a:pt x="119295" y="1827"/>
                    <a:pt x="119276" y="1795"/>
                    <a:pt x="119253" y="1795"/>
                  </a:cubicBezTo>
                  <a:close/>
                  <a:moveTo>
                    <a:pt x="118544" y="1877"/>
                  </a:moveTo>
                  <a:cubicBezTo>
                    <a:pt x="118476" y="1911"/>
                    <a:pt x="118441" y="1945"/>
                    <a:pt x="118441" y="1979"/>
                  </a:cubicBezTo>
                  <a:cubicBezTo>
                    <a:pt x="118476" y="2013"/>
                    <a:pt x="118510" y="2048"/>
                    <a:pt x="118544" y="2048"/>
                  </a:cubicBezTo>
                  <a:lnTo>
                    <a:pt x="118680" y="2048"/>
                  </a:lnTo>
                  <a:cubicBezTo>
                    <a:pt x="118714" y="2048"/>
                    <a:pt x="118749" y="1979"/>
                    <a:pt x="118749" y="1945"/>
                  </a:cubicBezTo>
                  <a:cubicBezTo>
                    <a:pt x="118749" y="1911"/>
                    <a:pt x="118680" y="1877"/>
                    <a:pt x="118646" y="1877"/>
                  </a:cubicBezTo>
                  <a:close/>
                  <a:moveTo>
                    <a:pt x="118066" y="1945"/>
                  </a:moveTo>
                  <a:lnTo>
                    <a:pt x="117964" y="1979"/>
                  </a:lnTo>
                  <a:cubicBezTo>
                    <a:pt x="117930" y="1979"/>
                    <a:pt x="117896" y="2013"/>
                    <a:pt x="117896" y="2082"/>
                  </a:cubicBezTo>
                  <a:cubicBezTo>
                    <a:pt x="117896" y="2116"/>
                    <a:pt x="117930" y="2150"/>
                    <a:pt x="117964" y="2150"/>
                  </a:cubicBezTo>
                  <a:lnTo>
                    <a:pt x="117998" y="2150"/>
                  </a:lnTo>
                  <a:lnTo>
                    <a:pt x="118100" y="2116"/>
                  </a:lnTo>
                  <a:cubicBezTo>
                    <a:pt x="118134" y="2116"/>
                    <a:pt x="118169" y="2082"/>
                    <a:pt x="118169" y="2013"/>
                  </a:cubicBezTo>
                  <a:cubicBezTo>
                    <a:pt x="118169" y="1979"/>
                    <a:pt x="118134" y="1945"/>
                    <a:pt x="118066" y="1945"/>
                  </a:cubicBezTo>
                  <a:close/>
                  <a:moveTo>
                    <a:pt x="117548" y="2034"/>
                  </a:moveTo>
                  <a:cubicBezTo>
                    <a:pt x="117538" y="2034"/>
                    <a:pt x="117529" y="2038"/>
                    <a:pt x="117520" y="2048"/>
                  </a:cubicBezTo>
                  <a:lnTo>
                    <a:pt x="117384" y="2048"/>
                  </a:lnTo>
                  <a:cubicBezTo>
                    <a:pt x="117350" y="2048"/>
                    <a:pt x="117315" y="2116"/>
                    <a:pt x="117315" y="2150"/>
                  </a:cubicBezTo>
                  <a:cubicBezTo>
                    <a:pt x="117315" y="2184"/>
                    <a:pt x="117384" y="2218"/>
                    <a:pt x="117418" y="2218"/>
                  </a:cubicBezTo>
                  <a:lnTo>
                    <a:pt x="117520" y="2218"/>
                  </a:lnTo>
                  <a:cubicBezTo>
                    <a:pt x="117588" y="2184"/>
                    <a:pt x="117623" y="2150"/>
                    <a:pt x="117623" y="2116"/>
                  </a:cubicBezTo>
                  <a:cubicBezTo>
                    <a:pt x="117598" y="2066"/>
                    <a:pt x="117573" y="2034"/>
                    <a:pt x="117548" y="2034"/>
                  </a:cubicBezTo>
                  <a:close/>
                  <a:moveTo>
                    <a:pt x="116940" y="2116"/>
                  </a:moveTo>
                  <a:lnTo>
                    <a:pt x="116838" y="2150"/>
                  </a:lnTo>
                  <a:cubicBezTo>
                    <a:pt x="116769" y="2150"/>
                    <a:pt x="116735" y="2184"/>
                    <a:pt x="116769" y="2218"/>
                  </a:cubicBezTo>
                  <a:cubicBezTo>
                    <a:pt x="116769" y="2286"/>
                    <a:pt x="116804" y="2321"/>
                    <a:pt x="116838" y="2321"/>
                  </a:cubicBezTo>
                  <a:lnTo>
                    <a:pt x="116872" y="2321"/>
                  </a:lnTo>
                  <a:lnTo>
                    <a:pt x="116974" y="2286"/>
                  </a:lnTo>
                  <a:cubicBezTo>
                    <a:pt x="117008" y="2286"/>
                    <a:pt x="117042" y="2252"/>
                    <a:pt x="117042" y="2184"/>
                  </a:cubicBezTo>
                  <a:cubicBezTo>
                    <a:pt x="117042" y="2150"/>
                    <a:pt x="116974" y="2116"/>
                    <a:pt x="116940" y="2116"/>
                  </a:cubicBezTo>
                  <a:close/>
                  <a:moveTo>
                    <a:pt x="116394" y="2184"/>
                  </a:moveTo>
                  <a:lnTo>
                    <a:pt x="116258" y="2218"/>
                  </a:lnTo>
                  <a:cubicBezTo>
                    <a:pt x="116224" y="2218"/>
                    <a:pt x="116189" y="2252"/>
                    <a:pt x="116189" y="2321"/>
                  </a:cubicBezTo>
                  <a:cubicBezTo>
                    <a:pt x="116189" y="2355"/>
                    <a:pt x="116224" y="2389"/>
                    <a:pt x="116292" y="2389"/>
                  </a:cubicBezTo>
                  <a:lnTo>
                    <a:pt x="116394" y="2355"/>
                  </a:lnTo>
                  <a:cubicBezTo>
                    <a:pt x="116462" y="2355"/>
                    <a:pt x="116496" y="2321"/>
                    <a:pt x="116462" y="2286"/>
                  </a:cubicBezTo>
                  <a:cubicBezTo>
                    <a:pt x="116462" y="2218"/>
                    <a:pt x="116428" y="2184"/>
                    <a:pt x="116394" y="2184"/>
                  </a:cubicBezTo>
                  <a:close/>
                  <a:moveTo>
                    <a:pt x="115712" y="2286"/>
                  </a:moveTo>
                  <a:cubicBezTo>
                    <a:pt x="115643" y="2321"/>
                    <a:pt x="115609" y="2355"/>
                    <a:pt x="115609" y="2389"/>
                  </a:cubicBezTo>
                  <a:cubicBezTo>
                    <a:pt x="115643" y="2423"/>
                    <a:pt x="115678" y="2457"/>
                    <a:pt x="115712" y="2457"/>
                  </a:cubicBezTo>
                  <a:lnTo>
                    <a:pt x="115848" y="2457"/>
                  </a:lnTo>
                  <a:cubicBezTo>
                    <a:pt x="115882" y="2457"/>
                    <a:pt x="115916" y="2389"/>
                    <a:pt x="115916" y="2355"/>
                  </a:cubicBezTo>
                  <a:cubicBezTo>
                    <a:pt x="115916" y="2321"/>
                    <a:pt x="115848" y="2286"/>
                    <a:pt x="115814" y="2286"/>
                  </a:cubicBezTo>
                  <a:close/>
                  <a:moveTo>
                    <a:pt x="115234" y="2355"/>
                  </a:moveTo>
                  <a:lnTo>
                    <a:pt x="115132" y="2389"/>
                  </a:lnTo>
                  <a:cubicBezTo>
                    <a:pt x="115097" y="2389"/>
                    <a:pt x="115063" y="2423"/>
                    <a:pt x="115063" y="2491"/>
                  </a:cubicBezTo>
                  <a:cubicBezTo>
                    <a:pt x="115063" y="2525"/>
                    <a:pt x="115097" y="2559"/>
                    <a:pt x="115132" y="2559"/>
                  </a:cubicBezTo>
                  <a:lnTo>
                    <a:pt x="115166" y="2559"/>
                  </a:lnTo>
                  <a:lnTo>
                    <a:pt x="115268" y="2525"/>
                  </a:lnTo>
                  <a:cubicBezTo>
                    <a:pt x="115302" y="2525"/>
                    <a:pt x="115336" y="2491"/>
                    <a:pt x="115336" y="2423"/>
                  </a:cubicBezTo>
                  <a:cubicBezTo>
                    <a:pt x="115336" y="2389"/>
                    <a:pt x="115302" y="2355"/>
                    <a:pt x="115234" y="2355"/>
                  </a:cubicBezTo>
                  <a:close/>
                  <a:moveTo>
                    <a:pt x="114715" y="2444"/>
                  </a:moveTo>
                  <a:cubicBezTo>
                    <a:pt x="114706" y="2444"/>
                    <a:pt x="114697" y="2448"/>
                    <a:pt x="114688" y="2457"/>
                  </a:cubicBezTo>
                  <a:lnTo>
                    <a:pt x="114551" y="2457"/>
                  </a:lnTo>
                  <a:cubicBezTo>
                    <a:pt x="114517" y="2457"/>
                    <a:pt x="114483" y="2525"/>
                    <a:pt x="114483" y="2559"/>
                  </a:cubicBezTo>
                  <a:cubicBezTo>
                    <a:pt x="114483" y="2593"/>
                    <a:pt x="114517" y="2628"/>
                    <a:pt x="114586" y="2628"/>
                  </a:cubicBezTo>
                  <a:lnTo>
                    <a:pt x="114688" y="2628"/>
                  </a:lnTo>
                  <a:cubicBezTo>
                    <a:pt x="114756" y="2593"/>
                    <a:pt x="114790" y="2559"/>
                    <a:pt x="114790" y="2525"/>
                  </a:cubicBezTo>
                  <a:cubicBezTo>
                    <a:pt x="114765" y="2475"/>
                    <a:pt x="114740" y="2444"/>
                    <a:pt x="114715" y="2444"/>
                  </a:cubicBezTo>
                  <a:close/>
                  <a:moveTo>
                    <a:pt x="114006" y="2525"/>
                  </a:moveTo>
                  <a:cubicBezTo>
                    <a:pt x="113937" y="2559"/>
                    <a:pt x="113903" y="2593"/>
                    <a:pt x="113937" y="2628"/>
                  </a:cubicBezTo>
                  <a:cubicBezTo>
                    <a:pt x="113937" y="2696"/>
                    <a:pt x="113971" y="2696"/>
                    <a:pt x="114006" y="2696"/>
                  </a:cubicBezTo>
                  <a:lnTo>
                    <a:pt x="114142" y="2696"/>
                  </a:lnTo>
                  <a:cubicBezTo>
                    <a:pt x="114176" y="2696"/>
                    <a:pt x="114210" y="2628"/>
                    <a:pt x="114210" y="2593"/>
                  </a:cubicBezTo>
                  <a:cubicBezTo>
                    <a:pt x="114210" y="2559"/>
                    <a:pt x="114142" y="2525"/>
                    <a:pt x="114108" y="2525"/>
                  </a:cubicBezTo>
                  <a:close/>
                  <a:moveTo>
                    <a:pt x="113528" y="2593"/>
                  </a:moveTo>
                  <a:lnTo>
                    <a:pt x="113425" y="2628"/>
                  </a:lnTo>
                  <a:cubicBezTo>
                    <a:pt x="113391" y="2628"/>
                    <a:pt x="113357" y="2662"/>
                    <a:pt x="113357" y="2730"/>
                  </a:cubicBezTo>
                  <a:cubicBezTo>
                    <a:pt x="113357" y="2764"/>
                    <a:pt x="113391" y="2798"/>
                    <a:pt x="113460" y="2798"/>
                  </a:cubicBezTo>
                  <a:lnTo>
                    <a:pt x="113562" y="2764"/>
                  </a:lnTo>
                  <a:cubicBezTo>
                    <a:pt x="113630" y="2764"/>
                    <a:pt x="113664" y="2730"/>
                    <a:pt x="113630" y="2662"/>
                  </a:cubicBezTo>
                  <a:cubicBezTo>
                    <a:pt x="113630" y="2628"/>
                    <a:pt x="113596" y="2593"/>
                    <a:pt x="113528" y="2593"/>
                  </a:cubicBezTo>
                  <a:close/>
                  <a:moveTo>
                    <a:pt x="113015" y="2682"/>
                  </a:moveTo>
                  <a:cubicBezTo>
                    <a:pt x="113003" y="2682"/>
                    <a:pt x="112991" y="2687"/>
                    <a:pt x="112982" y="2696"/>
                  </a:cubicBezTo>
                  <a:lnTo>
                    <a:pt x="112879" y="2696"/>
                  </a:lnTo>
                  <a:cubicBezTo>
                    <a:pt x="112811" y="2696"/>
                    <a:pt x="112777" y="2764"/>
                    <a:pt x="112777" y="2798"/>
                  </a:cubicBezTo>
                  <a:cubicBezTo>
                    <a:pt x="112811" y="2832"/>
                    <a:pt x="112845" y="2866"/>
                    <a:pt x="112879" y="2866"/>
                  </a:cubicBezTo>
                  <a:lnTo>
                    <a:pt x="113016" y="2866"/>
                  </a:lnTo>
                  <a:cubicBezTo>
                    <a:pt x="113050" y="2866"/>
                    <a:pt x="113084" y="2798"/>
                    <a:pt x="113084" y="2764"/>
                  </a:cubicBezTo>
                  <a:cubicBezTo>
                    <a:pt x="113084" y="2714"/>
                    <a:pt x="113048" y="2682"/>
                    <a:pt x="113015" y="2682"/>
                  </a:cubicBezTo>
                  <a:close/>
                  <a:moveTo>
                    <a:pt x="112402" y="2764"/>
                  </a:moveTo>
                  <a:lnTo>
                    <a:pt x="112299" y="2798"/>
                  </a:lnTo>
                  <a:cubicBezTo>
                    <a:pt x="112265" y="2798"/>
                    <a:pt x="112231" y="2832"/>
                    <a:pt x="112231" y="2866"/>
                  </a:cubicBezTo>
                  <a:cubicBezTo>
                    <a:pt x="112231" y="2935"/>
                    <a:pt x="112265" y="2969"/>
                    <a:pt x="112299" y="2969"/>
                  </a:cubicBezTo>
                  <a:lnTo>
                    <a:pt x="112333" y="2969"/>
                  </a:lnTo>
                  <a:lnTo>
                    <a:pt x="112436" y="2935"/>
                  </a:lnTo>
                  <a:cubicBezTo>
                    <a:pt x="112470" y="2935"/>
                    <a:pt x="112504" y="2901"/>
                    <a:pt x="112504" y="2832"/>
                  </a:cubicBezTo>
                  <a:cubicBezTo>
                    <a:pt x="112504" y="2798"/>
                    <a:pt x="112470" y="2764"/>
                    <a:pt x="112402" y="2764"/>
                  </a:cubicBezTo>
                  <a:close/>
                  <a:moveTo>
                    <a:pt x="111883" y="2853"/>
                  </a:moveTo>
                  <a:cubicBezTo>
                    <a:pt x="111874" y="2853"/>
                    <a:pt x="111865" y="2857"/>
                    <a:pt x="111856" y="2866"/>
                  </a:cubicBezTo>
                  <a:lnTo>
                    <a:pt x="111719" y="2866"/>
                  </a:lnTo>
                  <a:cubicBezTo>
                    <a:pt x="111685" y="2866"/>
                    <a:pt x="111651" y="2901"/>
                    <a:pt x="111651" y="2969"/>
                  </a:cubicBezTo>
                  <a:cubicBezTo>
                    <a:pt x="111651" y="3003"/>
                    <a:pt x="111685" y="3037"/>
                    <a:pt x="111753" y="3037"/>
                  </a:cubicBezTo>
                  <a:lnTo>
                    <a:pt x="111856" y="3003"/>
                  </a:lnTo>
                  <a:cubicBezTo>
                    <a:pt x="111924" y="3003"/>
                    <a:pt x="111958" y="2969"/>
                    <a:pt x="111958" y="2935"/>
                  </a:cubicBezTo>
                  <a:cubicBezTo>
                    <a:pt x="111933" y="2885"/>
                    <a:pt x="111908" y="2853"/>
                    <a:pt x="111883" y="2853"/>
                  </a:cubicBezTo>
                  <a:close/>
                  <a:moveTo>
                    <a:pt x="111173" y="2935"/>
                  </a:moveTo>
                  <a:cubicBezTo>
                    <a:pt x="111105" y="2969"/>
                    <a:pt x="111071" y="3003"/>
                    <a:pt x="111105" y="3037"/>
                  </a:cubicBezTo>
                  <a:cubicBezTo>
                    <a:pt x="111105" y="3071"/>
                    <a:pt x="111139" y="3105"/>
                    <a:pt x="111173" y="3105"/>
                  </a:cubicBezTo>
                  <a:lnTo>
                    <a:pt x="111310" y="3105"/>
                  </a:lnTo>
                  <a:cubicBezTo>
                    <a:pt x="111344" y="3105"/>
                    <a:pt x="111378" y="3037"/>
                    <a:pt x="111378" y="3003"/>
                  </a:cubicBezTo>
                  <a:cubicBezTo>
                    <a:pt x="111378" y="2969"/>
                    <a:pt x="111310" y="2935"/>
                    <a:pt x="111276" y="2935"/>
                  </a:cubicBezTo>
                  <a:close/>
                  <a:moveTo>
                    <a:pt x="110696" y="3003"/>
                  </a:moveTo>
                  <a:lnTo>
                    <a:pt x="110593" y="3037"/>
                  </a:lnTo>
                  <a:cubicBezTo>
                    <a:pt x="110559" y="3037"/>
                    <a:pt x="110525" y="3071"/>
                    <a:pt x="110525" y="3139"/>
                  </a:cubicBezTo>
                  <a:cubicBezTo>
                    <a:pt x="110525" y="3174"/>
                    <a:pt x="110559" y="3208"/>
                    <a:pt x="110593" y="3208"/>
                  </a:cubicBezTo>
                  <a:lnTo>
                    <a:pt x="110627" y="3208"/>
                  </a:lnTo>
                  <a:lnTo>
                    <a:pt x="110730" y="3174"/>
                  </a:lnTo>
                  <a:cubicBezTo>
                    <a:pt x="110798" y="3174"/>
                    <a:pt x="110832" y="3139"/>
                    <a:pt x="110798" y="3071"/>
                  </a:cubicBezTo>
                  <a:cubicBezTo>
                    <a:pt x="110798" y="3037"/>
                    <a:pt x="110764" y="3003"/>
                    <a:pt x="110696" y="3003"/>
                  </a:cubicBezTo>
                  <a:close/>
                  <a:moveTo>
                    <a:pt x="110182" y="3092"/>
                  </a:moveTo>
                  <a:cubicBezTo>
                    <a:pt x="110170" y="3092"/>
                    <a:pt x="110159" y="3096"/>
                    <a:pt x="110150" y="3105"/>
                  </a:cubicBezTo>
                  <a:lnTo>
                    <a:pt x="110047" y="3105"/>
                  </a:lnTo>
                  <a:cubicBezTo>
                    <a:pt x="109979" y="3105"/>
                    <a:pt x="109945" y="3174"/>
                    <a:pt x="109945" y="3208"/>
                  </a:cubicBezTo>
                  <a:cubicBezTo>
                    <a:pt x="109979" y="3242"/>
                    <a:pt x="110013" y="3276"/>
                    <a:pt x="110047" y="3276"/>
                  </a:cubicBezTo>
                  <a:lnTo>
                    <a:pt x="110184" y="3276"/>
                  </a:lnTo>
                  <a:cubicBezTo>
                    <a:pt x="110218" y="3242"/>
                    <a:pt x="110252" y="3208"/>
                    <a:pt x="110252" y="3174"/>
                  </a:cubicBezTo>
                  <a:cubicBezTo>
                    <a:pt x="110252" y="3124"/>
                    <a:pt x="110215" y="3092"/>
                    <a:pt x="110182" y="3092"/>
                  </a:cubicBezTo>
                  <a:close/>
                  <a:moveTo>
                    <a:pt x="109570" y="3174"/>
                  </a:moveTo>
                  <a:lnTo>
                    <a:pt x="109467" y="3208"/>
                  </a:lnTo>
                  <a:cubicBezTo>
                    <a:pt x="109433" y="3208"/>
                    <a:pt x="109399" y="3242"/>
                    <a:pt x="109399" y="3276"/>
                  </a:cubicBezTo>
                  <a:cubicBezTo>
                    <a:pt x="109399" y="3344"/>
                    <a:pt x="109433" y="3378"/>
                    <a:pt x="109467" y="3378"/>
                  </a:cubicBezTo>
                  <a:lnTo>
                    <a:pt x="109501" y="3378"/>
                  </a:lnTo>
                  <a:lnTo>
                    <a:pt x="109604" y="3344"/>
                  </a:lnTo>
                  <a:cubicBezTo>
                    <a:pt x="109638" y="3344"/>
                    <a:pt x="109672" y="3310"/>
                    <a:pt x="109672" y="3242"/>
                  </a:cubicBezTo>
                  <a:cubicBezTo>
                    <a:pt x="109672" y="3208"/>
                    <a:pt x="109638" y="3174"/>
                    <a:pt x="109570" y="3174"/>
                  </a:cubicBezTo>
                  <a:close/>
                  <a:moveTo>
                    <a:pt x="109024" y="3242"/>
                  </a:moveTo>
                  <a:lnTo>
                    <a:pt x="108887" y="3276"/>
                  </a:lnTo>
                  <a:cubicBezTo>
                    <a:pt x="108853" y="3276"/>
                    <a:pt x="108819" y="3310"/>
                    <a:pt x="108819" y="3378"/>
                  </a:cubicBezTo>
                  <a:cubicBezTo>
                    <a:pt x="108819" y="3412"/>
                    <a:pt x="108853" y="3447"/>
                    <a:pt x="108921" y="3447"/>
                  </a:cubicBezTo>
                  <a:lnTo>
                    <a:pt x="109024" y="3412"/>
                  </a:lnTo>
                  <a:cubicBezTo>
                    <a:pt x="109092" y="3412"/>
                    <a:pt x="109126" y="3378"/>
                    <a:pt x="109126" y="3344"/>
                  </a:cubicBezTo>
                  <a:cubicBezTo>
                    <a:pt x="109092" y="3276"/>
                    <a:pt x="109058" y="3242"/>
                    <a:pt x="109024" y="3242"/>
                  </a:cubicBezTo>
                  <a:close/>
                  <a:moveTo>
                    <a:pt x="108341" y="3344"/>
                  </a:moveTo>
                  <a:cubicBezTo>
                    <a:pt x="108273" y="3344"/>
                    <a:pt x="108239" y="3412"/>
                    <a:pt x="108273" y="3447"/>
                  </a:cubicBezTo>
                  <a:cubicBezTo>
                    <a:pt x="108273" y="3481"/>
                    <a:pt x="108307" y="3515"/>
                    <a:pt x="108341" y="3515"/>
                  </a:cubicBezTo>
                  <a:lnTo>
                    <a:pt x="108478" y="3515"/>
                  </a:lnTo>
                  <a:cubicBezTo>
                    <a:pt x="108512" y="3515"/>
                    <a:pt x="108546" y="3447"/>
                    <a:pt x="108546" y="3412"/>
                  </a:cubicBezTo>
                  <a:cubicBezTo>
                    <a:pt x="108546" y="3378"/>
                    <a:pt x="108478" y="3344"/>
                    <a:pt x="108443" y="3344"/>
                  </a:cubicBezTo>
                  <a:close/>
                  <a:moveTo>
                    <a:pt x="107863" y="3412"/>
                  </a:moveTo>
                  <a:lnTo>
                    <a:pt x="107761" y="3447"/>
                  </a:lnTo>
                  <a:cubicBezTo>
                    <a:pt x="107727" y="3447"/>
                    <a:pt x="107693" y="3481"/>
                    <a:pt x="107693" y="3549"/>
                  </a:cubicBezTo>
                  <a:cubicBezTo>
                    <a:pt x="107693" y="3583"/>
                    <a:pt x="107727" y="3617"/>
                    <a:pt x="107761" y="3617"/>
                  </a:cubicBezTo>
                  <a:lnTo>
                    <a:pt x="107795" y="3617"/>
                  </a:lnTo>
                  <a:lnTo>
                    <a:pt x="107897" y="3583"/>
                  </a:lnTo>
                  <a:cubicBezTo>
                    <a:pt x="107966" y="3583"/>
                    <a:pt x="107966" y="3549"/>
                    <a:pt x="107966" y="3481"/>
                  </a:cubicBezTo>
                  <a:cubicBezTo>
                    <a:pt x="107966" y="3447"/>
                    <a:pt x="107932" y="3412"/>
                    <a:pt x="107863" y="3412"/>
                  </a:cubicBezTo>
                  <a:close/>
                  <a:moveTo>
                    <a:pt x="107345" y="3501"/>
                  </a:moveTo>
                  <a:cubicBezTo>
                    <a:pt x="107336" y="3501"/>
                    <a:pt x="107327" y="3506"/>
                    <a:pt x="107317" y="3515"/>
                  </a:cubicBezTo>
                  <a:lnTo>
                    <a:pt x="107181" y="3515"/>
                  </a:lnTo>
                  <a:cubicBezTo>
                    <a:pt x="107147" y="3515"/>
                    <a:pt x="107113" y="3583"/>
                    <a:pt x="107113" y="3617"/>
                  </a:cubicBezTo>
                  <a:cubicBezTo>
                    <a:pt x="107147" y="3651"/>
                    <a:pt x="107181" y="3685"/>
                    <a:pt x="107215" y="3685"/>
                  </a:cubicBezTo>
                  <a:lnTo>
                    <a:pt x="107352" y="3685"/>
                  </a:lnTo>
                  <a:cubicBezTo>
                    <a:pt x="107386" y="3651"/>
                    <a:pt x="107420" y="3617"/>
                    <a:pt x="107420" y="3583"/>
                  </a:cubicBezTo>
                  <a:cubicBezTo>
                    <a:pt x="107395" y="3533"/>
                    <a:pt x="107370" y="3501"/>
                    <a:pt x="107345" y="3501"/>
                  </a:cubicBezTo>
                  <a:close/>
                  <a:moveTo>
                    <a:pt x="106635" y="3583"/>
                  </a:moveTo>
                  <a:cubicBezTo>
                    <a:pt x="106601" y="3617"/>
                    <a:pt x="106567" y="3651"/>
                    <a:pt x="106567" y="3685"/>
                  </a:cubicBezTo>
                  <a:cubicBezTo>
                    <a:pt x="106567" y="3754"/>
                    <a:pt x="106601" y="3754"/>
                    <a:pt x="106635" y="3754"/>
                  </a:cubicBezTo>
                  <a:lnTo>
                    <a:pt x="106771" y="3754"/>
                  </a:lnTo>
                  <a:cubicBezTo>
                    <a:pt x="106806" y="3754"/>
                    <a:pt x="106840" y="3685"/>
                    <a:pt x="106840" y="3651"/>
                  </a:cubicBezTo>
                  <a:cubicBezTo>
                    <a:pt x="106840" y="3617"/>
                    <a:pt x="106806" y="3583"/>
                    <a:pt x="106737" y="3583"/>
                  </a:cubicBezTo>
                  <a:close/>
                  <a:moveTo>
                    <a:pt x="106191" y="3651"/>
                  </a:moveTo>
                  <a:lnTo>
                    <a:pt x="106055" y="3685"/>
                  </a:lnTo>
                  <a:cubicBezTo>
                    <a:pt x="106021" y="3685"/>
                    <a:pt x="105987" y="3720"/>
                    <a:pt x="105987" y="3788"/>
                  </a:cubicBezTo>
                  <a:cubicBezTo>
                    <a:pt x="105987" y="3822"/>
                    <a:pt x="106021" y="3856"/>
                    <a:pt x="106089" y="3856"/>
                  </a:cubicBezTo>
                  <a:lnTo>
                    <a:pt x="106191" y="3822"/>
                  </a:lnTo>
                  <a:cubicBezTo>
                    <a:pt x="106260" y="3822"/>
                    <a:pt x="106294" y="3788"/>
                    <a:pt x="106260" y="3720"/>
                  </a:cubicBezTo>
                  <a:cubicBezTo>
                    <a:pt x="106260" y="3685"/>
                    <a:pt x="106225" y="3651"/>
                    <a:pt x="106191" y="3651"/>
                  </a:cubicBezTo>
                  <a:close/>
                  <a:moveTo>
                    <a:pt x="105644" y="3740"/>
                  </a:moveTo>
                  <a:cubicBezTo>
                    <a:pt x="105632" y="3740"/>
                    <a:pt x="105620" y="3745"/>
                    <a:pt x="105611" y="3754"/>
                  </a:cubicBezTo>
                  <a:lnTo>
                    <a:pt x="105509" y="3754"/>
                  </a:lnTo>
                  <a:cubicBezTo>
                    <a:pt x="105441" y="3754"/>
                    <a:pt x="105407" y="3822"/>
                    <a:pt x="105441" y="3856"/>
                  </a:cubicBezTo>
                  <a:cubicBezTo>
                    <a:pt x="105441" y="3890"/>
                    <a:pt x="105475" y="3924"/>
                    <a:pt x="105509" y="3924"/>
                  </a:cubicBezTo>
                  <a:lnTo>
                    <a:pt x="105645" y="3924"/>
                  </a:lnTo>
                  <a:cubicBezTo>
                    <a:pt x="105679" y="3890"/>
                    <a:pt x="105714" y="3856"/>
                    <a:pt x="105714" y="3822"/>
                  </a:cubicBezTo>
                  <a:cubicBezTo>
                    <a:pt x="105714" y="3772"/>
                    <a:pt x="105677" y="3740"/>
                    <a:pt x="105644" y="3740"/>
                  </a:cubicBezTo>
                  <a:close/>
                  <a:moveTo>
                    <a:pt x="105031" y="3822"/>
                  </a:moveTo>
                  <a:lnTo>
                    <a:pt x="104929" y="3856"/>
                  </a:lnTo>
                  <a:cubicBezTo>
                    <a:pt x="104895" y="3856"/>
                    <a:pt x="104861" y="3890"/>
                    <a:pt x="104861" y="3924"/>
                  </a:cubicBezTo>
                  <a:cubicBezTo>
                    <a:pt x="104861" y="3993"/>
                    <a:pt x="104895" y="4027"/>
                    <a:pt x="104929" y="4027"/>
                  </a:cubicBezTo>
                  <a:lnTo>
                    <a:pt x="104963" y="4027"/>
                  </a:lnTo>
                  <a:lnTo>
                    <a:pt x="105065" y="3993"/>
                  </a:lnTo>
                  <a:cubicBezTo>
                    <a:pt x="105134" y="3993"/>
                    <a:pt x="105134" y="3958"/>
                    <a:pt x="105134" y="3890"/>
                  </a:cubicBezTo>
                  <a:cubicBezTo>
                    <a:pt x="105134" y="3856"/>
                    <a:pt x="105099" y="3822"/>
                    <a:pt x="105031" y="3822"/>
                  </a:cubicBezTo>
                  <a:close/>
                  <a:moveTo>
                    <a:pt x="104485" y="3890"/>
                  </a:moveTo>
                  <a:lnTo>
                    <a:pt x="104349" y="3924"/>
                  </a:lnTo>
                  <a:cubicBezTo>
                    <a:pt x="104315" y="3924"/>
                    <a:pt x="104280" y="3958"/>
                    <a:pt x="104280" y="4027"/>
                  </a:cubicBezTo>
                  <a:cubicBezTo>
                    <a:pt x="104315" y="4061"/>
                    <a:pt x="104349" y="4095"/>
                    <a:pt x="104383" y="4095"/>
                  </a:cubicBezTo>
                  <a:lnTo>
                    <a:pt x="104519" y="4061"/>
                  </a:lnTo>
                  <a:cubicBezTo>
                    <a:pt x="104553" y="4061"/>
                    <a:pt x="104588" y="4027"/>
                    <a:pt x="104588" y="3993"/>
                  </a:cubicBezTo>
                  <a:cubicBezTo>
                    <a:pt x="104553" y="3924"/>
                    <a:pt x="104519" y="3890"/>
                    <a:pt x="104485" y="3890"/>
                  </a:cubicBezTo>
                  <a:close/>
                  <a:moveTo>
                    <a:pt x="103803" y="3993"/>
                  </a:moveTo>
                  <a:cubicBezTo>
                    <a:pt x="103734" y="4027"/>
                    <a:pt x="103734" y="4061"/>
                    <a:pt x="103734" y="4095"/>
                  </a:cubicBezTo>
                  <a:cubicBezTo>
                    <a:pt x="103734" y="4129"/>
                    <a:pt x="103769" y="4163"/>
                    <a:pt x="103803" y="4163"/>
                  </a:cubicBezTo>
                  <a:lnTo>
                    <a:pt x="103939" y="4163"/>
                  </a:lnTo>
                  <a:cubicBezTo>
                    <a:pt x="103973" y="4163"/>
                    <a:pt x="104007" y="4095"/>
                    <a:pt x="104007" y="4061"/>
                  </a:cubicBezTo>
                  <a:cubicBezTo>
                    <a:pt x="104007" y="4027"/>
                    <a:pt x="103973" y="3993"/>
                    <a:pt x="103905" y="3993"/>
                  </a:cubicBezTo>
                  <a:close/>
                  <a:moveTo>
                    <a:pt x="103359" y="4061"/>
                  </a:moveTo>
                  <a:lnTo>
                    <a:pt x="103223" y="4095"/>
                  </a:lnTo>
                  <a:cubicBezTo>
                    <a:pt x="103189" y="4095"/>
                    <a:pt x="103154" y="4129"/>
                    <a:pt x="103154" y="4197"/>
                  </a:cubicBezTo>
                  <a:cubicBezTo>
                    <a:pt x="103154" y="4231"/>
                    <a:pt x="103189" y="4266"/>
                    <a:pt x="103257" y="4266"/>
                  </a:cubicBezTo>
                  <a:lnTo>
                    <a:pt x="103359" y="4231"/>
                  </a:lnTo>
                  <a:cubicBezTo>
                    <a:pt x="103427" y="4231"/>
                    <a:pt x="103461" y="4197"/>
                    <a:pt x="103427" y="4129"/>
                  </a:cubicBezTo>
                  <a:cubicBezTo>
                    <a:pt x="103427" y="4095"/>
                    <a:pt x="103393" y="4061"/>
                    <a:pt x="103359" y="4061"/>
                  </a:cubicBezTo>
                  <a:close/>
                  <a:moveTo>
                    <a:pt x="102812" y="4150"/>
                  </a:moveTo>
                  <a:cubicBezTo>
                    <a:pt x="102800" y="4150"/>
                    <a:pt x="102788" y="4154"/>
                    <a:pt x="102779" y="4163"/>
                  </a:cubicBezTo>
                  <a:lnTo>
                    <a:pt x="102677" y="4163"/>
                  </a:lnTo>
                  <a:cubicBezTo>
                    <a:pt x="102608" y="4163"/>
                    <a:pt x="102574" y="4231"/>
                    <a:pt x="102608" y="4266"/>
                  </a:cubicBezTo>
                  <a:cubicBezTo>
                    <a:pt x="102608" y="4300"/>
                    <a:pt x="102643" y="4334"/>
                    <a:pt x="102677" y="4334"/>
                  </a:cubicBezTo>
                  <a:lnTo>
                    <a:pt x="102813" y="4334"/>
                  </a:lnTo>
                  <a:cubicBezTo>
                    <a:pt x="102847" y="4300"/>
                    <a:pt x="102881" y="4266"/>
                    <a:pt x="102881" y="4231"/>
                  </a:cubicBezTo>
                  <a:cubicBezTo>
                    <a:pt x="102881" y="4181"/>
                    <a:pt x="102845" y="4150"/>
                    <a:pt x="102812" y="4150"/>
                  </a:cubicBezTo>
                  <a:close/>
                  <a:moveTo>
                    <a:pt x="102097" y="4231"/>
                  </a:moveTo>
                  <a:cubicBezTo>
                    <a:pt x="102062" y="4266"/>
                    <a:pt x="102028" y="4300"/>
                    <a:pt x="102028" y="4334"/>
                  </a:cubicBezTo>
                  <a:cubicBezTo>
                    <a:pt x="102028" y="4402"/>
                    <a:pt x="102062" y="4402"/>
                    <a:pt x="102097" y="4402"/>
                  </a:cubicBezTo>
                  <a:lnTo>
                    <a:pt x="102233" y="4402"/>
                  </a:lnTo>
                  <a:cubicBezTo>
                    <a:pt x="102267" y="4402"/>
                    <a:pt x="102301" y="4334"/>
                    <a:pt x="102301" y="4300"/>
                  </a:cubicBezTo>
                  <a:cubicBezTo>
                    <a:pt x="102301" y="4266"/>
                    <a:pt x="102267" y="4231"/>
                    <a:pt x="102199" y="4231"/>
                  </a:cubicBezTo>
                  <a:close/>
                  <a:moveTo>
                    <a:pt x="101653" y="4300"/>
                  </a:moveTo>
                  <a:lnTo>
                    <a:pt x="101516" y="4334"/>
                  </a:lnTo>
                  <a:cubicBezTo>
                    <a:pt x="101482" y="4334"/>
                    <a:pt x="101448" y="4368"/>
                    <a:pt x="101448" y="4436"/>
                  </a:cubicBezTo>
                  <a:cubicBezTo>
                    <a:pt x="101448" y="4470"/>
                    <a:pt x="101516" y="4504"/>
                    <a:pt x="101551" y="4504"/>
                  </a:cubicBezTo>
                  <a:lnTo>
                    <a:pt x="101653" y="4470"/>
                  </a:lnTo>
                  <a:cubicBezTo>
                    <a:pt x="101721" y="4470"/>
                    <a:pt x="101755" y="4436"/>
                    <a:pt x="101755" y="4368"/>
                  </a:cubicBezTo>
                  <a:cubicBezTo>
                    <a:pt x="101721" y="4334"/>
                    <a:pt x="101687" y="4300"/>
                    <a:pt x="101653" y="4300"/>
                  </a:cubicBezTo>
                  <a:close/>
                  <a:moveTo>
                    <a:pt x="100971" y="4402"/>
                  </a:moveTo>
                  <a:cubicBezTo>
                    <a:pt x="100902" y="4402"/>
                    <a:pt x="100868" y="4470"/>
                    <a:pt x="100902" y="4504"/>
                  </a:cubicBezTo>
                  <a:cubicBezTo>
                    <a:pt x="100902" y="4539"/>
                    <a:pt x="100936" y="4573"/>
                    <a:pt x="100971" y="4573"/>
                  </a:cubicBezTo>
                  <a:lnTo>
                    <a:pt x="101107" y="4573"/>
                  </a:lnTo>
                  <a:cubicBezTo>
                    <a:pt x="101141" y="4573"/>
                    <a:pt x="101175" y="4504"/>
                    <a:pt x="101175" y="4470"/>
                  </a:cubicBezTo>
                  <a:cubicBezTo>
                    <a:pt x="101175" y="4402"/>
                    <a:pt x="101141" y="4402"/>
                    <a:pt x="101073" y="4402"/>
                  </a:cubicBezTo>
                  <a:close/>
                  <a:moveTo>
                    <a:pt x="100527" y="4470"/>
                  </a:moveTo>
                  <a:lnTo>
                    <a:pt x="100390" y="4504"/>
                  </a:lnTo>
                  <a:cubicBezTo>
                    <a:pt x="100356" y="4504"/>
                    <a:pt x="100322" y="4539"/>
                    <a:pt x="100322" y="4573"/>
                  </a:cubicBezTo>
                  <a:cubicBezTo>
                    <a:pt x="100322" y="4641"/>
                    <a:pt x="100356" y="4675"/>
                    <a:pt x="100425" y="4675"/>
                  </a:cubicBezTo>
                  <a:lnTo>
                    <a:pt x="100527" y="4641"/>
                  </a:lnTo>
                  <a:cubicBezTo>
                    <a:pt x="100595" y="4641"/>
                    <a:pt x="100629" y="4607"/>
                    <a:pt x="100595" y="4539"/>
                  </a:cubicBezTo>
                  <a:cubicBezTo>
                    <a:pt x="100595" y="4504"/>
                    <a:pt x="100561" y="4470"/>
                    <a:pt x="100527" y="4470"/>
                  </a:cubicBezTo>
                  <a:close/>
                  <a:moveTo>
                    <a:pt x="99947" y="4539"/>
                  </a:moveTo>
                  <a:lnTo>
                    <a:pt x="99844" y="4573"/>
                  </a:lnTo>
                  <a:cubicBezTo>
                    <a:pt x="99776" y="4573"/>
                    <a:pt x="99742" y="4607"/>
                    <a:pt x="99742" y="4675"/>
                  </a:cubicBezTo>
                  <a:cubicBezTo>
                    <a:pt x="99776" y="4709"/>
                    <a:pt x="99810" y="4743"/>
                    <a:pt x="99844" y="4743"/>
                  </a:cubicBezTo>
                  <a:lnTo>
                    <a:pt x="99981" y="4709"/>
                  </a:lnTo>
                  <a:cubicBezTo>
                    <a:pt x="100015" y="4709"/>
                    <a:pt x="100049" y="4675"/>
                    <a:pt x="100049" y="4641"/>
                  </a:cubicBezTo>
                  <a:cubicBezTo>
                    <a:pt x="100049" y="4573"/>
                    <a:pt x="99981" y="4539"/>
                    <a:pt x="99947" y="4539"/>
                  </a:cubicBezTo>
                  <a:close/>
                  <a:moveTo>
                    <a:pt x="99264" y="4641"/>
                  </a:moveTo>
                  <a:cubicBezTo>
                    <a:pt x="99230" y="4675"/>
                    <a:pt x="99196" y="4709"/>
                    <a:pt x="99196" y="4743"/>
                  </a:cubicBezTo>
                  <a:cubicBezTo>
                    <a:pt x="99196" y="4777"/>
                    <a:pt x="99230" y="4811"/>
                    <a:pt x="99264" y="4811"/>
                  </a:cubicBezTo>
                  <a:lnTo>
                    <a:pt x="99401" y="4811"/>
                  </a:lnTo>
                  <a:cubicBezTo>
                    <a:pt x="99435" y="4811"/>
                    <a:pt x="99469" y="4743"/>
                    <a:pt x="99469" y="4709"/>
                  </a:cubicBezTo>
                  <a:cubicBezTo>
                    <a:pt x="99469" y="4675"/>
                    <a:pt x="99435" y="4641"/>
                    <a:pt x="99367" y="4641"/>
                  </a:cubicBezTo>
                  <a:close/>
                  <a:moveTo>
                    <a:pt x="98821" y="4709"/>
                  </a:moveTo>
                  <a:lnTo>
                    <a:pt x="98684" y="4743"/>
                  </a:lnTo>
                  <a:cubicBezTo>
                    <a:pt x="98650" y="4743"/>
                    <a:pt x="98616" y="4777"/>
                    <a:pt x="98616" y="4846"/>
                  </a:cubicBezTo>
                  <a:cubicBezTo>
                    <a:pt x="98616" y="4880"/>
                    <a:pt x="98684" y="4914"/>
                    <a:pt x="98718" y="4914"/>
                  </a:cubicBezTo>
                  <a:lnTo>
                    <a:pt x="98821" y="4880"/>
                  </a:lnTo>
                  <a:cubicBezTo>
                    <a:pt x="98889" y="4880"/>
                    <a:pt x="98923" y="4846"/>
                    <a:pt x="98923" y="4777"/>
                  </a:cubicBezTo>
                  <a:cubicBezTo>
                    <a:pt x="98889" y="4743"/>
                    <a:pt x="98855" y="4709"/>
                    <a:pt x="98821" y="4709"/>
                  </a:cubicBezTo>
                  <a:close/>
                  <a:moveTo>
                    <a:pt x="98273" y="4798"/>
                  </a:moveTo>
                  <a:cubicBezTo>
                    <a:pt x="98261" y="4798"/>
                    <a:pt x="98250" y="4802"/>
                    <a:pt x="98241" y="4811"/>
                  </a:cubicBezTo>
                  <a:lnTo>
                    <a:pt x="98138" y="4811"/>
                  </a:lnTo>
                  <a:cubicBezTo>
                    <a:pt x="98070" y="4811"/>
                    <a:pt x="98036" y="4880"/>
                    <a:pt x="98070" y="4914"/>
                  </a:cubicBezTo>
                  <a:cubicBezTo>
                    <a:pt x="98070" y="4948"/>
                    <a:pt x="98104" y="4982"/>
                    <a:pt x="98138" y="4982"/>
                  </a:cubicBezTo>
                  <a:lnTo>
                    <a:pt x="98275" y="4982"/>
                  </a:lnTo>
                  <a:cubicBezTo>
                    <a:pt x="98309" y="4948"/>
                    <a:pt x="98343" y="4914"/>
                    <a:pt x="98343" y="4880"/>
                  </a:cubicBezTo>
                  <a:cubicBezTo>
                    <a:pt x="98343" y="4830"/>
                    <a:pt x="98306" y="4798"/>
                    <a:pt x="98273" y="4798"/>
                  </a:cubicBezTo>
                  <a:close/>
                  <a:moveTo>
                    <a:pt x="97558" y="4880"/>
                  </a:moveTo>
                  <a:cubicBezTo>
                    <a:pt x="97524" y="4914"/>
                    <a:pt x="97490" y="4948"/>
                    <a:pt x="97490" y="4982"/>
                  </a:cubicBezTo>
                  <a:cubicBezTo>
                    <a:pt x="97490" y="5050"/>
                    <a:pt x="97524" y="5050"/>
                    <a:pt x="97592" y="5050"/>
                  </a:cubicBezTo>
                  <a:lnTo>
                    <a:pt x="97695" y="5050"/>
                  </a:lnTo>
                  <a:cubicBezTo>
                    <a:pt x="97763" y="5050"/>
                    <a:pt x="97797" y="5016"/>
                    <a:pt x="97763" y="4948"/>
                  </a:cubicBezTo>
                  <a:cubicBezTo>
                    <a:pt x="97763" y="4914"/>
                    <a:pt x="97729" y="4880"/>
                    <a:pt x="97695" y="4880"/>
                  </a:cubicBezTo>
                  <a:close/>
                  <a:moveTo>
                    <a:pt x="97115" y="4948"/>
                  </a:moveTo>
                  <a:lnTo>
                    <a:pt x="97012" y="4982"/>
                  </a:lnTo>
                  <a:cubicBezTo>
                    <a:pt x="96944" y="4982"/>
                    <a:pt x="96910" y="5016"/>
                    <a:pt x="96910" y="5084"/>
                  </a:cubicBezTo>
                  <a:cubicBezTo>
                    <a:pt x="96944" y="5119"/>
                    <a:pt x="96978" y="5153"/>
                    <a:pt x="97012" y="5153"/>
                  </a:cubicBezTo>
                  <a:lnTo>
                    <a:pt x="97149" y="5119"/>
                  </a:lnTo>
                  <a:cubicBezTo>
                    <a:pt x="97183" y="5119"/>
                    <a:pt x="97217" y="5084"/>
                    <a:pt x="97217" y="5050"/>
                  </a:cubicBezTo>
                  <a:cubicBezTo>
                    <a:pt x="97217" y="4982"/>
                    <a:pt x="97149" y="4948"/>
                    <a:pt x="97115" y="4948"/>
                  </a:cubicBezTo>
                  <a:close/>
                  <a:moveTo>
                    <a:pt x="96432" y="5050"/>
                  </a:moveTo>
                  <a:cubicBezTo>
                    <a:pt x="96398" y="5050"/>
                    <a:pt x="96364" y="5119"/>
                    <a:pt x="96364" y="5153"/>
                  </a:cubicBezTo>
                  <a:cubicBezTo>
                    <a:pt x="96364" y="5187"/>
                    <a:pt x="96398" y="5221"/>
                    <a:pt x="96432" y="5221"/>
                  </a:cubicBezTo>
                  <a:lnTo>
                    <a:pt x="96569" y="5221"/>
                  </a:lnTo>
                  <a:cubicBezTo>
                    <a:pt x="96603" y="5221"/>
                    <a:pt x="96637" y="5153"/>
                    <a:pt x="96637" y="5119"/>
                  </a:cubicBezTo>
                  <a:cubicBezTo>
                    <a:pt x="96637" y="5084"/>
                    <a:pt x="96603" y="5050"/>
                    <a:pt x="96535" y="5050"/>
                  </a:cubicBezTo>
                  <a:close/>
                  <a:moveTo>
                    <a:pt x="95989" y="5119"/>
                  </a:moveTo>
                  <a:lnTo>
                    <a:pt x="95852" y="5153"/>
                  </a:lnTo>
                  <a:cubicBezTo>
                    <a:pt x="95818" y="5153"/>
                    <a:pt x="95784" y="5187"/>
                    <a:pt x="95784" y="5221"/>
                  </a:cubicBezTo>
                  <a:cubicBezTo>
                    <a:pt x="95784" y="5289"/>
                    <a:pt x="95852" y="5323"/>
                    <a:pt x="95886" y="5323"/>
                  </a:cubicBezTo>
                  <a:lnTo>
                    <a:pt x="95989" y="5289"/>
                  </a:lnTo>
                  <a:cubicBezTo>
                    <a:pt x="96057" y="5289"/>
                    <a:pt x="96091" y="5255"/>
                    <a:pt x="96091" y="5187"/>
                  </a:cubicBezTo>
                  <a:cubicBezTo>
                    <a:pt x="96057" y="5153"/>
                    <a:pt x="96023" y="5119"/>
                    <a:pt x="95989" y="5119"/>
                  </a:cubicBezTo>
                  <a:close/>
                  <a:moveTo>
                    <a:pt x="95408" y="5187"/>
                  </a:moveTo>
                  <a:lnTo>
                    <a:pt x="95306" y="5221"/>
                  </a:lnTo>
                  <a:cubicBezTo>
                    <a:pt x="95238" y="5221"/>
                    <a:pt x="95204" y="5255"/>
                    <a:pt x="95238" y="5323"/>
                  </a:cubicBezTo>
                  <a:cubicBezTo>
                    <a:pt x="95238" y="5357"/>
                    <a:pt x="95272" y="5392"/>
                    <a:pt x="95306" y="5392"/>
                  </a:cubicBezTo>
                  <a:lnTo>
                    <a:pt x="95443" y="5357"/>
                  </a:lnTo>
                  <a:cubicBezTo>
                    <a:pt x="95477" y="5357"/>
                    <a:pt x="95511" y="5323"/>
                    <a:pt x="95511" y="5289"/>
                  </a:cubicBezTo>
                  <a:cubicBezTo>
                    <a:pt x="95511" y="5221"/>
                    <a:pt x="95443" y="5187"/>
                    <a:pt x="95408" y="5187"/>
                  </a:cubicBezTo>
                  <a:close/>
                  <a:moveTo>
                    <a:pt x="94726" y="5289"/>
                  </a:moveTo>
                  <a:cubicBezTo>
                    <a:pt x="94692" y="5323"/>
                    <a:pt x="94658" y="5357"/>
                    <a:pt x="94658" y="5392"/>
                  </a:cubicBezTo>
                  <a:cubicBezTo>
                    <a:pt x="94658" y="5426"/>
                    <a:pt x="94692" y="5460"/>
                    <a:pt x="94760" y="5460"/>
                  </a:cubicBezTo>
                  <a:lnTo>
                    <a:pt x="94862" y="5460"/>
                  </a:lnTo>
                  <a:cubicBezTo>
                    <a:pt x="94931" y="5460"/>
                    <a:pt x="94965" y="5392"/>
                    <a:pt x="94931" y="5357"/>
                  </a:cubicBezTo>
                  <a:cubicBezTo>
                    <a:pt x="94931" y="5323"/>
                    <a:pt x="94897" y="5289"/>
                    <a:pt x="94862" y="5289"/>
                  </a:cubicBezTo>
                  <a:close/>
                  <a:moveTo>
                    <a:pt x="94282" y="5357"/>
                  </a:moveTo>
                  <a:lnTo>
                    <a:pt x="94180" y="5392"/>
                  </a:lnTo>
                  <a:cubicBezTo>
                    <a:pt x="94112" y="5392"/>
                    <a:pt x="94078" y="5426"/>
                    <a:pt x="94078" y="5494"/>
                  </a:cubicBezTo>
                  <a:cubicBezTo>
                    <a:pt x="94112" y="5528"/>
                    <a:pt x="94146" y="5562"/>
                    <a:pt x="94180" y="5562"/>
                  </a:cubicBezTo>
                  <a:lnTo>
                    <a:pt x="94317" y="5528"/>
                  </a:lnTo>
                  <a:cubicBezTo>
                    <a:pt x="94351" y="5528"/>
                    <a:pt x="94385" y="5494"/>
                    <a:pt x="94385" y="5426"/>
                  </a:cubicBezTo>
                  <a:cubicBezTo>
                    <a:pt x="94385" y="5392"/>
                    <a:pt x="94317" y="5357"/>
                    <a:pt x="94282" y="5357"/>
                  </a:cubicBezTo>
                  <a:close/>
                  <a:moveTo>
                    <a:pt x="93750" y="5446"/>
                  </a:moveTo>
                  <a:cubicBezTo>
                    <a:pt x="93736" y="5446"/>
                    <a:pt x="93721" y="5451"/>
                    <a:pt x="93702" y="5460"/>
                  </a:cubicBezTo>
                  <a:lnTo>
                    <a:pt x="93600" y="5460"/>
                  </a:lnTo>
                  <a:cubicBezTo>
                    <a:pt x="93566" y="5460"/>
                    <a:pt x="93532" y="5528"/>
                    <a:pt x="93532" y="5562"/>
                  </a:cubicBezTo>
                  <a:cubicBezTo>
                    <a:pt x="93532" y="5596"/>
                    <a:pt x="93566" y="5630"/>
                    <a:pt x="93600" y="5630"/>
                  </a:cubicBezTo>
                  <a:lnTo>
                    <a:pt x="93736" y="5630"/>
                  </a:lnTo>
                  <a:cubicBezTo>
                    <a:pt x="93771" y="5596"/>
                    <a:pt x="93805" y="5562"/>
                    <a:pt x="93805" y="5528"/>
                  </a:cubicBezTo>
                  <a:cubicBezTo>
                    <a:pt x="93805" y="5478"/>
                    <a:pt x="93786" y="5446"/>
                    <a:pt x="93750" y="5446"/>
                  </a:cubicBezTo>
                  <a:close/>
                  <a:moveTo>
                    <a:pt x="93020" y="5528"/>
                  </a:moveTo>
                  <a:cubicBezTo>
                    <a:pt x="92986" y="5562"/>
                    <a:pt x="92952" y="5596"/>
                    <a:pt x="92952" y="5630"/>
                  </a:cubicBezTo>
                  <a:cubicBezTo>
                    <a:pt x="92952" y="5699"/>
                    <a:pt x="92986" y="5699"/>
                    <a:pt x="93054" y="5699"/>
                  </a:cubicBezTo>
                  <a:lnTo>
                    <a:pt x="93156" y="5699"/>
                  </a:lnTo>
                  <a:cubicBezTo>
                    <a:pt x="93225" y="5699"/>
                    <a:pt x="93259" y="5665"/>
                    <a:pt x="93259" y="5596"/>
                  </a:cubicBezTo>
                  <a:cubicBezTo>
                    <a:pt x="93225" y="5562"/>
                    <a:pt x="93190" y="5528"/>
                    <a:pt x="93156" y="5528"/>
                  </a:cubicBezTo>
                  <a:close/>
                  <a:moveTo>
                    <a:pt x="92576" y="5596"/>
                  </a:moveTo>
                  <a:lnTo>
                    <a:pt x="92474" y="5630"/>
                  </a:lnTo>
                  <a:cubicBezTo>
                    <a:pt x="92406" y="5630"/>
                    <a:pt x="92372" y="5665"/>
                    <a:pt x="92406" y="5733"/>
                  </a:cubicBezTo>
                  <a:cubicBezTo>
                    <a:pt x="92406" y="5767"/>
                    <a:pt x="92440" y="5801"/>
                    <a:pt x="92474" y="5801"/>
                  </a:cubicBezTo>
                  <a:lnTo>
                    <a:pt x="92610" y="5767"/>
                  </a:lnTo>
                  <a:cubicBezTo>
                    <a:pt x="92644" y="5767"/>
                    <a:pt x="92679" y="5733"/>
                    <a:pt x="92679" y="5699"/>
                  </a:cubicBezTo>
                  <a:cubicBezTo>
                    <a:pt x="92679" y="5630"/>
                    <a:pt x="92644" y="5596"/>
                    <a:pt x="92576" y="5596"/>
                  </a:cubicBezTo>
                  <a:close/>
                  <a:moveTo>
                    <a:pt x="91894" y="5699"/>
                  </a:moveTo>
                  <a:cubicBezTo>
                    <a:pt x="91860" y="5699"/>
                    <a:pt x="91826" y="5767"/>
                    <a:pt x="91826" y="5801"/>
                  </a:cubicBezTo>
                  <a:cubicBezTo>
                    <a:pt x="91826" y="5835"/>
                    <a:pt x="91860" y="5869"/>
                    <a:pt x="91928" y="5869"/>
                  </a:cubicBezTo>
                  <a:lnTo>
                    <a:pt x="92030" y="5869"/>
                  </a:lnTo>
                  <a:cubicBezTo>
                    <a:pt x="92099" y="5869"/>
                    <a:pt x="92133" y="5801"/>
                    <a:pt x="92099" y="5767"/>
                  </a:cubicBezTo>
                  <a:cubicBezTo>
                    <a:pt x="92099" y="5733"/>
                    <a:pt x="92064" y="5699"/>
                    <a:pt x="91996" y="5699"/>
                  </a:cubicBezTo>
                  <a:close/>
                  <a:moveTo>
                    <a:pt x="91450" y="5767"/>
                  </a:moveTo>
                  <a:lnTo>
                    <a:pt x="91348" y="5801"/>
                  </a:lnTo>
                  <a:cubicBezTo>
                    <a:pt x="91280" y="5801"/>
                    <a:pt x="91245" y="5835"/>
                    <a:pt x="91245" y="5869"/>
                  </a:cubicBezTo>
                  <a:cubicBezTo>
                    <a:pt x="91280" y="5938"/>
                    <a:pt x="91314" y="5972"/>
                    <a:pt x="91348" y="5972"/>
                  </a:cubicBezTo>
                  <a:lnTo>
                    <a:pt x="91484" y="5938"/>
                  </a:lnTo>
                  <a:cubicBezTo>
                    <a:pt x="91518" y="5938"/>
                    <a:pt x="91553" y="5903"/>
                    <a:pt x="91553" y="5835"/>
                  </a:cubicBezTo>
                  <a:cubicBezTo>
                    <a:pt x="91553" y="5801"/>
                    <a:pt x="91484" y="5767"/>
                    <a:pt x="91450" y="5767"/>
                  </a:cubicBezTo>
                  <a:close/>
                  <a:moveTo>
                    <a:pt x="90870" y="5835"/>
                  </a:moveTo>
                  <a:lnTo>
                    <a:pt x="90768" y="5869"/>
                  </a:lnTo>
                  <a:cubicBezTo>
                    <a:pt x="90734" y="5869"/>
                    <a:pt x="90699" y="5903"/>
                    <a:pt x="90699" y="5972"/>
                  </a:cubicBezTo>
                  <a:cubicBezTo>
                    <a:pt x="90699" y="6006"/>
                    <a:pt x="90734" y="6040"/>
                    <a:pt x="90768" y="6040"/>
                  </a:cubicBezTo>
                  <a:lnTo>
                    <a:pt x="90802" y="6040"/>
                  </a:lnTo>
                  <a:lnTo>
                    <a:pt x="90904" y="6006"/>
                  </a:lnTo>
                  <a:cubicBezTo>
                    <a:pt x="90938" y="6006"/>
                    <a:pt x="90972" y="5972"/>
                    <a:pt x="90972" y="5938"/>
                  </a:cubicBezTo>
                  <a:cubicBezTo>
                    <a:pt x="90972" y="5869"/>
                    <a:pt x="90938" y="5835"/>
                    <a:pt x="90870" y="5835"/>
                  </a:cubicBezTo>
                  <a:close/>
                  <a:moveTo>
                    <a:pt x="90188" y="5938"/>
                  </a:moveTo>
                  <a:cubicBezTo>
                    <a:pt x="90154" y="5972"/>
                    <a:pt x="90119" y="6006"/>
                    <a:pt x="90119" y="6040"/>
                  </a:cubicBezTo>
                  <a:cubicBezTo>
                    <a:pt x="90119" y="6074"/>
                    <a:pt x="90154" y="6108"/>
                    <a:pt x="90222" y="6108"/>
                  </a:cubicBezTo>
                  <a:lnTo>
                    <a:pt x="90324" y="6108"/>
                  </a:lnTo>
                  <a:cubicBezTo>
                    <a:pt x="90392" y="6108"/>
                    <a:pt x="90426" y="6040"/>
                    <a:pt x="90426" y="6006"/>
                  </a:cubicBezTo>
                  <a:cubicBezTo>
                    <a:pt x="90392" y="5972"/>
                    <a:pt x="90358" y="5938"/>
                    <a:pt x="90324" y="5938"/>
                  </a:cubicBezTo>
                  <a:close/>
                  <a:moveTo>
                    <a:pt x="89744" y="6006"/>
                  </a:moveTo>
                  <a:lnTo>
                    <a:pt x="89642" y="6040"/>
                  </a:lnTo>
                  <a:cubicBezTo>
                    <a:pt x="89573" y="6040"/>
                    <a:pt x="89539" y="6074"/>
                    <a:pt x="89573" y="6142"/>
                  </a:cubicBezTo>
                  <a:cubicBezTo>
                    <a:pt x="89573" y="6176"/>
                    <a:pt x="89608" y="6211"/>
                    <a:pt x="89642" y="6211"/>
                  </a:cubicBezTo>
                  <a:lnTo>
                    <a:pt x="89778" y="6176"/>
                  </a:lnTo>
                  <a:cubicBezTo>
                    <a:pt x="89812" y="6176"/>
                    <a:pt x="89846" y="6142"/>
                    <a:pt x="89846" y="6074"/>
                  </a:cubicBezTo>
                  <a:cubicBezTo>
                    <a:pt x="89846" y="6040"/>
                    <a:pt x="89778" y="6006"/>
                    <a:pt x="89744" y="6006"/>
                  </a:cubicBezTo>
                  <a:close/>
                  <a:moveTo>
                    <a:pt x="89211" y="6095"/>
                  </a:moveTo>
                  <a:cubicBezTo>
                    <a:pt x="89198" y="6095"/>
                    <a:pt x="89182" y="6099"/>
                    <a:pt x="89164" y="6108"/>
                  </a:cubicBezTo>
                  <a:lnTo>
                    <a:pt x="89062" y="6108"/>
                  </a:lnTo>
                  <a:cubicBezTo>
                    <a:pt x="89027" y="6108"/>
                    <a:pt x="88993" y="6176"/>
                    <a:pt x="88993" y="6211"/>
                  </a:cubicBezTo>
                  <a:cubicBezTo>
                    <a:pt x="88993" y="6245"/>
                    <a:pt x="89027" y="6279"/>
                    <a:pt x="89062" y="6279"/>
                  </a:cubicBezTo>
                  <a:lnTo>
                    <a:pt x="89198" y="6279"/>
                  </a:lnTo>
                  <a:cubicBezTo>
                    <a:pt x="89266" y="6245"/>
                    <a:pt x="89266" y="6211"/>
                    <a:pt x="89266" y="6176"/>
                  </a:cubicBezTo>
                  <a:cubicBezTo>
                    <a:pt x="89266" y="6126"/>
                    <a:pt x="89248" y="6095"/>
                    <a:pt x="89211" y="6095"/>
                  </a:cubicBezTo>
                  <a:close/>
                  <a:moveTo>
                    <a:pt x="88516" y="6176"/>
                  </a:moveTo>
                  <a:cubicBezTo>
                    <a:pt x="88447" y="6211"/>
                    <a:pt x="88413" y="6245"/>
                    <a:pt x="88413" y="6279"/>
                  </a:cubicBezTo>
                  <a:cubicBezTo>
                    <a:pt x="88447" y="6347"/>
                    <a:pt x="88481" y="6347"/>
                    <a:pt x="88516" y="6347"/>
                  </a:cubicBezTo>
                  <a:lnTo>
                    <a:pt x="88652" y="6347"/>
                  </a:lnTo>
                  <a:cubicBezTo>
                    <a:pt x="88686" y="6347"/>
                    <a:pt x="88720" y="6313"/>
                    <a:pt x="88720" y="6245"/>
                  </a:cubicBezTo>
                  <a:cubicBezTo>
                    <a:pt x="88686" y="6211"/>
                    <a:pt x="88652" y="6176"/>
                    <a:pt x="88618" y="6176"/>
                  </a:cubicBezTo>
                  <a:close/>
                  <a:moveTo>
                    <a:pt x="88038" y="6245"/>
                  </a:moveTo>
                  <a:lnTo>
                    <a:pt x="87936" y="6279"/>
                  </a:lnTo>
                  <a:cubicBezTo>
                    <a:pt x="87901" y="6279"/>
                    <a:pt x="87867" y="6313"/>
                    <a:pt x="87867" y="6381"/>
                  </a:cubicBezTo>
                  <a:cubicBezTo>
                    <a:pt x="87867" y="6415"/>
                    <a:pt x="87901" y="6449"/>
                    <a:pt x="87936" y="6449"/>
                  </a:cubicBezTo>
                  <a:lnTo>
                    <a:pt x="87970" y="6449"/>
                  </a:lnTo>
                  <a:lnTo>
                    <a:pt x="88072" y="6415"/>
                  </a:lnTo>
                  <a:cubicBezTo>
                    <a:pt x="88106" y="6415"/>
                    <a:pt x="88140" y="6381"/>
                    <a:pt x="88140" y="6347"/>
                  </a:cubicBezTo>
                  <a:cubicBezTo>
                    <a:pt x="88140" y="6279"/>
                    <a:pt x="88106" y="6245"/>
                    <a:pt x="88038" y="6245"/>
                  </a:cubicBezTo>
                  <a:close/>
                  <a:moveTo>
                    <a:pt x="87355" y="6347"/>
                  </a:moveTo>
                  <a:cubicBezTo>
                    <a:pt x="87321" y="6347"/>
                    <a:pt x="87287" y="6415"/>
                    <a:pt x="87287" y="6449"/>
                  </a:cubicBezTo>
                  <a:cubicBezTo>
                    <a:pt x="87287" y="6484"/>
                    <a:pt x="87321" y="6518"/>
                    <a:pt x="87390" y="6518"/>
                  </a:cubicBezTo>
                  <a:lnTo>
                    <a:pt x="87492" y="6518"/>
                  </a:lnTo>
                  <a:cubicBezTo>
                    <a:pt x="87560" y="6518"/>
                    <a:pt x="87594" y="6449"/>
                    <a:pt x="87560" y="6415"/>
                  </a:cubicBezTo>
                  <a:cubicBezTo>
                    <a:pt x="87560" y="6347"/>
                    <a:pt x="87526" y="6347"/>
                    <a:pt x="87492" y="6347"/>
                  </a:cubicBezTo>
                  <a:close/>
                  <a:moveTo>
                    <a:pt x="86912" y="6415"/>
                  </a:moveTo>
                  <a:lnTo>
                    <a:pt x="86809" y="6449"/>
                  </a:lnTo>
                  <a:cubicBezTo>
                    <a:pt x="86741" y="6449"/>
                    <a:pt x="86707" y="6484"/>
                    <a:pt x="86741" y="6518"/>
                  </a:cubicBezTo>
                  <a:cubicBezTo>
                    <a:pt x="86741" y="6586"/>
                    <a:pt x="86775" y="6620"/>
                    <a:pt x="86809" y="6620"/>
                  </a:cubicBezTo>
                  <a:lnTo>
                    <a:pt x="86946" y="6586"/>
                  </a:lnTo>
                  <a:cubicBezTo>
                    <a:pt x="86980" y="6586"/>
                    <a:pt x="87014" y="6552"/>
                    <a:pt x="87014" y="6484"/>
                  </a:cubicBezTo>
                  <a:cubicBezTo>
                    <a:pt x="87014" y="6449"/>
                    <a:pt x="86946" y="6415"/>
                    <a:pt x="86912" y="6415"/>
                  </a:cubicBezTo>
                  <a:close/>
                  <a:moveTo>
                    <a:pt x="86332" y="6484"/>
                  </a:moveTo>
                  <a:lnTo>
                    <a:pt x="86229" y="6518"/>
                  </a:lnTo>
                  <a:cubicBezTo>
                    <a:pt x="86195" y="6518"/>
                    <a:pt x="86161" y="6552"/>
                    <a:pt x="86161" y="6620"/>
                  </a:cubicBezTo>
                  <a:cubicBezTo>
                    <a:pt x="86161" y="6654"/>
                    <a:pt x="86195" y="6688"/>
                    <a:pt x="86229" y="6688"/>
                  </a:cubicBezTo>
                  <a:lnTo>
                    <a:pt x="86263" y="6688"/>
                  </a:lnTo>
                  <a:lnTo>
                    <a:pt x="86366" y="6654"/>
                  </a:lnTo>
                  <a:cubicBezTo>
                    <a:pt x="86434" y="6654"/>
                    <a:pt x="86434" y="6620"/>
                    <a:pt x="86434" y="6586"/>
                  </a:cubicBezTo>
                  <a:cubicBezTo>
                    <a:pt x="86434" y="6518"/>
                    <a:pt x="86400" y="6484"/>
                    <a:pt x="86332" y="6484"/>
                  </a:cubicBezTo>
                  <a:close/>
                  <a:moveTo>
                    <a:pt x="85649" y="6586"/>
                  </a:moveTo>
                  <a:cubicBezTo>
                    <a:pt x="85615" y="6620"/>
                    <a:pt x="85581" y="6654"/>
                    <a:pt x="85581" y="6688"/>
                  </a:cubicBezTo>
                  <a:cubicBezTo>
                    <a:pt x="85615" y="6722"/>
                    <a:pt x="85649" y="6757"/>
                    <a:pt x="85683" y="6757"/>
                  </a:cubicBezTo>
                  <a:lnTo>
                    <a:pt x="85820" y="6757"/>
                  </a:lnTo>
                  <a:cubicBezTo>
                    <a:pt x="85854" y="6757"/>
                    <a:pt x="85888" y="6688"/>
                    <a:pt x="85888" y="6654"/>
                  </a:cubicBezTo>
                  <a:cubicBezTo>
                    <a:pt x="85854" y="6620"/>
                    <a:pt x="85820" y="6586"/>
                    <a:pt x="85786" y="6586"/>
                  </a:cubicBezTo>
                  <a:close/>
                  <a:moveTo>
                    <a:pt x="85206" y="6654"/>
                  </a:moveTo>
                  <a:lnTo>
                    <a:pt x="85103" y="6688"/>
                  </a:lnTo>
                  <a:cubicBezTo>
                    <a:pt x="85035" y="6688"/>
                    <a:pt x="85035" y="6722"/>
                    <a:pt x="85035" y="6791"/>
                  </a:cubicBezTo>
                  <a:cubicBezTo>
                    <a:pt x="85035" y="6825"/>
                    <a:pt x="85069" y="6859"/>
                    <a:pt x="85103" y="6859"/>
                  </a:cubicBezTo>
                  <a:lnTo>
                    <a:pt x="85137" y="6859"/>
                  </a:lnTo>
                  <a:lnTo>
                    <a:pt x="85240" y="6825"/>
                  </a:lnTo>
                  <a:cubicBezTo>
                    <a:pt x="85274" y="6825"/>
                    <a:pt x="85308" y="6791"/>
                    <a:pt x="85308" y="6722"/>
                  </a:cubicBezTo>
                  <a:cubicBezTo>
                    <a:pt x="85308" y="6688"/>
                    <a:pt x="85274" y="6654"/>
                    <a:pt x="85206" y="6654"/>
                  </a:cubicBezTo>
                  <a:close/>
                  <a:moveTo>
                    <a:pt x="84686" y="6743"/>
                  </a:moveTo>
                  <a:cubicBezTo>
                    <a:pt x="84678" y="6743"/>
                    <a:pt x="84669" y="6747"/>
                    <a:pt x="84660" y="6757"/>
                  </a:cubicBezTo>
                  <a:lnTo>
                    <a:pt x="84523" y="6757"/>
                  </a:lnTo>
                  <a:cubicBezTo>
                    <a:pt x="84489" y="6757"/>
                    <a:pt x="84455" y="6825"/>
                    <a:pt x="84455" y="6859"/>
                  </a:cubicBezTo>
                  <a:cubicBezTo>
                    <a:pt x="84455" y="6893"/>
                    <a:pt x="84489" y="6927"/>
                    <a:pt x="84557" y="6927"/>
                  </a:cubicBezTo>
                  <a:lnTo>
                    <a:pt x="84660" y="6927"/>
                  </a:lnTo>
                  <a:cubicBezTo>
                    <a:pt x="84728" y="6893"/>
                    <a:pt x="84762" y="6859"/>
                    <a:pt x="84728" y="6825"/>
                  </a:cubicBezTo>
                  <a:cubicBezTo>
                    <a:pt x="84728" y="6775"/>
                    <a:pt x="84710" y="6743"/>
                    <a:pt x="84686" y="6743"/>
                  </a:cubicBezTo>
                  <a:close/>
                  <a:moveTo>
                    <a:pt x="83977" y="6825"/>
                  </a:moveTo>
                  <a:cubicBezTo>
                    <a:pt x="83909" y="6859"/>
                    <a:pt x="83875" y="6893"/>
                    <a:pt x="83909" y="6927"/>
                  </a:cubicBezTo>
                  <a:cubicBezTo>
                    <a:pt x="83909" y="6995"/>
                    <a:pt x="83943" y="6995"/>
                    <a:pt x="83977" y="6995"/>
                  </a:cubicBezTo>
                  <a:lnTo>
                    <a:pt x="84114" y="6995"/>
                  </a:lnTo>
                  <a:cubicBezTo>
                    <a:pt x="84148" y="6995"/>
                    <a:pt x="84182" y="6927"/>
                    <a:pt x="84182" y="6893"/>
                  </a:cubicBezTo>
                  <a:cubicBezTo>
                    <a:pt x="84182" y="6859"/>
                    <a:pt x="84114" y="6825"/>
                    <a:pt x="84080" y="6825"/>
                  </a:cubicBezTo>
                  <a:close/>
                  <a:moveTo>
                    <a:pt x="83500" y="6893"/>
                  </a:moveTo>
                  <a:lnTo>
                    <a:pt x="83397" y="6927"/>
                  </a:lnTo>
                  <a:cubicBezTo>
                    <a:pt x="83363" y="6927"/>
                    <a:pt x="83329" y="6961"/>
                    <a:pt x="83329" y="7029"/>
                  </a:cubicBezTo>
                  <a:cubicBezTo>
                    <a:pt x="83329" y="7064"/>
                    <a:pt x="83363" y="7098"/>
                    <a:pt x="83397" y="7098"/>
                  </a:cubicBezTo>
                  <a:lnTo>
                    <a:pt x="83431" y="7098"/>
                  </a:lnTo>
                  <a:lnTo>
                    <a:pt x="83534" y="7064"/>
                  </a:lnTo>
                  <a:cubicBezTo>
                    <a:pt x="83568" y="7064"/>
                    <a:pt x="83602" y="7029"/>
                    <a:pt x="83602" y="6961"/>
                  </a:cubicBezTo>
                  <a:cubicBezTo>
                    <a:pt x="83602" y="6927"/>
                    <a:pt x="83568" y="6893"/>
                    <a:pt x="83500" y="6893"/>
                  </a:cubicBezTo>
                  <a:close/>
                  <a:moveTo>
                    <a:pt x="82981" y="6982"/>
                  </a:moveTo>
                  <a:cubicBezTo>
                    <a:pt x="82972" y="6982"/>
                    <a:pt x="82963" y="6986"/>
                    <a:pt x="82954" y="6995"/>
                  </a:cubicBezTo>
                  <a:lnTo>
                    <a:pt x="82817" y="6995"/>
                  </a:lnTo>
                  <a:cubicBezTo>
                    <a:pt x="82783" y="6995"/>
                    <a:pt x="82749" y="7064"/>
                    <a:pt x="82749" y="7098"/>
                  </a:cubicBezTo>
                  <a:cubicBezTo>
                    <a:pt x="82749" y="7132"/>
                    <a:pt x="82817" y="7166"/>
                    <a:pt x="82851" y="7166"/>
                  </a:cubicBezTo>
                  <a:lnTo>
                    <a:pt x="82954" y="7166"/>
                  </a:lnTo>
                  <a:cubicBezTo>
                    <a:pt x="83022" y="7132"/>
                    <a:pt x="83056" y="7098"/>
                    <a:pt x="83056" y="7064"/>
                  </a:cubicBezTo>
                  <a:cubicBezTo>
                    <a:pt x="83031" y="7014"/>
                    <a:pt x="83006" y="6982"/>
                    <a:pt x="82981" y="6982"/>
                  </a:cubicBezTo>
                  <a:close/>
                  <a:moveTo>
                    <a:pt x="82373" y="7064"/>
                  </a:moveTo>
                  <a:lnTo>
                    <a:pt x="82271" y="7098"/>
                  </a:lnTo>
                  <a:cubicBezTo>
                    <a:pt x="82203" y="7098"/>
                    <a:pt x="82203" y="7132"/>
                    <a:pt x="82203" y="7166"/>
                  </a:cubicBezTo>
                  <a:cubicBezTo>
                    <a:pt x="82203" y="7234"/>
                    <a:pt x="82237" y="7268"/>
                    <a:pt x="82271" y="7268"/>
                  </a:cubicBezTo>
                  <a:lnTo>
                    <a:pt x="82305" y="7268"/>
                  </a:lnTo>
                  <a:lnTo>
                    <a:pt x="82408" y="7234"/>
                  </a:lnTo>
                  <a:cubicBezTo>
                    <a:pt x="82442" y="7234"/>
                    <a:pt x="82476" y="7200"/>
                    <a:pt x="82476" y="7132"/>
                  </a:cubicBezTo>
                  <a:cubicBezTo>
                    <a:pt x="82476" y="7098"/>
                    <a:pt x="82442" y="7064"/>
                    <a:pt x="82373" y="7064"/>
                  </a:cubicBezTo>
                  <a:close/>
                  <a:moveTo>
                    <a:pt x="81827" y="7132"/>
                  </a:moveTo>
                  <a:lnTo>
                    <a:pt x="81691" y="7166"/>
                  </a:lnTo>
                  <a:cubicBezTo>
                    <a:pt x="81657" y="7166"/>
                    <a:pt x="81623" y="7200"/>
                    <a:pt x="81623" y="7268"/>
                  </a:cubicBezTo>
                  <a:cubicBezTo>
                    <a:pt x="81623" y="7302"/>
                    <a:pt x="81657" y="7337"/>
                    <a:pt x="81725" y="7337"/>
                  </a:cubicBezTo>
                  <a:lnTo>
                    <a:pt x="81827" y="7302"/>
                  </a:lnTo>
                  <a:cubicBezTo>
                    <a:pt x="81896" y="7302"/>
                    <a:pt x="81930" y="7268"/>
                    <a:pt x="81896" y="7234"/>
                  </a:cubicBezTo>
                  <a:cubicBezTo>
                    <a:pt x="81896" y="7166"/>
                    <a:pt x="81862" y="7132"/>
                    <a:pt x="81827" y="7132"/>
                  </a:cubicBezTo>
                  <a:close/>
                  <a:moveTo>
                    <a:pt x="81145" y="7234"/>
                  </a:moveTo>
                  <a:cubicBezTo>
                    <a:pt x="81077" y="7234"/>
                    <a:pt x="81043" y="7302"/>
                    <a:pt x="81077" y="7337"/>
                  </a:cubicBezTo>
                  <a:cubicBezTo>
                    <a:pt x="81077" y="7371"/>
                    <a:pt x="81111" y="7405"/>
                    <a:pt x="81145" y="7405"/>
                  </a:cubicBezTo>
                  <a:lnTo>
                    <a:pt x="81282" y="7405"/>
                  </a:lnTo>
                  <a:cubicBezTo>
                    <a:pt x="81316" y="7405"/>
                    <a:pt x="81350" y="7337"/>
                    <a:pt x="81350" y="7302"/>
                  </a:cubicBezTo>
                  <a:cubicBezTo>
                    <a:pt x="81350" y="7268"/>
                    <a:pt x="81282" y="7234"/>
                    <a:pt x="81247" y="7234"/>
                  </a:cubicBezTo>
                  <a:close/>
                  <a:moveTo>
                    <a:pt x="80667" y="7302"/>
                  </a:moveTo>
                  <a:lnTo>
                    <a:pt x="80565" y="7337"/>
                  </a:lnTo>
                  <a:cubicBezTo>
                    <a:pt x="80531" y="7337"/>
                    <a:pt x="80497" y="7371"/>
                    <a:pt x="80497" y="7439"/>
                  </a:cubicBezTo>
                  <a:cubicBezTo>
                    <a:pt x="80497" y="7473"/>
                    <a:pt x="80531" y="7507"/>
                    <a:pt x="80565" y="7507"/>
                  </a:cubicBezTo>
                  <a:lnTo>
                    <a:pt x="80599" y="7507"/>
                  </a:lnTo>
                  <a:lnTo>
                    <a:pt x="80701" y="7473"/>
                  </a:lnTo>
                  <a:cubicBezTo>
                    <a:pt x="80736" y="7473"/>
                    <a:pt x="80770" y="7439"/>
                    <a:pt x="80770" y="7371"/>
                  </a:cubicBezTo>
                  <a:cubicBezTo>
                    <a:pt x="80770" y="7337"/>
                    <a:pt x="80736" y="7302"/>
                    <a:pt x="80667" y="7302"/>
                  </a:cubicBezTo>
                  <a:close/>
                  <a:moveTo>
                    <a:pt x="80149" y="7391"/>
                  </a:moveTo>
                  <a:cubicBezTo>
                    <a:pt x="80140" y="7391"/>
                    <a:pt x="80130" y="7396"/>
                    <a:pt x="80121" y="7405"/>
                  </a:cubicBezTo>
                  <a:lnTo>
                    <a:pt x="79985" y="7405"/>
                  </a:lnTo>
                  <a:cubicBezTo>
                    <a:pt x="79951" y="7405"/>
                    <a:pt x="79917" y="7473"/>
                    <a:pt x="79917" y="7507"/>
                  </a:cubicBezTo>
                  <a:cubicBezTo>
                    <a:pt x="79917" y="7541"/>
                    <a:pt x="79985" y="7575"/>
                    <a:pt x="80019" y="7575"/>
                  </a:cubicBezTo>
                  <a:lnTo>
                    <a:pt x="80121" y="7575"/>
                  </a:lnTo>
                  <a:cubicBezTo>
                    <a:pt x="80190" y="7541"/>
                    <a:pt x="80224" y="7507"/>
                    <a:pt x="80224" y="7473"/>
                  </a:cubicBezTo>
                  <a:cubicBezTo>
                    <a:pt x="80199" y="7423"/>
                    <a:pt x="80174" y="7391"/>
                    <a:pt x="80149" y="7391"/>
                  </a:cubicBezTo>
                  <a:close/>
                  <a:moveTo>
                    <a:pt x="79439" y="7473"/>
                  </a:moveTo>
                  <a:cubicBezTo>
                    <a:pt x="79371" y="7507"/>
                    <a:pt x="79337" y="7541"/>
                    <a:pt x="79371" y="7575"/>
                  </a:cubicBezTo>
                  <a:cubicBezTo>
                    <a:pt x="79371" y="7644"/>
                    <a:pt x="79405" y="7644"/>
                    <a:pt x="79439" y="7644"/>
                  </a:cubicBezTo>
                  <a:lnTo>
                    <a:pt x="79575" y="7644"/>
                  </a:lnTo>
                  <a:cubicBezTo>
                    <a:pt x="79610" y="7644"/>
                    <a:pt x="79644" y="7575"/>
                    <a:pt x="79644" y="7541"/>
                  </a:cubicBezTo>
                  <a:cubicBezTo>
                    <a:pt x="79644" y="7507"/>
                    <a:pt x="79575" y="7473"/>
                    <a:pt x="79541" y="7473"/>
                  </a:cubicBezTo>
                  <a:close/>
                  <a:moveTo>
                    <a:pt x="78995" y="7541"/>
                  </a:moveTo>
                  <a:lnTo>
                    <a:pt x="78859" y="7575"/>
                  </a:lnTo>
                  <a:cubicBezTo>
                    <a:pt x="78825" y="7575"/>
                    <a:pt x="78791" y="7610"/>
                    <a:pt x="78791" y="7678"/>
                  </a:cubicBezTo>
                  <a:cubicBezTo>
                    <a:pt x="78791" y="7712"/>
                    <a:pt x="78825" y="7746"/>
                    <a:pt x="78893" y="7746"/>
                  </a:cubicBezTo>
                  <a:lnTo>
                    <a:pt x="78995" y="7712"/>
                  </a:lnTo>
                  <a:cubicBezTo>
                    <a:pt x="79064" y="7712"/>
                    <a:pt x="79098" y="7678"/>
                    <a:pt x="79064" y="7610"/>
                  </a:cubicBezTo>
                  <a:cubicBezTo>
                    <a:pt x="79064" y="7575"/>
                    <a:pt x="79029" y="7541"/>
                    <a:pt x="78995" y="7541"/>
                  </a:cubicBezTo>
                  <a:close/>
                  <a:moveTo>
                    <a:pt x="78448" y="7630"/>
                  </a:moveTo>
                  <a:cubicBezTo>
                    <a:pt x="78436" y="7630"/>
                    <a:pt x="78424" y="7635"/>
                    <a:pt x="78415" y="7644"/>
                  </a:cubicBezTo>
                  <a:lnTo>
                    <a:pt x="78313" y="7644"/>
                  </a:lnTo>
                  <a:cubicBezTo>
                    <a:pt x="78245" y="7644"/>
                    <a:pt x="78210" y="7712"/>
                    <a:pt x="78210" y="7746"/>
                  </a:cubicBezTo>
                  <a:cubicBezTo>
                    <a:pt x="78245" y="7780"/>
                    <a:pt x="78279" y="7814"/>
                    <a:pt x="78313" y="7814"/>
                  </a:cubicBezTo>
                  <a:lnTo>
                    <a:pt x="78449" y="7814"/>
                  </a:lnTo>
                  <a:cubicBezTo>
                    <a:pt x="78483" y="7780"/>
                    <a:pt x="78518" y="7746"/>
                    <a:pt x="78518" y="7712"/>
                  </a:cubicBezTo>
                  <a:cubicBezTo>
                    <a:pt x="78518" y="7662"/>
                    <a:pt x="78481" y="7630"/>
                    <a:pt x="78448" y="7630"/>
                  </a:cubicBezTo>
                  <a:close/>
                  <a:moveTo>
                    <a:pt x="77835" y="7712"/>
                  </a:moveTo>
                  <a:lnTo>
                    <a:pt x="77733" y="7746"/>
                  </a:lnTo>
                  <a:cubicBezTo>
                    <a:pt x="77699" y="7746"/>
                    <a:pt x="77664" y="7780"/>
                    <a:pt x="77664" y="7814"/>
                  </a:cubicBezTo>
                  <a:cubicBezTo>
                    <a:pt x="77664" y="7883"/>
                    <a:pt x="77699" y="7917"/>
                    <a:pt x="77733" y="7917"/>
                  </a:cubicBezTo>
                  <a:lnTo>
                    <a:pt x="77767" y="7917"/>
                  </a:lnTo>
                  <a:lnTo>
                    <a:pt x="77869" y="7883"/>
                  </a:lnTo>
                  <a:cubicBezTo>
                    <a:pt x="77903" y="7883"/>
                    <a:pt x="77937" y="7848"/>
                    <a:pt x="77937" y="7780"/>
                  </a:cubicBezTo>
                  <a:cubicBezTo>
                    <a:pt x="77937" y="7746"/>
                    <a:pt x="77903" y="7712"/>
                    <a:pt x="77835" y="7712"/>
                  </a:cubicBezTo>
                  <a:close/>
                  <a:moveTo>
                    <a:pt x="77289" y="7780"/>
                  </a:moveTo>
                  <a:lnTo>
                    <a:pt x="77153" y="7814"/>
                  </a:lnTo>
                  <a:cubicBezTo>
                    <a:pt x="77119" y="7814"/>
                    <a:pt x="77084" y="7848"/>
                    <a:pt x="77084" y="7917"/>
                  </a:cubicBezTo>
                  <a:cubicBezTo>
                    <a:pt x="77084" y="7951"/>
                    <a:pt x="77153" y="7985"/>
                    <a:pt x="77187" y="7985"/>
                  </a:cubicBezTo>
                  <a:lnTo>
                    <a:pt x="77289" y="7951"/>
                  </a:lnTo>
                  <a:cubicBezTo>
                    <a:pt x="77357" y="7951"/>
                    <a:pt x="77392" y="7917"/>
                    <a:pt x="77392" y="7883"/>
                  </a:cubicBezTo>
                  <a:cubicBezTo>
                    <a:pt x="77357" y="7814"/>
                    <a:pt x="77323" y="7780"/>
                    <a:pt x="77289" y="7780"/>
                  </a:cubicBezTo>
                  <a:close/>
                  <a:moveTo>
                    <a:pt x="76607" y="7883"/>
                  </a:moveTo>
                  <a:cubicBezTo>
                    <a:pt x="76538" y="7883"/>
                    <a:pt x="76504" y="7951"/>
                    <a:pt x="76538" y="7985"/>
                  </a:cubicBezTo>
                  <a:cubicBezTo>
                    <a:pt x="76538" y="8019"/>
                    <a:pt x="76573" y="8053"/>
                    <a:pt x="76607" y="8053"/>
                  </a:cubicBezTo>
                  <a:lnTo>
                    <a:pt x="76743" y="8053"/>
                  </a:lnTo>
                  <a:cubicBezTo>
                    <a:pt x="76777" y="8053"/>
                    <a:pt x="76811" y="7985"/>
                    <a:pt x="76811" y="7951"/>
                  </a:cubicBezTo>
                  <a:cubicBezTo>
                    <a:pt x="76811" y="7917"/>
                    <a:pt x="76743" y="7883"/>
                    <a:pt x="76709" y="7883"/>
                  </a:cubicBezTo>
                  <a:close/>
                  <a:moveTo>
                    <a:pt x="76129" y="7951"/>
                  </a:moveTo>
                  <a:lnTo>
                    <a:pt x="76027" y="7985"/>
                  </a:lnTo>
                  <a:cubicBezTo>
                    <a:pt x="75992" y="7985"/>
                    <a:pt x="75958" y="8019"/>
                    <a:pt x="75958" y="8053"/>
                  </a:cubicBezTo>
                  <a:cubicBezTo>
                    <a:pt x="75958" y="8121"/>
                    <a:pt x="75992" y="8156"/>
                    <a:pt x="76061" y="8156"/>
                  </a:cubicBezTo>
                  <a:lnTo>
                    <a:pt x="76163" y="8121"/>
                  </a:lnTo>
                  <a:cubicBezTo>
                    <a:pt x="76231" y="8121"/>
                    <a:pt x="76265" y="8087"/>
                    <a:pt x="76231" y="8019"/>
                  </a:cubicBezTo>
                  <a:cubicBezTo>
                    <a:pt x="76231" y="7985"/>
                    <a:pt x="76197" y="7951"/>
                    <a:pt x="76129" y="7951"/>
                  </a:cubicBezTo>
                  <a:close/>
                  <a:moveTo>
                    <a:pt x="75616" y="8040"/>
                  </a:moveTo>
                  <a:cubicBezTo>
                    <a:pt x="75604" y="8040"/>
                    <a:pt x="75592" y="8044"/>
                    <a:pt x="75583" y="8053"/>
                  </a:cubicBezTo>
                  <a:lnTo>
                    <a:pt x="75481" y="8053"/>
                  </a:lnTo>
                  <a:cubicBezTo>
                    <a:pt x="75412" y="8053"/>
                    <a:pt x="75378" y="8087"/>
                    <a:pt x="75378" y="8156"/>
                  </a:cubicBezTo>
                  <a:cubicBezTo>
                    <a:pt x="75412" y="8190"/>
                    <a:pt x="75446" y="8224"/>
                    <a:pt x="75481" y="8224"/>
                  </a:cubicBezTo>
                  <a:lnTo>
                    <a:pt x="75617" y="8224"/>
                  </a:lnTo>
                  <a:cubicBezTo>
                    <a:pt x="75651" y="8190"/>
                    <a:pt x="75685" y="8156"/>
                    <a:pt x="75685" y="8121"/>
                  </a:cubicBezTo>
                  <a:cubicBezTo>
                    <a:pt x="75685" y="8071"/>
                    <a:pt x="75649" y="8040"/>
                    <a:pt x="75616" y="8040"/>
                  </a:cubicBezTo>
                  <a:close/>
                  <a:moveTo>
                    <a:pt x="74901" y="8121"/>
                  </a:moveTo>
                  <a:cubicBezTo>
                    <a:pt x="74866" y="8156"/>
                    <a:pt x="74832" y="8190"/>
                    <a:pt x="74832" y="8224"/>
                  </a:cubicBezTo>
                  <a:cubicBezTo>
                    <a:pt x="74832" y="8258"/>
                    <a:pt x="74866" y="8292"/>
                    <a:pt x="74901" y="8292"/>
                  </a:cubicBezTo>
                  <a:lnTo>
                    <a:pt x="75037" y="8292"/>
                  </a:lnTo>
                  <a:cubicBezTo>
                    <a:pt x="75071" y="8292"/>
                    <a:pt x="75105" y="8224"/>
                    <a:pt x="75105" y="8190"/>
                  </a:cubicBezTo>
                  <a:cubicBezTo>
                    <a:pt x="75105" y="8156"/>
                    <a:pt x="75071" y="8121"/>
                    <a:pt x="75003" y="8121"/>
                  </a:cubicBezTo>
                  <a:close/>
                  <a:moveTo>
                    <a:pt x="74457" y="8190"/>
                  </a:moveTo>
                  <a:lnTo>
                    <a:pt x="74320" y="8224"/>
                  </a:lnTo>
                  <a:cubicBezTo>
                    <a:pt x="74286" y="8224"/>
                    <a:pt x="74252" y="8258"/>
                    <a:pt x="74252" y="8326"/>
                  </a:cubicBezTo>
                  <a:cubicBezTo>
                    <a:pt x="74252" y="8360"/>
                    <a:pt x="74286" y="8394"/>
                    <a:pt x="74355" y="8394"/>
                  </a:cubicBezTo>
                  <a:lnTo>
                    <a:pt x="74457" y="8360"/>
                  </a:lnTo>
                  <a:cubicBezTo>
                    <a:pt x="74525" y="8360"/>
                    <a:pt x="74559" y="8326"/>
                    <a:pt x="74559" y="8258"/>
                  </a:cubicBezTo>
                  <a:cubicBezTo>
                    <a:pt x="74525" y="8224"/>
                    <a:pt x="74491" y="8190"/>
                    <a:pt x="74457" y="8190"/>
                  </a:cubicBezTo>
                  <a:close/>
                  <a:moveTo>
                    <a:pt x="73924" y="8279"/>
                  </a:moveTo>
                  <a:cubicBezTo>
                    <a:pt x="73911" y="8279"/>
                    <a:pt x="73895" y="8283"/>
                    <a:pt x="73877" y="8292"/>
                  </a:cubicBezTo>
                  <a:lnTo>
                    <a:pt x="73774" y="8292"/>
                  </a:lnTo>
                  <a:cubicBezTo>
                    <a:pt x="73706" y="8292"/>
                    <a:pt x="73672" y="8360"/>
                    <a:pt x="73706" y="8394"/>
                  </a:cubicBezTo>
                  <a:cubicBezTo>
                    <a:pt x="73706" y="8429"/>
                    <a:pt x="73740" y="8463"/>
                    <a:pt x="73774" y="8463"/>
                  </a:cubicBezTo>
                  <a:lnTo>
                    <a:pt x="73911" y="8463"/>
                  </a:lnTo>
                  <a:cubicBezTo>
                    <a:pt x="73945" y="8429"/>
                    <a:pt x="73979" y="8394"/>
                    <a:pt x="73979" y="8360"/>
                  </a:cubicBezTo>
                  <a:cubicBezTo>
                    <a:pt x="73979" y="8310"/>
                    <a:pt x="73961" y="8279"/>
                    <a:pt x="73924" y="8279"/>
                  </a:cubicBezTo>
                  <a:close/>
                  <a:moveTo>
                    <a:pt x="73194" y="8360"/>
                  </a:moveTo>
                  <a:cubicBezTo>
                    <a:pt x="73160" y="8394"/>
                    <a:pt x="73126" y="8429"/>
                    <a:pt x="73126" y="8463"/>
                  </a:cubicBezTo>
                  <a:cubicBezTo>
                    <a:pt x="73126" y="8531"/>
                    <a:pt x="73160" y="8531"/>
                    <a:pt x="73194" y="8531"/>
                  </a:cubicBezTo>
                  <a:lnTo>
                    <a:pt x="73331" y="8531"/>
                  </a:lnTo>
                  <a:cubicBezTo>
                    <a:pt x="73399" y="8531"/>
                    <a:pt x="73433" y="8497"/>
                    <a:pt x="73399" y="8429"/>
                  </a:cubicBezTo>
                  <a:cubicBezTo>
                    <a:pt x="73399" y="8394"/>
                    <a:pt x="73365" y="8360"/>
                    <a:pt x="73297" y="8360"/>
                  </a:cubicBezTo>
                  <a:close/>
                  <a:moveTo>
                    <a:pt x="72751" y="8429"/>
                  </a:moveTo>
                  <a:lnTo>
                    <a:pt x="72648" y="8463"/>
                  </a:lnTo>
                  <a:cubicBezTo>
                    <a:pt x="72580" y="8463"/>
                    <a:pt x="72546" y="8497"/>
                    <a:pt x="72546" y="8565"/>
                  </a:cubicBezTo>
                  <a:cubicBezTo>
                    <a:pt x="72580" y="8599"/>
                    <a:pt x="72614" y="8633"/>
                    <a:pt x="72648" y="8633"/>
                  </a:cubicBezTo>
                  <a:lnTo>
                    <a:pt x="72785" y="8599"/>
                  </a:lnTo>
                  <a:cubicBezTo>
                    <a:pt x="72819" y="8599"/>
                    <a:pt x="72853" y="8565"/>
                    <a:pt x="72853" y="8531"/>
                  </a:cubicBezTo>
                  <a:cubicBezTo>
                    <a:pt x="72853" y="8463"/>
                    <a:pt x="72785" y="8429"/>
                    <a:pt x="72751" y="8429"/>
                  </a:cubicBezTo>
                  <a:close/>
                  <a:moveTo>
                    <a:pt x="72068" y="8531"/>
                  </a:moveTo>
                  <a:cubicBezTo>
                    <a:pt x="72034" y="8531"/>
                    <a:pt x="72000" y="8599"/>
                    <a:pt x="72000" y="8633"/>
                  </a:cubicBezTo>
                  <a:cubicBezTo>
                    <a:pt x="72000" y="8667"/>
                    <a:pt x="72034" y="8702"/>
                    <a:pt x="72068" y="8702"/>
                  </a:cubicBezTo>
                  <a:lnTo>
                    <a:pt x="72205" y="8702"/>
                  </a:lnTo>
                  <a:cubicBezTo>
                    <a:pt x="72239" y="8702"/>
                    <a:pt x="72273" y="8633"/>
                    <a:pt x="72273" y="8599"/>
                  </a:cubicBezTo>
                  <a:cubicBezTo>
                    <a:pt x="72273" y="8531"/>
                    <a:pt x="72239" y="8531"/>
                    <a:pt x="72171" y="8531"/>
                  </a:cubicBezTo>
                  <a:close/>
                  <a:moveTo>
                    <a:pt x="71625" y="8599"/>
                  </a:moveTo>
                  <a:lnTo>
                    <a:pt x="71488" y="8633"/>
                  </a:lnTo>
                  <a:cubicBezTo>
                    <a:pt x="71454" y="8633"/>
                    <a:pt x="71420" y="8667"/>
                    <a:pt x="71420" y="8702"/>
                  </a:cubicBezTo>
                  <a:cubicBezTo>
                    <a:pt x="71420" y="8770"/>
                    <a:pt x="71454" y="8804"/>
                    <a:pt x="71522" y="8804"/>
                  </a:cubicBezTo>
                  <a:lnTo>
                    <a:pt x="71625" y="8770"/>
                  </a:lnTo>
                  <a:cubicBezTo>
                    <a:pt x="71693" y="8770"/>
                    <a:pt x="71727" y="8736"/>
                    <a:pt x="71693" y="8667"/>
                  </a:cubicBezTo>
                  <a:cubicBezTo>
                    <a:pt x="71693" y="8633"/>
                    <a:pt x="71659" y="8599"/>
                    <a:pt x="71625" y="8599"/>
                  </a:cubicBezTo>
                  <a:close/>
                  <a:moveTo>
                    <a:pt x="71045" y="8667"/>
                  </a:moveTo>
                  <a:lnTo>
                    <a:pt x="70942" y="8702"/>
                  </a:lnTo>
                  <a:cubicBezTo>
                    <a:pt x="70874" y="8702"/>
                    <a:pt x="70840" y="8736"/>
                    <a:pt x="70874" y="8804"/>
                  </a:cubicBezTo>
                  <a:cubicBezTo>
                    <a:pt x="70874" y="8838"/>
                    <a:pt x="70908" y="8872"/>
                    <a:pt x="70942" y="8872"/>
                  </a:cubicBezTo>
                  <a:lnTo>
                    <a:pt x="71079" y="8838"/>
                  </a:lnTo>
                  <a:cubicBezTo>
                    <a:pt x="71113" y="8838"/>
                    <a:pt x="71147" y="8804"/>
                    <a:pt x="71147" y="8770"/>
                  </a:cubicBezTo>
                  <a:cubicBezTo>
                    <a:pt x="71147" y="8702"/>
                    <a:pt x="71079" y="8667"/>
                    <a:pt x="71045" y="8667"/>
                  </a:cubicBezTo>
                  <a:close/>
                  <a:moveTo>
                    <a:pt x="70362" y="8770"/>
                  </a:moveTo>
                  <a:cubicBezTo>
                    <a:pt x="70328" y="8804"/>
                    <a:pt x="70294" y="8838"/>
                    <a:pt x="70294" y="8872"/>
                  </a:cubicBezTo>
                  <a:cubicBezTo>
                    <a:pt x="70294" y="8906"/>
                    <a:pt x="70328" y="8940"/>
                    <a:pt x="70362" y="8940"/>
                  </a:cubicBezTo>
                  <a:lnTo>
                    <a:pt x="70499" y="8940"/>
                  </a:lnTo>
                  <a:cubicBezTo>
                    <a:pt x="70567" y="8940"/>
                    <a:pt x="70567" y="8872"/>
                    <a:pt x="70567" y="8838"/>
                  </a:cubicBezTo>
                  <a:cubicBezTo>
                    <a:pt x="70567" y="8804"/>
                    <a:pt x="70533" y="8770"/>
                    <a:pt x="70465" y="8770"/>
                  </a:cubicBezTo>
                  <a:close/>
                  <a:moveTo>
                    <a:pt x="69919" y="8838"/>
                  </a:moveTo>
                  <a:lnTo>
                    <a:pt x="69782" y="8872"/>
                  </a:lnTo>
                  <a:cubicBezTo>
                    <a:pt x="69748" y="8872"/>
                    <a:pt x="69714" y="8906"/>
                    <a:pt x="69714" y="8975"/>
                  </a:cubicBezTo>
                  <a:cubicBezTo>
                    <a:pt x="69748" y="9009"/>
                    <a:pt x="69782" y="9043"/>
                    <a:pt x="69816" y="9043"/>
                  </a:cubicBezTo>
                  <a:lnTo>
                    <a:pt x="69953" y="9009"/>
                  </a:lnTo>
                  <a:cubicBezTo>
                    <a:pt x="69987" y="9009"/>
                    <a:pt x="70021" y="8975"/>
                    <a:pt x="70021" y="8906"/>
                  </a:cubicBezTo>
                  <a:cubicBezTo>
                    <a:pt x="69987" y="8872"/>
                    <a:pt x="69953" y="8838"/>
                    <a:pt x="69919" y="8838"/>
                  </a:cubicBezTo>
                  <a:close/>
                  <a:moveTo>
                    <a:pt x="69386" y="8927"/>
                  </a:moveTo>
                  <a:cubicBezTo>
                    <a:pt x="69373" y="8927"/>
                    <a:pt x="69357" y="8931"/>
                    <a:pt x="69338" y="8940"/>
                  </a:cubicBezTo>
                  <a:lnTo>
                    <a:pt x="69236" y="8940"/>
                  </a:lnTo>
                  <a:cubicBezTo>
                    <a:pt x="69202" y="8940"/>
                    <a:pt x="69168" y="9009"/>
                    <a:pt x="69168" y="9043"/>
                  </a:cubicBezTo>
                  <a:cubicBezTo>
                    <a:pt x="69168" y="9077"/>
                    <a:pt x="69202" y="9111"/>
                    <a:pt x="69236" y="9111"/>
                  </a:cubicBezTo>
                  <a:lnTo>
                    <a:pt x="69373" y="9111"/>
                  </a:lnTo>
                  <a:cubicBezTo>
                    <a:pt x="69407" y="9077"/>
                    <a:pt x="69441" y="9043"/>
                    <a:pt x="69441" y="9009"/>
                  </a:cubicBezTo>
                  <a:cubicBezTo>
                    <a:pt x="69441" y="8959"/>
                    <a:pt x="69423" y="8927"/>
                    <a:pt x="69386" y="8927"/>
                  </a:cubicBezTo>
                  <a:close/>
                  <a:moveTo>
                    <a:pt x="68656" y="9009"/>
                  </a:moveTo>
                  <a:cubicBezTo>
                    <a:pt x="68622" y="9043"/>
                    <a:pt x="68588" y="9077"/>
                    <a:pt x="68588" y="9111"/>
                  </a:cubicBezTo>
                  <a:cubicBezTo>
                    <a:pt x="68588" y="9179"/>
                    <a:pt x="68622" y="9179"/>
                    <a:pt x="68690" y="9179"/>
                  </a:cubicBezTo>
                  <a:lnTo>
                    <a:pt x="68793" y="9179"/>
                  </a:lnTo>
                  <a:cubicBezTo>
                    <a:pt x="68861" y="9179"/>
                    <a:pt x="68895" y="9111"/>
                    <a:pt x="68861" y="9077"/>
                  </a:cubicBezTo>
                  <a:cubicBezTo>
                    <a:pt x="68861" y="9043"/>
                    <a:pt x="68827" y="9009"/>
                    <a:pt x="68793" y="9009"/>
                  </a:cubicBezTo>
                  <a:close/>
                  <a:moveTo>
                    <a:pt x="68212" y="9077"/>
                  </a:moveTo>
                  <a:lnTo>
                    <a:pt x="68110" y="9111"/>
                  </a:lnTo>
                  <a:cubicBezTo>
                    <a:pt x="68042" y="9111"/>
                    <a:pt x="68008" y="9145"/>
                    <a:pt x="68042" y="9213"/>
                  </a:cubicBezTo>
                  <a:cubicBezTo>
                    <a:pt x="68042" y="9247"/>
                    <a:pt x="68076" y="9282"/>
                    <a:pt x="68110" y="9282"/>
                  </a:cubicBezTo>
                  <a:lnTo>
                    <a:pt x="68247" y="9247"/>
                  </a:lnTo>
                  <a:cubicBezTo>
                    <a:pt x="68281" y="9247"/>
                    <a:pt x="68315" y="9213"/>
                    <a:pt x="68315" y="9145"/>
                  </a:cubicBezTo>
                  <a:cubicBezTo>
                    <a:pt x="68315" y="9111"/>
                    <a:pt x="68247" y="9077"/>
                    <a:pt x="68212" y="9077"/>
                  </a:cubicBezTo>
                  <a:close/>
                  <a:moveTo>
                    <a:pt x="67680" y="9166"/>
                  </a:moveTo>
                  <a:cubicBezTo>
                    <a:pt x="67666" y="9166"/>
                    <a:pt x="67651" y="9170"/>
                    <a:pt x="67632" y="9179"/>
                  </a:cubicBezTo>
                  <a:lnTo>
                    <a:pt x="67530" y="9179"/>
                  </a:lnTo>
                  <a:cubicBezTo>
                    <a:pt x="67496" y="9179"/>
                    <a:pt x="67462" y="9247"/>
                    <a:pt x="67462" y="9282"/>
                  </a:cubicBezTo>
                  <a:cubicBezTo>
                    <a:pt x="67462" y="9316"/>
                    <a:pt x="67496" y="9350"/>
                    <a:pt x="67530" y="9350"/>
                  </a:cubicBezTo>
                  <a:lnTo>
                    <a:pt x="67666" y="9350"/>
                  </a:lnTo>
                  <a:cubicBezTo>
                    <a:pt x="67701" y="9316"/>
                    <a:pt x="67735" y="9282"/>
                    <a:pt x="67735" y="9247"/>
                  </a:cubicBezTo>
                  <a:cubicBezTo>
                    <a:pt x="67735" y="9198"/>
                    <a:pt x="67716" y="9166"/>
                    <a:pt x="67680" y="9166"/>
                  </a:cubicBezTo>
                  <a:close/>
                  <a:moveTo>
                    <a:pt x="67086" y="9247"/>
                  </a:moveTo>
                  <a:lnTo>
                    <a:pt x="66950" y="9282"/>
                  </a:lnTo>
                  <a:cubicBezTo>
                    <a:pt x="66916" y="9282"/>
                    <a:pt x="66882" y="9316"/>
                    <a:pt x="66882" y="9350"/>
                  </a:cubicBezTo>
                  <a:cubicBezTo>
                    <a:pt x="66916" y="9418"/>
                    <a:pt x="66950" y="9452"/>
                    <a:pt x="66984" y="9452"/>
                  </a:cubicBezTo>
                  <a:cubicBezTo>
                    <a:pt x="66984" y="9452"/>
                    <a:pt x="66984" y="9452"/>
                    <a:pt x="66984" y="9418"/>
                  </a:cubicBezTo>
                  <a:lnTo>
                    <a:pt x="67120" y="9418"/>
                  </a:lnTo>
                  <a:cubicBezTo>
                    <a:pt x="67155" y="9418"/>
                    <a:pt x="67189" y="9384"/>
                    <a:pt x="67189" y="9316"/>
                  </a:cubicBezTo>
                  <a:cubicBezTo>
                    <a:pt x="67155" y="9282"/>
                    <a:pt x="67120" y="9247"/>
                    <a:pt x="67086" y="9247"/>
                  </a:cubicBezTo>
                  <a:close/>
                  <a:moveTo>
                    <a:pt x="66506" y="9316"/>
                  </a:moveTo>
                  <a:lnTo>
                    <a:pt x="66404" y="9350"/>
                  </a:lnTo>
                  <a:cubicBezTo>
                    <a:pt x="66336" y="9350"/>
                    <a:pt x="66336" y="9384"/>
                    <a:pt x="66336" y="9452"/>
                  </a:cubicBezTo>
                  <a:cubicBezTo>
                    <a:pt x="66336" y="9486"/>
                    <a:pt x="66370" y="9520"/>
                    <a:pt x="66404" y="9520"/>
                  </a:cubicBezTo>
                  <a:lnTo>
                    <a:pt x="66438" y="9520"/>
                  </a:lnTo>
                  <a:lnTo>
                    <a:pt x="66540" y="9486"/>
                  </a:lnTo>
                  <a:cubicBezTo>
                    <a:pt x="66575" y="9486"/>
                    <a:pt x="66609" y="9452"/>
                    <a:pt x="66609" y="9418"/>
                  </a:cubicBezTo>
                  <a:cubicBezTo>
                    <a:pt x="66609" y="9350"/>
                    <a:pt x="66575" y="9316"/>
                    <a:pt x="66506" y="9316"/>
                  </a:cubicBezTo>
                  <a:close/>
                  <a:moveTo>
                    <a:pt x="65824" y="9418"/>
                  </a:moveTo>
                  <a:cubicBezTo>
                    <a:pt x="65790" y="9418"/>
                    <a:pt x="65756" y="9486"/>
                    <a:pt x="65756" y="9520"/>
                  </a:cubicBezTo>
                  <a:cubicBezTo>
                    <a:pt x="65756" y="9555"/>
                    <a:pt x="65790" y="9589"/>
                    <a:pt x="65858" y="9589"/>
                  </a:cubicBezTo>
                  <a:lnTo>
                    <a:pt x="65960" y="9589"/>
                  </a:lnTo>
                  <a:cubicBezTo>
                    <a:pt x="66029" y="9589"/>
                    <a:pt x="66063" y="9520"/>
                    <a:pt x="66029" y="9486"/>
                  </a:cubicBezTo>
                  <a:cubicBezTo>
                    <a:pt x="66029" y="9452"/>
                    <a:pt x="65994" y="9418"/>
                    <a:pt x="65960" y="9418"/>
                  </a:cubicBezTo>
                  <a:close/>
                  <a:moveTo>
                    <a:pt x="65380" y="9486"/>
                  </a:moveTo>
                  <a:lnTo>
                    <a:pt x="65278" y="9520"/>
                  </a:lnTo>
                  <a:cubicBezTo>
                    <a:pt x="65210" y="9520"/>
                    <a:pt x="65175" y="9555"/>
                    <a:pt x="65210" y="9589"/>
                  </a:cubicBezTo>
                  <a:cubicBezTo>
                    <a:pt x="65210" y="9657"/>
                    <a:pt x="65244" y="9691"/>
                    <a:pt x="65278" y="9691"/>
                  </a:cubicBezTo>
                  <a:lnTo>
                    <a:pt x="65414" y="9657"/>
                  </a:lnTo>
                  <a:cubicBezTo>
                    <a:pt x="65448" y="9657"/>
                    <a:pt x="65483" y="9623"/>
                    <a:pt x="65483" y="9555"/>
                  </a:cubicBezTo>
                  <a:cubicBezTo>
                    <a:pt x="65483" y="9520"/>
                    <a:pt x="65414" y="9486"/>
                    <a:pt x="65380" y="9486"/>
                  </a:cubicBezTo>
                  <a:close/>
                  <a:moveTo>
                    <a:pt x="64848" y="9575"/>
                  </a:moveTo>
                  <a:cubicBezTo>
                    <a:pt x="64834" y="9575"/>
                    <a:pt x="64818" y="9580"/>
                    <a:pt x="64800" y="9589"/>
                  </a:cubicBezTo>
                  <a:lnTo>
                    <a:pt x="64698" y="9589"/>
                  </a:lnTo>
                  <a:cubicBezTo>
                    <a:pt x="64664" y="9589"/>
                    <a:pt x="64629" y="9623"/>
                    <a:pt x="64629" y="9691"/>
                  </a:cubicBezTo>
                  <a:cubicBezTo>
                    <a:pt x="64629" y="9725"/>
                    <a:pt x="64664" y="9759"/>
                    <a:pt x="64698" y="9759"/>
                  </a:cubicBezTo>
                  <a:lnTo>
                    <a:pt x="64732" y="9759"/>
                  </a:lnTo>
                  <a:lnTo>
                    <a:pt x="64834" y="9725"/>
                  </a:lnTo>
                  <a:cubicBezTo>
                    <a:pt x="64868" y="9725"/>
                    <a:pt x="64902" y="9691"/>
                    <a:pt x="64902" y="9657"/>
                  </a:cubicBezTo>
                  <a:cubicBezTo>
                    <a:pt x="64902" y="9607"/>
                    <a:pt x="64884" y="9575"/>
                    <a:pt x="64848" y="9575"/>
                  </a:cubicBezTo>
                  <a:close/>
                  <a:moveTo>
                    <a:pt x="64118" y="9657"/>
                  </a:moveTo>
                  <a:cubicBezTo>
                    <a:pt x="64084" y="9691"/>
                    <a:pt x="64049" y="9725"/>
                    <a:pt x="64049" y="9759"/>
                  </a:cubicBezTo>
                  <a:cubicBezTo>
                    <a:pt x="64049" y="9793"/>
                    <a:pt x="64118" y="9828"/>
                    <a:pt x="64152" y="9828"/>
                  </a:cubicBezTo>
                  <a:lnTo>
                    <a:pt x="64254" y="9828"/>
                  </a:lnTo>
                  <a:cubicBezTo>
                    <a:pt x="64322" y="9828"/>
                    <a:pt x="64357" y="9759"/>
                    <a:pt x="64357" y="9725"/>
                  </a:cubicBezTo>
                  <a:cubicBezTo>
                    <a:pt x="64322" y="9691"/>
                    <a:pt x="64288" y="9657"/>
                    <a:pt x="64254" y="9657"/>
                  </a:cubicBezTo>
                  <a:close/>
                  <a:moveTo>
                    <a:pt x="63674" y="9725"/>
                  </a:moveTo>
                  <a:lnTo>
                    <a:pt x="63572" y="9759"/>
                  </a:lnTo>
                  <a:cubicBezTo>
                    <a:pt x="63503" y="9759"/>
                    <a:pt x="63469" y="9793"/>
                    <a:pt x="63503" y="9862"/>
                  </a:cubicBezTo>
                  <a:cubicBezTo>
                    <a:pt x="63503" y="9896"/>
                    <a:pt x="63538" y="9930"/>
                    <a:pt x="63572" y="9930"/>
                  </a:cubicBezTo>
                  <a:lnTo>
                    <a:pt x="63606" y="9930"/>
                  </a:lnTo>
                  <a:lnTo>
                    <a:pt x="63708" y="9896"/>
                  </a:lnTo>
                  <a:cubicBezTo>
                    <a:pt x="63742" y="9896"/>
                    <a:pt x="63776" y="9862"/>
                    <a:pt x="63776" y="9793"/>
                  </a:cubicBezTo>
                  <a:cubicBezTo>
                    <a:pt x="63776" y="9759"/>
                    <a:pt x="63708" y="9725"/>
                    <a:pt x="63674" y="9725"/>
                  </a:cubicBezTo>
                  <a:close/>
                  <a:moveTo>
                    <a:pt x="63155" y="9814"/>
                  </a:moveTo>
                  <a:cubicBezTo>
                    <a:pt x="63146" y="9814"/>
                    <a:pt x="63137" y="9818"/>
                    <a:pt x="63128" y="9828"/>
                  </a:cubicBezTo>
                  <a:lnTo>
                    <a:pt x="62992" y="9828"/>
                  </a:lnTo>
                  <a:cubicBezTo>
                    <a:pt x="62957" y="9828"/>
                    <a:pt x="62923" y="9896"/>
                    <a:pt x="62923" y="9930"/>
                  </a:cubicBezTo>
                  <a:cubicBezTo>
                    <a:pt x="62923" y="9964"/>
                    <a:pt x="62957" y="9998"/>
                    <a:pt x="63026" y="9998"/>
                  </a:cubicBezTo>
                  <a:lnTo>
                    <a:pt x="63128" y="9998"/>
                  </a:lnTo>
                  <a:cubicBezTo>
                    <a:pt x="63196" y="9964"/>
                    <a:pt x="63230" y="9930"/>
                    <a:pt x="63196" y="9896"/>
                  </a:cubicBezTo>
                  <a:cubicBezTo>
                    <a:pt x="63196" y="9846"/>
                    <a:pt x="63178" y="9814"/>
                    <a:pt x="63155" y="9814"/>
                  </a:cubicBezTo>
                  <a:close/>
                  <a:moveTo>
                    <a:pt x="62446" y="9896"/>
                  </a:moveTo>
                  <a:cubicBezTo>
                    <a:pt x="62377" y="9930"/>
                    <a:pt x="62343" y="9964"/>
                    <a:pt x="62343" y="9998"/>
                  </a:cubicBezTo>
                  <a:cubicBezTo>
                    <a:pt x="62377" y="10066"/>
                    <a:pt x="62411" y="10066"/>
                    <a:pt x="62446" y="10066"/>
                  </a:cubicBezTo>
                  <a:lnTo>
                    <a:pt x="62582" y="10066"/>
                  </a:lnTo>
                  <a:cubicBezTo>
                    <a:pt x="62616" y="10066"/>
                    <a:pt x="62650" y="9998"/>
                    <a:pt x="62650" y="9964"/>
                  </a:cubicBezTo>
                  <a:cubicBezTo>
                    <a:pt x="62650" y="9930"/>
                    <a:pt x="62582" y="9896"/>
                    <a:pt x="62548" y="9896"/>
                  </a:cubicBezTo>
                  <a:close/>
                  <a:moveTo>
                    <a:pt x="61968" y="9964"/>
                  </a:moveTo>
                  <a:lnTo>
                    <a:pt x="61866" y="9998"/>
                  </a:lnTo>
                  <a:cubicBezTo>
                    <a:pt x="61831" y="9998"/>
                    <a:pt x="61797" y="10032"/>
                    <a:pt x="61797" y="10101"/>
                  </a:cubicBezTo>
                  <a:cubicBezTo>
                    <a:pt x="61797" y="10135"/>
                    <a:pt x="61831" y="10169"/>
                    <a:pt x="61866" y="10169"/>
                  </a:cubicBezTo>
                  <a:lnTo>
                    <a:pt x="61900" y="10169"/>
                  </a:lnTo>
                  <a:lnTo>
                    <a:pt x="62002" y="10135"/>
                  </a:lnTo>
                  <a:cubicBezTo>
                    <a:pt x="62036" y="10135"/>
                    <a:pt x="62070" y="10101"/>
                    <a:pt x="62070" y="10032"/>
                  </a:cubicBezTo>
                  <a:cubicBezTo>
                    <a:pt x="62070" y="9998"/>
                    <a:pt x="62036" y="9964"/>
                    <a:pt x="61968" y="9964"/>
                  </a:cubicBezTo>
                  <a:close/>
                  <a:moveTo>
                    <a:pt x="61449" y="10053"/>
                  </a:moveTo>
                  <a:cubicBezTo>
                    <a:pt x="61440" y="10053"/>
                    <a:pt x="61431" y="10057"/>
                    <a:pt x="61422" y="10066"/>
                  </a:cubicBezTo>
                  <a:lnTo>
                    <a:pt x="61285" y="10066"/>
                  </a:lnTo>
                  <a:cubicBezTo>
                    <a:pt x="61251" y="10066"/>
                    <a:pt x="61217" y="10135"/>
                    <a:pt x="61217" y="10169"/>
                  </a:cubicBezTo>
                  <a:cubicBezTo>
                    <a:pt x="61217" y="10203"/>
                    <a:pt x="61285" y="10237"/>
                    <a:pt x="61320" y="10237"/>
                  </a:cubicBezTo>
                  <a:lnTo>
                    <a:pt x="61422" y="10237"/>
                  </a:lnTo>
                  <a:cubicBezTo>
                    <a:pt x="61490" y="10203"/>
                    <a:pt x="61524" y="10169"/>
                    <a:pt x="61524" y="10135"/>
                  </a:cubicBezTo>
                  <a:cubicBezTo>
                    <a:pt x="61499" y="10085"/>
                    <a:pt x="61474" y="10053"/>
                    <a:pt x="61449" y="10053"/>
                  </a:cubicBezTo>
                  <a:close/>
                  <a:moveTo>
                    <a:pt x="60842" y="10135"/>
                  </a:moveTo>
                  <a:lnTo>
                    <a:pt x="60739" y="10169"/>
                  </a:lnTo>
                  <a:cubicBezTo>
                    <a:pt x="60671" y="10169"/>
                    <a:pt x="60637" y="10203"/>
                    <a:pt x="60671" y="10237"/>
                  </a:cubicBezTo>
                  <a:cubicBezTo>
                    <a:pt x="60671" y="10305"/>
                    <a:pt x="60705" y="10339"/>
                    <a:pt x="60739" y="10339"/>
                  </a:cubicBezTo>
                  <a:lnTo>
                    <a:pt x="60876" y="10305"/>
                  </a:lnTo>
                  <a:cubicBezTo>
                    <a:pt x="60910" y="10305"/>
                    <a:pt x="60944" y="10271"/>
                    <a:pt x="60944" y="10203"/>
                  </a:cubicBezTo>
                  <a:cubicBezTo>
                    <a:pt x="60944" y="10169"/>
                    <a:pt x="60876" y="10135"/>
                    <a:pt x="60842" y="10135"/>
                  </a:cubicBezTo>
                  <a:close/>
                  <a:moveTo>
                    <a:pt x="60296" y="10203"/>
                  </a:moveTo>
                  <a:lnTo>
                    <a:pt x="60159" y="10237"/>
                  </a:lnTo>
                  <a:cubicBezTo>
                    <a:pt x="60125" y="10237"/>
                    <a:pt x="60091" y="10271"/>
                    <a:pt x="60091" y="10339"/>
                  </a:cubicBezTo>
                  <a:cubicBezTo>
                    <a:pt x="60091" y="10374"/>
                    <a:pt x="60125" y="10408"/>
                    <a:pt x="60193" y="10408"/>
                  </a:cubicBezTo>
                  <a:lnTo>
                    <a:pt x="60296" y="10374"/>
                  </a:lnTo>
                  <a:cubicBezTo>
                    <a:pt x="60364" y="10374"/>
                    <a:pt x="60398" y="10339"/>
                    <a:pt x="60364" y="10305"/>
                  </a:cubicBezTo>
                  <a:cubicBezTo>
                    <a:pt x="60364" y="10237"/>
                    <a:pt x="60330" y="10203"/>
                    <a:pt x="60296" y="10203"/>
                  </a:cubicBezTo>
                  <a:close/>
                  <a:moveTo>
                    <a:pt x="59613" y="10305"/>
                  </a:moveTo>
                  <a:cubicBezTo>
                    <a:pt x="59545" y="10305"/>
                    <a:pt x="59511" y="10374"/>
                    <a:pt x="59511" y="10408"/>
                  </a:cubicBezTo>
                  <a:cubicBezTo>
                    <a:pt x="59545" y="10442"/>
                    <a:pt x="59579" y="10476"/>
                    <a:pt x="59613" y="10476"/>
                  </a:cubicBezTo>
                  <a:lnTo>
                    <a:pt x="59750" y="10476"/>
                  </a:lnTo>
                  <a:cubicBezTo>
                    <a:pt x="59784" y="10476"/>
                    <a:pt x="59818" y="10408"/>
                    <a:pt x="59818" y="10374"/>
                  </a:cubicBezTo>
                  <a:cubicBezTo>
                    <a:pt x="59818" y="10339"/>
                    <a:pt x="59750" y="10305"/>
                    <a:pt x="59716" y="10305"/>
                  </a:cubicBezTo>
                  <a:close/>
                  <a:moveTo>
                    <a:pt x="59136" y="10374"/>
                  </a:moveTo>
                  <a:lnTo>
                    <a:pt x="59033" y="10408"/>
                  </a:lnTo>
                  <a:cubicBezTo>
                    <a:pt x="58999" y="10408"/>
                    <a:pt x="58965" y="10442"/>
                    <a:pt x="58965" y="10476"/>
                  </a:cubicBezTo>
                  <a:cubicBezTo>
                    <a:pt x="58965" y="10544"/>
                    <a:pt x="58999" y="10578"/>
                    <a:pt x="59033" y="10578"/>
                  </a:cubicBezTo>
                  <a:lnTo>
                    <a:pt x="59067" y="10578"/>
                  </a:lnTo>
                  <a:lnTo>
                    <a:pt x="59170" y="10544"/>
                  </a:lnTo>
                  <a:cubicBezTo>
                    <a:pt x="59204" y="10544"/>
                    <a:pt x="59238" y="10510"/>
                    <a:pt x="59238" y="10442"/>
                  </a:cubicBezTo>
                  <a:cubicBezTo>
                    <a:pt x="59238" y="10408"/>
                    <a:pt x="59204" y="10374"/>
                    <a:pt x="59136" y="10374"/>
                  </a:cubicBezTo>
                  <a:close/>
                  <a:moveTo>
                    <a:pt x="58617" y="10463"/>
                  </a:moveTo>
                  <a:cubicBezTo>
                    <a:pt x="58608" y="10463"/>
                    <a:pt x="58599" y="10467"/>
                    <a:pt x="58590" y="10476"/>
                  </a:cubicBezTo>
                  <a:lnTo>
                    <a:pt x="58453" y="10476"/>
                  </a:lnTo>
                  <a:cubicBezTo>
                    <a:pt x="58419" y="10476"/>
                    <a:pt x="58385" y="10510"/>
                    <a:pt x="58385" y="10578"/>
                  </a:cubicBezTo>
                  <a:cubicBezTo>
                    <a:pt x="58385" y="10612"/>
                    <a:pt x="58419" y="10647"/>
                    <a:pt x="58487" y="10647"/>
                  </a:cubicBezTo>
                  <a:lnTo>
                    <a:pt x="58590" y="10612"/>
                  </a:lnTo>
                  <a:cubicBezTo>
                    <a:pt x="58658" y="10612"/>
                    <a:pt x="58692" y="10578"/>
                    <a:pt x="58692" y="10544"/>
                  </a:cubicBezTo>
                  <a:cubicBezTo>
                    <a:pt x="58667" y="10494"/>
                    <a:pt x="58642" y="10463"/>
                    <a:pt x="58617" y="10463"/>
                  </a:cubicBezTo>
                  <a:close/>
                  <a:moveTo>
                    <a:pt x="57907" y="10544"/>
                  </a:moveTo>
                  <a:cubicBezTo>
                    <a:pt x="57839" y="10578"/>
                    <a:pt x="57805" y="10612"/>
                    <a:pt x="57839" y="10647"/>
                  </a:cubicBezTo>
                  <a:cubicBezTo>
                    <a:pt x="57839" y="10681"/>
                    <a:pt x="57873" y="10715"/>
                    <a:pt x="57907" y="10715"/>
                  </a:cubicBezTo>
                  <a:lnTo>
                    <a:pt x="58044" y="10715"/>
                  </a:lnTo>
                  <a:cubicBezTo>
                    <a:pt x="58078" y="10715"/>
                    <a:pt x="58112" y="10647"/>
                    <a:pt x="58112" y="10612"/>
                  </a:cubicBezTo>
                  <a:cubicBezTo>
                    <a:pt x="58112" y="10578"/>
                    <a:pt x="58044" y="10544"/>
                    <a:pt x="58010" y="10544"/>
                  </a:cubicBezTo>
                  <a:close/>
                  <a:moveTo>
                    <a:pt x="57430" y="10612"/>
                  </a:moveTo>
                  <a:lnTo>
                    <a:pt x="57327" y="10647"/>
                  </a:lnTo>
                  <a:cubicBezTo>
                    <a:pt x="57293" y="10647"/>
                    <a:pt x="57259" y="10681"/>
                    <a:pt x="57259" y="10749"/>
                  </a:cubicBezTo>
                  <a:cubicBezTo>
                    <a:pt x="57259" y="10783"/>
                    <a:pt x="57293" y="10817"/>
                    <a:pt x="57327" y="10817"/>
                  </a:cubicBezTo>
                  <a:lnTo>
                    <a:pt x="57361" y="10817"/>
                  </a:lnTo>
                  <a:lnTo>
                    <a:pt x="57464" y="10783"/>
                  </a:lnTo>
                  <a:cubicBezTo>
                    <a:pt x="57532" y="10783"/>
                    <a:pt x="57566" y="10749"/>
                    <a:pt x="57532" y="10681"/>
                  </a:cubicBezTo>
                  <a:cubicBezTo>
                    <a:pt x="57532" y="10647"/>
                    <a:pt x="57498" y="10612"/>
                    <a:pt x="57430" y="10612"/>
                  </a:cubicBezTo>
                  <a:close/>
                  <a:moveTo>
                    <a:pt x="56916" y="10701"/>
                  </a:moveTo>
                  <a:cubicBezTo>
                    <a:pt x="56904" y="10701"/>
                    <a:pt x="56893" y="10706"/>
                    <a:pt x="56884" y="10715"/>
                  </a:cubicBezTo>
                  <a:lnTo>
                    <a:pt x="56781" y="10715"/>
                  </a:lnTo>
                  <a:cubicBezTo>
                    <a:pt x="56713" y="10715"/>
                    <a:pt x="56679" y="10783"/>
                    <a:pt x="56679" y="10817"/>
                  </a:cubicBezTo>
                  <a:cubicBezTo>
                    <a:pt x="56713" y="10851"/>
                    <a:pt x="56747" y="10885"/>
                    <a:pt x="56781" y="10885"/>
                  </a:cubicBezTo>
                  <a:lnTo>
                    <a:pt x="56918" y="10885"/>
                  </a:lnTo>
                  <a:cubicBezTo>
                    <a:pt x="56952" y="10851"/>
                    <a:pt x="56986" y="10817"/>
                    <a:pt x="56986" y="10783"/>
                  </a:cubicBezTo>
                  <a:cubicBezTo>
                    <a:pt x="56986" y="10733"/>
                    <a:pt x="56949" y="10701"/>
                    <a:pt x="56916" y="10701"/>
                  </a:cubicBezTo>
                  <a:close/>
                  <a:moveTo>
                    <a:pt x="56201" y="10783"/>
                  </a:moveTo>
                  <a:cubicBezTo>
                    <a:pt x="56167" y="10817"/>
                    <a:pt x="56133" y="10851"/>
                    <a:pt x="56133" y="10885"/>
                  </a:cubicBezTo>
                  <a:cubicBezTo>
                    <a:pt x="56133" y="10954"/>
                    <a:pt x="56167" y="10954"/>
                    <a:pt x="56201" y="10954"/>
                  </a:cubicBezTo>
                  <a:lnTo>
                    <a:pt x="56338" y="10954"/>
                  </a:lnTo>
                  <a:cubicBezTo>
                    <a:pt x="56372" y="10954"/>
                    <a:pt x="56406" y="10885"/>
                    <a:pt x="56406" y="10851"/>
                  </a:cubicBezTo>
                  <a:cubicBezTo>
                    <a:pt x="56406" y="10817"/>
                    <a:pt x="56372" y="10783"/>
                    <a:pt x="56303" y="10783"/>
                  </a:cubicBezTo>
                  <a:close/>
                  <a:moveTo>
                    <a:pt x="55758" y="10851"/>
                  </a:moveTo>
                  <a:lnTo>
                    <a:pt x="55621" y="10885"/>
                  </a:lnTo>
                  <a:cubicBezTo>
                    <a:pt x="55587" y="10885"/>
                    <a:pt x="55553" y="10920"/>
                    <a:pt x="55553" y="10988"/>
                  </a:cubicBezTo>
                  <a:cubicBezTo>
                    <a:pt x="55553" y="11022"/>
                    <a:pt x="55587" y="11056"/>
                    <a:pt x="55655" y="11056"/>
                  </a:cubicBezTo>
                  <a:lnTo>
                    <a:pt x="55758" y="11022"/>
                  </a:lnTo>
                  <a:cubicBezTo>
                    <a:pt x="55826" y="11022"/>
                    <a:pt x="55860" y="10988"/>
                    <a:pt x="55826" y="10920"/>
                  </a:cubicBezTo>
                  <a:cubicBezTo>
                    <a:pt x="55826" y="10885"/>
                    <a:pt x="55792" y="10851"/>
                    <a:pt x="55758" y="10851"/>
                  </a:cubicBezTo>
                  <a:close/>
                  <a:moveTo>
                    <a:pt x="55210" y="10940"/>
                  </a:moveTo>
                  <a:cubicBezTo>
                    <a:pt x="55198" y="10940"/>
                    <a:pt x="55187" y="10945"/>
                    <a:pt x="55177" y="10954"/>
                  </a:cubicBezTo>
                  <a:lnTo>
                    <a:pt x="55075" y="10954"/>
                  </a:lnTo>
                  <a:cubicBezTo>
                    <a:pt x="55007" y="10954"/>
                    <a:pt x="54973" y="11022"/>
                    <a:pt x="55007" y="11056"/>
                  </a:cubicBezTo>
                  <a:cubicBezTo>
                    <a:pt x="55007" y="11090"/>
                    <a:pt x="55041" y="11124"/>
                    <a:pt x="55075" y="11124"/>
                  </a:cubicBezTo>
                  <a:lnTo>
                    <a:pt x="55212" y="11124"/>
                  </a:lnTo>
                  <a:cubicBezTo>
                    <a:pt x="55246" y="11090"/>
                    <a:pt x="55280" y="11056"/>
                    <a:pt x="55280" y="11022"/>
                  </a:cubicBezTo>
                  <a:cubicBezTo>
                    <a:pt x="55280" y="10972"/>
                    <a:pt x="55243" y="10940"/>
                    <a:pt x="55210" y="10940"/>
                  </a:cubicBezTo>
                  <a:close/>
                  <a:moveTo>
                    <a:pt x="54597" y="11022"/>
                  </a:moveTo>
                  <a:lnTo>
                    <a:pt x="54495" y="11056"/>
                  </a:lnTo>
                  <a:cubicBezTo>
                    <a:pt x="54461" y="11056"/>
                    <a:pt x="54427" y="11090"/>
                    <a:pt x="54427" y="11124"/>
                  </a:cubicBezTo>
                  <a:cubicBezTo>
                    <a:pt x="54427" y="11193"/>
                    <a:pt x="54461" y="11227"/>
                    <a:pt x="54495" y="11227"/>
                  </a:cubicBezTo>
                  <a:lnTo>
                    <a:pt x="54529" y="11227"/>
                  </a:lnTo>
                  <a:lnTo>
                    <a:pt x="54631" y="11193"/>
                  </a:lnTo>
                  <a:cubicBezTo>
                    <a:pt x="54700" y="11193"/>
                    <a:pt x="54700" y="11158"/>
                    <a:pt x="54700" y="11090"/>
                  </a:cubicBezTo>
                  <a:cubicBezTo>
                    <a:pt x="54700" y="11056"/>
                    <a:pt x="54666" y="11022"/>
                    <a:pt x="54597" y="11022"/>
                  </a:cubicBezTo>
                  <a:close/>
                  <a:moveTo>
                    <a:pt x="54051" y="11090"/>
                  </a:moveTo>
                  <a:lnTo>
                    <a:pt x="53949" y="11124"/>
                  </a:lnTo>
                  <a:cubicBezTo>
                    <a:pt x="53881" y="11124"/>
                    <a:pt x="53847" y="11158"/>
                    <a:pt x="53847" y="11227"/>
                  </a:cubicBezTo>
                  <a:cubicBezTo>
                    <a:pt x="53881" y="11261"/>
                    <a:pt x="53915" y="11295"/>
                    <a:pt x="53949" y="11295"/>
                  </a:cubicBezTo>
                  <a:lnTo>
                    <a:pt x="54085" y="11261"/>
                  </a:lnTo>
                  <a:cubicBezTo>
                    <a:pt x="54120" y="11261"/>
                    <a:pt x="54154" y="11227"/>
                    <a:pt x="54154" y="11193"/>
                  </a:cubicBezTo>
                  <a:cubicBezTo>
                    <a:pt x="54120" y="11124"/>
                    <a:pt x="54085" y="11090"/>
                    <a:pt x="54051" y="11090"/>
                  </a:cubicBezTo>
                  <a:close/>
                  <a:moveTo>
                    <a:pt x="53369" y="11193"/>
                  </a:moveTo>
                  <a:cubicBezTo>
                    <a:pt x="53335" y="11193"/>
                    <a:pt x="53301" y="11261"/>
                    <a:pt x="53301" y="11295"/>
                  </a:cubicBezTo>
                  <a:cubicBezTo>
                    <a:pt x="53301" y="11329"/>
                    <a:pt x="53335" y="11363"/>
                    <a:pt x="53369" y="11363"/>
                  </a:cubicBezTo>
                  <a:lnTo>
                    <a:pt x="53505" y="11363"/>
                  </a:lnTo>
                  <a:cubicBezTo>
                    <a:pt x="53540" y="11363"/>
                    <a:pt x="53574" y="11295"/>
                    <a:pt x="53574" y="11261"/>
                  </a:cubicBezTo>
                  <a:cubicBezTo>
                    <a:pt x="53574" y="11227"/>
                    <a:pt x="53540" y="11193"/>
                    <a:pt x="53471" y="11193"/>
                  </a:cubicBezTo>
                  <a:close/>
                  <a:moveTo>
                    <a:pt x="52925" y="11261"/>
                  </a:moveTo>
                  <a:lnTo>
                    <a:pt x="52789" y="11295"/>
                  </a:lnTo>
                  <a:cubicBezTo>
                    <a:pt x="52755" y="11295"/>
                    <a:pt x="52721" y="11329"/>
                    <a:pt x="52721" y="11363"/>
                  </a:cubicBezTo>
                  <a:cubicBezTo>
                    <a:pt x="52721" y="11431"/>
                    <a:pt x="52755" y="11466"/>
                    <a:pt x="52823" y="11466"/>
                  </a:cubicBezTo>
                  <a:lnTo>
                    <a:pt x="52925" y="11431"/>
                  </a:lnTo>
                  <a:cubicBezTo>
                    <a:pt x="52994" y="11431"/>
                    <a:pt x="53028" y="11397"/>
                    <a:pt x="52994" y="11329"/>
                  </a:cubicBezTo>
                  <a:cubicBezTo>
                    <a:pt x="52994" y="11295"/>
                    <a:pt x="52959" y="11261"/>
                    <a:pt x="52925" y="11261"/>
                  </a:cubicBezTo>
                  <a:close/>
                  <a:moveTo>
                    <a:pt x="52345" y="11329"/>
                  </a:moveTo>
                  <a:lnTo>
                    <a:pt x="52243" y="11363"/>
                  </a:lnTo>
                  <a:cubicBezTo>
                    <a:pt x="52175" y="11363"/>
                    <a:pt x="52140" y="11397"/>
                    <a:pt x="52175" y="11466"/>
                  </a:cubicBezTo>
                  <a:cubicBezTo>
                    <a:pt x="52175" y="11500"/>
                    <a:pt x="52209" y="11534"/>
                    <a:pt x="52243" y="11534"/>
                  </a:cubicBezTo>
                  <a:lnTo>
                    <a:pt x="52379" y="11500"/>
                  </a:lnTo>
                  <a:cubicBezTo>
                    <a:pt x="52413" y="11500"/>
                    <a:pt x="52448" y="11466"/>
                    <a:pt x="52448" y="11431"/>
                  </a:cubicBezTo>
                  <a:cubicBezTo>
                    <a:pt x="52448" y="11363"/>
                    <a:pt x="52379" y="11329"/>
                    <a:pt x="52345" y="11329"/>
                  </a:cubicBezTo>
                  <a:close/>
                  <a:moveTo>
                    <a:pt x="51663" y="11431"/>
                  </a:moveTo>
                  <a:cubicBezTo>
                    <a:pt x="51629" y="11466"/>
                    <a:pt x="51594" y="11500"/>
                    <a:pt x="51594" y="11534"/>
                  </a:cubicBezTo>
                  <a:cubicBezTo>
                    <a:pt x="51594" y="11568"/>
                    <a:pt x="51629" y="11602"/>
                    <a:pt x="51663" y="11602"/>
                  </a:cubicBezTo>
                  <a:lnTo>
                    <a:pt x="51799" y="11602"/>
                  </a:lnTo>
                  <a:cubicBezTo>
                    <a:pt x="51833" y="11602"/>
                    <a:pt x="51867" y="11534"/>
                    <a:pt x="51867" y="11500"/>
                  </a:cubicBezTo>
                  <a:cubicBezTo>
                    <a:pt x="51867" y="11466"/>
                    <a:pt x="51833" y="11431"/>
                    <a:pt x="51765" y="11431"/>
                  </a:cubicBezTo>
                  <a:close/>
                  <a:moveTo>
                    <a:pt x="51219" y="11500"/>
                  </a:moveTo>
                  <a:lnTo>
                    <a:pt x="51083" y="11534"/>
                  </a:lnTo>
                  <a:cubicBezTo>
                    <a:pt x="51049" y="11534"/>
                    <a:pt x="51014" y="11568"/>
                    <a:pt x="51014" y="11636"/>
                  </a:cubicBezTo>
                  <a:cubicBezTo>
                    <a:pt x="51049" y="11670"/>
                    <a:pt x="51083" y="11704"/>
                    <a:pt x="51117" y="11704"/>
                  </a:cubicBezTo>
                  <a:lnTo>
                    <a:pt x="51253" y="11670"/>
                  </a:lnTo>
                  <a:cubicBezTo>
                    <a:pt x="51287" y="11670"/>
                    <a:pt x="51322" y="11636"/>
                    <a:pt x="51322" y="11568"/>
                  </a:cubicBezTo>
                  <a:cubicBezTo>
                    <a:pt x="51287" y="11534"/>
                    <a:pt x="51253" y="11500"/>
                    <a:pt x="51219" y="11500"/>
                  </a:cubicBezTo>
                  <a:close/>
                  <a:moveTo>
                    <a:pt x="50687" y="11589"/>
                  </a:moveTo>
                  <a:cubicBezTo>
                    <a:pt x="50673" y="11589"/>
                    <a:pt x="50657" y="11593"/>
                    <a:pt x="50639" y="11602"/>
                  </a:cubicBezTo>
                  <a:lnTo>
                    <a:pt x="50537" y="11602"/>
                  </a:lnTo>
                  <a:cubicBezTo>
                    <a:pt x="50503" y="11602"/>
                    <a:pt x="50468" y="11670"/>
                    <a:pt x="50468" y="11704"/>
                  </a:cubicBezTo>
                  <a:cubicBezTo>
                    <a:pt x="50468" y="11738"/>
                    <a:pt x="50503" y="11773"/>
                    <a:pt x="50537" y="11773"/>
                  </a:cubicBezTo>
                  <a:lnTo>
                    <a:pt x="50673" y="11773"/>
                  </a:lnTo>
                  <a:cubicBezTo>
                    <a:pt x="50707" y="11738"/>
                    <a:pt x="50741" y="11704"/>
                    <a:pt x="50741" y="11670"/>
                  </a:cubicBezTo>
                  <a:cubicBezTo>
                    <a:pt x="50741" y="11620"/>
                    <a:pt x="50723" y="11589"/>
                    <a:pt x="50687" y="11589"/>
                  </a:cubicBezTo>
                  <a:close/>
                  <a:moveTo>
                    <a:pt x="49957" y="11670"/>
                  </a:moveTo>
                  <a:cubicBezTo>
                    <a:pt x="49922" y="11704"/>
                    <a:pt x="49888" y="11738"/>
                    <a:pt x="49888" y="11773"/>
                  </a:cubicBezTo>
                  <a:cubicBezTo>
                    <a:pt x="49888" y="11841"/>
                    <a:pt x="49922" y="11841"/>
                    <a:pt x="49991" y="11841"/>
                  </a:cubicBezTo>
                  <a:lnTo>
                    <a:pt x="50093" y="11841"/>
                  </a:lnTo>
                  <a:cubicBezTo>
                    <a:pt x="50161" y="11841"/>
                    <a:pt x="50195" y="11773"/>
                    <a:pt x="50161" y="11738"/>
                  </a:cubicBezTo>
                  <a:cubicBezTo>
                    <a:pt x="50161" y="11704"/>
                    <a:pt x="50127" y="11670"/>
                    <a:pt x="50093" y="11670"/>
                  </a:cubicBezTo>
                  <a:close/>
                  <a:moveTo>
                    <a:pt x="49513" y="11738"/>
                  </a:moveTo>
                  <a:lnTo>
                    <a:pt x="49411" y="11773"/>
                  </a:lnTo>
                  <a:cubicBezTo>
                    <a:pt x="49342" y="11773"/>
                    <a:pt x="49308" y="11807"/>
                    <a:pt x="49342" y="11875"/>
                  </a:cubicBezTo>
                  <a:cubicBezTo>
                    <a:pt x="49342" y="11909"/>
                    <a:pt x="49377" y="11943"/>
                    <a:pt x="49411" y="11943"/>
                  </a:cubicBezTo>
                  <a:lnTo>
                    <a:pt x="49547" y="11909"/>
                  </a:lnTo>
                  <a:cubicBezTo>
                    <a:pt x="49581" y="11909"/>
                    <a:pt x="49615" y="11875"/>
                    <a:pt x="49615" y="11807"/>
                  </a:cubicBezTo>
                  <a:cubicBezTo>
                    <a:pt x="49615" y="11773"/>
                    <a:pt x="49547" y="11738"/>
                    <a:pt x="49513" y="11738"/>
                  </a:cubicBezTo>
                  <a:close/>
                  <a:moveTo>
                    <a:pt x="48980" y="11827"/>
                  </a:moveTo>
                  <a:cubicBezTo>
                    <a:pt x="48967" y="11827"/>
                    <a:pt x="48951" y="11832"/>
                    <a:pt x="48933" y="11841"/>
                  </a:cubicBezTo>
                  <a:lnTo>
                    <a:pt x="48831" y="11841"/>
                  </a:lnTo>
                  <a:cubicBezTo>
                    <a:pt x="48796" y="11841"/>
                    <a:pt x="48762" y="11909"/>
                    <a:pt x="48762" y="11943"/>
                  </a:cubicBezTo>
                  <a:cubicBezTo>
                    <a:pt x="48762" y="11977"/>
                    <a:pt x="48796" y="12011"/>
                    <a:pt x="48831" y="12011"/>
                  </a:cubicBezTo>
                  <a:lnTo>
                    <a:pt x="48967" y="12011"/>
                  </a:lnTo>
                  <a:cubicBezTo>
                    <a:pt x="49001" y="11977"/>
                    <a:pt x="49035" y="11943"/>
                    <a:pt x="49035" y="11909"/>
                  </a:cubicBezTo>
                  <a:cubicBezTo>
                    <a:pt x="49035" y="11859"/>
                    <a:pt x="49017" y="11827"/>
                    <a:pt x="48980" y="11827"/>
                  </a:cubicBezTo>
                  <a:close/>
                  <a:moveTo>
                    <a:pt x="48387" y="11909"/>
                  </a:moveTo>
                  <a:lnTo>
                    <a:pt x="48250" y="11943"/>
                  </a:lnTo>
                  <a:cubicBezTo>
                    <a:pt x="48216" y="11943"/>
                    <a:pt x="48182" y="11977"/>
                    <a:pt x="48182" y="12011"/>
                  </a:cubicBezTo>
                  <a:cubicBezTo>
                    <a:pt x="48182" y="12080"/>
                    <a:pt x="48250" y="12114"/>
                    <a:pt x="48285" y="12114"/>
                  </a:cubicBezTo>
                  <a:cubicBezTo>
                    <a:pt x="48285" y="12114"/>
                    <a:pt x="48285" y="12114"/>
                    <a:pt x="48285" y="12080"/>
                  </a:cubicBezTo>
                  <a:lnTo>
                    <a:pt x="48387" y="12080"/>
                  </a:lnTo>
                  <a:cubicBezTo>
                    <a:pt x="48455" y="12080"/>
                    <a:pt x="48489" y="12046"/>
                    <a:pt x="48489" y="11977"/>
                  </a:cubicBezTo>
                  <a:cubicBezTo>
                    <a:pt x="48455" y="11943"/>
                    <a:pt x="48421" y="11909"/>
                    <a:pt x="48387" y="11909"/>
                  </a:cubicBezTo>
                  <a:close/>
                  <a:moveTo>
                    <a:pt x="47807" y="11977"/>
                  </a:moveTo>
                  <a:lnTo>
                    <a:pt x="47704" y="12011"/>
                  </a:lnTo>
                  <a:cubicBezTo>
                    <a:pt x="47636" y="12011"/>
                    <a:pt x="47602" y="12046"/>
                    <a:pt x="47636" y="12114"/>
                  </a:cubicBezTo>
                  <a:cubicBezTo>
                    <a:pt x="47636" y="12148"/>
                    <a:pt x="47670" y="12182"/>
                    <a:pt x="47704" y="12182"/>
                  </a:cubicBezTo>
                  <a:lnTo>
                    <a:pt x="47739" y="12182"/>
                  </a:lnTo>
                  <a:lnTo>
                    <a:pt x="47841" y="12148"/>
                  </a:lnTo>
                  <a:cubicBezTo>
                    <a:pt x="47875" y="12148"/>
                    <a:pt x="47909" y="12114"/>
                    <a:pt x="47909" y="12080"/>
                  </a:cubicBezTo>
                  <a:cubicBezTo>
                    <a:pt x="47909" y="12011"/>
                    <a:pt x="47841" y="11977"/>
                    <a:pt x="47807" y="11977"/>
                  </a:cubicBezTo>
                  <a:close/>
                  <a:moveTo>
                    <a:pt x="47124" y="12080"/>
                  </a:moveTo>
                  <a:cubicBezTo>
                    <a:pt x="47090" y="12080"/>
                    <a:pt x="47056" y="12148"/>
                    <a:pt x="47056" y="12182"/>
                  </a:cubicBezTo>
                  <a:cubicBezTo>
                    <a:pt x="47056" y="12216"/>
                    <a:pt x="47090" y="12250"/>
                    <a:pt x="47159" y="12250"/>
                  </a:cubicBezTo>
                  <a:lnTo>
                    <a:pt x="47261" y="12250"/>
                  </a:lnTo>
                  <a:cubicBezTo>
                    <a:pt x="47329" y="12250"/>
                    <a:pt x="47363" y="12182"/>
                    <a:pt x="47329" y="12148"/>
                  </a:cubicBezTo>
                  <a:cubicBezTo>
                    <a:pt x="47329" y="12114"/>
                    <a:pt x="47295" y="12080"/>
                    <a:pt x="47261" y="12080"/>
                  </a:cubicBezTo>
                  <a:close/>
                  <a:moveTo>
                    <a:pt x="46681" y="12148"/>
                  </a:moveTo>
                  <a:lnTo>
                    <a:pt x="46578" y="12182"/>
                  </a:lnTo>
                  <a:cubicBezTo>
                    <a:pt x="46510" y="12182"/>
                    <a:pt x="46476" y="12216"/>
                    <a:pt x="46476" y="12250"/>
                  </a:cubicBezTo>
                  <a:cubicBezTo>
                    <a:pt x="46510" y="12319"/>
                    <a:pt x="46544" y="12353"/>
                    <a:pt x="46578" y="12353"/>
                  </a:cubicBezTo>
                  <a:lnTo>
                    <a:pt x="46715" y="12319"/>
                  </a:lnTo>
                  <a:cubicBezTo>
                    <a:pt x="46749" y="12319"/>
                    <a:pt x="46783" y="12284"/>
                    <a:pt x="46783" y="12216"/>
                  </a:cubicBezTo>
                  <a:cubicBezTo>
                    <a:pt x="46783" y="12182"/>
                    <a:pt x="46715" y="12148"/>
                    <a:pt x="46681" y="12148"/>
                  </a:cubicBezTo>
                  <a:close/>
                  <a:moveTo>
                    <a:pt x="46101" y="12216"/>
                  </a:moveTo>
                  <a:lnTo>
                    <a:pt x="45998" y="12250"/>
                  </a:lnTo>
                  <a:cubicBezTo>
                    <a:pt x="45964" y="12250"/>
                    <a:pt x="45930" y="12284"/>
                    <a:pt x="45930" y="12353"/>
                  </a:cubicBezTo>
                  <a:cubicBezTo>
                    <a:pt x="45930" y="12387"/>
                    <a:pt x="45964" y="12421"/>
                    <a:pt x="45998" y="12421"/>
                  </a:cubicBezTo>
                  <a:lnTo>
                    <a:pt x="46032" y="12421"/>
                  </a:lnTo>
                  <a:lnTo>
                    <a:pt x="46135" y="12387"/>
                  </a:lnTo>
                  <a:cubicBezTo>
                    <a:pt x="46169" y="12387"/>
                    <a:pt x="46203" y="12353"/>
                    <a:pt x="46203" y="12319"/>
                  </a:cubicBezTo>
                  <a:cubicBezTo>
                    <a:pt x="46203" y="12250"/>
                    <a:pt x="46169" y="12216"/>
                    <a:pt x="46101" y="12216"/>
                  </a:cubicBezTo>
                  <a:close/>
                  <a:moveTo>
                    <a:pt x="45418" y="12319"/>
                  </a:moveTo>
                  <a:cubicBezTo>
                    <a:pt x="45384" y="12353"/>
                    <a:pt x="45350" y="12387"/>
                    <a:pt x="45350" y="12421"/>
                  </a:cubicBezTo>
                  <a:cubicBezTo>
                    <a:pt x="45350" y="12455"/>
                    <a:pt x="45418" y="12489"/>
                    <a:pt x="45452" y="12489"/>
                  </a:cubicBezTo>
                  <a:lnTo>
                    <a:pt x="45555" y="12489"/>
                  </a:lnTo>
                  <a:cubicBezTo>
                    <a:pt x="45623" y="12489"/>
                    <a:pt x="45657" y="12421"/>
                    <a:pt x="45657" y="12387"/>
                  </a:cubicBezTo>
                  <a:cubicBezTo>
                    <a:pt x="45623" y="12353"/>
                    <a:pt x="45589" y="12319"/>
                    <a:pt x="45555" y="12319"/>
                  </a:cubicBezTo>
                  <a:close/>
                  <a:moveTo>
                    <a:pt x="44975" y="12387"/>
                  </a:moveTo>
                  <a:lnTo>
                    <a:pt x="44872" y="12421"/>
                  </a:lnTo>
                  <a:cubicBezTo>
                    <a:pt x="44804" y="12421"/>
                    <a:pt x="44770" y="12455"/>
                    <a:pt x="44804" y="12523"/>
                  </a:cubicBezTo>
                  <a:cubicBezTo>
                    <a:pt x="44804" y="12557"/>
                    <a:pt x="44838" y="12592"/>
                    <a:pt x="44872" y="12592"/>
                  </a:cubicBezTo>
                  <a:lnTo>
                    <a:pt x="45009" y="12557"/>
                  </a:lnTo>
                  <a:cubicBezTo>
                    <a:pt x="45043" y="12557"/>
                    <a:pt x="45077" y="12523"/>
                    <a:pt x="45077" y="12455"/>
                  </a:cubicBezTo>
                  <a:cubicBezTo>
                    <a:pt x="45077" y="12421"/>
                    <a:pt x="45009" y="12387"/>
                    <a:pt x="44975" y="12387"/>
                  </a:cubicBezTo>
                  <a:close/>
                  <a:moveTo>
                    <a:pt x="44455" y="12476"/>
                  </a:moveTo>
                  <a:cubicBezTo>
                    <a:pt x="44447" y="12476"/>
                    <a:pt x="44438" y="12480"/>
                    <a:pt x="44429" y="12489"/>
                  </a:cubicBezTo>
                  <a:lnTo>
                    <a:pt x="44292" y="12489"/>
                  </a:lnTo>
                  <a:cubicBezTo>
                    <a:pt x="44258" y="12489"/>
                    <a:pt x="44224" y="12557"/>
                    <a:pt x="44224" y="12592"/>
                  </a:cubicBezTo>
                  <a:cubicBezTo>
                    <a:pt x="44224" y="12626"/>
                    <a:pt x="44258" y="12660"/>
                    <a:pt x="44326" y="12660"/>
                  </a:cubicBezTo>
                  <a:lnTo>
                    <a:pt x="44429" y="12660"/>
                  </a:lnTo>
                  <a:cubicBezTo>
                    <a:pt x="44497" y="12626"/>
                    <a:pt x="44531" y="12592"/>
                    <a:pt x="44497" y="12557"/>
                  </a:cubicBezTo>
                  <a:cubicBezTo>
                    <a:pt x="44497" y="12507"/>
                    <a:pt x="44479" y="12476"/>
                    <a:pt x="44455" y="12476"/>
                  </a:cubicBezTo>
                  <a:close/>
                  <a:moveTo>
                    <a:pt x="43746" y="12557"/>
                  </a:moveTo>
                  <a:cubicBezTo>
                    <a:pt x="43678" y="12592"/>
                    <a:pt x="43644" y="12626"/>
                    <a:pt x="43644" y="12660"/>
                  </a:cubicBezTo>
                  <a:cubicBezTo>
                    <a:pt x="43678" y="12728"/>
                    <a:pt x="43712" y="12728"/>
                    <a:pt x="43746" y="12728"/>
                  </a:cubicBezTo>
                  <a:lnTo>
                    <a:pt x="43883" y="12728"/>
                  </a:lnTo>
                  <a:cubicBezTo>
                    <a:pt x="43917" y="12728"/>
                    <a:pt x="43951" y="12660"/>
                    <a:pt x="43951" y="12626"/>
                  </a:cubicBezTo>
                  <a:cubicBezTo>
                    <a:pt x="43951" y="12592"/>
                    <a:pt x="43883" y="12557"/>
                    <a:pt x="43849" y="12557"/>
                  </a:cubicBezTo>
                  <a:close/>
                  <a:moveTo>
                    <a:pt x="43268" y="12626"/>
                  </a:moveTo>
                  <a:lnTo>
                    <a:pt x="43166" y="12660"/>
                  </a:lnTo>
                  <a:cubicBezTo>
                    <a:pt x="43132" y="12660"/>
                    <a:pt x="43098" y="12694"/>
                    <a:pt x="43098" y="12762"/>
                  </a:cubicBezTo>
                  <a:cubicBezTo>
                    <a:pt x="43098" y="12796"/>
                    <a:pt x="43132" y="12830"/>
                    <a:pt x="43166" y="12830"/>
                  </a:cubicBezTo>
                  <a:lnTo>
                    <a:pt x="43200" y="12830"/>
                  </a:lnTo>
                  <a:lnTo>
                    <a:pt x="43303" y="12796"/>
                  </a:lnTo>
                  <a:cubicBezTo>
                    <a:pt x="43337" y="12796"/>
                    <a:pt x="43371" y="12762"/>
                    <a:pt x="43371" y="12694"/>
                  </a:cubicBezTo>
                  <a:cubicBezTo>
                    <a:pt x="43371" y="12660"/>
                    <a:pt x="43337" y="12626"/>
                    <a:pt x="43268" y="12626"/>
                  </a:cubicBezTo>
                  <a:close/>
                  <a:moveTo>
                    <a:pt x="42750" y="12715"/>
                  </a:moveTo>
                  <a:cubicBezTo>
                    <a:pt x="42741" y="12715"/>
                    <a:pt x="42732" y="12719"/>
                    <a:pt x="42723" y="12728"/>
                  </a:cubicBezTo>
                  <a:lnTo>
                    <a:pt x="42586" y="12728"/>
                  </a:lnTo>
                  <a:cubicBezTo>
                    <a:pt x="42552" y="12728"/>
                    <a:pt x="42518" y="12796"/>
                    <a:pt x="42518" y="12830"/>
                  </a:cubicBezTo>
                  <a:cubicBezTo>
                    <a:pt x="42518" y="12865"/>
                    <a:pt x="42552" y="12899"/>
                    <a:pt x="42620" y="12899"/>
                  </a:cubicBezTo>
                  <a:lnTo>
                    <a:pt x="42723" y="12899"/>
                  </a:lnTo>
                  <a:cubicBezTo>
                    <a:pt x="42791" y="12865"/>
                    <a:pt x="42825" y="12830"/>
                    <a:pt x="42825" y="12796"/>
                  </a:cubicBezTo>
                  <a:cubicBezTo>
                    <a:pt x="42800" y="12746"/>
                    <a:pt x="42775" y="12715"/>
                    <a:pt x="42750" y="12715"/>
                  </a:cubicBezTo>
                  <a:close/>
                  <a:moveTo>
                    <a:pt x="42040" y="12796"/>
                  </a:moveTo>
                  <a:cubicBezTo>
                    <a:pt x="41972" y="12830"/>
                    <a:pt x="41938" y="12865"/>
                    <a:pt x="41972" y="12899"/>
                  </a:cubicBezTo>
                  <a:cubicBezTo>
                    <a:pt x="41972" y="12967"/>
                    <a:pt x="42006" y="12967"/>
                    <a:pt x="42040" y="12967"/>
                  </a:cubicBezTo>
                  <a:lnTo>
                    <a:pt x="42177" y="12967"/>
                  </a:lnTo>
                  <a:cubicBezTo>
                    <a:pt x="42211" y="12967"/>
                    <a:pt x="42245" y="12933"/>
                    <a:pt x="42245" y="12865"/>
                  </a:cubicBezTo>
                  <a:cubicBezTo>
                    <a:pt x="42245" y="12830"/>
                    <a:pt x="42177" y="12796"/>
                    <a:pt x="42142" y="12796"/>
                  </a:cubicBezTo>
                  <a:close/>
                  <a:moveTo>
                    <a:pt x="41562" y="12865"/>
                  </a:moveTo>
                  <a:lnTo>
                    <a:pt x="41460" y="12899"/>
                  </a:lnTo>
                  <a:cubicBezTo>
                    <a:pt x="41426" y="12899"/>
                    <a:pt x="41392" y="12933"/>
                    <a:pt x="41392" y="13001"/>
                  </a:cubicBezTo>
                  <a:cubicBezTo>
                    <a:pt x="41392" y="13035"/>
                    <a:pt x="41426" y="13069"/>
                    <a:pt x="41460" y="13069"/>
                  </a:cubicBezTo>
                  <a:lnTo>
                    <a:pt x="41494" y="13069"/>
                  </a:lnTo>
                  <a:lnTo>
                    <a:pt x="41596" y="13035"/>
                  </a:lnTo>
                  <a:cubicBezTo>
                    <a:pt x="41665" y="13035"/>
                    <a:pt x="41699" y="13001"/>
                    <a:pt x="41665" y="12933"/>
                  </a:cubicBezTo>
                  <a:cubicBezTo>
                    <a:pt x="41665" y="12899"/>
                    <a:pt x="41631" y="12865"/>
                    <a:pt x="41562" y="12865"/>
                  </a:cubicBezTo>
                  <a:close/>
                  <a:moveTo>
                    <a:pt x="41049" y="12954"/>
                  </a:moveTo>
                  <a:cubicBezTo>
                    <a:pt x="41037" y="12954"/>
                    <a:pt x="41026" y="12958"/>
                    <a:pt x="41016" y="12967"/>
                  </a:cubicBezTo>
                  <a:lnTo>
                    <a:pt x="40914" y="12967"/>
                  </a:lnTo>
                  <a:cubicBezTo>
                    <a:pt x="40846" y="12967"/>
                    <a:pt x="40812" y="13035"/>
                    <a:pt x="40812" y="13069"/>
                  </a:cubicBezTo>
                  <a:cubicBezTo>
                    <a:pt x="40846" y="13103"/>
                    <a:pt x="40880" y="13138"/>
                    <a:pt x="40914" y="13138"/>
                  </a:cubicBezTo>
                  <a:lnTo>
                    <a:pt x="41050" y="13138"/>
                  </a:lnTo>
                  <a:cubicBezTo>
                    <a:pt x="41085" y="13138"/>
                    <a:pt x="41119" y="13069"/>
                    <a:pt x="41119" y="13035"/>
                  </a:cubicBezTo>
                  <a:cubicBezTo>
                    <a:pt x="41119" y="12985"/>
                    <a:pt x="41082" y="12954"/>
                    <a:pt x="41049" y="12954"/>
                  </a:cubicBezTo>
                  <a:close/>
                  <a:moveTo>
                    <a:pt x="40436" y="13035"/>
                  </a:moveTo>
                  <a:lnTo>
                    <a:pt x="40334" y="13069"/>
                  </a:lnTo>
                  <a:cubicBezTo>
                    <a:pt x="40300" y="13069"/>
                    <a:pt x="40266" y="13103"/>
                    <a:pt x="40266" y="13138"/>
                  </a:cubicBezTo>
                  <a:cubicBezTo>
                    <a:pt x="40266" y="13206"/>
                    <a:pt x="40300" y="13240"/>
                    <a:pt x="40334" y="13240"/>
                  </a:cubicBezTo>
                  <a:lnTo>
                    <a:pt x="40368" y="13240"/>
                  </a:lnTo>
                  <a:lnTo>
                    <a:pt x="40470" y="13206"/>
                  </a:lnTo>
                  <a:cubicBezTo>
                    <a:pt x="40505" y="13206"/>
                    <a:pt x="40539" y="13172"/>
                    <a:pt x="40539" y="13103"/>
                  </a:cubicBezTo>
                  <a:cubicBezTo>
                    <a:pt x="40539" y="13069"/>
                    <a:pt x="40505" y="13035"/>
                    <a:pt x="40436" y="13035"/>
                  </a:cubicBezTo>
                  <a:close/>
                  <a:moveTo>
                    <a:pt x="39890" y="13103"/>
                  </a:moveTo>
                  <a:lnTo>
                    <a:pt x="39754" y="13138"/>
                  </a:lnTo>
                  <a:cubicBezTo>
                    <a:pt x="39720" y="13138"/>
                    <a:pt x="39686" y="13172"/>
                    <a:pt x="39686" y="13240"/>
                  </a:cubicBezTo>
                  <a:cubicBezTo>
                    <a:pt x="39686" y="13274"/>
                    <a:pt x="39720" y="13308"/>
                    <a:pt x="39788" y="13308"/>
                  </a:cubicBezTo>
                  <a:lnTo>
                    <a:pt x="39890" y="13274"/>
                  </a:lnTo>
                  <a:cubicBezTo>
                    <a:pt x="39959" y="13274"/>
                    <a:pt x="39993" y="13240"/>
                    <a:pt x="39993" y="13206"/>
                  </a:cubicBezTo>
                  <a:cubicBezTo>
                    <a:pt x="39959" y="13138"/>
                    <a:pt x="39924" y="13103"/>
                    <a:pt x="39890" y="13103"/>
                  </a:cubicBezTo>
                  <a:close/>
                  <a:moveTo>
                    <a:pt x="39208" y="13206"/>
                  </a:moveTo>
                  <a:cubicBezTo>
                    <a:pt x="39140" y="13206"/>
                    <a:pt x="39105" y="13274"/>
                    <a:pt x="39140" y="13308"/>
                  </a:cubicBezTo>
                  <a:cubicBezTo>
                    <a:pt x="39140" y="13342"/>
                    <a:pt x="39174" y="13376"/>
                    <a:pt x="39208" y="13376"/>
                  </a:cubicBezTo>
                  <a:lnTo>
                    <a:pt x="39344" y="13376"/>
                  </a:lnTo>
                  <a:cubicBezTo>
                    <a:pt x="39378" y="13376"/>
                    <a:pt x="39413" y="13308"/>
                    <a:pt x="39413" y="13274"/>
                  </a:cubicBezTo>
                  <a:cubicBezTo>
                    <a:pt x="39413" y="13240"/>
                    <a:pt x="39344" y="13206"/>
                    <a:pt x="39310" y="13206"/>
                  </a:cubicBezTo>
                  <a:close/>
                  <a:moveTo>
                    <a:pt x="38730" y="13274"/>
                  </a:moveTo>
                  <a:lnTo>
                    <a:pt x="38628" y="13308"/>
                  </a:lnTo>
                  <a:cubicBezTo>
                    <a:pt x="38594" y="13308"/>
                    <a:pt x="38560" y="13342"/>
                    <a:pt x="38560" y="13376"/>
                  </a:cubicBezTo>
                  <a:cubicBezTo>
                    <a:pt x="38560" y="13445"/>
                    <a:pt x="38594" y="13479"/>
                    <a:pt x="38628" y="13479"/>
                  </a:cubicBezTo>
                  <a:lnTo>
                    <a:pt x="38662" y="13479"/>
                  </a:lnTo>
                  <a:lnTo>
                    <a:pt x="38764" y="13445"/>
                  </a:lnTo>
                  <a:cubicBezTo>
                    <a:pt x="38832" y="13445"/>
                    <a:pt x="38832" y="13411"/>
                    <a:pt x="38832" y="13342"/>
                  </a:cubicBezTo>
                  <a:cubicBezTo>
                    <a:pt x="38832" y="13308"/>
                    <a:pt x="38798" y="13274"/>
                    <a:pt x="38730" y="13274"/>
                  </a:cubicBezTo>
                  <a:close/>
                  <a:moveTo>
                    <a:pt x="38212" y="13363"/>
                  </a:moveTo>
                  <a:cubicBezTo>
                    <a:pt x="38202" y="13363"/>
                    <a:pt x="38193" y="13367"/>
                    <a:pt x="38184" y="13376"/>
                  </a:cubicBezTo>
                  <a:lnTo>
                    <a:pt x="38082" y="13376"/>
                  </a:lnTo>
                  <a:cubicBezTo>
                    <a:pt x="38014" y="13376"/>
                    <a:pt x="37979" y="13411"/>
                    <a:pt x="37979" y="13479"/>
                  </a:cubicBezTo>
                  <a:cubicBezTo>
                    <a:pt x="38014" y="13513"/>
                    <a:pt x="38048" y="13547"/>
                    <a:pt x="38082" y="13547"/>
                  </a:cubicBezTo>
                  <a:lnTo>
                    <a:pt x="38218" y="13547"/>
                  </a:lnTo>
                  <a:cubicBezTo>
                    <a:pt x="38252" y="13513"/>
                    <a:pt x="38287" y="13479"/>
                    <a:pt x="38287" y="13445"/>
                  </a:cubicBezTo>
                  <a:cubicBezTo>
                    <a:pt x="38262" y="13395"/>
                    <a:pt x="38237" y="13363"/>
                    <a:pt x="38212" y="13363"/>
                  </a:cubicBezTo>
                  <a:close/>
                  <a:moveTo>
                    <a:pt x="37502" y="13445"/>
                  </a:moveTo>
                  <a:cubicBezTo>
                    <a:pt x="37468" y="13479"/>
                    <a:pt x="37433" y="13513"/>
                    <a:pt x="37433" y="13547"/>
                  </a:cubicBezTo>
                  <a:cubicBezTo>
                    <a:pt x="37433" y="13581"/>
                    <a:pt x="37468" y="13615"/>
                    <a:pt x="37502" y="13615"/>
                  </a:cubicBezTo>
                  <a:lnTo>
                    <a:pt x="37638" y="13615"/>
                  </a:lnTo>
                  <a:cubicBezTo>
                    <a:pt x="37672" y="13615"/>
                    <a:pt x="37706" y="13547"/>
                    <a:pt x="37706" y="13513"/>
                  </a:cubicBezTo>
                  <a:cubicBezTo>
                    <a:pt x="37706" y="13479"/>
                    <a:pt x="37672" y="13445"/>
                    <a:pt x="37604" y="13445"/>
                  </a:cubicBezTo>
                  <a:close/>
                  <a:moveTo>
                    <a:pt x="37058" y="13513"/>
                  </a:moveTo>
                  <a:lnTo>
                    <a:pt x="36922" y="13547"/>
                  </a:lnTo>
                  <a:cubicBezTo>
                    <a:pt x="36887" y="13547"/>
                    <a:pt x="36853" y="13581"/>
                    <a:pt x="36853" y="13649"/>
                  </a:cubicBezTo>
                  <a:cubicBezTo>
                    <a:pt x="36853" y="13684"/>
                    <a:pt x="36887" y="13718"/>
                    <a:pt x="36956" y="13718"/>
                  </a:cubicBezTo>
                  <a:lnTo>
                    <a:pt x="37058" y="13684"/>
                  </a:lnTo>
                  <a:cubicBezTo>
                    <a:pt x="37126" y="13684"/>
                    <a:pt x="37160" y="13649"/>
                    <a:pt x="37126" y="13581"/>
                  </a:cubicBezTo>
                  <a:cubicBezTo>
                    <a:pt x="37126" y="13547"/>
                    <a:pt x="37092" y="13513"/>
                    <a:pt x="37058" y="13513"/>
                  </a:cubicBezTo>
                  <a:close/>
                  <a:moveTo>
                    <a:pt x="36511" y="13602"/>
                  </a:moveTo>
                  <a:cubicBezTo>
                    <a:pt x="36499" y="13602"/>
                    <a:pt x="36487" y="13606"/>
                    <a:pt x="36478" y="13615"/>
                  </a:cubicBezTo>
                  <a:lnTo>
                    <a:pt x="36376" y="13615"/>
                  </a:lnTo>
                  <a:cubicBezTo>
                    <a:pt x="36307" y="13615"/>
                    <a:pt x="36273" y="13684"/>
                    <a:pt x="36307" y="13718"/>
                  </a:cubicBezTo>
                  <a:cubicBezTo>
                    <a:pt x="36307" y="13752"/>
                    <a:pt x="36342" y="13786"/>
                    <a:pt x="36376" y="13786"/>
                  </a:cubicBezTo>
                  <a:lnTo>
                    <a:pt x="36512" y="13786"/>
                  </a:lnTo>
                  <a:cubicBezTo>
                    <a:pt x="36546" y="13752"/>
                    <a:pt x="36580" y="13718"/>
                    <a:pt x="36580" y="13684"/>
                  </a:cubicBezTo>
                  <a:cubicBezTo>
                    <a:pt x="36580" y="13634"/>
                    <a:pt x="36544" y="13602"/>
                    <a:pt x="36511" y="13602"/>
                  </a:cubicBezTo>
                  <a:close/>
                  <a:moveTo>
                    <a:pt x="35796" y="13684"/>
                  </a:moveTo>
                  <a:cubicBezTo>
                    <a:pt x="35761" y="13718"/>
                    <a:pt x="35727" y="13752"/>
                    <a:pt x="35727" y="13786"/>
                  </a:cubicBezTo>
                  <a:cubicBezTo>
                    <a:pt x="35727" y="13854"/>
                    <a:pt x="35761" y="13854"/>
                    <a:pt x="35796" y="13854"/>
                  </a:cubicBezTo>
                  <a:lnTo>
                    <a:pt x="35932" y="13854"/>
                  </a:lnTo>
                  <a:cubicBezTo>
                    <a:pt x="35966" y="13854"/>
                    <a:pt x="36000" y="13786"/>
                    <a:pt x="36000" y="13752"/>
                  </a:cubicBezTo>
                  <a:cubicBezTo>
                    <a:pt x="36000" y="13718"/>
                    <a:pt x="35966" y="13684"/>
                    <a:pt x="35898" y="13684"/>
                  </a:cubicBezTo>
                  <a:close/>
                  <a:moveTo>
                    <a:pt x="35352" y="13752"/>
                  </a:moveTo>
                  <a:lnTo>
                    <a:pt x="35215" y="13786"/>
                  </a:lnTo>
                  <a:cubicBezTo>
                    <a:pt x="35181" y="13786"/>
                    <a:pt x="35147" y="13820"/>
                    <a:pt x="35147" y="13888"/>
                  </a:cubicBezTo>
                  <a:cubicBezTo>
                    <a:pt x="35147" y="13922"/>
                    <a:pt x="35215" y="13956"/>
                    <a:pt x="35250" y="13956"/>
                  </a:cubicBezTo>
                  <a:lnTo>
                    <a:pt x="35352" y="13922"/>
                  </a:lnTo>
                  <a:cubicBezTo>
                    <a:pt x="35420" y="13922"/>
                    <a:pt x="35454" y="13888"/>
                    <a:pt x="35454" y="13820"/>
                  </a:cubicBezTo>
                  <a:cubicBezTo>
                    <a:pt x="35420" y="13786"/>
                    <a:pt x="35386" y="13752"/>
                    <a:pt x="35352" y="13752"/>
                  </a:cubicBezTo>
                  <a:close/>
                  <a:moveTo>
                    <a:pt x="34669" y="13854"/>
                  </a:moveTo>
                  <a:cubicBezTo>
                    <a:pt x="34601" y="13854"/>
                    <a:pt x="34601" y="13922"/>
                    <a:pt x="34601" y="13956"/>
                  </a:cubicBezTo>
                  <a:cubicBezTo>
                    <a:pt x="34601" y="13991"/>
                    <a:pt x="34635" y="14025"/>
                    <a:pt x="34669" y="14025"/>
                  </a:cubicBezTo>
                  <a:lnTo>
                    <a:pt x="34806" y="14025"/>
                  </a:lnTo>
                  <a:cubicBezTo>
                    <a:pt x="34840" y="13991"/>
                    <a:pt x="34874" y="13956"/>
                    <a:pt x="34874" y="13922"/>
                  </a:cubicBezTo>
                  <a:cubicBezTo>
                    <a:pt x="34874" y="13854"/>
                    <a:pt x="34840" y="13854"/>
                    <a:pt x="34772" y="13854"/>
                  </a:cubicBezTo>
                  <a:close/>
                  <a:moveTo>
                    <a:pt x="34226" y="13922"/>
                  </a:moveTo>
                  <a:lnTo>
                    <a:pt x="34089" y="13956"/>
                  </a:lnTo>
                  <a:cubicBezTo>
                    <a:pt x="34055" y="13956"/>
                    <a:pt x="34021" y="13991"/>
                    <a:pt x="34021" y="14025"/>
                  </a:cubicBezTo>
                  <a:cubicBezTo>
                    <a:pt x="34021" y="14093"/>
                    <a:pt x="34055" y="14127"/>
                    <a:pt x="34124" y="14127"/>
                  </a:cubicBezTo>
                  <a:lnTo>
                    <a:pt x="34226" y="14093"/>
                  </a:lnTo>
                  <a:cubicBezTo>
                    <a:pt x="34294" y="14093"/>
                    <a:pt x="34328" y="14059"/>
                    <a:pt x="34294" y="13991"/>
                  </a:cubicBezTo>
                  <a:cubicBezTo>
                    <a:pt x="34294" y="13956"/>
                    <a:pt x="34260" y="13922"/>
                    <a:pt x="34226" y="13922"/>
                  </a:cubicBezTo>
                  <a:close/>
                  <a:moveTo>
                    <a:pt x="33646" y="13991"/>
                  </a:moveTo>
                  <a:lnTo>
                    <a:pt x="33543" y="14025"/>
                  </a:lnTo>
                  <a:cubicBezTo>
                    <a:pt x="33475" y="14025"/>
                    <a:pt x="33441" y="14059"/>
                    <a:pt x="33475" y="14127"/>
                  </a:cubicBezTo>
                  <a:cubicBezTo>
                    <a:pt x="33475" y="14161"/>
                    <a:pt x="33509" y="14195"/>
                    <a:pt x="33543" y="14195"/>
                  </a:cubicBezTo>
                  <a:lnTo>
                    <a:pt x="33680" y="14161"/>
                  </a:lnTo>
                  <a:cubicBezTo>
                    <a:pt x="33714" y="14161"/>
                    <a:pt x="33748" y="14127"/>
                    <a:pt x="33748" y="14093"/>
                  </a:cubicBezTo>
                  <a:cubicBezTo>
                    <a:pt x="33748" y="14025"/>
                    <a:pt x="33680" y="13991"/>
                    <a:pt x="33646" y="13991"/>
                  </a:cubicBezTo>
                  <a:close/>
                  <a:moveTo>
                    <a:pt x="32963" y="14093"/>
                  </a:moveTo>
                  <a:cubicBezTo>
                    <a:pt x="32929" y="14093"/>
                    <a:pt x="32895" y="14161"/>
                    <a:pt x="32895" y="14195"/>
                  </a:cubicBezTo>
                  <a:cubicBezTo>
                    <a:pt x="32895" y="14229"/>
                    <a:pt x="32929" y="14264"/>
                    <a:pt x="32963" y="14264"/>
                  </a:cubicBezTo>
                  <a:lnTo>
                    <a:pt x="33100" y="14264"/>
                  </a:lnTo>
                  <a:cubicBezTo>
                    <a:pt x="33134" y="14264"/>
                    <a:pt x="33168" y="14195"/>
                    <a:pt x="33168" y="14161"/>
                  </a:cubicBezTo>
                  <a:cubicBezTo>
                    <a:pt x="33168" y="14127"/>
                    <a:pt x="33134" y="14093"/>
                    <a:pt x="33066" y="14093"/>
                  </a:cubicBezTo>
                  <a:close/>
                  <a:moveTo>
                    <a:pt x="32520" y="14161"/>
                  </a:moveTo>
                  <a:lnTo>
                    <a:pt x="32383" y="14195"/>
                  </a:lnTo>
                  <a:cubicBezTo>
                    <a:pt x="32349" y="14195"/>
                    <a:pt x="32315" y="14229"/>
                    <a:pt x="32315" y="14264"/>
                  </a:cubicBezTo>
                  <a:cubicBezTo>
                    <a:pt x="32315" y="14332"/>
                    <a:pt x="32383" y="14366"/>
                    <a:pt x="32417" y="14366"/>
                  </a:cubicBezTo>
                  <a:lnTo>
                    <a:pt x="32520" y="14332"/>
                  </a:lnTo>
                  <a:cubicBezTo>
                    <a:pt x="32588" y="14332"/>
                    <a:pt x="32622" y="14298"/>
                    <a:pt x="32622" y="14229"/>
                  </a:cubicBezTo>
                  <a:cubicBezTo>
                    <a:pt x="32588" y="14195"/>
                    <a:pt x="32554" y="14161"/>
                    <a:pt x="32520" y="14161"/>
                  </a:cubicBezTo>
                  <a:close/>
                  <a:moveTo>
                    <a:pt x="31940" y="14229"/>
                  </a:moveTo>
                  <a:lnTo>
                    <a:pt x="31837" y="14264"/>
                  </a:lnTo>
                  <a:cubicBezTo>
                    <a:pt x="31769" y="14264"/>
                    <a:pt x="31735" y="14298"/>
                    <a:pt x="31769" y="14366"/>
                  </a:cubicBezTo>
                  <a:cubicBezTo>
                    <a:pt x="31769" y="14400"/>
                    <a:pt x="31803" y="14434"/>
                    <a:pt x="31837" y="14434"/>
                  </a:cubicBezTo>
                  <a:lnTo>
                    <a:pt x="31871" y="14434"/>
                  </a:lnTo>
                  <a:lnTo>
                    <a:pt x="31974" y="14400"/>
                  </a:lnTo>
                  <a:cubicBezTo>
                    <a:pt x="32008" y="14400"/>
                    <a:pt x="32042" y="14366"/>
                    <a:pt x="32042" y="14332"/>
                  </a:cubicBezTo>
                  <a:cubicBezTo>
                    <a:pt x="32042" y="14264"/>
                    <a:pt x="31974" y="14229"/>
                    <a:pt x="31940" y="14229"/>
                  </a:cubicBezTo>
                  <a:close/>
                  <a:moveTo>
                    <a:pt x="31257" y="14332"/>
                  </a:moveTo>
                  <a:cubicBezTo>
                    <a:pt x="31223" y="14366"/>
                    <a:pt x="31189" y="14400"/>
                    <a:pt x="31189" y="14434"/>
                  </a:cubicBezTo>
                  <a:cubicBezTo>
                    <a:pt x="31189" y="14468"/>
                    <a:pt x="31223" y="14502"/>
                    <a:pt x="31291" y="14502"/>
                  </a:cubicBezTo>
                  <a:lnTo>
                    <a:pt x="31394" y="14502"/>
                  </a:lnTo>
                  <a:cubicBezTo>
                    <a:pt x="31462" y="14502"/>
                    <a:pt x="31496" y="14434"/>
                    <a:pt x="31462" y="14400"/>
                  </a:cubicBezTo>
                  <a:cubicBezTo>
                    <a:pt x="31462" y="14366"/>
                    <a:pt x="31428" y="14332"/>
                    <a:pt x="31394" y="14332"/>
                  </a:cubicBezTo>
                  <a:close/>
                  <a:moveTo>
                    <a:pt x="30814" y="14400"/>
                  </a:moveTo>
                  <a:lnTo>
                    <a:pt x="30711" y="14434"/>
                  </a:lnTo>
                  <a:cubicBezTo>
                    <a:pt x="30643" y="14434"/>
                    <a:pt x="30609" y="14468"/>
                    <a:pt x="30609" y="14537"/>
                  </a:cubicBezTo>
                  <a:cubicBezTo>
                    <a:pt x="30643" y="14571"/>
                    <a:pt x="30677" y="14605"/>
                    <a:pt x="30711" y="14605"/>
                  </a:cubicBezTo>
                  <a:lnTo>
                    <a:pt x="30848" y="14571"/>
                  </a:lnTo>
                  <a:cubicBezTo>
                    <a:pt x="30882" y="14571"/>
                    <a:pt x="30916" y="14537"/>
                    <a:pt x="30916" y="14468"/>
                  </a:cubicBezTo>
                  <a:cubicBezTo>
                    <a:pt x="30916" y="14434"/>
                    <a:pt x="30848" y="14400"/>
                    <a:pt x="30814" y="14400"/>
                  </a:cubicBezTo>
                  <a:close/>
                  <a:moveTo>
                    <a:pt x="30281" y="14489"/>
                  </a:moveTo>
                  <a:cubicBezTo>
                    <a:pt x="30268" y="14489"/>
                    <a:pt x="30252" y="14493"/>
                    <a:pt x="30233" y="14502"/>
                  </a:cubicBezTo>
                  <a:lnTo>
                    <a:pt x="30131" y="14502"/>
                  </a:lnTo>
                  <a:cubicBezTo>
                    <a:pt x="30097" y="14502"/>
                    <a:pt x="30063" y="14571"/>
                    <a:pt x="30063" y="14605"/>
                  </a:cubicBezTo>
                  <a:cubicBezTo>
                    <a:pt x="30063" y="14639"/>
                    <a:pt x="30097" y="14673"/>
                    <a:pt x="30131" y="14673"/>
                  </a:cubicBezTo>
                  <a:lnTo>
                    <a:pt x="30268" y="14673"/>
                  </a:lnTo>
                  <a:cubicBezTo>
                    <a:pt x="30302" y="14639"/>
                    <a:pt x="30336" y="14605"/>
                    <a:pt x="30336" y="14571"/>
                  </a:cubicBezTo>
                  <a:cubicBezTo>
                    <a:pt x="30336" y="14521"/>
                    <a:pt x="30318" y="14489"/>
                    <a:pt x="30281" y="14489"/>
                  </a:cubicBezTo>
                  <a:close/>
                  <a:moveTo>
                    <a:pt x="29551" y="14571"/>
                  </a:moveTo>
                  <a:cubicBezTo>
                    <a:pt x="29517" y="14605"/>
                    <a:pt x="29483" y="14639"/>
                    <a:pt x="29483" y="14673"/>
                  </a:cubicBezTo>
                  <a:cubicBezTo>
                    <a:pt x="29483" y="14741"/>
                    <a:pt x="29551" y="14741"/>
                    <a:pt x="29585" y="14741"/>
                  </a:cubicBezTo>
                  <a:lnTo>
                    <a:pt x="29688" y="14741"/>
                  </a:lnTo>
                  <a:cubicBezTo>
                    <a:pt x="29756" y="14741"/>
                    <a:pt x="29790" y="14673"/>
                    <a:pt x="29790" y="14639"/>
                  </a:cubicBezTo>
                  <a:cubicBezTo>
                    <a:pt x="29756" y="14605"/>
                    <a:pt x="29722" y="14571"/>
                    <a:pt x="29688" y="14571"/>
                  </a:cubicBezTo>
                  <a:close/>
                  <a:moveTo>
                    <a:pt x="29107" y="14639"/>
                  </a:moveTo>
                  <a:lnTo>
                    <a:pt x="29005" y="14673"/>
                  </a:lnTo>
                  <a:cubicBezTo>
                    <a:pt x="28937" y="14673"/>
                    <a:pt x="28903" y="14707"/>
                    <a:pt x="28937" y="14775"/>
                  </a:cubicBezTo>
                  <a:cubicBezTo>
                    <a:pt x="28937" y="14810"/>
                    <a:pt x="28971" y="14844"/>
                    <a:pt x="29005" y="14844"/>
                  </a:cubicBezTo>
                  <a:lnTo>
                    <a:pt x="29142" y="14810"/>
                  </a:lnTo>
                  <a:cubicBezTo>
                    <a:pt x="29176" y="14810"/>
                    <a:pt x="29210" y="14775"/>
                    <a:pt x="29210" y="14707"/>
                  </a:cubicBezTo>
                  <a:cubicBezTo>
                    <a:pt x="29210" y="14673"/>
                    <a:pt x="29142" y="14639"/>
                    <a:pt x="29107" y="14639"/>
                  </a:cubicBezTo>
                  <a:close/>
                  <a:moveTo>
                    <a:pt x="28575" y="14728"/>
                  </a:moveTo>
                  <a:cubicBezTo>
                    <a:pt x="28561" y="14728"/>
                    <a:pt x="28546" y="14732"/>
                    <a:pt x="28527" y="14741"/>
                  </a:cubicBezTo>
                  <a:lnTo>
                    <a:pt x="28425" y="14741"/>
                  </a:lnTo>
                  <a:cubicBezTo>
                    <a:pt x="28391" y="14741"/>
                    <a:pt x="28357" y="14810"/>
                    <a:pt x="28357" y="14844"/>
                  </a:cubicBezTo>
                  <a:cubicBezTo>
                    <a:pt x="28357" y="14878"/>
                    <a:pt x="28391" y="14912"/>
                    <a:pt x="28459" y="14912"/>
                  </a:cubicBezTo>
                  <a:lnTo>
                    <a:pt x="28561" y="14912"/>
                  </a:lnTo>
                  <a:cubicBezTo>
                    <a:pt x="28630" y="14878"/>
                    <a:pt x="28664" y="14844"/>
                    <a:pt x="28630" y="14810"/>
                  </a:cubicBezTo>
                  <a:cubicBezTo>
                    <a:pt x="28630" y="14760"/>
                    <a:pt x="28611" y="14728"/>
                    <a:pt x="28575" y="14728"/>
                  </a:cubicBezTo>
                  <a:close/>
                  <a:moveTo>
                    <a:pt x="27879" y="14810"/>
                  </a:moveTo>
                  <a:cubicBezTo>
                    <a:pt x="27811" y="14844"/>
                    <a:pt x="27777" y="14878"/>
                    <a:pt x="27777" y="14912"/>
                  </a:cubicBezTo>
                  <a:cubicBezTo>
                    <a:pt x="27811" y="14980"/>
                    <a:pt x="27845" y="14980"/>
                    <a:pt x="27879" y="14980"/>
                  </a:cubicBezTo>
                  <a:lnTo>
                    <a:pt x="28015" y="14980"/>
                  </a:lnTo>
                  <a:cubicBezTo>
                    <a:pt x="28050" y="14980"/>
                    <a:pt x="28084" y="14946"/>
                    <a:pt x="28084" y="14878"/>
                  </a:cubicBezTo>
                  <a:cubicBezTo>
                    <a:pt x="28084" y="14844"/>
                    <a:pt x="28015" y="14810"/>
                    <a:pt x="27981" y="14810"/>
                  </a:cubicBezTo>
                  <a:close/>
                  <a:moveTo>
                    <a:pt x="27401" y="14878"/>
                  </a:moveTo>
                  <a:lnTo>
                    <a:pt x="27299" y="14912"/>
                  </a:lnTo>
                  <a:cubicBezTo>
                    <a:pt x="27265" y="14912"/>
                    <a:pt x="27231" y="14946"/>
                    <a:pt x="27231" y="15014"/>
                  </a:cubicBezTo>
                  <a:cubicBezTo>
                    <a:pt x="27231" y="15048"/>
                    <a:pt x="27265" y="15083"/>
                    <a:pt x="27299" y="15083"/>
                  </a:cubicBezTo>
                  <a:lnTo>
                    <a:pt x="27333" y="15083"/>
                  </a:lnTo>
                  <a:lnTo>
                    <a:pt x="27435" y="15048"/>
                  </a:lnTo>
                  <a:cubicBezTo>
                    <a:pt x="27470" y="15048"/>
                    <a:pt x="27504" y="15014"/>
                    <a:pt x="27504" y="14946"/>
                  </a:cubicBezTo>
                  <a:cubicBezTo>
                    <a:pt x="27504" y="14912"/>
                    <a:pt x="27470" y="14878"/>
                    <a:pt x="27401" y="14878"/>
                  </a:cubicBezTo>
                  <a:close/>
                  <a:moveTo>
                    <a:pt x="26883" y="14967"/>
                  </a:moveTo>
                  <a:cubicBezTo>
                    <a:pt x="26874" y="14967"/>
                    <a:pt x="26864" y="14971"/>
                    <a:pt x="26855" y="14980"/>
                  </a:cubicBezTo>
                  <a:lnTo>
                    <a:pt x="26719" y="14980"/>
                  </a:lnTo>
                  <a:cubicBezTo>
                    <a:pt x="26685" y="14980"/>
                    <a:pt x="26651" y="15048"/>
                    <a:pt x="26651" y="15083"/>
                  </a:cubicBezTo>
                  <a:cubicBezTo>
                    <a:pt x="26651" y="15117"/>
                    <a:pt x="26685" y="15151"/>
                    <a:pt x="26753" y="15151"/>
                  </a:cubicBezTo>
                  <a:lnTo>
                    <a:pt x="26855" y="15151"/>
                  </a:lnTo>
                  <a:cubicBezTo>
                    <a:pt x="26924" y="15117"/>
                    <a:pt x="26958" y="15083"/>
                    <a:pt x="26958" y="15048"/>
                  </a:cubicBezTo>
                  <a:cubicBezTo>
                    <a:pt x="26933" y="14998"/>
                    <a:pt x="26908" y="14967"/>
                    <a:pt x="26883" y="14967"/>
                  </a:cubicBezTo>
                  <a:close/>
                  <a:moveTo>
                    <a:pt x="26275" y="15048"/>
                  </a:moveTo>
                  <a:lnTo>
                    <a:pt x="26173" y="15083"/>
                  </a:lnTo>
                  <a:cubicBezTo>
                    <a:pt x="26105" y="15083"/>
                    <a:pt x="26070" y="15117"/>
                    <a:pt x="26105" y="15151"/>
                  </a:cubicBezTo>
                  <a:cubicBezTo>
                    <a:pt x="26105" y="15219"/>
                    <a:pt x="26139" y="15253"/>
                    <a:pt x="26173" y="15253"/>
                  </a:cubicBezTo>
                  <a:lnTo>
                    <a:pt x="26309" y="15219"/>
                  </a:lnTo>
                  <a:cubicBezTo>
                    <a:pt x="26343" y="15219"/>
                    <a:pt x="26378" y="15185"/>
                    <a:pt x="26378" y="15117"/>
                  </a:cubicBezTo>
                  <a:cubicBezTo>
                    <a:pt x="26378" y="15083"/>
                    <a:pt x="26343" y="15048"/>
                    <a:pt x="26275" y="15048"/>
                  </a:cubicBezTo>
                  <a:close/>
                  <a:moveTo>
                    <a:pt x="25695" y="15117"/>
                  </a:moveTo>
                  <a:lnTo>
                    <a:pt x="25593" y="15151"/>
                  </a:lnTo>
                  <a:cubicBezTo>
                    <a:pt x="25559" y="15151"/>
                    <a:pt x="25525" y="15185"/>
                    <a:pt x="25525" y="15253"/>
                  </a:cubicBezTo>
                  <a:cubicBezTo>
                    <a:pt x="25525" y="15287"/>
                    <a:pt x="25559" y="15321"/>
                    <a:pt x="25593" y="15321"/>
                  </a:cubicBezTo>
                  <a:lnTo>
                    <a:pt x="25627" y="15321"/>
                  </a:lnTo>
                  <a:lnTo>
                    <a:pt x="25729" y="15287"/>
                  </a:lnTo>
                  <a:cubicBezTo>
                    <a:pt x="25797" y="15287"/>
                    <a:pt x="25832" y="15253"/>
                    <a:pt x="25797" y="15219"/>
                  </a:cubicBezTo>
                  <a:cubicBezTo>
                    <a:pt x="25797" y="15151"/>
                    <a:pt x="25763" y="15117"/>
                    <a:pt x="25695" y="15117"/>
                  </a:cubicBezTo>
                  <a:close/>
                  <a:moveTo>
                    <a:pt x="25047" y="15219"/>
                  </a:moveTo>
                  <a:cubicBezTo>
                    <a:pt x="24979" y="15219"/>
                    <a:pt x="24944" y="15287"/>
                    <a:pt x="24944" y="15321"/>
                  </a:cubicBezTo>
                  <a:cubicBezTo>
                    <a:pt x="24979" y="15356"/>
                    <a:pt x="25013" y="15390"/>
                    <a:pt x="25047" y="15390"/>
                  </a:cubicBezTo>
                  <a:lnTo>
                    <a:pt x="25183" y="15390"/>
                  </a:lnTo>
                  <a:cubicBezTo>
                    <a:pt x="25217" y="15390"/>
                    <a:pt x="25252" y="15321"/>
                    <a:pt x="25252" y="15287"/>
                  </a:cubicBezTo>
                  <a:cubicBezTo>
                    <a:pt x="25252" y="15253"/>
                    <a:pt x="25183" y="15219"/>
                    <a:pt x="25149" y="15219"/>
                  </a:cubicBezTo>
                  <a:close/>
                  <a:moveTo>
                    <a:pt x="24569" y="15287"/>
                  </a:moveTo>
                  <a:lnTo>
                    <a:pt x="24467" y="15321"/>
                  </a:lnTo>
                  <a:cubicBezTo>
                    <a:pt x="24433" y="15321"/>
                    <a:pt x="24398" y="15356"/>
                    <a:pt x="24398" y="15390"/>
                  </a:cubicBezTo>
                  <a:cubicBezTo>
                    <a:pt x="24398" y="15458"/>
                    <a:pt x="24433" y="15492"/>
                    <a:pt x="24467" y="15492"/>
                  </a:cubicBezTo>
                  <a:lnTo>
                    <a:pt x="24501" y="15492"/>
                  </a:lnTo>
                  <a:lnTo>
                    <a:pt x="24603" y="15458"/>
                  </a:lnTo>
                  <a:cubicBezTo>
                    <a:pt x="24637" y="15458"/>
                    <a:pt x="24671" y="15424"/>
                    <a:pt x="24671" y="15356"/>
                  </a:cubicBezTo>
                  <a:cubicBezTo>
                    <a:pt x="24671" y="15321"/>
                    <a:pt x="24637" y="15287"/>
                    <a:pt x="24569" y="15287"/>
                  </a:cubicBezTo>
                  <a:close/>
                  <a:moveTo>
                    <a:pt x="24023" y="15356"/>
                  </a:moveTo>
                  <a:lnTo>
                    <a:pt x="23887" y="15390"/>
                  </a:lnTo>
                  <a:cubicBezTo>
                    <a:pt x="23852" y="15390"/>
                    <a:pt x="23818" y="15424"/>
                    <a:pt x="23818" y="15492"/>
                  </a:cubicBezTo>
                  <a:cubicBezTo>
                    <a:pt x="23818" y="15526"/>
                    <a:pt x="23852" y="15560"/>
                    <a:pt x="23921" y="15560"/>
                  </a:cubicBezTo>
                  <a:lnTo>
                    <a:pt x="24023" y="15526"/>
                  </a:lnTo>
                  <a:cubicBezTo>
                    <a:pt x="24091" y="15526"/>
                    <a:pt x="24125" y="15492"/>
                    <a:pt x="24125" y="15458"/>
                  </a:cubicBezTo>
                  <a:cubicBezTo>
                    <a:pt x="24091" y="15390"/>
                    <a:pt x="24057" y="15356"/>
                    <a:pt x="24023" y="15356"/>
                  </a:cubicBezTo>
                  <a:close/>
                  <a:moveTo>
                    <a:pt x="23341" y="15458"/>
                  </a:moveTo>
                  <a:cubicBezTo>
                    <a:pt x="23272" y="15492"/>
                    <a:pt x="23238" y="15526"/>
                    <a:pt x="23272" y="15560"/>
                  </a:cubicBezTo>
                  <a:cubicBezTo>
                    <a:pt x="23272" y="15594"/>
                    <a:pt x="23307" y="15629"/>
                    <a:pt x="23341" y="15629"/>
                  </a:cubicBezTo>
                  <a:lnTo>
                    <a:pt x="23477" y="15629"/>
                  </a:lnTo>
                  <a:cubicBezTo>
                    <a:pt x="23511" y="15629"/>
                    <a:pt x="23545" y="15560"/>
                    <a:pt x="23545" y="15526"/>
                  </a:cubicBezTo>
                  <a:cubicBezTo>
                    <a:pt x="23545" y="15492"/>
                    <a:pt x="23477" y="15458"/>
                    <a:pt x="23443" y="15458"/>
                  </a:cubicBezTo>
                  <a:close/>
                  <a:moveTo>
                    <a:pt x="22863" y="15526"/>
                  </a:moveTo>
                  <a:lnTo>
                    <a:pt x="22761" y="15560"/>
                  </a:lnTo>
                  <a:cubicBezTo>
                    <a:pt x="22726" y="15560"/>
                    <a:pt x="22692" y="15594"/>
                    <a:pt x="22692" y="15663"/>
                  </a:cubicBezTo>
                  <a:cubicBezTo>
                    <a:pt x="22692" y="15697"/>
                    <a:pt x="22726" y="15731"/>
                    <a:pt x="22761" y="15731"/>
                  </a:cubicBezTo>
                  <a:lnTo>
                    <a:pt x="22795" y="15731"/>
                  </a:lnTo>
                  <a:lnTo>
                    <a:pt x="22897" y="15697"/>
                  </a:lnTo>
                  <a:cubicBezTo>
                    <a:pt x="22965" y="15697"/>
                    <a:pt x="22965" y="15663"/>
                    <a:pt x="22965" y="15594"/>
                  </a:cubicBezTo>
                  <a:cubicBezTo>
                    <a:pt x="22965" y="15560"/>
                    <a:pt x="22931" y="15526"/>
                    <a:pt x="22863" y="15526"/>
                  </a:cubicBezTo>
                  <a:close/>
                  <a:moveTo>
                    <a:pt x="22344" y="15615"/>
                  </a:moveTo>
                  <a:cubicBezTo>
                    <a:pt x="22335" y="15615"/>
                    <a:pt x="22326" y="15619"/>
                    <a:pt x="22317" y="15629"/>
                  </a:cubicBezTo>
                  <a:lnTo>
                    <a:pt x="22215" y="15629"/>
                  </a:lnTo>
                  <a:cubicBezTo>
                    <a:pt x="22146" y="15629"/>
                    <a:pt x="22112" y="15697"/>
                    <a:pt x="22112" y="15731"/>
                  </a:cubicBezTo>
                  <a:cubicBezTo>
                    <a:pt x="22146" y="15765"/>
                    <a:pt x="22180" y="15799"/>
                    <a:pt x="22215" y="15799"/>
                  </a:cubicBezTo>
                  <a:lnTo>
                    <a:pt x="22351" y="15799"/>
                  </a:lnTo>
                  <a:cubicBezTo>
                    <a:pt x="22385" y="15765"/>
                    <a:pt x="22419" y="15731"/>
                    <a:pt x="22419" y="15697"/>
                  </a:cubicBezTo>
                  <a:cubicBezTo>
                    <a:pt x="22394" y="15647"/>
                    <a:pt x="22369" y="15615"/>
                    <a:pt x="22344" y="15615"/>
                  </a:cubicBezTo>
                  <a:close/>
                  <a:moveTo>
                    <a:pt x="21634" y="15697"/>
                  </a:moveTo>
                  <a:cubicBezTo>
                    <a:pt x="21600" y="15731"/>
                    <a:pt x="21566" y="15765"/>
                    <a:pt x="21566" y="15799"/>
                  </a:cubicBezTo>
                  <a:cubicBezTo>
                    <a:pt x="21566" y="15867"/>
                    <a:pt x="21600" y="15867"/>
                    <a:pt x="21634" y="15867"/>
                  </a:cubicBezTo>
                  <a:lnTo>
                    <a:pt x="21771" y="15867"/>
                  </a:lnTo>
                  <a:cubicBezTo>
                    <a:pt x="21805" y="15867"/>
                    <a:pt x="21839" y="15799"/>
                    <a:pt x="21839" y="15765"/>
                  </a:cubicBezTo>
                  <a:cubicBezTo>
                    <a:pt x="21839" y="15731"/>
                    <a:pt x="21805" y="15697"/>
                    <a:pt x="21737" y="15697"/>
                  </a:cubicBezTo>
                  <a:close/>
                  <a:moveTo>
                    <a:pt x="21191" y="15765"/>
                  </a:moveTo>
                  <a:lnTo>
                    <a:pt x="21054" y="15799"/>
                  </a:lnTo>
                  <a:cubicBezTo>
                    <a:pt x="21020" y="15799"/>
                    <a:pt x="20986" y="15833"/>
                    <a:pt x="20986" y="15902"/>
                  </a:cubicBezTo>
                  <a:cubicBezTo>
                    <a:pt x="20986" y="15936"/>
                    <a:pt x="21020" y="15970"/>
                    <a:pt x="21089" y="15970"/>
                  </a:cubicBezTo>
                  <a:lnTo>
                    <a:pt x="21191" y="15936"/>
                  </a:lnTo>
                  <a:cubicBezTo>
                    <a:pt x="21259" y="15936"/>
                    <a:pt x="21293" y="15902"/>
                    <a:pt x="21259" y="15833"/>
                  </a:cubicBezTo>
                  <a:cubicBezTo>
                    <a:pt x="21259" y="15799"/>
                    <a:pt x="21225" y="15765"/>
                    <a:pt x="21191" y="15765"/>
                  </a:cubicBezTo>
                  <a:close/>
                  <a:moveTo>
                    <a:pt x="20644" y="15854"/>
                  </a:moveTo>
                  <a:cubicBezTo>
                    <a:pt x="20632" y="15854"/>
                    <a:pt x="20620" y="15858"/>
                    <a:pt x="20611" y="15867"/>
                  </a:cubicBezTo>
                  <a:lnTo>
                    <a:pt x="20508" y="15867"/>
                  </a:lnTo>
                  <a:cubicBezTo>
                    <a:pt x="20440" y="15867"/>
                    <a:pt x="20406" y="15936"/>
                    <a:pt x="20440" y="15970"/>
                  </a:cubicBezTo>
                  <a:cubicBezTo>
                    <a:pt x="20440" y="16004"/>
                    <a:pt x="20474" y="16038"/>
                    <a:pt x="20508" y="16038"/>
                  </a:cubicBezTo>
                  <a:lnTo>
                    <a:pt x="20645" y="16038"/>
                  </a:lnTo>
                  <a:cubicBezTo>
                    <a:pt x="20679" y="16004"/>
                    <a:pt x="20713" y="15970"/>
                    <a:pt x="20713" y="15936"/>
                  </a:cubicBezTo>
                  <a:cubicBezTo>
                    <a:pt x="20713" y="15886"/>
                    <a:pt x="20677" y="15854"/>
                    <a:pt x="20644" y="15854"/>
                  </a:cubicBezTo>
                  <a:close/>
                  <a:moveTo>
                    <a:pt x="19928" y="15936"/>
                  </a:moveTo>
                  <a:cubicBezTo>
                    <a:pt x="19894" y="15970"/>
                    <a:pt x="19860" y="16004"/>
                    <a:pt x="19860" y="16038"/>
                  </a:cubicBezTo>
                  <a:cubicBezTo>
                    <a:pt x="19860" y="16106"/>
                    <a:pt x="19894" y="16106"/>
                    <a:pt x="19928" y="16106"/>
                  </a:cubicBezTo>
                  <a:lnTo>
                    <a:pt x="20065" y="16106"/>
                  </a:lnTo>
                  <a:cubicBezTo>
                    <a:pt x="20099" y="16106"/>
                    <a:pt x="20133" y="16072"/>
                    <a:pt x="20133" y="16004"/>
                  </a:cubicBezTo>
                  <a:cubicBezTo>
                    <a:pt x="20133" y="15970"/>
                    <a:pt x="20099" y="15936"/>
                    <a:pt x="20031" y="15936"/>
                  </a:cubicBezTo>
                  <a:close/>
                  <a:moveTo>
                    <a:pt x="19485" y="16004"/>
                  </a:moveTo>
                  <a:lnTo>
                    <a:pt x="19348" y="16038"/>
                  </a:lnTo>
                  <a:cubicBezTo>
                    <a:pt x="19314" y="16038"/>
                    <a:pt x="19280" y="16072"/>
                    <a:pt x="19280" y="16140"/>
                  </a:cubicBezTo>
                  <a:cubicBezTo>
                    <a:pt x="19314" y="16174"/>
                    <a:pt x="19348" y="16209"/>
                    <a:pt x="19382" y="16209"/>
                  </a:cubicBezTo>
                  <a:lnTo>
                    <a:pt x="19519" y="16174"/>
                  </a:lnTo>
                  <a:cubicBezTo>
                    <a:pt x="19553" y="16174"/>
                    <a:pt x="19587" y="16140"/>
                    <a:pt x="19587" y="16072"/>
                  </a:cubicBezTo>
                  <a:cubicBezTo>
                    <a:pt x="19553" y="16038"/>
                    <a:pt x="19519" y="16004"/>
                    <a:pt x="19485" y="16004"/>
                  </a:cubicBezTo>
                  <a:close/>
                  <a:moveTo>
                    <a:pt x="18802" y="16106"/>
                  </a:moveTo>
                  <a:cubicBezTo>
                    <a:pt x="18734" y="16106"/>
                    <a:pt x="18734" y="16174"/>
                    <a:pt x="18734" y="16209"/>
                  </a:cubicBezTo>
                  <a:cubicBezTo>
                    <a:pt x="18734" y="16243"/>
                    <a:pt x="18768" y="16277"/>
                    <a:pt x="18802" y="16277"/>
                  </a:cubicBezTo>
                  <a:lnTo>
                    <a:pt x="18939" y="16277"/>
                  </a:lnTo>
                  <a:cubicBezTo>
                    <a:pt x="18973" y="16277"/>
                    <a:pt x="19007" y="16209"/>
                    <a:pt x="19007" y="16174"/>
                  </a:cubicBezTo>
                  <a:cubicBezTo>
                    <a:pt x="19007" y="16106"/>
                    <a:pt x="18973" y="16106"/>
                    <a:pt x="18905" y="16106"/>
                  </a:cubicBezTo>
                  <a:close/>
                  <a:moveTo>
                    <a:pt x="18359" y="16174"/>
                  </a:moveTo>
                  <a:lnTo>
                    <a:pt x="18222" y="16209"/>
                  </a:lnTo>
                  <a:cubicBezTo>
                    <a:pt x="18188" y="16209"/>
                    <a:pt x="18154" y="16243"/>
                    <a:pt x="18154" y="16277"/>
                  </a:cubicBezTo>
                  <a:cubicBezTo>
                    <a:pt x="18154" y="16345"/>
                    <a:pt x="18188" y="16379"/>
                    <a:pt x="18256" y="16379"/>
                  </a:cubicBezTo>
                  <a:lnTo>
                    <a:pt x="18359" y="16345"/>
                  </a:lnTo>
                  <a:cubicBezTo>
                    <a:pt x="18427" y="16345"/>
                    <a:pt x="18461" y="16311"/>
                    <a:pt x="18427" y="16243"/>
                  </a:cubicBezTo>
                  <a:cubicBezTo>
                    <a:pt x="18427" y="16209"/>
                    <a:pt x="18393" y="16174"/>
                    <a:pt x="18359" y="16174"/>
                  </a:cubicBezTo>
                  <a:close/>
                  <a:moveTo>
                    <a:pt x="17779" y="16243"/>
                  </a:moveTo>
                  <a:lnTo>
                    <a:pt x="17676" y="16277"/>
                  </a:lnTo>
                  <a:cubicBezTo>
                    <a:pt x="17608" y="16277"/>
                    <a:pt x="17574" y="16311"/>
                    <a:pt x="17608" y="16379"/>
                  </a:cubicBezTo>
                  <a:cubicBezTo>
                    <a:pt x="17608" y="16413"/>
                    <a:pt x="17642" y="16447"/>
                    <a:pt x="17676" y="16447"/>
                  </a:cubicBezTo>
                  <a:lnTo>
                    <a:pt x="17813" y="16413"/>
                  </a:lnTo>
                  <a:cubicBezTo>
                    <a:pt x="17847" y="16413"/>
                    <a:pt x="17881" y="16379"/>
                    <a:pt x="17881" y="16345"/>
                  </a:cubicBezTo>
                  <a:cubicBezTo>
                    <a:pt x="17881" y="16277"/>
                    <a:pt x="17813" y="16243"/>
                    <a:pt x="17779" y="16243"/>
                  </a:cubicBezTo>
                  <a:close/>
                  <a:moveTo>
                    <a:pt x="17096" y="16345"/>
                  </a:moveTo>
                  <a:cubicBezTo>
                    <a:pt x="17062" y="16345"/>
                    <a:pt x="17028" y="16413"/>
                    <a:pt x="17028" y="16447"/>
                  </a:cubicBezTo>
                  <a:cubicBezTo>
                    <a:pt x="17028" y="16482"/>
                    <a:pt x="17062" y="16516"/>
                    <a:pt x="17096" y="16516"/>
                  </a:cubicBezTo>
                  <a:lnTo>
                    <a:pt x="17233" y="16516"/>
                  </a:lnTo>
                  <a:cubicBezTo>
                    <a:pt x="17267" y="16516"/>
                    <a:pt x="17301" y="16447"/>
                    <a:pt x="17301" y="16413"/>
                  </a:cubicBezTo>
                  <a:cubicBezTo>
                    <a:pt x="17301" y="16379"/>
                    <a:pt x="17267" y="16345"/>
                    <a:pt x="17198" y="16345"/>
                  </a:cubicBezTo>
                  <a:close/>
                  <a:moveTo>
                    <a:pt x="16653" y="16413"/>
                  </a:moveTo>
                  <a:lnTo>
                    <a:pt x="16516" y="16447"/>
                  </a:lnTo>
                  <a:cubicBezTo>
                    <a:pt x="16482" y="16447"/>
                    <a:pt x="16448" y="16482"/>
                    <a:pt x="16448" y="16516"/>
                  </a:cubicBezTo>
                  <a:cubicBezTo>
                    <a:pt x="16448" y="16584"/>
                    <a:pt x="16516" y="16618"/>
                    <a:pt x="16550" y="16618"/>
                  </a:cubicBezTo>
                  <a:lnTo>
                    <a:pt x="16653" y="16584"/>
                  </a:lnTo>
                  <a:cubicBezTo>
                    <a:pt x="16721" y="16584"/>
                    <a:pt x="16755" y="16550"/>
                    <a:pt x="16755" y="16482"/>
                  </a:cubicBezTo>
                  <a:cubicBezTo>
                    <a:pt x="16721" y="16447"/>
                    <a:pt x="16687" y="16413"/>
                    <a:pt x="16653" y="16413"/>
                  </a:cubicBezTo>
                  <a:close/>
                  <a:moveTo>
                    <a:pt x="16120" y="16502"/>
                  </a:moveTo>
                  <a:cubicBezTo>
                    <a:pt x="16107" y="16502"/>
                    <a:pt x="16091" y="16507"/>
                    <a:pt x="16072" y="16516"/>
                  </a:cubicBezTo>
                  <a:lnTo>
                    <a:pt x="15970" y="16516"/>
                  </a:lnTo>
                  <a:cubicBezTo>
                    <a:pt x="15902" y="16516"/>
                    <a:pt x="15868" y="16550"/>
                    <a:pt x="15902" y="16618"/>
                  </a:cubicBezTo>
                  <a:cubicBezTo>
                    <a:pt x="15902" y="16652"/>
                    <a:pt x="15936" y="16686"/>
                    <a:pt x="15970" y="16686"/>
                  </a:cubicBezTo>
                  <a:lnTo>
                    <a:pt x="16004" y="16686"/>
                  </a:lnTo>
                  <a:lnTo>
                    <a:pt x="16107" y="16652"/>
                  </a:lnTo>
                  <a:cubicBezTo>
                    <a:pt x="16141" y="16652"/>
                    <a:pt x="16175" y="16618"/>
                    <a:pt x="16175" y="16584"/>
                  </a:cubicBezTo>
                  <a:cubicBezTo>
                    <a:pt x="16175" y="16534"/>
                    <a:pt x="16157" y="16502"/>
                    <a:pt x="16120" y="16502"/>
                  </a:cubicBezTo>
                  <a:close/>
                  <a:moveTo>
                    <a:pt x="15390" y="16584"/>
                  </a:moveTo>
                  <a:cubicBezTo>
                    <a:pt x="15356" y="16618"/>
                    <a:pt x="15322" y="16652"/>
                    <a:pt x="15322" y="16686"/>
                  </a:cubicBezTo>
                  <a:cubicBezTo>
                    <a:pt x="15322" y="16720"/>
                    <a:pt x="15356" y="16755"/>
                    <a:pt x="15424" y="16755"/>
                  </a:cubicBezTo>
                  <a:lnTo>
                    <a:pt x="15526" y="16755"/>
                  </a:lnTo>
                  <a:cubicBezTo>
                    <a:pt x="15595" y="16755"/>
                    <a:pt x="15629" y="16686"/>
                    <a:pt x="15595" y="16652"/>
                  </a:cubicBezTo>
                  <a:cubicBezTo>
                    <a:pt x="15595" y="16618"/>
                    <a:pt x="15561" y="16584"/>
                    <a:pt x="15526" y="16584"/>
                  </a:cubicBezTo>
                  <a:close/>
                  <a:moveTo>
                    <a:pt x="14946" y="16652"/>
                  </a:moveTo>
                  <a:lnTo>
                    <a:pt x="14844" y="16686"/>
                  </a:lnTo>
                  <a:cubicBezTo>
                    <a:pt x="14776" y="16686"/>
                    <a:pt x="14742" y="16720"/>
                    <a:pt x="14742" y="16789"/>
                  </a:cubicBezTo>
                  <a:cubicBezTo>
                    <a:pt x="14776" y="16823"/>
                    <a:pt x="14810" y="16857"/>
                    <a:pt x="14844" y="16857"/>
                  </a:cubicBezTo>
                  <a:lnTo>
                    <a:pt x="14980" y="16823"/>
                  </a:lnTo>
                  <a:cubicBezTo>
                    <a:pt x="15015" y="16823"/>
                    <a:pt x="15049" y="16789"/>
                    <a:pt x="15049" y="16720"/>
                  </a:cubicBezTo>
                  <a:cubicBezTo>
                    <a:pt x="15049" y="16686"/>
                    <a:pt x="14980" y="16652"/>
                    <a:pt x="14946" y="16652"/>
                  </a:cubicBezTo>
                  <a:close/>
                  <a:moveTo>
                    <a:pt x="14414" y="16741"/>
                  </a:moveTo>
                  <a:cubicBezTo>
                    <a:pt x="14400" y="16741"/>
                    <a:pt x="14385" y="16745"/>
                    <a:pt x="14366" y="16755"/>
                  </a:cubicBezTo>
                  <a:lnTo>
                    <a:pt x="14264" y="16755"/>
                  </a:lnTo>
                  <a:cubicBezTo>
                    <a:pt x="14230" y="16755"/>
                    <a:pt x="14196" y="16823"/>
                    <a:pt x="14196" y="16857"/>
                  </a:cubicBezTo>
                  <a:cubicBezTo>
                    <a:pt x="14196" y="16891"/>
                    <a:pt x="14230" y="16925"/>
                    <a:pt x="14264" y="16925"/>
                  </a:cubicBezTo>
                  <a:lnTo>
                    <a:pt x="14400" y="16925"/>
                  </a:lnTo>
                  <a:cubicBezTo>
                    <a:pt x="14435" y="16891"/>
                    <a:pt x="14469" y="16857"/>
                    <a:pt x="14469" y="16823"/>
                  </a:cubicBezTo>
                  <a:cubicBezTo>
                    <a:pt x="14469" y="16773"/>
                    <a:pt x="14450" y="16741"/>
                    <a:pt x="14414" y="16741"/>
                  </a:cubicBezTo>
                  <a:close/>
                  <a:moveTo>
                    <a:pt x="13684" y="16823"/>
                  </a:moveTo>
                  <a:cubicBezTo>
                    <a:pt x="13650" y="16857"/>
                    <a:pt x="13616" y="16891"/>
                    <a:pt x="13616" y="16925"/>
                  </a:cubicBezTo>
                  <a:cubicBezTo>
                    <a:pt x="13616" y="16993"/>
                    <a:pt x="13684" y="16993"/>
                    <a:pt x="13718" y="16993"/>
                  </a:cubicBezTo>
                  <a:lnTo>
                    <a:pt x="13820" y="16993"/>
                  </a:lnTo>
                  <a:cubicBezTo>
                    <a:pt x="13889" y="16993"/>
                    <a:pt x="13923" y="16925"/>
                    <a:pt x="13923" y="16891"/>
                  </a:cubicBezTo>
                  <a:cubicBezTo>
                    <a:pt x="13889" y="16857"/>
                    <a:pt x="13854" y="16823"/>
                    <a:pt x="13820" y="16823"/>
                  </a:cubicBezTo>
                  <a:close/>
                  <a:moveTo>
                    <a:pt x="13240" y="16891"/>
                  </a:moveTo>
                  <a:lnTo>
                    <a:pt x="13138" y="16925"/>
                  </a:lnTo>
                  <a:cubicBezTo>
                    <a:pt x="13070" y="16925"/>
                    <a:pt x="13035" y="16959"/>
                    <a:pt x="13070" y="17028"/>
                  </a:cubicBezTo>
                  <a:cubicBezTo>
                    <a:pt x="13070" y="17062"/>
                    <a:pt x="13104" y="17096"/>
                    <a:pt x="13138" y="17096"/>
                  </a:cubicBezTo>
                  <a:lnTo>
                    <a:pt x="13172" y="17096"/>
                  </a:lnTo>
                  <a:lnTo>
                    <a:pt x="13274" y="17062"/>
                  </a:lnTo>
                  <a:cubicBezTo>
                    <a:pt x="13308" y="17062"/>
                    <a:pt x="13343" y="17028"/>
                    <a:pt x="13343" y="16959"/>
                  </a:cubicBezTo>
                  <a:cubicBezTo>
                    <a:pt x="13343" y="16925"/>
                    <a:pt x="13274" y="16891"/>
                    <a:pt x="13240" y="16891"/>
                  </a:cubicBezTo>
                  <a:close/>
                  <a:moveTo>
                    <a:pt x="12721" y="16980"/>
                  </a:moveTo>
                  <a:cubicBezTo>
                    <a:pt x="12713" y="16980"/>
                    <a:pt x="12703" y="16984"/>
                    <a:pt x="12694" y="16993"/>
                  </a:cubicBezTo>
                  <a:lnTo>
                    <a:pt x="12558" y="16993"/>
                  </a:lnTo>
                  <a:cubicBezTo>
                    <a:pt x="12524" y="16993"/>
                    <a:pt x="12490" y="17062"/>
                    <a:pt x="12490" y="17096"/>
                  </a:cubicBezTo>
                  <a:cubicBezTo>
                    <a:pt x="12490" y="17130"/>
                    <a:pt x="12524" y="17164"/>
                    <a:pt x="12592" y="17164"/>
                  </a:cubicBezTo>
                  <a:lnTo>
                    <a:pt x="12694" y="17164"/>
                  </a:lnTo>
                  <a:cubicBezTo>
                    <a:pt x="12763" y="17130"/>
                    <a:pt x="12797" y="17096"/>
                    <a:pt x="12763" y="17062"/>
                  </a:cubicBezTo>
                  <a:cubicBezTo>
                    <a:pt x="12763" y="17012"/>
                    <a:pt x="12744" y="16980"/>
                    <a:pt x="12721" y="16980"/>
                  </a:cubicBezTo>
                  <a:close/>
                  <a:moveTo>
                    <a:pt x="12012" y="17062"/>
                  </a:moveTo>
                  <a:cubicBezTo>
                    <a:pt x="11944" y="17096"/>
                    <a:pt x="11909" y="17130"/>
                    <a:pt x="11909" y="17164"/>
                  </a:cubicBezTo>
                  <a:cubicBezTo>
                    <a:pt x="11944" y="17232"/>
                    <a:pt x="11978" y="17266"/>
                    <a:pt x="12012" y="17266"/>
                  </a:cubicBezTo>
                  <a:cubicBezTo>
                    <a:pt x="12012" y="17266"/>
                    <a:pt x="12012" y="17232"/>
                    <a:pt x="12012" y="17232"/>
                  </a:cubicBezTo>
                  <a:lnTo>
                    <a:pt x="12148" y="17232"/>
                  </a:lnTo>
                  <a:cubicBezTo>
                    <a:pt x="12182" y="17232"/>
                    <a:pt x="12217" y="17198"/>
                    <a:pt x="12217" y="17130"/>
                  </a:cubicBezTo>
                  <a:cubicBezTo>
                    <a:pt x="12217" y="17096"/>
                    <a:pt x="12148" y="17062"/>
                    <a:pt x="12114" y="17062"/>
                  </a:cubicBezTo>
                  <a:close/>
                  <a:moveTo>
                    <a:pt x="11534" y="17130"/>
                  </a:moveTo>
                  <a:lnTo>
                    <a:pt x="11432" y="17164"/>
                  </a:lnTo>
                  <a:cubicBezTo>
                    <a:pt x="11398" y="17164"/>
                    <a:pt x="11363" y="17198"/>
                    <a:pt x="11363" y="17266"/>
                  </a:cubicBezTo>
                  <a:cubicBezTo>
                    <a:pt x="11363" y="17301"/>
                    <a:pt x="11398" y="17335"/>
                    <a:pt x="11432" y="17335"/>
                  </a:cubicBezTo>
                  <a:lnTo>
                    <a:pt x="11466" y="17335"/>
                  </a:lnTo>
                  <a:lnTo>
                    <a:pt x="11568" y="17301"/>
                  </a:lnTo>
                  <a:cubicBezTo>
                    <a:pt x="11602" y="17301"/>
                    <a:pt x="11636" y="17266"/>
                    <a:pt x="11636" y="17232"/>
                  </a:cubicBezTo>
                  <a:cubicBezTo>
                    <a:pt x="11636" y="17164"/>
                    <a:pt x="11602" y="17130"/>
                    <a:pt x="11534" y="17130"/>
                  </a:cubicBezTo>
                  <a:close/>
                  <a:moveTo>
                    <a:pt x="11016" y="17219"/>
                  </a:moveTo>
                  <a:cubicBezTo>
                    <a:pt x="11006" y="17219"/>
                    <a:pt x="10997" y="17223"/>
                    <a:pt x="10988" y="17232"/>
                  </a:cubicBezTo>
                  <a:lnTo>
                    <a:pt x="10852" y="17232"/>
                  </a:lnTo>
                  <a:cubicBezTo>
                    <a:pt x="10817" y="17232"/>
                    <a:pt x="10783" y="17301"/>
                    <a:pt x="10783" y="17335"/>
                  </a:cubicBezTo>
                  <a:cubicBezTo>
                    <a:pt x="10783" y="17369"/>
                    <a:pt x="10817" y="17403"/>
                    <a:pt x="10886" y="17403"/>
                  </a:cubicBezTo>
                  <a:lnTo>
                    <a:pt x="10988" y="17403"/>
                  </a:lnTo>
                  <a:cubicBezTo>
                    <a:pt x="11056" y="17403"/>
                    <a:pt x="11090" y="17335"/>
                    <a:pt x="11090" y="17301"/>
                  </a:cubicBezTo>
                  <a:cubicBezTo>
                    <a:pt x="11065" y="17251"/>
                    <a:pt x="11041" y="17219"/>
                    <a:pt x="11016" y="17219"/>
                  </a:cubicBezTo>
                  <a:close/>
                  <a:moveTo>
                    <a:pt x="10408" y="17301"/>
                  </a:moveTo>
                  <a:lnTo>
                    <a:pt x="10306" y="17335"/>
                  </a:lnTo>
                  <a:cubicBezTo>
                    <a:pt x="10237" y="17335"/>
                    <a:pt x="10203" y="17369"/>
                    <a:pt x="10237" y="17403"/>
                  </a:cubicBezTo>
                  <a:cubicBezTo>
                    <a:pt x="10237" y="17471"/>
                    <a:pt x="10272" y="17505"/>
                    <a:pt x="10306" y="17505"/>
                  </a:cubicBezTo>
                  <a:lnTo>
                    <a:pt x="10442" y="17471"/>
                  </a:lnTo>
                  <a:cubicBezTo>
                    <a:pt x="10476" y="17471"/>
                    <a:pt x="10510" y="17437"/>
                    <a:pt x="10510" y="17369"/>
                  </a:cubicBezTo>
                  <a:cubicBezTo>
                    <a:pt x="10510" y="17335"/>
                    <a:pt x="10442" y="17301"/>
                    <a:pt x="10408" y="17301"/>
                  </a:cubicBezTo>
                  <a:close/>
                  <a:moveTo>
                    <a:pt x="9828" y="17369"/>
                  </a:moveTo>
                  <a:lnTo>
                    <a:pt x="9726" y="17403"/>
                  </a:lnTo>
                  <a:cubicBezTo>
                    <a:pt x="9691" y="17403"/>
                    <a:pt x="9657" y="17437"/>
                    <a:pt x="9657" y="17505"/>
                  </a:cubicBezTo>
                  <a:cubicBezTo>
                    <a:pt x="9657" y="17539"/>
                    <a:pt x="9691" y="17574"/>
                    <a:pt x="9726" y="17574"/>
                  </a:cubicBezTo>
                  <a:lnTo>
                    <a:pt x="9760" y="17574"/>
                  </a:lnTo>
                  <a:lnTo>
                    <a:pt x="9862" y="17539"/>
                  </a:lnTo>
                  <a:cubicBezTo>
                    <a:pt x="9930" y="17539"/>
                    <a:pt x="9964" y="17505"/>
                    <a:pt x="9930" y="17471"/>
                  </a:cubicBezTo>
                  <a:cubicBezTo>
                    <a:pt x="9930" y="17403"/>
                    <a:pt x="9896" y="17369"/>
                    <a:pt x="9828" y="17369"/>
                  </a:cubicBezTo>
                  <a:close/>
                  <a:moveTo>
                    <a:pt x="9180" y="17471"/>
                  </a:moveTo>
                  <a:cubicBezTo>
                    <a:pt x="9111" y="17471"/>
                    <a:pt x="9077" y="17539"/>
                    <a:pt x="9077" y="17574"/>
                  </a:cubicBezTo>
                  <a:cubicBezTo>
                    <a:pt x="9111" y="17608"/>
                    <a:pt x="9145" y="17642"/>
                    <a:pt x="9180" y="17642"/>
                  </a:cubicBezTo>
                  <a:lnTo>
                    <a:pt x="9316" y="17642"/>
                  </a:lnTo>
                  <a:cubicBezTo>
                    <a:pt x="9350" y="17642"/>
                    <a:pt x="9384" y="17574"/>
                    <a:pt x="9384" y="17539"/>
                  </a:cubicBezTo>
                  <a:cubicBezTo>
                    <a:pt x="9384" y="17505"/>
                    <a:pt x="9316" y="17471"/>
                    <a:pt x="9282" y="17471"/>
                  </a:cubicBezTo>
                  <a:close/>
                  <a:moveTo>
                    <a:pt x="8702" y="17539"/>
                  </a:moveTo>
                  <a:lnTo>
                    <a:pt x="8599" y="17574"/>
                  </a:lnTo>
                  <a:cubicBezTo>
                    <a:pt x="8565" y="17574"/>
                    <a:pt x="8531" y="17608"/>
                    <a:pt x="8531" y="17642"/>
                  </a:cubicBezTo>
                  <a:cubicBezTo>
                    <a:pt x="8531" y="17710"/>
                    <a:pt x="8565" y="17744"/>
                    <a:pt x="8599" y="17744"/>
                  </a:cubicBezTo>
                  <a:lnTo>
                    <a:pt x="8634" y="17744"/>
                  </a:lnTo>
                  <a:lnTo>
                    <a:pt x="8736" y="17710"/>
                  </a:lnTo>
                  <a:cubicBezTo>
                    <a:pt x="8770" y="17710"/>
                    <a:pt x="8804" y="17676"/>
                    <a:pt x="8804" y="17608"/>
                  </a:cubicBezTo>
                  <a:cubicBezTo>
                    <a:pt x="8804" y="17574"/>
                    <a:pt x="8770" y="17539"/>
                    <a:pt x="8702" y="17539"/>
                  </a:cubicBezTo>
                  <a:close/>
                  <a:moveTo>
                    <a:pt x="8183" y="17628"/>
                  </a:moveTo>
                  <a:cubicBezTo>
                    <a:pt x="8174" y="17628"/>
                    <a:pt x="8165" y="17633"/>
                    <a:pt x="8156" y="17642"/>
                  </a:cubicBezTo>
                  <a:lnTo>
                    <a:pt x="8019" y="17642"/>
                  </a:lnTo>
                  <a:cubicBezTo>
                    <a:pt x="7985" y="17642"/>
                    <a:pt x="7951" y="17676"/>
                    <a:pt x="7951" y="17744"/>
                  </a:cubicBezTo>
                  <a:cubicBezTo>
                    <a:pt x="7951" y="17778"/>
                    <a:pt x="7985" y="17812"/>
                    <a:pt x="8054" y="17812"/>
                  </a:cubicBezTo>
                  <a:lnTo>
                    <a:pt x="8156" y="17812"/>
                  </a:lnTo>
                  <a:cubicBezTo>
                    <a:pt x="8224" y="17778"/>
                    <a:pt x="8258" y="17744"/>
                    <a:pt x="8224" y="17710"/>
                  </a:cubicBezTo>
                  <a:cubicBezTo>
                    <a:pt x="8224" y="17660"/>
                    <a:pt x="8206" y="17628"/>
                    <a:pt x="8183" y="17628"/>
                  </a:cubicBezTo>
                  <a:close/>
                  <a:moveTo>
                    <a:pt x="7473" y="17710"/>
                  </a:moveTo>
                  <a:cubicBezTo>
                    <a:pt x="7405" y="17744"/>
                    <a:pt x="7371" y="17778"/>
                    <a:pt x="7405" y="17812"/>
                  </a:cubicBezTo>
                  <a:cubicBezTo>
                    <a:pt x="7405" y="17847"/>
                    <a:pt x="7439" y="17881"/>
                    <a:pt x="7473" y="17881"/>
                  </a:cubicBezTo>
                  <a:lnTo>
                    <a:pt x="7610" y="17881"/>
                  </a:lnTo>
                  <a:cubicBezTo>
                    <a:pt x="7644" y="17881"/>
                    <a:pt x="7678" y="17812"/>
                    <a:pt x="7678" y="17778"/>
                  </a:cubicBezTo>
                  <a:cubicBezTo>
                    <a:pt x="7678" y="17744"/>
                    <a:pt x="7610" y="17710"/>
                    <a:pt x="7576" y="17710"/>
                  </a:cubicBezTo>
                  <a:close/>
                  <a:moveTo>
                    <a:pt x="6996" y="17778"/>
                  </a:moveTo>
                  <a:lnTo>
                    <a:pt x="6893" y="17812"/>
                  </a:lnTo>
                  <a:cubicBezTo>
                    <a:pt x="6859" y="17812"/>
                    <a:pt x="6825" y="17847"/>
                    <a:pt x="6825" y="17915"/>
                  </a:cubicBezTo>
                  <a:cubicBezTo>
                    <a:pt x="6825" y="17949"/>
                    <a:pt x="6859" y="17983"/>
                    <a:pt x="6893" y="17983"/>
                  </a:cubicBezTo>
                  <a:lnTo>
                    <a:pt x="6927" y="17983"/>
                  </a:lnTo>
                  <a:lnTo>
                    <a:pt x="7030" y="17949"/>
                  </a:lnTo>
                  <a:cubicBezTo>
                    <a:pt x="7098" y="17949"/>
                    <a:pt x="7098" y="17915"/>
                    <a:pt x="7098" y="17847"/>
                  </a:cubicBezTo>
                  <a:cubicBezTo>
                    <a:pt x="7098" y="17812"/>
                    <a:pt x="7064" y="17778"/>
                    <a:pt x="6996" y="17778"/>
                  </a:cubicBezTo>
                  <a:close/>
                  <a:moveTo>
                    <a:pt x="6477" y="17867"/>
                  </a:moveTo>
                  <a:cubicBezTo>
                    <a:pt x="6468" y="17867"/>
                    <a:pt x="6459" y="17872"/>
                    <a:pt x="6450" y="17881"/>
                  </a:cubicBezTo>
                  <a:lnTo>
                    <a:pt x="6347" y="17881"/>
                  </a:lnTo>
                  <a:cubicBezTo>
                    <a:pt x="6279" y="17881"/>
                    <a:pt x="6245" y="17949"/>
                    <a:pt x="6245" y="17983"/>
                  </a:cubicBezTo>
                  <a:cubicBezTo>
                    <a:pt x="6279" y="18017"/>
                    <a:pt x="6313" y="18051"/>
                    <a:pt x="6347" y="18051"/>
                  </a:cubicBezTo>
                  <a:lnTo>
                    <a:pt x="6484" y="18051"/>
                  </a:lnTo>
                  <a:cubicBezTo>
                    <a:pt x="6518" y="18017"/>
                    <a:pt x="6552" y="17983"/>
                    <a:pt x="6552" y="17949"/>
                  </a:cubicBezTo>
                  <a:cubicBezTo>
                    <a:pt x="6527" y="17899"/>
                    <a:pt x="6502" y="17867"/>
                    <a:pt x="6477" y="17867"/>
                  </a:cubicBezTo>
                  <a:close/>
                  <a:moveTo>
                    <a:pt x="5767" y="17949"/>
                  </a:moveTo>
                  <a:cubicBezTo>
                    <a:pt x="5733" y="17983"/>
                    <a:pt x="5699" y="18017"/>
                    <a:pt x="5699" y="18051"/>
                  </a:cubicBezTo>
                  <a:cubicBezTo>
                    <a:pt x="5699" y="18120"/>
                    <a:pt x="5733" y="18120"/>
                    <a:pt x="5767" y="18120"/>
                  </a:cubicBezTo>
                  <a:lnTo>
                    <a:pt x="5904" y="18120"/>
                  </a:lnTo>
                  <a:cubicBezTo>
                    <a:pt x="5938" y="18120"/>
                    <a:pt x="5972" y="18051"/>
                    <a:pt x="5972" y="18017"/>
                  </a:cubicBezTo>
                  <a:cubicBezTo>
                    <a:pt x="5972" y="17983"/>
                    <a:pt x="5938" y="17949"/>
                    <a:pt x="5870" y="17949"/>
                  </a:cubicBezTo>
                  <a:close/>
                  <a:moveTo>
                    <a:pt x="5324" y="18017"/>
                  </a:moveTo>
                  <a:lnTo>
                    <a:pt x="5187" y="18051"/>
                  </a:lnTo>
                  <a:cubicBezTo>
                    <a:pt x="5153" y="18051"/>
                    <a:pt x="5119" y="18085"/>
                    <a:pt x="5119" y="18154"/>
                  </a:cubicBezTo>
                  <a:cubicBezTo>
                    <a:pt x="5119" y="18188"/>
                    <a:pt x="5153" y="18222"/>
                    <a:pt x="5221" y="18222"/>
                  </a:cubicBezTo>
                  <a:lnTo>
                    <a:pt x="5324" y="18188"/>
                  </a:lnTo>
                  <a:cubicBezTo>
                    <a:pt x="5392" y="18188"/>
                    <a:pt x="5426" y="18154"/>
                    <a:pt x="5392" y="18085"/>
                  </a:cubicBezTo>
                  <a:cubicBezTo>
                    <a:pt x="5392" y="18051"/>
                    <a:pt x="5358" y="18017"/>
                    <a:pt x="5324" y="18017"/>
                  </a:cubicBezTo>
                  <a:close/>
                  <a:moveTo>
                    <a:pt x="4776" y="18106"/>
                  </a:moveTo>
                  <a:cubicBezTo>
                    <a:pt x="4764" y="18106"/>
                    <a:pt x="4753" y="18110"/>
                    <a:pt x="4744" y="18120"/>
                  </a:cubicBezTo>
                  <a:lnTo>
                    <a:pt x="4641" y="18120"/>
                  </a:lnTo>
                  <a:cubicBezTo>
                    <a:pt x="4573" y="18120"/>
                    <a:pt x="4539" y="18188"/>
                    <a:pt x="4573" y="18222"/>
                  </a:cubicBezTo>
                  <a:cubicBezTo>
                    <a:pt x="4573" y="18256"/>
                    <a:pt x="4607" y="18290"/>
                    <a:pt x="4641" y="18290"/>
                  </a:cubicBezTo>
                  <a:lnTo>
                    <a:pt x="4778" y="18290"/>
                  </a:lnTo>
                  <a:cubicBezTo>
                    <a:pt x="4812" y="18256"/>
                    <a:pt x="4846" y="18222"/>
                    <a:pt x="4846" y="18188"/>
                  </a:cubicBezTo>
                  <a:cubicBezTo>
                    <a:pt x="4846" y="18138"/>
                    <a:pt x="4809" y="18106"/>
                    <a:pt x="4776" y="18106"/>
                  </a:cubicBezTo>
                  <a:close/>
                  <a:moveTo>
                    <a:pt x="4164" y="18188"/>
                  </a:moveTo>
                  <a:lnTo>
                    <a:pt x="4061" y="18222"/>
                  </a:lnTo>
                  <a:cubicBezTo>
                    <a:pt x="4027" y="18222"/>
                    <a:pt x="3993" y="18256"/>
                    <a:pt x="3993" y="18290"/>
                  </a:cubicBezTo>
                  <a:cubicBezTo>
                    <a:pt x="3993" y="18358"/>
                    <a:pt x="4027" y="18392"/>
                    <a:pt x="4061" y="18392"/>
                  </a:cubicBezTo>
                  <a:cubicBezTo>
                    <a:pt x="4095" y="18392"/>
                    <a:pt x="4095" y="18392"/>
                    <a:pt x="4095" y="18358"/>
                  </a:cubicBezTo>
                  <a:lnTo>
                    <a:pt x="4198" y="18358"/>
                  </a:lnTo>
                  <a:cubicBezTo>
                    <a:pt x="4232" y="18358"/>
                    <a:pt x="4266" y="18324"/>
                    <a:pt x="4266" y="18256"/>
                  </a:cubicBezTo>
                  <a:cubicBezTo>
                    <a:pt x="4266" y="18222"/>
                    <a:pt x="4232" y="18188"/>
                    <a:pt x="4164" y="18188"/>
                  </a:cubicBezTo>
                  <a:close/>
                  <a:moveTo>
                    <a:pt x="3618" y="18256"/>
                  </a:moveTo>
                  <a:lnTo>
                    <a:pt x="3481" y="18290"/>
                  </a:lnTo>
                  <a:cubicBezTo>
                    <a:pt x="3447" y="18290"/>
                    <a:pt x="3413" y="18324"/>
                    <a:pt x="3413" y="18392"/>
                  </a:cubicBezTo>
                  <a:cubicBezTo>
                    <a:pt x="3413" y="18427"/>
                    <a:pt x="3481" y="18461"/>
                    <a:pt x="3515" y="18461"/>
                  </a:cubicBezTo>
                  <a:lnTo>
                    <a:pt x="3652" y="18427"/>
                  </a:lnTo>
                  <a:cubicBezTo>
                    <a:pt x="3686" y="18427"/>
                    <a:pt x="3720" y="18392"/>
                    <a:pt x="3720" y="18358"/>
                  </a:cubicBezTo>
                  <a:cubicBezTo>
                    <a:pt x="3686" y="18290"/>
                    <a:pt x="3652" y="18256"/>
                    <a:pt x="3618" y="18256"/>
                  </a:cubicBezTo>
                  <a:close/>
                  <a:moveTo>
                    <a:pt x="2935" y="18358"/>
                  </a:moveTo>
                  <a:cubicBezTo>
                    <a:pt x="2867" y="18358"/>
                    <a:pt x="2867" y="18427"/>
                    <a:pt x="2867" y="18461"/>
                  </a:cubicBezTo>
                  <a:cubicBezTo>
                    <a:pt x="2867" y="18495"/>
                    <a:pt x="2901" y="18529"/>
                    <a:pt x="2935" y="18529"/>
                  </a:cubicBezTo>
                  <a:lnTo>
                    <a:pt x="3072" y="18529"/>
                  </a:lnTo>
                  <a:cubicBezTo>
                    <a:pt x="3106" y="18529"/>
                    <a:pt x="3140" y="18461"/>
                    <a:pt x="3140" y="18427"/>
                  </a:cubicBezTo>
                  <a:cubicBezTo>
                    <a:pt x="3140" y="18358"/>
                    <a:pt x="3106" y="18358"/>
                    <a:pt x="3037" y="18358"/>
                  </a:cubicBezTo>
                  <a:close/>
                  <a:moveTo>
                    <a:pt x="2491" y="18427"/>
                  </a:moveTo>
                  <a:lnTo>
                    <a:pt x="2355" y="18461"/>
                  </a:lnTo>
                  <a:cubicBezTo>
                    <a:pt x="2321" y="18461"/>
                    <a:pt x="2287" y="18495"/>
                    <a:pt x="2287" y="18529"/>
                  </a:cubicBezTo>
                  <a:cubicBezTo>
                    <a:pt x="2287" y="18597"/>
                    <a:pt x="2321" y="18631"/>
                    <a:pt x="2389" y="18631"/>
                  </a:cubicBezTo>
                  <a:lnTo>
                    <a:pt x="2491" y="18597"/>
                  </a:lnTo>
                  <a:cubicBezTo>
                    <a:pt x="2560" y="18597"/>
                    <a:pt x="2594" y="18563"/>
                    <a:pt x="2560" y="18495"/>
                  </a:cubicBezTo>
                  <a:cubicBezTo>
                    <a:pt x="2560" y="18461"/>
                    <a:pt x="2526" y="18427"/>
                    <a:pt x="2491" y="18427"/>
                  </a:cubicBezTo>
                  <a:close/>
                  <a:moveTo>
                    <a:pt x="1911" y="18495"/>
                  </a:moveTo>
                  <a:lnTo>
                    <a:pt x="1809" y="18529"/>
                  </a:lnTo>
                  <a:cubicBezTo>
                    <a:pt x="1741" y="18529"/>
                    <a:pt x="1707" y="18563"/>
                    <a:pt x="1741" y="18631"/>
                  </a:cubicBezTo>
                  <a:cubicBezTo>
                    <a:pt x="1741" y="18665"/>
                    <a:pt x="1775" y="18700"/>
                    <a:pt x="1809" y="18700"/>
                  </a:cubicBezTo>
                  <a:lnTo>
                    <a:pt x="1946" y="18665"/>
                  </a:lnTo>
                  <a:cubicBezTo>
                    <a:pt x="1980" y="18665"/>
                    <a:pt x="2014" y="18631"/>
                    <a:pt x="2014" y="18597"/>
                  </a:cubicBezTo>
                  <a:cubicBezTo>
                    <a:pt x="2014" y="18529"/>
                    <a:pt x="1946" y="18495"/>
                    <a:pt x="1911" y="18495"/>
                  </a:cubicBezTo>
                  <a:close/>
                  <a:moveTo>
                    <a:pt x="1229" y="18597"/>
                  </a:moveTo>
                  <a:cubicBezTo>
                    <a:pt x="1195" y="18597"/>
                    <a:pt x="1161" y="18665"/>
                    <a:pt x="1161" y="18700"/>
                  </a:cubicBezTo>
                  <a:cubicBezTo>
                    <a:pt x="1161" y="18734"/>
                    <a:pt x="1195" y="18768"/>
                    <a:pt x="1229" y="18768"/>
                  </a:cubicBezTo>
                  <a:lnTo>
                    <a:pt x="1365" y="18768"/>
                  </a:lnTo>
                  <a:cubicBezTo>
                    <a:pt x="1400" y="18768"/>
                    <a:pt x="1434" y="18700"/>
                    <a:pt x="1434" y="18665"/>
                  </a:cubicBezTo>
                  <a:cubicBezTo>
                    <a:pt x="1434" y="18631"/>
                    <a:pt x="1400" y="18597"/>
                    <a:pt x="1331" y="18597"/>
                  </a:cubicBezTo>
                  <a:close/>
                  <a:moveTo>
                    <a:pt x="785" y="18665"/>
                  </a:moveTo>
                  <a:lnTo>
                    <a:pt x="649" y="18700"/>
                  </a:lnTo>
                  <a:cubicBezTo>
                    <a:pt x="615" y="18700"/>
                    <a:pt x="581" y="18734"/>
                    <a:pt x="581" y="18768"/>
                  </a:cubicBezTo>
                  <a:cubicBezTo>
                    <a:pt x="581" y="18836"/>
                    <a:pt x="649" y="18870"/>
                    <a:pt x="683" y="18870"/>
                  </a:cubicBezTo>
                  <a:lnTo>
                    <a:pt x="785" y="18836"/>
                  </a:lnTo>
                  <a:cubicBezTo>
                    <a:pt x="854" y="18836"/>
                    <a:pt x="888" y="18802"/>
                    <a:pt x="888" y="18734"/>
                  </a:cubicBezTo>
                  <a:cubicBezTo>
                    <a:pt x="854" y="18700"/>
                    <a:pt x="819" y="18665"/>
                    <a:pt x="785" y="18665"/>
                  </a:cubicBezTo>
                  <a:close/>
                  <a:moveTo>
                    <a:pt x="253" y="18754"/>
                  </a:moveTo>
                  <a:cubicBezTo>
                    <a:pt x="239" y="18754"/>
                    <a:pt x="224" y="18759"/>
                    <a:pt x="205" y="18768"/>
                  </a:cubicBezTo>
                  <a:lnTo>
                    <a:pt x="103" y="18768"/>
                  </a:lnTo>
                  <a:cubicBezTo>
                    <a:pt x="35" y="18768"/>
                    <a:pt x="0" y="18802"/>
                    <a:pt x="35" y="18870"/>
                  </a:cubicBezTo>
                  <a:cubicBezTo>
                    <a:pt x="35" y="18904"/>
                    <a:pt x="69" y="18938"/>
                    <a:pt x="103" y="18938"/>
                  </a:cubicBezTo>
                  <a:lnTo>
                    <a:pt x="239" y="18938"/>
                  </a:lnTo>
                  <a:cubicBezTo>
                    <a:pt x="273" y="18904"/>
                    <a:pt x="308" y="18870"/>
                    <a:pt x="308" y="18836"/>
                  </a:cubicBezTo>
                  <a:cubicBezTo>
                    <a:pt x="308" y="18786"/>
                    <a:pt x="289" y="18754"/>
                    <a:pt x="253" y="1875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9" name="Google Shape;1801;p45">
              <a:extLst>
                <a:ext uri="{FF2B5EF4-FFF2-40B4-BE49-F238E27FC236}">
                  <a16:creationId xmlns:a16="http://schemas.microsoft.com/office/drawing/2014/main" id="{9B0A6A0B-8E74-2B90-6B36-D6490DA01D16}"/>
                </a:ext>
              </a:extLst>
            </p:cNvPr>
            <p:cNvSpPr/>
            <p:nvPr/>
          </p:nvSpPr>
          <p:spPr>
            <a:xfrm>
              <a:off x="343593" y="3338499"/>
              <a:ext cx="3075196" cy="442134"/>
            </a:xfrm>
            <a:custGeom>
              <a:avLst/>
              <a:gdLst/>
              <a:ahLst/>
              <a:cxnLst/>
              <a:rect l="l" t="t" r="r" b="b"/>
              <a:pathLst>
                <a:path w="137994" h="19840" extrusionOk="0">
                  <a:moveTo>
                    <a:pt x="137924" y="0"/>
                  </a:moveTo>
                  <a:cubicBezTo>
                    <a:pt x="137912" y="0"/>
                    <a:pt x="137901" y="5"/>
                    <a:pt x="137892" y="14"/>
                  </a:cubicBezTo>
                  <a:lnTo>
                    <a:pt x="137789" y="14"/>
                  </a:lnTo>
                  <a:cubicBezTo>
                    <a:pt x="137721" y="14"/>
                    <a:pt x="137687" y="82"/>
                    <a:pt x="137721" y="116"/>
                  </a:cubicBezTo>
                  <a:cubicBezTo>
                    <a:pt x="137721" y="150"/>
                    <a:pt x="137755" y="184"/>
                    <a:pt x="137789" y="184"/>
                  </a:cubicBezTo>
                  <a:lnTo>
                    <a:pt x="137926" y="184"/>
                  </a:lnTo>
                  <a:cubicBezTo>
                    <a:pt x="137960" y="184"/>
                    <a:pt x="137994" y="116"/>
                    <a:pt x="137994" y="82"/>
                  </a:cubicBezTo>
                  <a:cubicBezTo>
                    <a:pt x="137994" y="32"/>
                    <a:pt x="137957" y="0"/>
                    <a:pt x="137924" y="0"/>
                  </a:cubicBezTo>
                  <a:close/>
                  <a:moveTo>
                    <a:pt x="137311" y="82"/>
                  </a:moveTo>
                  <a:lnTo>
                    <a:pt x="137209" y="116"/>
                  </a:lnTo>
                  <a:cubicBezTo>
                    <a:pt x="137175" y="116"/>
                    <a:pt x="137141" y="150"/>
                    <a:pt x="137141" y="184"/>
                  </a:cubicBezTo>
                  <a:cubicBezTo>
                    <a:pt x="137141" y="253"/>
                    <a:pt x="137175" y="287"/>
                    <a:pt x="137243" y="287"/>
                  </a:cubicBezTo>
                  <a:lnTo>
                    <a:pt x="137346" y="253"/>
                  </a:lnTo>
                  <a:cubicBezTo>
                    <a:pt x="137414" y="253"/>
                    <a:pt x="137448" y="218"/>
                    <a:pt x="137414" y="150"/>
                  </a:cubicBezTo>
                  <a:cubicBezTo>
                    <a:pt x="137414" y="116"/>
                    <a:pt x="137380" y="82"/>
                    <a:pt x="137311" y="82"/>
                  </a:cubicBezTo>
                  <a:close/>
                  <a:moveTo>
                    <a:pt x="136765" y="150"/>
                  </a:moveTo>
                  <a:lnTo>
                    <a:pt x="136663" y="184"/>
                  </a:lnTo>
                  <a:cubicBezTo>
                    <a:pt x="136595" y="184"/>
                    <a:pt x="136561" y="218"/>
                    <a:pt x="136561" y="287"/>
                  </a:cubicBezTo>
                  <a:cubicBezTo>
                    <a:pt x="136595" y="321"/>
                    <a:pt x="136629" y="355"/>
                    <a:pt x="136663" y="355"/>
                  </a:cubicBezTo>
                  <a:lnTo>
                    <a:pt x="136800" y="321"/>
                  </a:lnTo>
                  <a:cubicBezTo>
                    <a:pt x="136834" y="321"/>
                    <a:pt x="136868" y="287"/>
                    <a:pt x="136868" y="253"/>
                  </a:cubicBezTo>
                  <a:cubicBezTo>
                    <a:pt x="136868" y="184"/>
                    <a:pt x="136800" y="150"/>
                    <a:pt x="136765" y="150"/>
                  </a:cubicBezTo>
                  <a:close/>
                  <a:moveTo>
                    <a:pt x="136083" y="253"/>
                  </a:moveTo>
                  <a:cubicBezTo>
                    <a:pt x="136049" y="287"/>
                    <a:pt x="136015" y="321"/>
                    <a:pt x="136015" y="355"/>
                  </a:cubicBezTo>
                  <a:cubicBezTo>
                    <a:pt x="136015" y="389"/>
                    <a:pt x="136049" y="423"/>
                    <a:pt x="136083" y="423"/>
                  </a:cubicBezTo>
                  <a:lnTo>
                    <a:pt x="136219" y="423"/>
                  </a:lnTo>
                  <a:cubicBezTo>
                    <a:pt x="136254" y="423"/>
                    <a:pt x="136288" y="355"/>
                    <a:pt x="136288" y="321"/>
                  </a:cubicBezTo>
                  <a:cubicBezTo>
                    <a:pt x="136288" y="287"/>
                    <a:pt x="136254" y="253"/>
                    <a:pt x="136185" y="253"/>
                  </a:cubicBezTo>
                  <a:close/>
                  <a:moveTo>
                    <a:pt x="135639" y="321"/>
                  </a:moveTo>
                  <a:lnTo>
                    <a:pt x="135503" y="355"/>
                  </a:lnTo>
                  <a:cubicBezTo>
                    <a:pt x="135469" y="355"/>
                    <a:pt x="135435" y="389"/>
                    <a:pt x="135435" y="457"/>
                  </a:cubicBezTo>
                  <a:cubicBezTo>
                    <a:pt x="135435" y="491"/>
                    <a:pt x="135469" y="526"/>
                    <a:pt x="135537" y="526"/>
                  </a:cubicBezTo>
                  <a:lnTo>
                    <a:pt x="135639" y="491"/>
                  </a:lnTo>
                  <a:cubicBezTo>
                    <a:pt x="135708" y="491"/>
                    <a:pt x="135742" y="457"/>
                    <a:pt x="135742" y="389"/>
                  </a:cubicBezTo>
                  <a:cubicBezTo>
                    <a:pt x="135708" y="355"/>
                    <a:pt x="135674" y="321"/>
                    <a:pt x="135639" y="321"/>
                  </a:cubicBezTo>
                  <a:close/>
                  <a:moveTo>
                    <a:pt x="135092" y="410"/>
                  </a:moveTo>
                  <a:cubicBezTo>
                    <a:pt x="135080" y="410"/>
                    <a:pt x="135068" y="414"/>
                    <a:pt x="135059" y="423"/>
                  </a:cubicBezTo>
                  <a:lnTo>
                    <a:pt x="134957" y="423"/>
                  </a:lnTo>
                  <a:cubicBezTo>
                    <a:pt x="134889" y="423"/>
                    <a:pt x="134855" y="491"/>
                    <a:pt x="134889" y="526"/>
                  </a:cubicBezTo>
                  <a:cubicBezTo>
                    <a:pt x="134889" y="560"/>
                    <a:pt x="134923" y="594"/>
                    <a:pt x="134957" y="594"/>
                  </a:cubicBezTo>
                  <a:lnTo>
                    <a:pt x="135093" y="594"/>
                  </a:lnTo>
                  <a:cubicBezTo>
                    <a:pt x="135128" y="560"/>
                    <a:pt x="135162" y="526"/>
                    <a:pt x="135162" y="491"/>
                  </a:cubicBezTo>
                  <a:cubicBezTo>
                    <a:pt x="135162" y="441"/>
                    <a:pt x="135125" y="410"/>
                    <a:pt x="135092" y="410"/>
                  </a:cubicBezTo>
                  <a:close/>
                  <a:moveTo>
                    <a:pt x="134377" y="491"/>
                  </a:moveTo>
                  <a:cubicBezTo>
                    <a:pt x="134343" y="526"/>
                    <a:pt x="134309" y="560"/>
                    <a:pt x="134309" y="594"/>
                  </a:cubicBezTo>
                  <a:cubicBezTo>
                    <a:pt x="134309" y="662"/>
                    <a:pt x="134343" y="662"/>
                    <a:pt x="134377" y="662"/>
                  </a:cubicBezTo>
                  <a:lnTo>
                    <a:pt x="134513" y="662"/>
                  </a:lnTo>
                  <a:cubicBezTo>
                    <a:pt x="134582" y="662"/>
                    <a:pt x="134582" y="594"/>
                    <a:pt x="134582" y="560"/>
                  </a:cubicBezTo>
                  <a:cubicBezTo>
                    <a:pt x="134582" y="526"/>
                    <a:pt x="134547" y="491"/>
                    <a:pt x="134479" y="491"/>
                  </a:cubicBezTo>
                  <a:close/>
                  <a:moveTo>
                    <a:pt x="133933" y="560"/>
                  </a:moveTo>
                  <a:lnTo>
                    <a:pt x="133831" y="594"/>
                  </a:lnTo>
                  <a:cubicBezTo>
                    <a:pt x="133763" y="594"/>
                    <a:pt x="133728" y="628"/>
                    <a:pt x="133728" y="696"/>
                  </a:cubicBezTo>
                  <a:cubicBezTo>
                    <a:pt x="133763" y="730"/>
                    <a:pt x="133797" y="764"/>
                    <a:pt x="133831" y="764"/>
                  </a:cubicBezTo>
                  <a:lnTo>
                    <a:pt x="133967" y="730"/>
                  </a:lnTo>
                  <a:cubicBezTo>
                    <a:pt x="134001" y="730"/>
                    <a:pt x="134036" y="696"/>
                    <a:pt x="134036" y="628"/>
                  </a:cubicBezTo>
                  <a:cubicBezTo>
                    <a:pt x="134001" y="594"/>
                    <a:pt x="133967" y="560"/>
                    <a:pt x="133933" y="560"/>
                  </a:cubicBezTo>
                  <a:close/>
                  <a:moveTo>
                    <a:pt x="133401" y="649"/>
                  </a:moveTo>
                  <a:cubicBezTo>
                    <a:pt x="133387" y="649"/>
                    <a:pt x="133371" y="653"/>
                    <a:pt x="133353" y="662"/>
                  </a:cubicBezTo>
                  <a:lnTo>
                    <a:pt x="133251" y="662"/>
                  </a:lnTo>
                  <a:cubicBezTo>
                    <a:pt x="133217" y="662"/>
                    <a:pt x="133183" y="730"/>
                    <a:pt x="133183" y="764"/>
                  </a:cubicBezTo>
                  <a:cubicBezTo>
                    <a:pt x="133183" y="798"/>
                    <a:pt x="133217" y="833"/>
                    <a:pt x="133251" y="833"/>
                  </a:cubicBezTo>
                  <a:lnTo>
                    <a:pt x="133387" y="833"/>
                  </a:lnTo>
                  <a:cubicBezTo>
                    <a:pt x="133421" y="798"/>
                    <a:pt x="133456" y="764"/>
                    <a:pt x="133456" y="730"/>
                  </a:cubicBezTo>
                  <a:cubicBezTo>
                    <a:pt x="133456" y="680"/>
                    <a:pt x="133437" y="649"/>
                    <a:pt x="133401" y="649"/>
                  </a:cubicBezTo>
                  <a:close/>
                  <a:moveTo>
                    <a:pt x="132807" y="730"/>
                  </a:moveTo>
                  <a:lnTo>
                    <a:pt x="132671" y="764"/>
                  </a:lnTo>
                  <a:cubicBezTo>
                    <a:pt x="132637" y="764"/>
                    <a:pt x="132602" y="798"/>
                    <a:pt x="132602" y="833"/>
                  </a:cubicBezTo>
                  <a:cubicBezTo>
                    <a:pt x="132602" y="901"/>
                    <a:pt x="132637" y="935"/>
                    <a:pt x="132705" y="935"/>
                  </a:cubicBezTo>
                  <a:lnTo>
                    <a:pt x="132807" y="901"/>
                  </a:lnTo>
                  <a:cubicBezTo>
                    <a:pt x="132875" y="901"/>
                    <a:pt x="132910" y="867"/>
                    <a:pt x="132875" y="798"/>
                  </a:cubicBezTo>
                  <a:cubicBezTo>
                    <a:pt x="132875" y="764"/>
                    <a:pt x="132841" y="730"/>
                    <a:pt x="132807" y="730"/>
                  </a:cubicBezTo>
                  <a:close/>
                  <a:moveTo>
                    <a:pt x="132227" y="798"/>
                  </a:moveTo>
                  <a:lnTo>
                    <a:pt x="132125" y="833"/>
                  </a:lnTo>
                  <a:cubicBezTo>
                    <a:pt x="132056" y="833"/>
                    <a:pt x="132022" y="867"/>
                    <a:pt x="132056" y="935"/>
                  </a:cubicBezTo>
                  <a:cubicBezTo>
                    <a:pt x="132056" y="969"/>
                    <a:pt x="132091" y="1003"/>
                    <a:pt x="132125" y="1003"/>
                  </a:cubicBezTo>
                  <a:lnTo>
                    <a:pt x="132261" y="969"/>
                  </a:lnTo>
                  <a:cubicBezTo>
                    <a:pt x="132295" y="969"/>
                    <a:pt x="132329" y="935"/>
                    <a:pt x="132329" y="901"/>
                  </a:cubicBezTo>
                  <a:cubicBezTo>
                    <a:pt x="132329" y="833"/>
                    <a:pt x="132261" y="798"/>
                    <a:pt x="132227" y="798"/>
                  </a:cubicBezTo>
                  <a:close/>
                  <a:moveTo>
                    <a:pt x="131545" y="901"/>
                  </a:moveTo>
                  <a:cubicBezTo>
                    <a:pt x="131510" y="901"/>
                    <a:pt x="131476" y="969"/>
                    <a:pt x="131476" y="1003"/>
                  </a:cubicBezTo>
                  <a:cubicBezTo>
                    <a:pt x="131476" y="1037"/>
                    <a:pt x="131510" y="1071"/>
                    <a:pt x="131545" y="1071"/>
                  </a:cubicBezTo>
                  <a:lnTo>
                    <a:pt x="131681" y="1071"/>
                  </a:lnTo>
                  <a:cubicBezTo>
                    <a:pt x="131715" y="1071"/>
                    <a:pt x="131749" y="1003"/>
                    <a:pt x="131749" y="969"/>
                  </a:cubicBezTo>
                  <a:cubicBezTo>
                    <a:pt x="131749" y="935"/>
                    <a:pt x="131715" y="901"/>
                    <a:pt x="131647" y="901"/>
                  </a:cubicBezTo>
                  <a:close/>
                  <a:moveTo>
                    <a:pt x="131101" y="969"/>
                  </a:moveTo>
                  <a:lnTo>
                    <a:pt x="130965" y="1003"/>
                  </a:lnTo>
                  <a:cubicBezTo>
                    <a:pt x="130930" y="1003"/>
                    <a:pt x="130896" y="1037"/>
                    <a:pt x="130896" y="1071"/>
                  </a:cubicBezTo>
                  <a:cubicBezTo>
                    <a:pt x="130930" y="1140"/>
                    <a:pt x="130965" y="1174"/>
                    <a:pt x="130999" y="1174"/>
                  </a:cubicBezTo>
                  <a:lnTo>
                    <a:pt x="131135" y="1140"/>
                  </a:lnTo>
                  <a:cubicBezTo>
                    <a:pt x="131169" y="1140"/>
                    <a:pt x="131203" y="1106"/>
                    <a:pt x="131203" y="1037"/>
                  </a:cubicBezTo>
                  <a:cubicBezTo>
                    <a:pt x="131169" y="1003"/>
                    <a:pt x="131135" y="969"/>
                    <a:pt x="131101" y="969"/>
                  </a:cubicBezTo>
                  <a:close/>
                  <a:moveTo>
                    <a:pt x="130568" y="1058"/>
                  </a:moveTo>
                  <a:cubicBezTo>
                    <a:pt x="130555" y="1058"/>
                    <a:pt x="130539" y="1062"/>
                    <a:pt x="130521" y="1071"/>
                  </a:cubicBezTo>
                  <a:lnTo>
                    <a:pt x="130419" y="1071"/>
                  </a:lnTo>
                  <a:cubicBezTo>
                    <a:pt x="130350" y="1071"/>
                    <a:pt x="130350" y="1106"/>
                    <a:pt x="130350" y="1174"/>
                  </a:cubicBezTo>
                  <a:cubicBezTo>
                    <a:pt x="130350" y="1208"/>
                    <a:pt x="130384" y="1242"/>
                    <a:pt x="130419" y="1242"/>
                  </a:cubicBezTo>
                  <a:lnTo>
                    <a:pt x="130555" y="1242"/>
                  </a:lnTo>
                  <a:cubicBezTo>
                    <a:pt x="130589" y="1208"/>
                    <a:pt x="130623" y="1174"/>
                    <a:pt x="130623" y="1140"/>
                  </a:cubicBezTo>
                  <a:cubicBezTo>
                    <a:pt x="130623" y="1090"/>
                    <a:pt x="130605" y="1058"/>
                    <a:pt x="130568" y="1058"/>
                  </a:cubicBezTo>
                  <a:close/>
                  <a:moveTo>
                    <a:pt x="129838" y="1140"/>
                  </a:moveTo>
                  <a:cubicBezTo>
                    <a:pt x="129804" y="1174"/>
                    <a:pt x="129770" y="1208"/>
                    <a:pt x="129770" y="1242"/>
                  </a:cubicBezTo>
                  <a:cubicBezTo>
                    <a:pt x="129770" y="1276"/>
                    <a:pt x="129804" y="1310"/>
                    <a:pt x="129873" y="1310"/>
                  </a:cubicBezTo>
                  <a:lnTo>
                    <a:pt x="129975" y="1310"/>
                  </a:lnTo>
                  <a:cubicBezTo>
                    <a:pt x="130043" y="1310"/>
                    <a:pt x="130077" y="1242"/>
                    <a:pt x="130043" y="1208"/>
                  </a:cubicBezTo>
                  <a:cubicBezTo>
                    <a:pt x="130043" y="1174"/>
                    <a:pt x="130009" y="1140"/>
                    <a:pt x="129975" y="1140"/>
                  </a:cubicBezTo>
                  <a:close/>
                  <a:moveTo>
                    <a:pt x="129395" y="1208"/>
                  </a:moveTo>
                  <a:lnTo>
                    <a:pt x="129292" y="1242"/>
                  </a:lnTo>
                  <a:cubicBezTo>
                    <a:pt x="129224" y="1242"/>
                    <a:pt x="129190" y="1276"/>
                    <a:pt x="129224" y="1344"/>
                  </a:cubicBezTo>
                  <a:cubicBezTo>
                    <a:pt x="129224" y="1379"/>
                    <a:pt x="129258" y="1413"/>
                    <a:pt x="129292" y="1413"/>
                  </a:cubicBezTo>
                  <a:lnTo>
                    <a:pt x="129429" y="1379"/>
                  </a:lnTo>
                  <a:cubicBezTo>
                    <a:pt x="129463" y="1379"/>
                    <a:pt x="129497" y="1344"/>
                    <a:pt x="129497" y="1276"/>
                  </a:cubicBezTo>
                  <a:cubicBezTo>
                    <a:pt x="129497" y="1242"/>
                    <a:pt x="129429" y="1208"/>
                    <a:pt x="129395" y="1208"/>
                  </a:cubicBezTo>
                  <a:close/>
                  <a:moveTo>
                    <a:pt x="128862" y="1297"/>
                  </a:moveTo>
                  <a:cubicBezTo>
                    <a:pt x="128849" y="1297"/>
                    <a:pt x="128833" y="1301"/>
                    <a:pt x="128815" y="1310"/>
                  </a:cubicBezTo>
                  <a:lnTo>
                    <a:pt x="128712" y="1310"/>
                  </a:lnTo>
                  <a:cubicBezTo>
                    <a:pt x="128678" y="1310"/>
                    <a:pt x="128644" y="1379"/>
                    <a:pt x="128644" y="1413"/>
                  </a:cubicBezTo>
                  <a:cubicBezTo>
                    <a:pt x="128644" y="1447"/>
                    <a:pt x="128678" y="1481"/>
                    <a:pt x="128712" y="1481"/>
                  </a:cubicBezTo>
                  <a:lnTo>
                    <a:pt x="128849" y="1481"/>
                  </a:lnTo>
                  <a:cubicBezTo>
                    <a:pt x="128883" y="1447"/>
                    <a:pt x="128917" y="1413"/>
                    <a:pt x="128917" y="1379"/>
                  </a:cubicBezTo>
                  <a:cubicBezTo>
                    <a:pt x="128917" y="1329"/>
                    <a:pt x="128899" y="1297"/>
                    <a:pt x="128862" y="1297"/>
                  </a:cubicBezTo>
                  <a:close/>
                  <a:moveTo>
                    <a:pt x="128132" y="1379"/>
                  </a:moveTo>
                  <a:cubicBezTo>
                    <a:pt x="128098" y="1413"/>
                    <a:pt x="128064" y="1447"/>
                    <a:pt x="128064" y="1481"/>
                  </a:cubicBezTo>
                  <a:cubicBezTo>
                    <a:pt x="128064" y="1549"/>
                    <a:pt x="128132" y="1583"/>
                    <a:pt x="128166" y="1583"/>
                  </a:cubicBezTo>
                  <a:cubicBezTo>
                    <a:pt x="128166" y="1583"/>
                    <a:pt x="128166" y="1549"/>
                    <a:pt x="128166" y="1549"/>
                  </a:cubicBezTo>
                  <a:lnTo>
                    <a:pt x="128269" y="1549"/>
                  </a:lnTo>
                  <a:cubicBezTo>
                    <a:pt x="128337" y="1549"/>
                    <a:pt x="128371" y="1515"/>
                    <a:pt x="128371" y="1447"/>
                  </a:cubicBezTo>
                  <a:cubicBezTo>
                    <a:pt x="128337" y="1413"/>
                    <a:pt x="128303" y="1379"/>
                    <a:pt x="128269" y="1379"/>
                  </a:cubicBezTo>
                  <a:close/>
                  <a:moveTo>
                    <a:pt x="127689" y="1447"/>
                  </a:moveTo>
                  <a:lnTo>
                    <a:pt x="127586" y="1481"/>
                  </a:lnTo>
                  <a:cubicBezTo>
                    <a:pt x="127518" y="1481"/>
                    <a:pt x="127484" y="1515"/>
                    <a:pt x="127518" y="1583"/>
                  </a:cubicBezTo>
                  <a:cubicBezTo>
                    <a:pt x="127518" y="1617"/>
                    <a:pt x="127552" y="1652"/>
                    <a:pt x="127586" y="1652"/>
                  </a:cubicBezTo>
                  <a:lnTo>
                    <a:pt x="127620" y="1652"/>
                  </a:lnTo>
                  <a:lnTo>
                    <a:pt x="127723" y="1617"/>
                  </a:lnTo>
                  <a:cubicBezTo>
                    <a:pt x="127757" y="1617"/>
                    <a:pt x="127791" y="1583"/>
                    <a:pt x="127791" y="1549"/>
                  </a:cubicBezTo>
                  <a:cubicBezTo>
                    <a:pt x="127791" y="1481"/>
                    <a:pt x="127723" y="1447"/>
                    <a:pt x="127689" y="1447"/>
                  </a:cubicBezTo>
                  <a:close/>
                  <a:moveTo>
                    <a:pt x="127006" y="1549"/>
                  </a:moveTo>
                  <a:cubicBezTo>
                    <a:pt x="126972" y="1549"/>
                    <a:pt x="126938" y="1617"/>
                    <a:pt x="126938" y="1652"/>
                  </a:cubicBezTo>
                  <a:cubicBezTo>
                    <a:pt x="126938" y="1686"/>
                    <a:pt x="126972" y="1720"/>
                    <a:pt x="127040" y="1720"/>
                  </a:cubicBezTo>
                  <a:lnTo>
                    <a:pt x="127143" y="1720"/>
                  </a:lnTo>
                  <a:cubicBezTo>
                    <a:pt x="127211" y="1720"/>
                    <a:pt x="127245" y="1652"/>
                    <a:pt x="127211" y="1617"/>
                  </a:cubicBezTo>
                  <a:cubicBezTo>
                    <a:pt x="127211" y="1583"/>
                    <a:pt x="127177" y="1549"/>
                    <a:pt x="127143" y="1549"/>
                  </a:cubicBezTo>
                  <a:close/>
                  <a:moveTo>
                    <a:pt x="126563" y="1617"/>
                  </a:moveTo>
                  <a:lnTo>
                    <a:pt x="126460" y="1652"/>
                  </a:lnTo>
                  <a:cubicBezTo>
                    <a:pt x="126392" y="1652"/>
                    <a:pt x="126358" y="1686"/>
                    <a:pt x="126358" y="1720"/>
                  </a:cubicBezTo>
                  <a:cubicBezTo>
                    <a:pt x="126392" y="1788"/>
                    <a:pt x="126426" y="1822"/>
                    <a:pt x="126460" y="1822"/>
                  </a:cubicBezTo>
                  <a:lnTo>
                    <a:pt x="126597" y="1788"/>
                  </a:lnTo>
                  <a:cubicBezTo>
                    <a:pt x="126631" y="1788"/>
                    <a:pt x="126665" y="1754"/>
                    <a:pt x="126665" y="1686"/>
                  </a:cubicBezTo>
                  <a:cubicBezTo>
                    <a:pt x="126665" y="1652"/>
                    <a:pt x="126597" y="1617"/>
                    <a:pt x="126563" y="1617"/>
                  </a:cubicBezTo>
                  <a:close/>
                  <a:moveTo>
                    <a:pt x="125983" y="1686"/>
                  </a:moveTo>
                  <a:lnTo>
                    <a:pt x="125880" y="1720"/>
                  </a:lnTo>
                  <a:cubicBezTo>
                    <a:pt x="125846" y="1720"/>
                    <a:pt x="125812" y="1754"/>
                    <a:pt x="125812" y="1822"/>
                  </a:cubicBezTo>
                  <a:cubicBezTo>
                    <a:pt x="125812" y="1856"/>
                    <a:pt x="125846" y="1890"/>
                    <a:pt x="125880" y="1890"/>
                  </a:cubicBezTo>
                  <a:lnTo>
                    <a:pt x="125914" y="1890"/>
                  </a:lnTo>
                  <a:lnTo>
                    <a:pt x="126017" y="1856"/>
                  </a:lnTo>
                  <a:cubicBezTo>
                    <a:pt x="126051" y="1856"/>
                    <a:pt x="126085" y="1822"/>
                    <a:pt x="126085" y="1788"/>
                  </a:cubicBezTo>
                  <a:cubicBezTo>
                    <a:pt x="126085" y="1720"/>
                    <a:pt x="126051" y="1686"/>
                    <a:pt x="125983" y="1686"/>
                  </a:cubicBezTo>
                  <a:close/>
                  <a:moveTo>
                    <a:pt x="125300" y="1788"/>
                  </a:moveTo>
                  <a:cubicBezTo>
                    <a:pt x="125266" y="1822"/>
                    <a:pt x="125232" y="1856"/>
                    <a:pt x="125232" y="1890"/>
                  </a:cubicBezTo>
                  <a:cubicBezTo>
                    <a:pt x="125232" y="1925"/>
                    <a:pt x="125266" y="1959"/>
                    <a:pt x="125334" y="1959"/>
                  </a:cubicBezTo>
                  <a:lnTo>
                    <a:pt x="125437" y="1959"/>
                  </a:lnTo>
                  <a:cubicBezTo>
                    <a:pt x="125505" y="1959"/>
                    <a:pt x="125539" y="1890"/>
                    <a:pt x="125539" y="1856"/>
                  </a:cubicBezTo>
                  <a:cubicBezTo>
                    <a:pt x="125505" y="1822"/>
                    <a:pt x="125471" y="1788"/>
                    <a:pt x="125437" y="1788"/>
                  </a:cubicBezTo>
                  <a:close/>
                  <a:moveTo>
                    <a:pt x="124857" y="1856"/>
                  </a:moveTo>
                  <a:lnTo>
                    <a:pt x="124754" y="1890"/>
                  </a:lnTo>
                  <a:cubicBezTo>
                    <a:pt x="124686" y="1890"/>
                    <a:pt x="124652" y="1925"/>
                    <a:pt x="124686" y="1993"/>
                  </a:cubicBezTo>
                  <a:cubicBezTo>
                    <a:pt x="124686" y="2027"/>
                    <a:pt x="124720" y="2061"/>
                    <a:pt x="124754" y="2061"/>
                  </a:cubicBezTo>
                  <a:lnTo>
                    <a:pt x="124891" y="2027"/>
                  </a:lnTo>
                  <a:cubicBezTo>
                    <a:pt x="124925" y="2027"/>
                    <a:pt x="124959" y="1993"/>
                    <a:pt x="124959" y="1925"/>
                  </a:cubicBezTo>
                  <a:cubicBezTo>
                    <a:pt x="124959" y="1890"/>
                    <a:pt x="124891" y="1856"/>
                    <a:pt x="124857" y="1856"/>
                  </a:cubicBezTo>
                  <a:close/>
                  <a:moveTo>
                    <a:pt x="124324" y="1945"/>
                  </a:moveTo>
                  <a:cubicBezTo>
                    <a:pt x="124311" y="1945"/>
                    <a:pt x="124295" y="1950"/>
                    <a:pt x="124276" y="1959"/>
                  </a:cubicBezTo>
                  <a:lnTo>
                    <a:pt x="124174" y="1959"/>
                  </a:lnTo>
                  <a:cubicBezTo>
                    <a:pt x="124140" y="1959"/>
                    <a:pt x="124106" y="2027"/>
                    <a:pt x="124106" y="2061"/>
                  </a:cubicBezTo>
                  <a:cubicBezTo>
                    <a:pt x="124106" y="2095"/>
                    <a:pt x="124140" y="2129"/>
                    <a:pt x="124208" y="2129"/>
                  </a:cubicBezTo>
                  <a:lnTo>
                    <a:pt x="124311" y="2129"/>
                  </a:lnTo>
                  <a:cubicBezTo>
                    <a:pt x="124379" y="2095"/>
                    <a:pt x="124413" y="2061"/>
                    <a:pt x="124379" y="2027"/>
                  </a:cubicBezTo>
                  <a:cubicBezTo>
                    <a:pt x="124379" y="1977"/>
                    <a:pt x="124360" y="1945"/>
                    <a:pt x="124324" y="1945"/>
                  </a:cubicBezTo>
                  <a:close/>
                  <a:moveTo>
                    <a:pt x="123628" y="2027"/>
                  </a:moveTo>
                  <a:cubicBezTo>
                    <a:pt x="123560" y="2061"/>
                    <a:pt x="123526" y="2095"/>
                    <a:pt x="123526" y="2129"/>
                  </a:cubicBezTo>
                  <a:cubicBezTo>
                    <a:pt x="123560" y="2198"/>
                    <a:pt x="123594" y="2198"/>
                    <a:pt x="123628" y="2198"/>
                  </a:cubicBezTo>
                  <a:lnTo>
                    <a:pt x="123765" y="2198"/>
                  </a:lnTo>
                  <a:cubicBezTo>
                    <a:pt x="123799" y="2198"/>
                    <a:pt x="123833" y="2129"/>
                    <a:pt x="123833" y="2095"/>
                  </a:cubicBezTo>
                  <a:cubicBezTo>
                    <a:pt x="123833" y="2061"/>
                    <a:pt x="123765" y="2027"/>
                    <a:pt x="123730" y="2027"/>
                  </a:cubicBezTo>
                  <a:close/>
                  <a:moveTo>
                    <a:pt x="123150" y="2095"/>
                  </a:moveTo>
                  <a:lnTo>
                    <a:pt x="123048" y="2129"/>
                  </a:lnTo>
                  <a:cubicBezTo>
                    <a:pt x="123014" y="2129"/>
                    <a:pt x="122980" y="2163"/>
                    <a:pt x="122980" y="2232"/>
                  </a:cubicBezTo>
                  <a:cubicBezTo>
                    <a:pt x="122980" y="2266"/>
                    <a:pt x="123014" y="2300"/>
                    <a:pt x="123048" y="2300"/>
                  </a:cubicBezTo>
                  <a:lnTo>
                    <a:pt x="123082" y="2300"/>
                  </a:lnTo>
                  <a:lnTo>
                    <a:pt x="123184" y="2266"/>
                  </a:lnTo>
                  <a:cubicBezTo>
                    <a:pt x="123219" y="2266"/>
                    <a:pt x="123253" y="2232"/>
                    <a:pt x="123253" y="2198"/>
                  </a:cubicBezTo>
                  <a:cubicBezTo>
                    <a:pt x="123253" y="2129"/>
                    <a:pt x="123219" y="2095"/>
                    <a:pt x="123150" y="2095"/>
                  </a:cubicBezTo>
                  <a:close/>
                  <a:moveTo>
                    <a:pt x="122468" y="2198"/>
                  </a:moveTo>
                  <a:cubicBezTo>
                    <a:pt x="122434" y="2198"/>
                    <a:pt x="122400" y="2266"/>
                    <a:pt x="122400" y="2300"/>
                  </a:cubicBezTo>
                  <a:cubicBezTo>
                    <a:pt x="122400" y="2334"/>
                    <a:pt x="122434" y="2368"/>
                    <a:pt x="122502" y="2368"/>
                  </a:cubicBezTo>
                  <a:lnTo>
                    <a:pt x="122604" y="2368"/>
                  </a:lnTo>
                  <a:cubicBezTo>
                    <a:pt x="122673" y="2334"/>
                    <a:pt x="122707" y="2300"/>
                    <a:pt x="122707" y="2266"/>
                  </a:cubicBezTo>
                  <a:cubicBezTo>
                    <a:pt x="122673" y="2198"/>
                    <a:pt x="122639" y="2198"/>
                    <a:pt x="122604" y="2198"/>
                  </a:cubicBezTo>
                  <a:close/>
                  <a:moveTo>
                    <a:pt x="122024" y="2266"/>
                  </a:moveTo>
                  <a:lnTo>
                    <a:pt x="121922" y="2300"/>
                  </a:lnTo>
                  <a:cubicBezTo>
                    <a:pt x="121854" y="2300"/>
                    <a:pt x="121820" y="2334"/>
                    <a:pt x="121854" y="2368"/>
                  </a:cubicBezTo>
                  <a:cubicBezTo>
                    <a:pt x="121854" y="2436"/>
                    <a:pt x="121888" y="2471"/>
                    <a:pt x="121922" y="2471"/>
                  </a:cubicBezTo>
                  <a:lnTo>
                    <a:pt x="122058" y="2436"/>
                  </a:lnTo>
                  <a:cubicBezTo>
                    <a:pt x="122093" y="2436"/>
                    <a:pt x="122127" y="2402"/>
                    <a:pt x="122127" y="2334"/>
                  </a:cubicBezTo>
                  <a:cubicBezTo>
                    <a:pt x="122127" y="2300"/>
                    <a:pt x="122058" y="2266"/>
                    <a:pt x="122024" y="2266"/>
                  </a:cubicBezTo>
                  <a:close/>
                  <a:moveTo>
                    <a:pt x="121444" y="2334"/>
                  </a:moveTo>
                  <a:lnTo>
                    <a:pt x="121342" y="2368"/>
                  </a:lnTo>
                  <a:cubicBezTo>
                    <a:pt x="121308" y="2368"/>
                    <a:pt x="121274" y="2402"/>
                    <a:pt x="121274" y="2471"/>
                  </a:cubicBezTo>
                  <a:cubicBezTo>
                    <a:pt x="121274" y="2505"/>
                    <a:pt x="121308" y="2539"/>
                    <a:pt x="121342" y="2539"/>
                  </a:cubicBezTo>
                  <a:lnTo>
                    <a:pt x="121376" y="2539"/>
                  </a:lnTo>
                  <a:lnTo>
                    <a:pt x="121478" y="2505"/>
                  </a:lnTo>
                  <a:cubicBezTo>
                    <a:pt x="121547" y="2505"/>
                    <a:pt x="121581" y="2471"/>
                    <a:pt x="121547" y="2436"/>
                  </a:cubicBezTo>
                  <a:cubicBezTo>
                    <a:pt x="121547" y="2368"/>
                    <a:pt x="121512" y="2334"/>
                    <a:pt x="121444" y="2334"/>
                  </a:cubicBezTo>
                  <a:close/>
                  <a:moveTo>
                    <a:pt x="120796" y="2436"/>
                  </a:moveTo>
                  <a:cubicBezTo>
                    <a:pt x="120728" y="2471"/>
                    <a:pt x="120693" y="2505"/>
                    <a:pt x="120693" y="2539"/>
                  </a:cubicBezTo>
                  <a:cubicBezTo>
                    <a:pt x="120728" y="2573"/>
                    <a:pt x="120762" y="2607"/>
                    <a:pt x="120796" y="2607"/>
                  </a:cubicBezTo>
                  <a:lnTo>
                    <a:pt x="120932" y="2607"/>
                  </a:lnTo>
                  <a:cubicBezTo>
                    <a:pt x="120966" y="2607"/>
                    <a:pt x="121001" y="2539"/>
                    <a:pt x="121001" y="2505"/>
                  </a:cubicBezTo>
                  <a:cubicBezTo>
                    <a:pt x="121001" y="2471"/>
                    <a:pt x="120932" y="2436"/>
                    <a:pt x="120898" y="2436"/>
                  </a:cubicBezTo>
                  <a:close/>
                  <a:moveTo>
                    <a:pt x="120318" y="2505"/>
                  </a:moveTo>
                  <a:lnTo>
                    <a:pt x="120216" y="2539"/>
                  </a:lnTo>
                  <a:cubicBezTo>
                    <a:pt x="120182" y="2539"/>
                    <a:pt x="120148" y="2573"/>
                    <a:pt x="120148" y="2641"/>
                  </a:cubicBezTo>
                  <a:cubicBezTo>
                    <a:pt x="120148" y="2675"/>
                    <a:pt x="120182" y="2709"/>
                    <a:pt x="120216" y="2709"/>
                  </a:cubicBezTo>
                  <a:lnTo>
                    <a:pt x="120250" y="2709"/>
                  </a:lnTo>
                  <a:lnTo>
                    <a:pt x="120352" y="2675"/>
                  </a:lnTo>
                  <a:cubicBezTo>
                    <a:pt x="120386" y="2675"/>
                    <a:pt x="120421" y="2641"/>
                    <a:pt x="120421" y="2573"/>
                  </a:cubicBezTo>
                  <a:cubicBezTo>
                    <a:pt x="120421" y="2539"/>
                    <a:pt x="120386" y="2505"/>
                    <a:pt x="120318" y="2505"/>
                  </a:cubicBezTo>
                  <a:close/>
                  <a:moveTo>
                    <a:pt x="119799" y="2594"/>
                  </a:moveTo>
                  <a:cubicBezTo>
                    <a:pt x="119790" y="2594"/>
                    <a:pt x="119781" y="2598"/>
                    <a:pt x="119772" y="2607"/>
                  </a:cubicBezTo>
                  <a:lnTo>
                    <a:pt x="119636" y="2607"/>
                  </a:lnTo>
                  <a:cubicBezTo>
                    <a:pt x="119602" y="2607"/>
                    <a:pt x="119567" y="2675"/>
                    <a:pt x="119567" y="2709"/>
                  </a:cubicBezTo>
                  <a:cubicBezTo>
                    <a:pt x="119567" y="2744"/>
                    <a:pt x="119602" y="2778"/>
                    <a:pt x="119670" y="2778"/>
                  </a:cubicBezTo>
                  <a:lnTo>
                    <a:pt x="119772" y="2778"/>
                  </a:lnTo>
                  <a:cubicBezTo>
                    <a:pt x="119840" y="2744"/>
                    <a:pt x="119875" y="2709"/>
                    <a:pt x="119840" y="2675"/>
                  </a:cubicBezTo>
                  <a:cubicBezTo>
                    <a:pt x="119840" y="2625"/>
                    <a:pt x="119822" y="2594"/>
                    <a:pt x="119799" y="2594"/>
                  </a:cubicBezTo>
                  <a:close/>
                  <a:moveTo>
                    <a:pt x="119090" y="2675"/>
                  </a:moveTo>
                  <a:cubicBezTo>
                    <a:pt x="119021" y="2709"/>
                    <a:pt x="118987" y="2744"/>
                    <a:pt x="119021" y="2778"/>
                  </a:cubicBezTo>
                  <a:cubicBezTo>
                    <a:pt x="119021" y="2846"/>
                    <a:pt x="119056" y="2846"/>
                    <a:pt x="119090" y="2846"/>
                  </a:cubicBezTo>
                  <a:lnTo>
                    <a:pt x="119226" y="2846"/>
                  </a:lnTo>
                  <a:cubicBezTo>
                    <a:pt x="119260" y="2846"/>
                    <a:pt x="119294" y="2778"/>
                    <a:pt x="119294" y="2744"/>
                  </a:cubicBezTo>
                  <a:cubicBezTo>
                    <a:pt x="119294" y="2709"/>
                    <a:pt x="119226" y="2675"/>
                    <a:pt x="119192" y="2675"/>
                  </a:cubicBezTo>
                  <a:close/>
                  <a:moveTo>
                    <a:pt x="118612" y="2744"/>
                  </a:moveTo>
                  <a:lnTo>
                    <a:pt x="118510" y="2778"/>
                  </a:lnTo>
                  <a:cubicBezTo>
                    <a:pt x="118476" y="2778"/>
                    <a:pt x="118441" y="2812"/>
                    <a:pt x="118441" y="2880"/>
                  </a:cubicBezTo>
                  <a:cubicBezTo>
                    <a:pt x="118441" y="2914"/>
                    <a:pt x="118476" y="2948"/>
                    <a:pt x="118510" y="2948"/>
                  </a:cubicBezTo>
                  <a:lnTo>
                    <a:pt x="118544" y="2948"/>
                  </a:lnTo>
                  <a:lnTo>
                    <a:pt x="118646" y="2914"/>
                  </a:lnTo>
                  <a:cubicBezTo>
                    <a:pt x="118680" y="2914"/>
                    <a:pt x="118714" y="2880"/>
                    <a:pt x="118714" y="2812"/>
                  </a:cubicBezTo>
                  <a:cubicBezTo>
                    <a:pt x="118714" y="2778"/>
                    <a:pt x="118680" y="2744"/>
                    <a:pt x="118612" y="2744"/>
                  </a:cubicBezTo>
                  <a:close/>
                  <a:moveTo>
                    <a:pt x="118093" y="2832"/>
                  </a:moveTo>
                  <a:cubicBezTo>
                    <a:pt x="118084" y="2832"/>
                    <a:pt x="118075" y="2837"/>
                    <a:pt x="118066" y="2846"/>
                  </a:cubicBezTo>
                  <a:lnTo>
                    <a:pt x="117930" y="2846"/>
                  </a:lnTo>
                  <a:cubicBezTo>
                    <a:pt x="117895" y="2846"/>
                    <a:pt x="117861" y="2914"/>
                    <a:pt x="117861" y="2948"/>
                  </a:cubicBezTo>
                  <a:cubicBezTo>
                    <a:pt x="117895" y="2982"/>
                    <a:pt x="117930" y="3016"/>
                    <a:pt x="117964" y="3016"/>
                  </a:cubicBezTo>
                  <a:lnTo>
                    <a:pt x="118100" y="3016"/>
                  </a:lnTo>
                  <a:cubicBezTo>
                    <a:pt x="118134" y="2982"/>
                    <a:pt x="118168" y="2948"/>
                    <a:pt x="118168" y="2914"/>
                  </a:cubicBezTo>
                  <a:cubicBezTo>
                    <a:pt x="118143" y="2864"/>
                    <a:pt x="118118" y="2832"/>
                    <a:pt x="118093" y="2832"/>
                  </a:cubicBezTo>
                  <a:close/>
                  <a:moveTo>
                    <a:pt x="117486" y="2914"/>
                  </a:moveTo>
                  <a:lnTo>
                    <a:pt x="117384" y="2948"/>
                  </a:lnTo>
                  <a:cubicBezTo>
                    <a:pt x="117315" y="2948"/>
                    <a:pt x="117315" y="2982"/>
                    <a:pt x="117315" y="3016"/>
                  </a:cubicBezTo>
                  <a:cubicBezTo>
                    <a:pt x="117315" y="3085"/>
                    <a:pt x="117349" y="3119"/>
                    <a:pt x="117384" y="3119"/>
                  </a:cubicBezTo>
                  <a:lnTo>
                    <a:pt x="117418" y="3119"/>
                  </a:lnTo>
                  <a:lnTo>
                    <a:pt x="117520" y="3085"/>
                  </a:lnTo>
                  <a:cubicBezTo>
                    <a:pt x="117554" y="3085"/>
                    <a:pt x="117588" y="3051"/>
                    <a:pt x="117588" y="2982"/>
                  </a:cubicBezTo>
                  <a:cubicBezTo>
                    <a:pt x="117588" y="2948"/>
                    <a:pt x="117554" y="2914"/>
                    <a:pt x="117486" y="2914"/>
                  </a:cubicBezTo>
                  <a:close/>
                  <a:moveTo>
                    <a:pt x="116940" y="2982"/>
                  </a:moveTo>
                  <a:lnTo>
                    <a:pt x="116803" y="3016"/>
                  </a:lnTo>
                  <a:cubicBezTo>
                    <a:pt x="116769" y="3016"/>
                    <a:pt x="116735" y="3051"/>
                    <a:pt x="116735" y="3119"/>
                  </a:cubicBezTo>
                  <a:cubicBezTo>
                    <a:pt x="116735" y="3153"/>
                    <a:pt x="116769" y="3187"/>
                    <a:pt x="116838" y="3187"/>
                  </a:cubicBezTo>
                  <a:lnTo>
                    <a:pt x="116940" y="3153"/>
                  </a:lnTo>
                  <a:cubicBezTo>
                    <a:pt x="117008" y="3153"/>
                    <a:pt x="117042" y="3119"/>
                    <a:pt x="117008" y="3085"/>
                  </a:cubicBezTo>
                  <a:cubicBezTo>
                    <a:pt x="117008" y="3016"/>
                    <a:pt x="116974" y="2982"/>
                    <a:pt x="116940" y="2982"/>
                  </a:cubicBezTo>
                  <a:close/>
                  <a:moveTo>
                    <a:pt x="116258" y="3085"/>
                  </a:moveTo>
                  <a:cubicBezTo>
                    <a:pt x="116189" y="3119"/>
                    <a:pt x="116155" y="3153"/>
                    <a:pt x="116189" y="3187"/>
                  </a:cubicBezTo>
                  <a:cubicBezTo>
                    <a:pt x="116189" y="3221"/>
                    <a:pt x="116223" y="3255"/>
                    <a:pt x="116258" y="3255"/>
                  </a:cubicBezTo>
                  <a:lnTo>
                    <a:pt x="116394" y="3255"/>
                  </a:lnTo>
                  <a:cubicBezTo>
                    <a:pt x="116428" y="3255"/>
                    <a:pt x="116462" y="3187"/>
                    <a:pt x="116462" y="3153"/>
                  </a:cubicBezTo>
                  <a:cubicBezTo>
                    <a:pt x="116462" y="3119"/>
                    <a:pt x="116394" y="3085"/>
                    <a:pt x="116360" y="3085"/>
                  </a:cubicBezTo>
                  <a:close/>
                  <a:moveTo>
                    <a:pt x="115780" y="3153"/>
                  </a:moveTo>
                  <a:lnTo>
                    <a:pt x="115677" y="3187"/>
                  </a:lnTo>
                  <a:cubicBezTo>
                    <a:pt x="115643" y="3187"/>
                    <a:pt x="115609" y="3221"/>
                    <a:pt x="115609" y="3289"/>
                  </a:cubicBezTo>
                  <a:cubicBezTo>
                    <a:pt x="115609" y="3324"/>
                    <a:pt x="115643" y="3358"/>
                    <a:pt x="115677" y="3358"/>
                  </a:cubicBezTo>
                  <a:lnTo>
                    <a:pt x="115712" y="3358"/>
                  </a:lnTo>
                  <a:lnTo>
                    <a:pt x="115814" y="3324"/>
                  </a:lnTo>
                  <a:cubicBezTo>
                    <a:pt x="115848" y="3324"/>
                    <a:pt x="115882" y="3289"/>
                    <a:pt x="115882" y="3221"/>
                  </a:cubicBezTo>
                  <a:cubicBezTo>
                    <a:pt x="115882" y="3187"/>
                    <a:pt x="115848" y="3153"/>
                    <a:pt x="115780" y="3153"/>
                  </a:cubicBezTo>
                  <a:close/>
                  <a:moveTo>
                    <a:pt x="115261" y="3242"/>
                  </a:moveTo>
                  <a:cubicBezTo>
                    <a:pt x="115252" y="3242"/>
                    <a:pt x="115243" y="3246"/>
                    <a:pt x="115234" y="3255"/>
                  </a:cubicBezTo>
                  <a:lnTo>
                    <a:pt x="115097" y="3255"/>
                  </a:lnTo>
                  <a:cubicBezTo>
                    <a:pt x="115063" y="3255"/>
                    <a:pt x="115029" y="3324"/>
                    <a:pt x="115029" y="3358"/>
                  </a:cubicBezTo>
                  <a:cubicBezTo>
                    <a:pt x="115029" y="3392"/>
                    <a:pt x="115097" y="3426"/>
                    <a:pt x="115131" y="3426"/>
                  </a:cubicBezTo>
                  <a:lnTo>
                    <a:pt x="115234" y="3426"/>
                  </a:lnTo>
                  <a:cubicBezTo>
                    <a:pt x="115302" y="3392"/>
                    <a:pt x="115336" y="3358"/>
                    <a:pt x="115336" y="3324"/>
                  </a:cubicBezTo>
                  <a:cubicBezTo>
                    <a:pt x="115311" y="3274"/>
                    <a:pt x="115286" y="3242"/>
                    <a:pt x="115261" y="3242"/>
                  </a:cubicBezTo>
                  <a:close/>
                  <a:moveTo>
                    <a:pt x="114551" y="3324"/>
                  </a:moveTo>
                  <a:cubicBezTo>
                    <a:pt x="114483" y="3358"/>
                    <a:pt x="114483" y="3392"/>
                    <a:pt x="114483" y="3426"/>
                  </a:cubicBezTo>
                  <a:cubicBezTo>
                    <a:pt x="114483" y="3494"/>
                    <a:pt x="114517" y="3494"/>
                    <a:pt x="114551" y="3494"/>
                  </a:cubicBezTo>
                  <a:lnTo>
                    <a:pt x="114688" y="3494"/>
                  </a:lnTo>
                  <a:cubicBezTo>
                    <a:pt x="114722" y="3494"/>
                    <a:pt x="114756" y="3426"/>
                    <a:pt x="114756" y="3392"/>
                  </a:cubicBezTo>
                  <a:cubicBezTo>
                    <a:pt x="114756" y="3358"/>
                    <a:pt x="114688" y="3324"/>
                    <a:pt x="114654" y="3324"/>
                  </a:cubicBezTo>
                  <a:close/>
                  <a:moveTo>
                    <a:pt x="114108" y="3392"/>
                  </a:moveTo>
                  <a:lnTo>
                    <a:pt x="113971" y="3426"/>
                  </a:lnTo>
                  <a:cubicBezTo>
                    <a:pt x="113937" y="3426"/>
                    <a:pt x="113903" y="3460"/>
                    <a:pt x="113903" y="3528"/>
                  </a:cubicBezTo>
                  <a:cubicBezTo>
                    <a:pt x="113903" y="3562"/>
                    <a:pt x="113937" y="3597"/>
                    <a:pt x="114005" y="3597"/>
                  </a:cubicBezTo>
                  <a:lnTo>
                    <a:pt x="114108" y="3562"/>
                  </a:lnTo>
                  <a:cubicBezTo>
                    <a:pt x="114176" y="3562"/>
                    <a:pt x="114210" y="3528"/>
                    <a:pt x="114176" y="3460"/>
                  </a:cubicBezTo>
                  <a:cubicBezTo>
                    <a:pt x="114176" y="3426"/>
                    <a:pt x="114142" y="3392"/>
                    <a:pt x="114108" y="3392"/>
                  </a:cubicBezTo>
                  <a:close/>
                  <a:moveTo>
                    <a:pt x="113560" y="3481"/>
                  </a:moveTo>
                  <a:cubicBezTo>
                    <a:pt x="113548" y="3481"/>
                    <a:pt x="113537" y="3485"/>
                    <a:pt x="113528" y="3494"/>
                  </a:cubicBezTo>
                  <a:lnTo>
                    <a:pt x="113425" y="3494"/>
                  </a:lnTo>
                  <a:cubicBezTo>
                    <a:pt x="113357" y="3494"/>
                    <a:pt x="113323" y="3562"/>
                    <a:pt x="113323" y="3597"/>
                  </a:cubicBezTo>
                  <a:cubicBezTo>
                    <a:pt x="113357" y="3631"/>
                    <a:pt x="113391" y="3665"/>
                    <a:pt x="113425" y="3665"/>
                  </a:cubicBezTo>
                  <a:lnTo>
                    <a:pt x="113562" y="3665"/>
                  </a:lnTo>
                  <a:cubicBezTo>
                    <a:pt x="113596" y="3631"/>
                    <a:pt x="113630" y="3597"/>
                    <a:pt x="113630" y="3562"/>
                  </a:cubicBezTo>
                  <a:cubicBezTo>
                    <a:pt x="113630" y="3513"/>
                    <a:pt x="113593" y="3481"/>
                    <a:pt x="113560" y="3481"/>
                  </a:cubicBezTo>
                  <a:close/>
                  <a:moveTo>
                    <a:pt x="112948" y="3562"/>
                  </a:moveTo>
                  <a:lnTo>
                    <a:pt x="112845" y="3597"/>
                  </a:lnTo>
                  <a:cubicBezTo>
                    <a:pt x="112811" y="3597"/>
                    <a:pt x="112777" y="3631"/>
                    <a:pt x="112777" y="3665"/>
                  </a:cubicBezTo>
                  <a:cubicBezTo>
                    <a:pt x="112777" y="3733"/>
                    <a:pt x="112811" y="3767"/>
                    <a:pt x="112845" y="3767"/>
                  </a:cubicBezTo>
                  <a:lnTo>
                    <a:pt x="112879" y="3767"/>
                  </a:lnTo>
                  <a:lnTo>
                    <a:pt x="112982" y="3733"/>
                  </a:lnTo>
                  <a:cubicBezTo>
                    <a:pt x="113016" y="3733"/>
                    <a:pt x="113050" y="3699"/>
                    <a:pt x="113050" y="3631"/>
                  </a:cubicBezTo>
                  <a:cubicBezTo>
                    <a:pt x="113050" y="3597"/>
                    <a:pt x="113016" y="3562"/>
                    <a:pt x="112948" y="3562"/>
                  </a:cubicBezTo>
                  <a:close/>
                  <a:moveTo>
                    <a:pt x="112402" y="3631"/>
                  </a:moveTo>
                  <a:lnTo>
                    <a:pt x="112265" y="3665"/>
                  </a:lnTo>
                  <a:cubicBezTo>
                    <a:pt x="112231" y="3665"/>
                    <a:pt x="112197" y="3699"/>
                    <a:pt x="112197" y="3767"/>
                  </a:cubicBezTo>
                  <a:cubicBezTo>
                    <a:pt x="112197" y="3801"/>
                    <a:pt x="112265" y="3835"/>
                    <a:pt x="112299" y="3835"/>
                  </a:cubicBezTo>
                  <a:lnTo>
                    <a:pt x="112402" y="3801"/>
                  </a:lnTo>
                  <a:cubicBezTo>
                    <a:pt x="112470" y="3801"/>
                    <a:pt x="112504" y="3767"/>
                    <a:pt x="112504" y="3733"/>
                  </a:cubicBezTo>
                  <a:cubicBezTo>
                    <a:pt x="112470" y="3665"/>
                    <a:pt x="112436" y="3631"/>
                    <a:pt x="112402" y="3631"/>
                  </a:cubicBezTo>
                  <a:close/>
                  <a:moveTo>
                    <a:pt x="111719" y="3733"/>
                  </a:moveTo>
                  <a:cubicBezTo>
                    <a:pt x="111651" y="3733"/>
                    <a:pt x="111617" y="3801"/>
                    <a:pt x="111651" y="3835"/>
                  </a:cubicBezTo>
                  <a:cubicBezTo>
                    <a:pt x="111651" y="3870"/>
                    <a:pt x="111685" y="3904"/>
                    <a:pt x="111719" y="3904"/>
                  </a:cubicBezTo>
                  <a:lnTo>
                    <a:pt x="111856" y="3904"/>
                  </a:lnTo>
                  <a:cubicBezTo>
                    <a:pt x="111890" y="3904"/>
                    <a:pt x="111924" y="3835"/>
                    <a:pt x="111924" y="3801"/>
                  </a:cubicBezTo>
                  <a:cubicBezTo>
                    <a:pt x="111924" y="3767"/>
                    <a:pt x="111856" y="3733"/>
                    <a:pt x="111822" y="3733"/>
                  </a:cubicBezTo>
                  <a:close/>
                  <a:moveTo>
                    <a:pt x="111276" y="3801"/>
                  </a:moveTo>
                  <a:lnTo>
                    <a:pt x="111139" y="3835"/>
                  </a:lnTo>
                  <a:cubicBezTo>
                    <a:pt x="111105" y="3835"/>
                    <a:pt x="111071" y="3870"/>
                    <a:pt x="111071" y="3938"/>
                  </a:cubicBezTo>
                  <a:cubicBezTo>
                    <a:pt x="111071" y="3972"/>
                    <a:pt x="111105" y="4006"/>
                    <a:pt x="111173" y="4006"/>
                  </a:cubicBezTo>
                  <a:lnTo>
                    <a:pt x="111276" y="3972"/>
                  </a:lnTo>
                  <a:cubicBezTo>
                    <a:pt x="111344" y="3972"/>
                    <a:pt x="111378" y="3938"/>
                    <a:pt x="111344" y="3870"/>
                  </a:cubicBezTo>
                  <a:cubicBezTo>
                    <a:pt x="111344" y="3835"/>
                    <a:pt x="111310" y="3801"/>
                    <a:pt x="111276" y="3801"/>
                  </a:cubicBezTo>
                  <a:close/>
                  <a:moveTo>
                    <a:pt x="110728" y="3890"/>
                  </a:moveTo>
                  <a:cubicBezTo>
                    <a:pt x="110716" y="3890"/>
                    <a:pt x="110705" y="3895"/>
                    <a:pt x="110695" y="3904"/>
                  </a:cubicBezTo>
                  <a:lnTo>
                    <a:pt x="110593" y="3904"/>
                  </a:lnTo>
                  <a:cubicBezTo>
                    <a:pt x="110525" y="3904"/>
                    <a:pt x="110491" y="3972"/>
                    <a:pt x="110491" y="4006"/>
                  </a:cubicBezTo>
                  <a:cubicBezTo>
                    <a:pt x="110525" y="4040"/>
                    <a:pt x="110559" y="4074"/>
                    <a:pt x="110593" y="4074"/>
                  </a:cubicBezTo>
                  <a:lnTo>
                    <a:pt x="110730" y="4074"/>
                  </a:lnTo>
                  <a:cubicBezTo>
                    <a:pt x="110764" y="4040"/>
                    <a:pt x="110798" y="4006"/>
                    <a:pt x="110798" y="3972"/>
                  </a:cubicBezTo>
                  <a:cubicBezTo>
                    <a:pt x="110798" y="3922"/>
                    <a:pt x="110761" y="3890"/>
                    <a:pt x="110728" y="3890"/>
                  </a:cubicBezTo>
                  <a:close/>
                  <a:moveTo>
                    <a:pt x="110013" y="3972"/>
                  </a:moveTo>
                  <a:cubicBezTo>
                    <a:pt x="109979" y="4006"/>
                    <a:pt x="109945" y="4040"/>
                    <a:pt x="109945" y="4074"/>
                  </a:cubicBezTo>
                  <a:cubicBezTo>
                    <a:pt x="109945" y="4143"/>
                    <a:pt x="109979" y="4143"/>
                    <a:pt x="110013" y="4143"/>
                  </a:cubicBezTo>
                  <a:lnTo>
                    <a:pt x="110149" y="4143"/>
                  </a:lnTo>
                  <a:cubicBezTo>
                    <a:pt x="110184" y="4143"/>
                    <a:pt x="110218" y="4074"/>
                    <a:pt x="110218" y="4040"/>
                  </a:cubicBezTo>
                  <a:cubicBezTo>
                    <a:pt x="110218" y="4006"/>
                    <a:pt x="110184" y="3972"/>
                    <a:pt x="110115" y="3972"/>
                  </a:cubicBezTo>
                  <a:close/>
                  <a:moveTo>
                    <a:pt x="109569" y="4040"/>
                  </a:moveTo>
                  <a:lnTo>
                    <a:pt x="109433" y="4074"/>
                  </a:lnTo>
                  <a:cubicBezTo>
                    <a:pt x="109399" y="4074"/>
                    <a:pt x="109365" y="4108"/>
                    <a:pt x="109365" y="4177"/>
                  </a:cubicBezTo>
                  <a:cubicBezTo>
                    <a:pt x="109365" y="4211"/>
                    <a:pt x="109399" y="4245"/>
                    <a:pt x="109467" y="4245"/>
                  </a:cubicBezTo>
                  <a:lnTo>
                    <a:pt x="109569" y="4211"/>
                  </a:lnTo>
                  <a:cubicBezTo>
                    <a:pt x="109638" y="4211"/>
                    <a:pt x="109672" y="4177"/>
                    <a:pt x="109672" y="4108"/>
                  </a:cubicBezTo>
                  <a:cubicBezTo>
                    <a:pt x="109638" y="4074"/>
                    <a:pt x="109604" y="4040"/>
                    <a:pt x="109569" y="4040"/>
                  </a:cubicBezTo>
                  <a:close/>
                  <a:moveTo>
                    <a:pt x="109022" y="4129"/>
                  </a:moveTo>
                  <a:cubicBezTo>
                    <a:pt x="109010" y="4129"/>
                    <a:pt x="108998" y="4133"/>
                    <a:pt x="108989" y="4143"/>
                  </a:cubicBezTo>
                  <a:lnTo>
                    <a:pt x="108887" y="4143"/>
                  </a:lnTo>
                  <a:cubicBezTo>
                    <a:pt x="108819" y="4143"/>
                    <a:pt x="108785" y="4211"/>
                    <a:pt x="108819" y="4245"/>
                  </a:cubicBezTo>
                  <a:cubicBezTo>
                    <a:pt x="108819" y="4279"/>
                    <a:pt x="108853" y="4313"/>
                    <a:pt x="108887" y="4313"/>
                  </a:cubicBezTo>
                  <a:lnTo>
                    <a:pt x="109023" y="4313"/>
                  </a:lnTo>
                  <a:cubicBezTo>
                    <a:pt x="109058" y="4279"/>
                    <a:pt x="109092" y="4245"/>
                    <a:pt x="109092" y="4211"/>
                  </a:cubicBezTo>
                  <a:cubicBezTo>
                    <a:pt x="109092" y="4161"/>
                    <a:pt x="109055" y="4129"/>
                    <a:pt x="109022" y="4129"/>
                  </a:cubicBezTo>
                  <a:close/>
                  <a:moveTo>
                    <a:pt x="108409" y="4211"/>
                  </a:moveTo>
                  <a:lnTo>
                    <a:pt x="108307" y="4245"/>
                  </a:lnTo>
                  <a:cubicBezTo>
                    <a:pt x="108273" y="4245"/>
                    <a:pt x="108239" y="4279"/>
                    <a:pt x="108239" y="4313"/>
                  </a:cubicBezTo>
                  <a:cubicBezTo>
                    <a:pt x="108239" y="4381"/>
                    <a:pt x="108273" y="4416"/>
                    <a:pt x="108341" y="4416"/>
                  </a:cubicBezTo>
                  <a:lnTo>
                    <a:pt x="108443" y="4381"/>
                  </a:lnTo>
                  <a:cubicBezTo>
                    <a:pt x="108512" y="4381"/>
                    <a:pt x="108546" y="4347"/>
                    <a:pt x="108512" y="4279"/>
                  </a:cubicBezTo>
                  <a:cubicBezTo>
                    <a:pt x="108512" y="4245"/>
                    <a:pt x="108477" y="4211"/>
                    <a:pt x="108409" y="4211"/>
                  </a:cubicBezTo>
                  <a:close/>
                  <a:moveTo>
                    <a:pt x="107863" y="4279"/>
                  </a:moveTo>
                  <a:lnTo>
                    <a:pt x="107761" y="4313"/>
                  </a:lnTo>
                  <a:cubicBezTo>
                    <a:pt x="107693" y="4313"/>
                    <a:pt x="107659" y="4347"/>
                    <a:pt x="107659" y="4416"/>
                  </a:cubicBezTo>
                  <a:cubicBezTo>
                    <a:pt x="107693" y="4450"/>
                    <a:pt x="107727" y="4484"/>
                    <a:pt x="107761" y="4484"/>
                  </a:cubicBezTo>
                  <a:lnTo>
                    <a:pt x="107897" y="4450"/>
                  </a:lnTo>
                  <a:cubicBezTo>
                    <a:pt x="107931" y="4450"/>
                    <a:pt x="107966" y="4416"/>
                    <a:pt x="107966" y="4381"/>
                  </a:cubicBezTo>
                  <a:cubicBezTo>
                    <a:pt x="107966" y="4313"/>
                    <a:pt x="107897" y="4279"/>
                    <a:pt x="107863" y="4279"/>
                  </a:cubicBezTo>
                  <a:close/>
                  <a:moveTo>
                    <a:pt x="107181" y="4381"/>
                  </a:moveTo>
                  <a:cubicBezTo>
                    <a:pt x="107147" y="4381"/>
                    <a:pt x="107113" y="4450"/>
                    <a:pt x="107113" y="4484"/>
                  </a:cubicBezTo>
                  <a:cubicBezTo>
                    <a:pt x="107113" y="4518"/>
                    <a:pt x="107147" y="4552"/>
                    <a:pt x="107181" y="4552"/>
                  </a:cubicBezTo>
                  <a:lnTo>
                    <a:pt x="107317" y="4552"/>
                  </a:lnTo>
                  <a:cubicBezTo>
                    <a:pt x="107351" y="4552"/>
                    <a:pt x="107386" y="4484"/>
                    <a:pt x="107386" y="4450"/>
                  </a:cubicBezTo>
                  <a:cubicBezTo>
                    <a:pt x="107386" y="4416"/>
                    <a:pt x="107351" y="4381"/>
                    <a:pt x="107283" y="4381"/>
                  </a:cubicBezTo>
                  <a:close/>
                  <a:moveTo>
                    <a:pt x="106737" y="4450"/>
                  </a:moveTo>
                  <a:lnTo>
                    <a:pt x="106601" y="4484"/>
                  </a:lnTo>
                  <a:cubicBezTo>
                    <a:pt x="106567" y="4484"/>
                    <a:pt x="106532" y="4518"/>
                    <a:pt x="106532" y="4586"/>
                  </a:cubicBezTo>
                  <a:cubicBezTo>
                    <a:pt x="106532" y="4620"/>
                    <a:pt x="106567" y="4654"/>
                    <a:pt x="106635" y="4654"/>
                  </a:cubicBezTo>
                  <a:lnTo>
                    <a:pt x="106737" y="4620"/>
                  </a:lnTo>
                  <a:cubicBezTo>
                    <a:pt x="106805" y="4620"/>
                    <a:pt x="106840" y="4586"/>
                    <a:pt x="106840" y="4518"/>
                  </a:cubicBezTo>
                  <a:cubicBezTo>
                    <a:pt x="106805" y="4484"/>
                    <a:pt x="106771" y="4450"/>
                    <a:pt x="106737" y="4450"/>
                  </a:cubicBezTo>
                  <a:close/>
                  <a:moveTo>
                    <a:pt x="106190" y="4539"/>
                  </a:moveTo>
                  <a:cubicBezTo>
                    <a:pt x="106178" y="4539"/>
                    <a:pt x="106166" y="4543"/>
                    <a:pt x="106157" y="4552"/>
                  </a:cubicBezTo>
                  <a:lnTo>
                    <a:pt x="106055" y="4552"/>
                  </a:lnTo>
                  <a:cubicBezTo>
                    <a:pt x="105986" y="4552"/>
                    <a:pt x="105952" y="4620"/>
                    <a:pt x="105986" y="4654"/>
                  </a:cubicBezTo>
                  <a:cubicBezTo>
                    <a:pt x="105986" y="4689"/>
                    <a:pt x="106021" y="4723"/>
                    <a:pt x="106055" y="4723"/>
                  </a:cubicBezTo>
                  <a:lnTo>
                    <a:pt x="106191" y="4723"/>
                  </a:lnTo>
                  <a:cubicBezTo>
                    <a:pt x="106225" y="4689"/>
                    <a:pt x="106259" y="4654"/>
                    <a:pt x="106259" y="4620"/>
                  </a:cubicBezTo>
                  <a:cubicBezTo>
                    <a:pt x="106259" y="4570"/>
                    <a:pt x="106223" y="4539"/>
                    <a:pt x="106190" y="4539"/>
                  </a:cubicBezTo>
                  <a:close/>
                  <a:moveTo>
                    <a:pt x="105475" y="4620"/>
                  </a:moveTo>
                  <a:cubicBezTo>
                    <a:pt x="105441" y="4654"/>
                    <a:pt x="105406" y="4689"/>
                    <a:pt x="105406" y="4723"/>
                  </a:cubicBezTo>
                  <a:cubicBezTo>
                    <a:pt x="105406" y="4791"/>
                    <a:pt x="105441" y="4791"/>
                    <a:pt x="105475" y="4791"/>
                  </a:cubicBezTo>
                  <a:lnTo>
                    <a:pt x="105611" y="4791"/>
                  </a:lnTo>
                  <a:cubicBezTo>
                    <a:pt x="105679" y="4791"/>
                    <a:pt x="105679" y="4723"/>
                    <a:pt x="105679" y="4689"/>
                  </a:cubicBezTo>
                  <a:cubicBezTo>
                    <a:pt x="105679" y="4654"/>
                    <a:pt x="105645" y="4620"/>
                    <a:pt x="105577" y="4620"/>
                  </a:cubicBezTo>
                  <a:close/>
                  <a:moveTo>
                    <a:pt x="105031" y="4689"/>
                  </a:moveTo>
                  <a:lnTo>
                    <a:pt x="104929" y="4723"/>
                  </a:lnTo>
                  <a:cubicBezTo>
                    <a:pt x="104860" y="4723"/>
                    <a:pt x="104826" y="4757"/>
                    <a:pt x="104826" y="4825"/>
                  </a:cubicBezTo>
                  <a:cubicBezTo>
                    <a:pt x="104860" y="4859"/>
                    <a:pt x="104895" y="4893"/>
                    <a:pt x="104929" y="4893"/>
                  </a:cubicBezTo>
                  <a:lnTo>
                    <a:pt x="105065" y="4859"/>
                  </a:lnTo>
                  <a:cubicBezTo>
                    <a:pt x="105099" y="4859"/>
                    <a:pt x="105133" y="4825"/>
                    <a:pt x="105133" y="4757"/>
                  </a:cubicBezTo>
                  <a:cubicBezTo>
                    <a:pt x="105099" y="4723"/>
                    <a:pt x="105065" y="4689"/>
                    <a:pt x="105031" y="4689"/>
                  </a:cubicBezTo>
                  <a:close/>
                  <a:moveTo>
                    <a:pt x="104349" y="4791"/>
                  </a:moveTo>
                  <a:cubicBezTo>
                    <a:pt x="104314" y="4791"/>
                    <a:pt x="104280" y="4859"/>
                    <a:pt x="104280" y="4893"/>
                  </a:cubicBezTo>
                  <a:cubicBezTo>
                    <a:pt x="104280" y="4927"/>
                    <a:pt x="104314" y="4962"/>
                    <a:pt x="104349" y="4962"/>
                  </a:cubicBezTo>
                  <a:lnTo>
                    <a:pt x="104485" y="4962"/>
                  </a:lnTo>
                  <a:cubicBezTo>
                    <a:pt x="104519" y="4927"/>
                    <a:pt x="104553" y="4893"/>
                    <a:pt x="104553" y="4859"/>
                  </a:cubicBezTo>
                  <a:cubicBezTo>
                    <a:pt x="104553" y="4791"/>
                    <a:pt x="104519" y="4791"/>
                    <a:pt x="104451" y="4791"/>
                  </a:cubicBezTo>
                  <a:close/>
                  <a:moveTo>
                    <a:pt x="103905" y="4859"/>
                  </a:moveTo>
                  <a:lnTo>
                    <a:pt x="103768" y="4893"/>
                  </a:lnTo>
                  <a:cubicBezTo>
                    <a:pt x="103734" y="4893"/>
                    <a:pt x="103700" y="4927"/>
                    <a:pt x="103700" y="4962"/>
                  </a:cubicBezTo>
                  <a:cubicBezTo>
                    <a:pt x="103700" y="5030"/>
                    <a:pt x="103734" y="5064"/>
                    <a:pt x="103803" y="5064"/>
                  </a:cubicBezTo>
                  <a:lnTo>
                    <a:pt x="103905" y="5030"/>
                  </a:lnTo>
                  <a:cubicBezTo>
                    <a:pt x="103973" y="5030"/>
                    <a:pt x="104007" y="4996"/>
                    <a:pt x="103973" y="4927"/>
                  </a:cubicBezTo>
                  <a:cubicBezTo>
                    <a:pt x="103973" y="4893"/>
                    <a:pt x="103939" y="4859"/>
                    <a:pt x="103905" y="4859"/>
                  </a:cubicBezTo>
                  <a:close/>
                  <a:moveTo>
                    <a:pt x="103325" y="4927"/>
                  </a:moveTo>
                  <a:lnTo>
                    <a:pt x="103223" y="4962"/>
                  </a:lnTo>
                  <a:cubicBezTo>
                    <a:pt x="103154" y="4962"/>
                    <a:pt x="103120" y="4996"/>
                    <a:pt x="103154" y="5064"/>
                  </a:cubicBezTo>
                  <a:cubicBezTo>
                    <a:pt x="103154" y="5098"/>
                    <a:pt x="103188" y="5132"/>
                    <a:pt x="103223" y="5132"/>
                  </a:cubicBezTo>
                  <a:lnTo>
                    <a:pt x="103359" y="5098"/>
                  </a:lnTo>
                  <a:cubicBezTo>
                    <a:pt x="103393" y="5098"/>
                    <a:pt x="103427" y="5064"/>
                    <a:pt x="103427" y="5030"/>
                  </a:cubicBezTo>
                  <a:cubicBezTo>
                    <a:pt x="103427" y="4962"/>
                    <a:pt x="103359" y="4927"/>
                    <a:pt x="103325" y="4927"/>
                  </a:cubicBezTo>
                  <a:close/>
                  <a:moveTo>
                    <a:pt x="102642" y="5030"/>
                  </a:moveTo>
                  <a:cubicBezTo>
                    <a:pt x="102608" y="5064"/>
                    <a:pt x="102574" y="5098"/>
                    <a:pt x="102574" y="5132"/>
                  </a:cubicBezTo>
                  <a:cubicBezTo>
                    <a:pt x="102574" y="5166"/>
                    <a:pt x="102608" y="5200"/>
                    <a:pt x="102642" y="5200"/>
                  </a:cubicBezTo>
                  <a:lnTo>
                    <a:pt x="102779" y="5200"/>
                  </a:lnTo>
                  <a:cubicBezTo>
                    <a:pt x="102847" y="5200"/>
                    <a:pt x="102847" y="5132"/>
                    <a:pt x="102847" y="5098"/>
                  </a:cubicBezTo>
                  <a:cubicBezTo>
                    <a:pt x="102847" y="5064"/>
                    <a:pt x="102813" y="5030"/>
                    <a:pt x="102745" y="5030"/>
                  </a:cubicBezTo>
                  <a:close/>
                  <a:moveTo>
                    <a:pt x="102199" y="5098"/>
                  </a:moveTo>
                  <a:lnTo>
                    <a:pt x="102062" y="5132"/>
                  </a:lnTo>
                  <a:cubicBezTo>
                    <a:pt x="102028" y="5132"/>
                    <a:pt x="101994" y="5166"/>
                    <a:pt x="101994" y="5234"/>
                  </a:cubicBezTo>
                  <a:cubicBezTo>
                    <a:pt x="102028" y="5269"/>
                    <a:pt x="102062" y="5303"/>
                    <a:pt x="102096" y="5303"/>
                  </a:cubicBezTo>
                  <a:lnTo>
                    <a:pt x="102233" y="5269"/>
                  </a:lnTo>
                  <a:cubicBezTo>
                    <a:pt x="102267" y="5269"/>
                    <a:pt x="102301" y="5234"/>
                    <a:pt x="102301" y="5166"/>
                  </a:cubicBezTo>
                  <a:cubicBezTo>
                    <a:pt x="102267" y="5132"/>
                    <a:pt x="102233" y="5098"/>
                    <a:pt x="102199" y="5098"/>
                  </a:cubicBezTo>
                  <a:close/>
                  <a:moveTo>
                    <a:pt x="101666" y="5187"/>
                  </a:moveTo>
                  <a:cubicBezTo>
                    <a:pt x="101653" y="5187"/>
                    <a:pt x="101637" y="5191"/>
                    <a:pt x="101619" y="5200"/>
                  </a:cubicBezTo>
                  <a:lnTo>
                    <a:pt x="101516" y="5200"/>
                  </a:lnTo>
                  <a:cubicBezTo>
                    <a:pt x="101448" y="5200"/>
                    <a:pt x="101448" y="5269"/>
                    <a:pt x="101448" y="5303"/>
                  </a:cubicBezTo>
                  <a:cubicBezTo>
                    <a:pt x="101448" y="5337"/>
                    <a:pt x="101482" y="5371"/>
                    <a:pt x="101516" y="5371"/>
                  </a:cubicBezTo>
                  <a:lnTo>
                    <a:pt x="101653" y="5371"/>
                  </a:lnTo>
                  <a:cubicBezTo>
                    <a:pt x="101687" y="5337"/>
                    <a:pt x="101721" y="5303"/>
                    <a:pt x="101721" y="5269"/>
                  </a:cubicBezTo>
                  <a:cubicBezTo>
                    <a:pt x="101721" y="5219"/>
                    <a:pt x="101703" y="5187"/>
                    <a:pt x="101666" y="5187"/>
                  </a:cubicBezTo>
                  <a:close/>
                  <a:moveTo>
                    <a:pt x="100936" y="5269"/>
                  </a:moveTo>
                  <a:cubicBezTo>
                    <a:pt x="100902" y="5303"/>
                    <a:pt x="100868" y="5337"/>
                    <a:pt x="100868" y="5371"/>
                  </a:cubicBezTo>
                  <a:cubicBezTo>
                    <a:pt x="100868" y="5439"/>
                    <a:pt x="100902" y="5439"/>
                    <a:pt x="100970" y="5439"/>
                  </a:cubicBezTo>
                  <a:lnTo>
                    <a:pt x="101073" y="5439"/>
                  </a:lnTo>
                  <a:cubicBezTo>
                    <a:pt x="101141" y="5439"/>
                    <a:pt x="101175" y="5371"/>
                    <a:pt x="101141" y="5337"/>
                  </a:cubicBezTo>
                  <a:cubicBezTo>
                    <a:pt x="101141" y="5303"/>
                    <a:pt x="101107" y="5269"/>
                    <a:pt x="101073" y="5269"/>
                  </a:cubicBezTo>
                  <a:close/>
                  <a:moveTo>
                    <a:pt x="100493" y="5337"/>
                  </a:moveTo>
                  <a:lnTo>
                    <a:pt x="100390" y="5371"/>
                  </a:lnTo>
                  <a:cubicBezTo>
                    <a:pt x="100322" y="5371"/>
                    <a:pt x="100288" y="5405"/>
                    <a:pt x="100322" y="5473"/>
                  </a:cubicBezTo>
                  <a:cubicBezTo>
                    <a:pt x="100322" y="5507"/>
                    <a:pt x="100356" y="5542"/>
                    <a:pt x="100390" y="5542"/>
                  </a:cubicBezTo>
                  <a:lnTo>
                    <a:pt x="100527" y="5507"/>
                  </a:lnTo>
                  <a:cubicBezTo>
                    <a:pt x="100561" y="5507"/>
                    <a:pt x="100595" y="5473"/>
                    <a:pt x="100595" y="5405"/>
                  </a:cubicBezTo>
                  <a:cubicBezTo>
                    <a:pt x="100595" y="5371"/>
                    <a:pt x="100527" y="5337"/>
                    <a:pt x="100493" y="5337"/>
                  </a:cubicBezTo>
                  <a:close/>
                  <a:moveTo>
                    <a:pt x="99960" y="5426"/>
                  </a:moveTo>
                  <a:cubicBezTo>
                    <a:pt x="99947" y="5426"/>
                    <a:pt x="99931" y="5430"/>
                    <a:pt x="99913" y="5439"/>
                  </a:cubicBezTo>
                  <a:lnTo>
                    <a:pt x="99810" y="5439"/>
                  </a:lnTo>
                  <a:cubicBezTo>
                    <a:pt x="99776" y="5439"/>
                    <a:pt x="99742" y="5507"/>
                    <a:pt x="99742" y="5542"/>
                  </a:cubicBezTo>
                  <a:cubicBezTo>
                    <a:pt x="99742" y="5576"/>
                    <a:pt x="99776" y="5610"/>
                    <a:pt x="99810" y="5610"/>
                  </a:cubicBezTo>
                  <a:lnTo>
                    <a:pt x="99947" y="5610"/>
                  </a:lnTo>
                  <a:cubicBezTo>
                    <a:pt x="99981" y="5576"/>
                    <a:pt x="100015" y="5542"/>
                    <a:pt x="100015" y="5507"/>
                  </a:cubicBezTo>
                  <a:cubicBezTo>
                    <a:pt x="100015" y="5458"/>
                    <a:pt x="99997" y="5426"/>
                    <a:pt x="99960" y="5426"/>
                  </a:cubicBezTo>
                  <a:close/>
                  <a:moveTo>
                    <a:pt x="99367" y="5507"/>
                  </a:moveTo>
                  <a:lnTo>
                    <a:pt x="99230" y="5542"/>
                  </a:lnTo>
                  <a:cubicBezTo>
                    <a:pt x="99196" y="5542"/>
                    <a:pt x="99162" y="5576"/>
                    <a:pt x="99162" y="5610"/>
                  </a:cubicBezTo>
                  <a:cubicBezTo>
                    <a:pt x="99162" y="5678"/>
                    <a:pt x="99230" y="5712"/>
                    <a:pt x="99264" y="5712"/>
                  </a:cubicBezTo>
                  <a:lnTo>
                    <a:pt x="99367" y="5678"/>
                  </a:lnTo>
                  <a:cubicBezTo>
                    <a:pt x="99435" y="5678"/>
                    <a:pt x="99469" y="5644"/>
                    <a:pt x="99469" y="5576"/>
                  </a:cubicBezTo>
                  <a:cubicBezTo>
                    <a:pt x="99435" y="5542"/>
                    <a:pt x="99401" y="5507"/>
                    <a:pt x="99367" y="5507"/>
                  </a:cubicBezTo>
                  <a:close/>
                  <a:moveTo>
                    <a:pt x="98787" y="5576"/>
                  </a:moveTo>
                  <a:lnTo>
                    <a:pt x="98684" y="5610"/>
                  </a:lnTo>
                  <a:cubicBezTo>
                    <a:pt x="98616" y="5610"/>
                    <a:pt x="98582" y="5644"/>
                    <a:pt x="98616" y="5712"/>
                  </a:cubicBezTo>
                  <a:cubicBezTo>
                    <a:pt x="98616" y="5746"/>
                    <a:pt x="98650" y="5780"/>
                    <a:pt x="98684" y="5780"/>
                  </a:cubicBezTo>
                  <a:lnTo>
                    <a:pt x="98718" y="5780"/>
                  </a:lnTo>
                  <a:lnTo>
                    <a:pt x="98821" y="5746"/>
                  </a:lnTo>
                  <a:cubicBezTo>
                    <a:pt x="98855" y="5746"/>
                    <a:pt x="98889" y="5712"/>
                    <a:pt x="98889" y="5678"/>
                  </a:cubicBezTo>
                  <a:cubicBezTo>
                    <a:pt x="98889" y="5610"/>
                    <a:pt x="98821" y="5576"/>
                    <a:pt x="98787" y="5576"/>
                  </a:cubicBezTo>
                  <a:close/>
                  <a:moveTo>
                    <a:pt x="98104" y="5678"/>
                  </a:moveTo>
                  <a:cubicBezTo>
                    <a:pt x="98070" y="5712"/>
                    <a:pt x="98036" y="5746"/>
                    <a:pt x="98036" y="5780"/>
                  </a:cubicBezTo>
                  <a:cubicBezTo>
                    <a:pt x="98036" y="5815"/>
                    <a:pt x="98070" y="5849"/>
                    <a:pt x="98138" y="5849"/>
                  </a:cubicBezTo>
                  <a:lnTo>
                    <a:pt x="98241" y="5849"/>
                  </a:lnTo>
                  <a:cubicBezTo>
                    <a:pt x="98309" y="5849"/>
                    <a:pt x="98343" y="5780"/>
                    <a:pt x="98309" y="5746"/>
                  </a:cubicBezTo>
                  <a:cubicBezTo>
                    <a:pt x="98309" y="5712"/>
                    <a:pt x="98275" y="5678"/>
                    <a:pt x="98241" y="5678"/>
                  </a:cubicBezTo>
                  <a:close/>
                  <a:moveTo>
                    <a:pt x="97660" y="5746"/>
                  </a:moveTo>
                  <a:lnTo>
                    <a:pt x="97558" y="5780"/>
                  </a:lnTo>
                  <a:cubicBezTo>
                    <a:pt x="97490" y="5780"/>
                    <a:pt x="97456" y="5815"/>
                    <a:pt x="97456" y="5883"/>
                  </a:cubicBezTo>
                  <a:cubicBezTo>
                    <a:pt x="97490" y="5917"/>
                    <a:pt x="97524" y="5951"/>
                    <a:pt x="97558" y="5951"/>
                  </a:cubicBezTo>
                  <a:lnTo>
                    <a:pt x="97695" y="5917"/>
                  </a:lnTo>
                  <a:cubicBezTo>
                    <a:pt x="97729" y="5917"/>
                    <a:pt x="97763" y="5883"/>
                    <a:pt x="97763" y="5815"/>
                  </a:cubicBezTo>
                  <a:cubicBezTo>
                    <a:pt x="97763" y="5780"/>
                    <a:pt x="97695" y="5746"/>
                    <a:pt x="97660" y="5746"/>
                  </a:cubicBezTo>
                  <a:close/>
                  <a:moveTo>
                    <a:pt x="97128" y="5835"/>
                  </a:moveTo>
                  <a:cubicBezTo>
                    <a:pt x="97114" y="5835"/>
                    <a:pt x="97099" y="5840"/>
                    <a:pt x="97080" y="5849"/>
                  </a:cubicBezTo>
                  <a:lnTo>
                    <a:pt x="96978" y="5849"/>
                  </a:lnTo>
                  <a:cubicBezTo>
                    <a:pt x="96944" y="5849"/>
                    <a:pt x="96910" y="5917"/>
                    <a:pt x="96910" y="5951"/>
                  </a:cubicBezTo>
                  <a:cubicBezTo>
                    <a:pt x="96910" y="5985"/>
                    <a:pt x="96944" y="6019"/>
                    <a:pt x="96978" y="6019"/>
                  </a:cubicBezTo>
                  <a:lnTo>
                    <a:pt x="97114" y="6019"/>
                  </a:lnTo>
                  <a:cubicBezTo>
                    <a:pt x="97149" y="5985"/>
                    <a:pt x="97183" y="5951"/>
                    <a:pt x="97183" y="5917"/>
                  </a:cubicBezTo>
                  <a:cubicBezTo>
                    <a:pt x="97183" y="5867"/>
                    <a:pt x="97164" y="5835"/>
                    <a:pt x="97128" y="5835"/>
                  </a:cubicBezTo>
                  <a:close/>
                  <a:moveTo>
                    <a:pt x="96398" y="5917"/>
                  </a:moveTo>
                  <a:cubicBezTo>
                    <a:pt x="96364" y="5951"/>
                    <a:pt x="96330" y="5985"/>
                    <a:pt x="96330" y="6019"/>
                  </a:cubicBezTo>
                  <a:cubicBezTo>
                    <a:pt x="96330" y="6088"/>
                    <a:pt x="96398" y="6088"/>
                    <a:pt x="96432" y="6088"/>
                  </a:cubicBezTo>
                  <a:lnTo>
                    <a:pt x="96534" y="6088"/>
                  </a:lnTo>
                  <a:cubicBezTo>
                    <a:pt x="96603" y="6088"/>
                    <a:pt x="96637" y="6019"/>
                    <a:pt x="96637" y="5985"/>
                  </a:cubicBezTo>
                  <a:cubicBezTo>
                    <a:pt x="96603" y="5951"/>
                    <a:pt x="96569" y="5917"/>
                    <a:pt x="96534" y="5917"/>
                  </a:cubicBezTo>
                  <a:close/>
                  <a:moveTo>
                    <a:pt x="95954" y="5985"/>
                  </a:moveTo>
                  <a:lnTo>
                    <a:pt x="95852" y="6019"/>
                  </a:lnTo>
                  <a:cubicBezTo>
                    <a:pt x="95784" y="6019"/>
                    <a:pt x="95750" y="6053"/>
                    <a:pt x="95784" y="6122"/>
                  </a:cubicBezTo>
                  <a:cubicBezTo>
                    <a:pt x="95784" y="6156"/>
                    <a:pt x="95818" y="6190"/>
                    <a:pt x="95852" y="6190"/>
                  </a:cubicBezTo>
                  <a:lnTo>
                    <a:pt x="95886" y="6190"/>
                  </a:lnTo>
                  <a:lnTo>
                    <a:pt x="95988" y="6156"/>
                  </a:lnTo>
                  <a:cubicBezTo>
                    <a:pt x="96023" y="6156"/>
                    <a:pt x="96057" y="6122"/>
                    <a:pt x="96057" y="6053"/>
                  </a:cubicBezTo>
                  <a:cubicBezTo>
                    <a:pt x="96057" y="6019"/>
                    <a:pt x="95988" y="5985"/>
                    <a:pt x="95954" y="5985"/>
                  </a:cubicBezTo>
                  <a:close/>
                  <a:moveTo>
                    <a:pt x="95435" y="6074"/>
                  </a:moveTo>
                  <a:cubicBezTo>
                    <a:pt x="95427" y="6074"/>
                    <a:pt x="95417" y="6078"/>
                    <a:pt x="95408" y="6088"/>
                  </a:cubicBezTo>
                  <a:lnTo>
                    <a:pt x="95272" y="6088"/>
                  </a:lnTo>
                  <a:cubicBezTo>
                    <a:pt x="95238" y="6088"/>
                    <a:pt x="95204" y="6156"/>
                    <a:pt x="95204" y="6190"/>
                  </a:cubicBezTo>
                  <a:cubicBezTo>
                    <a:pt x="95204" y="6224"/>
                    <a:pt x="95238" y="6258"/>
                    <a:pt x="95306" y="6258"/>
                  </a:cubicBezTo>
                  <a:lnTo>
                    <a:pt x="95408" y="6258"/>
                  </a:lnTo>
                  <a:cubicBezTo>
                    <a:pt x="95477" y="6258"/>
                    <a:pt x="95511" y="6190"/>
                    <a:pt x="95477" y="6156"/>
                  </a:cubicBezTo>
                  <a:cubicBezTo>
                    <a:pt x="95477" y="6106"/>
                    <a:pt x="95458" y="6074"/>
                    <a:pt x="95435" y="6074"/>
                  </a:cubicBezTo>
                  <a:close/>
                  <a:moveTo>
                    <a:pt x="94828" y="6156"/>
                  </a:moveTo>
                  <a:lnTo>
                    <a:pt x="94726" y="6190"/>
                  </a:lnTo>
                  <a:cubicBezTo>
                    <a:pt x="94658" y="6190"/>
                    <a:pt x="94624" y="6224"/>
                    <a:pt x="94624" y="6258"/>
                  </a:cubicBezTo>
                  <a:cubicBezTo>
                    <a:pt x="94658" y="6326"/>
                    <a:pt x="94692" y="6361"/>
                    <a:pt x="94726" y="6361"/>
                  </a:cubicBezTo>
                  <a:lnTo>
                    <a:pt x="94862" y="6326"/>
                  </a:lnTo>
                  <a:cubicBezTo>
                    <a:pt x="94896" y="6326"/>
                    <a:pt x="94931" y="6292"/>
                    <a:pt x="94931" y="6224"/>
                  </a:cubicBezTo>
                  <a:cubicBezTo>
                    <a:pt x="94931" y="6190"/>
                    <a:pt x="94862" y="6156"/>
                    <a:pt x="94828" y="6156"/>
                  </a:cubicBezTo>
                  <a:close/>
                  <a:moveTo>
                    <a:pt x="94248" y="6224"/>
                  </a:moveTo>
                  <a:lnTo>
                    <a:pt x="94146" y="6258"/>
                  </a:lnTo>
                  <a:cubicBezTo>
                    <a:pt x="94112" y="6258"/>
                    <a:pt x="94078" y="6292"/>
                    <a:pt x="94078" y="6361"/>
                  </a:cubicBezTo>
                  <a:cubicBezTo>
                    <a:pt x="94078" y="6395"/>
                    <a:pt x="94112" y="6429"/>
                    <a:pt x="94146" y="6429"/>
                  </a:cubicBezTo>
                  <a:lnTo>
                    <a:pt x="94180" y="6429"/>
                  </a:lnTo>
                  <a:lnTo>
                    <a:pt x="94282" y="6395"/>
                  </a:lnTo>
                  <a:cubicBezTo>
                    <a:pt x="94316" y="6395"/>
                    <a:pt x="94351" y="6361"/>
                    <a:pt x="94351" y="6326"/>
                  </a:cubicBezTo>
                  <a:cubicBezTo>
                    <a:pt x="94351" y="6258"/>
                    <a:pt x="94316" y="6224"/>
                    <a:pt x="94248" y="6224"/>
                  </a:cubicBezTo>
                  <a:close/>
                  <a:moveTo>
                    <a:pt x="93566" y="6326"/>
                  </a:moveTo>
                  <a:cubicBezTo>
                    <a:pt x="93532" y="6361"/>
                    <a:pt x="93497" y="6395"/>
                    <a:pt x="93497" y="6429"/>
                  </a:cubicBezTo>
                  <a:cubicBezTo>
                    <a:pt x="93497" y="6463"/>
                    <a:pt x="93532" y="6497"/>
                    <a:pt x="93600" y="6497"/>
                  </a:cubicBezTo>
                  <a:lnTo>
                    <a:pt x="93702" y="6497"/>
                  </a:lnTo>
                  <a:cubicBezTo>
                    <a:pt x="93770" y="6497"/>
                    <a:pt x="93805" y="6429"/>
                    <a:pt x="93805" y="6395"/>
                  </a:cubicBezTo>
                  <a:cubicBezTo>
                    <a:pt x="93770" y="6361"/>
                    <a:pt x="93736" y="6326"/>
                    <a:pt x="93702" y="6326"/>
                  </a:cubicBezTo>
                  <a:close/>
                  <a:moveTo>
                    <a:pt x="93122" y="6395"/>
                  </a:moveTo>
                  <a:lnTo>
                    <a:pt x="93020" y="6429"/>
                  </a:lnTo>
                  <a:cubicBezTo>
                    <a:pt x="92951" y="6429"/>
                    <a:pt x="92917" y="6463"/>
                    <a:pt x="92951" y="6531"/>
                  </a:cubicBezTo>
                  <a:cubicBezTo>
                    <a:pt x="92951" y="6565"/>
                    <a:pt x="92986" y="6599"/>
                    <a:pt x="93020" y="6599"/>
                  </a:cubicBezTo>
                  <a:lnTo>
                    <a:pt x="93156" y="6565"/>
                  </a:lnTo>
                  <a:cubicBezTo>
                    <a:pt x="93190" y="6565"/>
                    <a:pt x="93224" y="6531"/>
                    <a:pt x="93224" y="6463"/>
                  </a:cubicBezTo>
                  <a:cubicBezTo>
                    <a:pt x="93224" y="6429"/>
                    <a:pt x="93156" y="6395"/>
                    <a:pt x="93122" y="6395"/>
                  </a:cubicBezTo>
                  <a:close/>
                  <a:moveTo>
                    <a:pt x="92590" y="6484"/>
                  </a:moveTo>
                  <a:cubicBezTo>
                    <a:pt x="92576" y="6484"/>
                    <a:pt x="92560" y="6488"/>
                    <a:pt x="92542" y="6497"/>
                  </a:cubicBezTo>
                  <a:lnTo>
                    <a:pt x="92440" y="6497"/>
                  </a:lnTo>
                  <a:cubicBezTo>
                    <a:pt x="92406" y="6497"/>
                    <a:pt x="92371" y="6565"/>
                    <a:pt x="92371" y="6599"/>
                  </a:cubicBezTo>
                  <a:cubicBezTo>
                    <a:pt x="92371" y="6634"/>
                    <a:pt x="92406" y="6668"/>
                    <a:pt x="92474" y="6668"/>
                  </a:cubicBezTo>
                  <a:lnTo>
                    <a:pt x="92576" y="6668"/>
                  </a:lnTo>
                  <a:cubicBezTo>
                    <a:pt x="92644" y="6634"/>
                    <a:pt x="92678" y="6599"/>
                    <a:pt x="92644" y="6565"/>
                  </a:cubicBezTo>
                  <a:cubicBezTo>
                    <a:pt x="92644" y="6515"/>
                    <a:pt x="92626" y="6484"/>
                    <a:pt x="92590" y="6484"/>
                  </a:cubicBezTo>
                  <a:close/>
                  <a:moveTo>
                    <a:pt x="91894" y="6565"/>
                  </a:moveTo>
                  <a:cubicBezTo>
                    <a:pt x="91825" y="6599"/>
                    <a:pt x="91791" y="6634"/>
                    <a:pt x="91791" y="6668"/>
                  </a:cubicBezTo>
                  <a:cubicBezTo>
                    <a:pt x="91825" y="6736"/>
                    <a:pt x="91860" y="6736"/>
                    <a:pt x="91894" y="6736"/>
                  </a:cubicBezTo>
                  <a:lnTo>
                    <a:pt x="92030" y="6736"/>
                  </a:lnTo>
                  <a:cubicBezTo>
                    <a:pt x="92064" y="6736"/>
                    <a:pt x="92098" y="6668"/>
                    <a:pt x="92098" y="6634"/>
                  </a:cubicBezTo>
                  <a:cubicBezTo>
                    <a:pt x="92098" y="6599"/>
                    <a:pt x="92030" y="6565"/>
                    <a:pt x="91996" y="6565"/>
                  </a:cubicBezTo>
                  <a:close/>
                  <a:moveTo>
                    <a:pt x="91416" y="6634"/>
                  </a:moveTo>
                  <a:lnTo>
                    <a:pt x="91314" y="6668"/>
                  </a:lnTo>
                  <a:cubicBezTo>
                    <a:pt x="91279" y="6668"/>
                    <a:pt x="91245" y="6702"/>
                    <a:pt x="91245" y="6770"/>
                  </a:cubicBezTo>
                  <a:cubicBezTo>
                    <a:pt x="91245" y="6804"/>
                    <a:pt x="91279" y="6838"/>
                    <a:pt x="91314" y="6838"/>
                  </a:cubicBezTo>
                  <a:lnTo>
                    <a:pt x="91348" y="6838"/>
                  </a:lnTo>
                  <a:lnTo>
                    <a:pt x="91450" y="6804"/>
                  </a:lnTo>
                  <a:cubicBezTo>
                    <a:pt x="91484" y="6804"/>
                    <a:pt x="91518" y="6770"/>
                    <a:pt x="91518" y="6702"/>
                  </a:cubicBezTo>
                  <a:cubicBezTo>
                    <a:pt x="91518" y="6668"/>
                    <a:pt x="91484" y="6634"/>
                    <a:pt x="91416" y="6634"/>
                  </a:cubicBezTo>
                  <a:close/>
                  <a:moveTo>
                    <a:pt x="90733" y="6736"/>
                  </a:moveTo>
                  <a:cubicBezTo>
                    <a:pt x="90699" y="6736"/>
                    <a:pt x="90665" y="6804"/>
                    <a:pt x="90665" y="6838"/>
                  </a:cubicBezTo>
                  <a:cubicBezTo>
                    <a:pt x="90665" y="6872"/>
                    <a:pt x="90699" y="6907"/>
                    <a:pt x="90768" y="6907"/>
                  </a:cubicBezTo>
                  <a:lnTo>
                    <a:pt x="90870" y="6907"/>
                  </a:lnTo>
                  <a:cubicBezTo>
                    <a:pt x="90938" y="6907"/>
                    <a:pt x="90972" y="6838"/>
                    <a:pt x="90972" y="6804"/>
                  </a:cubicBezTo>
                  <a:cubicBezTo>
                    <a:pt x="90938" y="6736"/>
                    <a:pt x="90904" y="6736"/>
                    <a:pt x="90870" y="6736"/>
                  </a:cubicBezTo>
                  <a:close/>
                  <a:moveTo>
                    <a:pt x="90290" y="6804"/>
                  </a:moveTo>
                  <a:lnTo>
                    <a:pt x="90188" y="6838"/>
                  </a:lnTo>
                  <a:cubicBezTo>
                    <a:pt x="90119" y="6838"/>
                    <a:pt x="90085" y="6872"/>
                    <a:pt x="90119" y="6907"/>
                  </a:cubicBezTo>
                  <a:cubicBezTo>
                    <a:pt x="90119" y="6975"/>
                    <a:pt x="90153" y="7009"/>
                    <a:pt x="90188" y="7009"/>
                  </a:cubicBezTo>
                  <a:lnTo>
                    <a:pt x="90324" y="6975"/>
                  </a:lnTo>
                  <a:cubicBezTo>
                    <a:pt x="90358" y="6975"/>
                    <a:pt x="90392" y="6941"/>
                    <a:pt x="90392" y="6872"/>
                  </a:cubicBezTo>
                  <a:cubicBezTo>
                    <a:pt x="90392" y="6838"/>
                    <a:pt x="90324" y="6804"/>
                    <a:pt x="90290" y="6804"/>
                  </a:cubicBezTo>
                  <a:close/>
                  <a:moveTo>
                    <a:pt x="89710" y="6872"/>
                  </a:moveTo>
                  <a:lnTo>
                    <a:pt x="89607" y="6907"/>
                  </a:lnTo>
                  <a:cubicBezTo>
                    <a:pt x="89573" y="6907"/>
                    <a:pt x="89539" y="6941"/>
                    <a:pt x="89539" y="7009"/>
                  </a:cubicBezTo>
                  <a:cubicBezTo>
                    <a:pt x="89539" y="7043"/>
                    <a:pt x="89573" y="7077"/>
                    <a:pt x="89607" y="7077"/>
                  </a:cubicBezTo>
                  <a:lnTo>
                    <a:pt x="89642" y="7077"/>
                  </a:lnTo>
                  <a:lnTo>
                    <a:pt x="89744" y="7043"/>
                  </a:lnTo>
                  <a:cubicBezTo>
                    <a:pt x="89812" y="7043"/>
                    <a:pt x="89846" y="7009"/>
                    <a:pt x="89812" y="6975"/>
                  </a:cubicBezTo>
                  <a:cubicBezTo>
                    <a:pt x="89812" y="6907"/>
                    <a:pt x="89778" y="6872"/>
                    <a:pt x="89710" y="6872"/>
                  </a:cubicBezTo>
                  <a:close/>
                  <a:moveTo>
                    <a:pt x="89061" y="6975"/>
                  </a:moveTo>
                  <a:cubicBezTo>
                    <a:pt x="88993" y="7009"/>
                    <a:pt x="88959" y="7043"/>
                    <a:pt x="88959" y="7077"/>
                  </a:cubicBezTo>
                  <a:cubicBezTo>
                    <a:pt x="88993" y="7111"/>
                    <a:pt x="89027" y="7145"/>
                    <a:pt x="89061" y="7145"/>
                  </a:cubicBezTo>
                  <a:lnTo>
                    <a:pt x="89198" y="7145"/>
                  </a:lnTo>
                  <a:cubicBezTo>
                    <a:pt x="89232" y="7145"/>
                    <a:pt x="89266" y="7077"/>
                    <a:pt x="89266" y="7043"/>
                  </a:cubicBezTo>
                  <a:cubicBezTo>
                    <a:pt x="89232" y="7009"/>
                    <a:pt x="89198" y="6975"/>
                    <a:pt x="89164" y="6975"/>
                  </a:cubicBezTo>
                  <a:close/>
                  <a:moveTo>
                    <a:pt x="88584" y="7043"/>
                  </a:moveTo>
                  <a:lnTo>
                    <a:pt x="88481" y="7077"/>
                  </a:lnTo>
                  <a:cubicBezTo>
                    <a:pt x="88447" y="7077"/>
                    <a:pt x="88413" y="7111"/>
                    <a:pt x="88413" y="7180"/>
                  </a:cubicBezTo>
                  <a:cubicBezTo>
                    <a:pt x="88413" y="7214"/>
                    <a:pt x="88447" y="7248"/>
                    <a:pt x="88481" y="7248"/>
                  </a:cubicBezTo>
                  <a:lnTo>
                    <a:pt x="88515" y="7248"/>
                  </a:lnTo>
                  <a:lnTo>
                    <a:pt x="88618" y="7214"/>
                  </a:lnTo>
                  <a:cubicBezTo>
                    <a:pt x="88652" y="7214"/>
                    <a:pt x="88686" y="7180"/>
                    <a:pt x="88686" y="7111"/>
                  </a:cubicBezTo>
                  <a:cubicBezTo>
                    <a:pt x="88686" y="7077"/>
                    <a:pt x="88652" y="7043"/>
                    <a:pt x="88584" y="7043"/>
                  </a:cubicBezTo>
                  <a:close/>
                  <a:moveTo>
                    <a:pt x="88065" y="7132"/>
                  </a:moveTo>
                  <a:cubicBezTo>
                    <a:pt x="88056" y="7132"/>
                    <a:pt x="88047" y="7136"/>
                    <a:pt x="88038" y="7145"/>
                  </a:cubicBezTo>
                  <a:lnTo>
                    <a:pt x="87901" y="7145"/>
                  </a:lnTo>
                  <a:cubicBezTo>
                    <a:pt x="87867" y="7145"/>
                    <a:pt x="87833" y="7214"/>
                    <a:pt x="87833" y="7248"/>
                  </a:cubicBezTo>
                  <a:cubicBezTo>
                    <a:pt x="87833" y="7282"/>
                    <a:pt x="87867" y="7316"/>
                    <a:pt x="87935" y="7316"/>
                  </a:cubicBezTo>
                  <a:lnTo>
                    <a:pt x="88038" y="7316"/>
                  </a:lnTo>
                  <a:cubicBezTo>
                    <a:pt x="88106" y="7282"/>
                    <a:pt x="88140" y="7248"/>
                    <a:pt x="88106" y="7214"/>
                  </a:cubicBezTo>
                  <a:cubicBezTo>
                    <a:pt x="88106" y="7164"/>
                    <a:pt x="88088" y="7132"/>
                    <a:pt x="88065" y="7132"/>
                  </a:cubicBezTo>
                  <a:close/>
                  <a:moveTo>
                    <a:pt x="87355" y="7214"/>
                  </a:moveTo>
                  <a:cubicBezTo>
                    <a:pt x="87287" y="7248"/>
                    <a:pt x="87253" y="7282"/>
                    <a:pt x="87287" y="7316"/>
                  </a:cubicBezTo>
                  <a:cubicBezTo>
                    <a:pt x="87287" y="7384"/>
                    <a:pt x="87321" y="7384"/>
                    <a:pt x="87355" y="7384"/>
                  </a:cubicBezTo>
                  <a:lnTo>
                    <a:pt x="87492" y="7384"/>
                  </a:lnTo>
                  <a:cubicBezTo>
                    <a:pt x="87526" y="7384"/>
                    <a:pt x="87560" y="7350"/>
                    <a:pt x="87560" y="7282"/>
                  </a:cubicBezTo>
                  <a:cubicBezTo>
                    <a:pt x="87560" y="7248"/>
                    <a:pt x="87492" y="7214"/>
                    <a:pt x="87458" y="7214"/>
                  </a:cubicBezTo>
                  <a:close/>
                  <a:moveTo>
                    <a:pt x="86878" y="7282"/>
                  </a:moveTo>
                  <a:lnTo>
                    <a:pt x="86775" y="7316"/>
                  </a:lnTo>
                  <a:cubicBezTo>
                    <a:pt x="86741" y="7316"/>
                    <a:pt x="86707" y="7350"/>
                    <a:pt x="86707" y="7418"/>
                  </a:cubicBezTo>
                  <a:cubicBezTo>
                    <a:pt x="86707" y="7452"/>
                    <a:pt x="86741" y="7487"/>
                    <a:pt x="86775" y="7487"/>
                  </a:cubicBezTo>
                  <a:lnTo>
                    <a:pt x="86809" y="7487"/>
                  </a:lnTo>
                  <a:lnTo>
                    <a:pt x="86912" y="7452"/>
                  </a:lnTo>
                  <a:cubicBezTo>
                    <a:pt x="86946" y="7452"/>
                    <a:pt x="86980" y="7418"/>
                    <a:pt x="86980" y="7350"/>
                  </a:cubicBezTo>
                  <a:cubicBezTo>
                    <a:pt x="86980" y="7316"/>
                    <a:pt x="86946" y="7282"/>
                    <a:pt x="86878" y="7282"/>
                  </a:cubicBezTo>
                  <a:close/>
                  <a:moveTo>
                    <a:pt x="86359" y="7371"/>
                  </a:moveTo>
                  <a:cubicBezTo>
                    <a:pt x="86350" y="7371"/>
                    <a:pt x="86341" y="7375"/>
                    <a:pt x="86332" y="7384"/>
                  </a:cubicBezTo>
                  <a:lnTo>
                    <a:pt x="86195" y="7384"/>
                  </a:lnTo>
                  <a:cubicBezTo>
                    <a:pt x="86161" y="7384"/>
                    <a:pt x="86127" y="7452"/>
                    <a:pt x="86127" y="7487"/>
                  </a:cubicBezTo>
                  <a:cubicBezTo>
                    <a:pt x="86161" y="7521"/>
                    <a:pt x="86195" y="7555"/>
                    <a:pt x="86229" y="7555"/>
                  </a:cubicBezTo>
                  <a:lnTo>
                    <a:pt x="86366" y="7555"/>
                  </a:lnTo>
                  <a:cubicBezTo>
                    <a:pt x="86400" y="7555"/>
                    <a:pt x="86434" y="7487"/>
                    <a:pt x="86434" y="7452"/>
                  </a:cubicBezTo>
                  <a:cubicBezTo>
                    <a:pt x="86409" y="7403"/>
                    <a:pt x="86384" y="7371"/>
                    <a:pt x="86359" y="7371"/>
                  </a:cubicBezTo>
                  <a:close/>
                  <a:moveTo>
                    <a:pt x="85752" y="7452"/>
                  </a:moveTo>
                  <a:lnTo>
                    <a:pt x="85649" y="7487"/>
                  </a:lnTo>
                  <a:cubicBezTo>
                    <a:pt x="85581" y="7487"/>
                    <a:pt x="85581" y="7521"/>
                    <a:pt x="85581" y="7555"/>
                  </a:cubicBezTo>
                  <a:cubicBezTo>
                    <a:pt x="85581" y="7623"/>
                    <a:pt x="85615" y="7657"/>
                    <a:pt x="85649" y="7657"/>
                  </a:cubicBezTo>
                  <a:lnTo>
                    <a:pt x="85683" y="7657"/>
                  </a:lnTo>
                  <a:lnTo>
                    <a:pt x="85786" y="7623"/>
                  </a:lnTo>
                  <a:cubicBezTo>
                    <a:pt x="85820" y="7623"/>
                    <a:pt x="85854" y="7589"/>
                    <a:pt x="85854" y="7521"/>
                  </a:cubicBezTo>
                  <a:cubicBezTo>
                    <a:pt x="85854" y="7487"/>
                    <a:pt x="85820" y="7452"/>
                    <a:pt x="85752" y="7452"/>
                  </a:cubicBezTo>
                  <a:close/>
                  <a:moveTo>
                    <a:pt x="85206" y="7521"/>
                  </a:moveTo>
                  <a:lnTo>
                    <a:pt x="85069" y="7555"/>
                  </a:lnTo>
                  <a:cubicBezTo>
                    <a:pt x="85035" y="7555"/>
                    <a:pt x="85001" y="7589"/>
                    <a:pt x="85001" y="7657"/>
                  </a:cubicBezTo>
                  <a:cubicBezTo>
                    <a:pt x="85001" y="7691"/>
                    <a:pt x="85035" y="7725"/>
                    <a:pt x="85103" y="7725"/>
                  </a:cubicBezTo>
                  <a:lnTo>
                    <a:pt x="85206" y="7691"/>
                  </a:lnTo>
                  <a:cubicBezTo>
                    <a:pt x="85274" y="7691"/>
                    <a:pt x="85308" y="7657"/>
                    <a:pt x="85274" y="7623"/>
                  </a:cubicBezTo>
                  <a:cubicBezTo>
                    <a:pt x="85274" y="7555"/>
                    <a:pt x="85240" y="7521"/>
                    <a:pt x="85206" y="7521"/>
                  </a:cubicBezTo>
                  <a:close/>
                  <a:moveTo>
                    <a:pt x="84523" y="7623"/>
                  </a:moveTo>
                  <a:cubicBezTo>
                    <a:pt x="84455" y="7657"/>
                    <a:pt x="84421" y="7691"/>
                    <a:pt x="84455" y="7725"/>
                  </a:cubicBezTo>
                  <a:cubicBezTo>
                    <a:pt x="84455" y="7760"/>
                    <a:pt x="84489" y="7794"/>
                    <a:pt x="84523" y="7794"/>
                  </a:cubicBezTo>
                  <a:lnTo>
                    <a:pt x="84660" y="7794"/>
                  </a:lnTo>
                  <a:cubicBezTo>
                    <a:pt x="84694" y="7794"/>
                    <a:pt x="84728" y="7725"/>
                    <a:pt x="84728" y="7691"/>
                  </a:cubicBezTo>
                  <a:cubicBezTo>
                    <a:pt x="84728" y="7657"/>
                    <a:pt x="84660" y="7623"/>
                    <a:pt x="84625" y="7623"/>
                  </a:cubicBezTo>
                  <a:close/>
                  <a:moveTo>
                    <a:pt x="84045" y="7691"/>
                  </a:moveTo>
                  <a:lnTo>
                    <a:pt x="83943" y="7725"/>
                  </a:lnTo>
                  <a:cubicBezTo>
                    <a:pt x="83909" y="7725"/>
                    <a:pt x="83875" y="7760"/>
                    <a:pt x="83875" y="7828"/>
                  </a:cubicBezTo>
                  <a:cubicBezTo>
                    <a:pt x="83875" y="7862"/>
                    <a:pt x="83909" y="7896"/>
                    <a:pt x="83943" y="7896"/>
                  </a:cubicBezTo>
                  <a:lnTo>
                    <a:pt x="83977" y="7896"/>
                  </a:lnTo>
                  <a:lnTo>
                    <a:pt x="84079" y="7862"/>
                  </a:lnTo>
                  <a:cubicBezTo>
                    <a:pt x="84114" y="7862"/>
                    <a:pt x="84148" y="7828"/>
                    <a:pt x="84148" y="7760"/>
                  </a:cubicBezTo>
                  <a:cubicBezTo>
                    <a:pt x="84148" y="7725"/>
                    <a:pt x="84114" y="7691"/>
                    <a:pt x="84045" y="7691"/>
                  </a:cubicBezTo>
                  <a:close/>
                  <a:moveTo>
                    <a:pt x="83527" y="7780"/>
                  </a:moveTo>
                  <a:cubicBezTo>
                    <a:pt x="83518" y="7780"/>
                    <a:pt x="83509" y="7785"/>
                    <a:pt x="83499" y="7794"/>
                  </a:cubicBezTo>
                  <a:lnTo>
                    <a:pt x="83363" y="7794"/>
                  </a:lnTo>
                  <a:cubicBezTo>
                    <a:pt x="83329" y="7794"/>
                    <a:pt x="83295" y="7862"/>
                    <a:pt x="83295" y="7896"/>
                  </a:cubicBezTo>
                  <a:cubicBezTo>
                    <a:pt x="83295" y="7930"/>
                    <a:pt x="83363" y="7964"/>
                    <a:pt x="83397" y="7964"/>
                  </a:cubicBezTo>
                  <a:lnTo>
                    <a:pt x="83499" y="7964"/>
                  </a:lnTo>
                  <a:cubicBezTo>
                    <a:pt x="83568" y="7930"/>
                    <a:pt x="83602" y="7896"/>
                    <a:pt x="83602" y="7862"/>
                  </a:cubicBezTo>
                  <a:cubicBezTo>
                    <a:pt x="83577" y="7812"/>
                    <a:pt x="83552" y="7780"/>
                    <a:pt x="83527" y="7780"/>
                  </a:cubicBezTo>
                  <a:close/>
                  <a:moveTo>
                    <a:pt x="82817" y="7862"/>
                  </a:moveTo>
                  <a:cubicBezTo>
                    <a:pt x="82749" y="7896"/>
                    <a:pt x="82715" y="7930"/>
                    <a:pt x="82749" y="7964"/>
                  </a:cubicBezTo>
                  <a:cubicBezTo>
                    <a:pt x="82749" y="8033"/>
                    <a:pt x="82783" y="8033"/>
                    <a:pt x="82817" y="8033"/>
                  </a:cubicBezTo>
                  <a:lnTo>
                    <a:pt x="82953" y="8033"/>
                  </a:lnTo>
                  <a:cubicBezTo>
                    <a:pt x="82988" y="8033"/>
                    <a:pt x="83022" y="7998"/>
                    <a:pt x="83022" y="7930"/>
                  </a:cubicBezTo>
                  <a:cubicBezTo>
                    <a:pt x="83022" y="7896"/>
                    <a:pt x="82988" y="7862"/>
                    <a:pt x="82919" y="7862"/>
                  </a:cubicBezTo>
                  <a:close/>
                  <a:moveTo>
                    <a:pt x="82373" y="7930"/>
                  </a:moveTo>
                  <a:lnTo>
                    <a:pt x="82237" y="7964"/>
                  </a:lnTo>
                  <a:cubicBezTo>
                    <a:pt x="82203" y="7964"/>
                    <a:pt x="82169" y="7998"/>
                    <a:pt x="82169" y="8067"/>
                  </a:cubicBezTo>
                  <a:cubicBezTo>
                    <a:pt x="82169" y="8101"/>
                    <a:pt x="82203" y="8135"/>
                    <a:pt x="82271" y="8135"/>
                  </a:cubicBezTo>
                  <a:lnTo>
                    <a:pt x="82373" y="8101"/>
                  </a:lnTo>
                  <a:cubicBezTo>
                    <a:pt x="82442" y="8101"/>
                    <a:pt x="82476" y="8067"/>
                    <a:pt x="82442" y="8033"/>
                  </a:cubicBezTo>
                  <a:cubicBezTo>
                    <a:pt x="82442" y="7964"/>
                    <a:pt x="82407" y="7930"/>
                    <a:pt x="82373" y="7930"/>
                  </a:cubicBezTo>
                  <a:close/>
                  <a:moveTo>
                    <a:pt x="81691" y="8033"/>
                  </a:moveTo>
                  <a:cubicBezTo>
                    <a:pt x="81623" y="8033"/>
                    <a:pt x="81589" y="8101"/>
                    <a:pt x="81589" y="8135"/>
                  </a:cubicBezTo>
                  <a:cubicBezTo>
                    <a:pt x="81623" y="8169"/>
                    <a:pt x="81657" y="8203"/>
                    <a:pt x="81691" y="8203"/>
                  </a:cubicBezTo>
                  <a:lnTo>
                    <a:pt x="81827" y="8203"/>
                  </a:lnTo>
                  <a:cubicBezTo>
                    <a:pt x="81862" y="8203"/>
                    <a:pt x="81896" y="8135"/>
                    <a:pt x="81896" y="8101"/>
                  </a:cubicBezTo>
                  <a:cubicBezTo>
                    <a:pt x="81896" y="8067"/>
                    <a:pt x="81827" y="8033"/>
                    <a:pt x="81793" y="8033"/>
                  </a:cubicBezTo>
                  <a:close/>
                  <a:moveTo>
                    <a:pt x="81213" y="8101"/>
                  </a:moveTo>
                  <a:lnTo>
                    <a:pt x="81111" y="8135"/>
                  </a:lnTo>
                  <a:cubicBezTo>
                    <a:pt x="81077" y="8135"/>
                    <a:pt x="81043" y="8169"/>
                    <a:pt x="81043" y="8203"/>
                  </a:cubicBezTo>
                  <a:cubicBezTo>
                    <a:pt x="81043" y="8271"/>
                    <a:pt x="81077" y="8306"/>
                    <a:pt x="81111" y="8306"/>
                  </a:cubicBezTo>
                  <a:lnTo>
                    <a:pt x="81145" y="8306"/>
                  </a:lnTo>
                  <a:lnTo>
                    <a:pt x="81247" y="8271"/>
                  </a:lnTo>
                  <a:cubicBezTo>
                    <a:pt x="81281" y="8271"/>
                    <a:pt x="81316" y="8237"/>
                    <a:pt x="81316" y="8169"/>
                  </a:cubicBezTo>
                  <a:cubicBezTo>
                    <a:pt x="81316" y="8135"/>
                    <a:pt x="81281" y="8101"/>
                    <a:pt x="81213" y="8101"/>
                  </a:cubicBezTo>
                  <a:close/>
                  <a:moveTo>
                    <a:pt x="80695" y="8190"/>
                  </a:moveTo>
                  <a:cubicBezTo>
                    <a:pt x="80685" y="8190"/>
                    <a:pt x="80676" y="8194"/>
                    <a:pt x="80667" y="8203"/>
                  </a:cubicBezTo>
                  <a:lnTo>
                    <a:pt x="80531" y="8203"/>
                  </a:lnTo>
                  <a:cubicBezTo>
                    <a:pt x="80497" y="8203"/>
                    <a:pt x="80462" y="8237"/>
                    <a:pt x="80462" y="8306"/>
                  </a:cubicBezTo>
                  <a:cubicBezTo>
                    <a:pt x="80462" y="8340"/>
                    <a:pt x="80531" y="8374"/>
                    <a:pt x="80565" y="8374"/>
                  </a:cubicBezTo>
                  <a:lnTo>
                    <a:pt x="80667" y="8340"/>
                  </a:lnTo>
                  <a:cubicBezTo>
                    <a:pt x="80735" y="8340"/>
                    <a:pt x="80770" y="8306"/>
                    <a:pt x="80770" y="8271"/>
                  </a:cubicBezTo>
                  <a:cubicBezTo>
                    <a:pt x="80745" y="8221"/>
                    <a:pt x="80720" y="8190"/>
                    <a:pt x="80695" y="8190"/>
                  </a:cubicBezTo>
                  <a:close/>
                  <a:moveTo>
                    <a:pt x="79985" y="8271"/>
                  </a:moveTo>
                  <a:cubicBezTo>
                    <a:pt x="79916" y="8306"/>
                    <a:pt x="79882" y="8340"/>
                    <a:pt x="79916" y="8374"/>
                  </a:cubicBezTo>
                  <a:cubicBezTo>
                    <a:pt x="79916" y="8408"/>
                    <a:pt x="79951" y="8442"/>
                    <a:pt x="79985" y="8442"/>
                  </a:cubicBezTo>
                  <a:lnTo>
                    <a:pt x="80121" y="8442"/>
                  </a:lnTo>
                  <a:cubicBezTo>
                    <a:pt x="80155" y="8442"/>
                    <a:pt x="80189" y="8374"/>
                    <a:pt x="80189" y="8340"/>
                  </a:cubicBezTo>
                  <a:cubicBezTo>
                    <a:pt x="80189" y="8306"/>
                    <a:pt x="80121" y="8271"/>
                    <a:pt x="80087" y="8271"/>
                  </a:cubicBezTo>
                  <a:close/>
                  <a:moveTo>
                    <a:pt x="79541" y="8340"/>
                  </a:moveTo>
                  <a:lnTo>
                    <a:pt x="79405" y="8374"/>
                  </a:lnTo>
                  <a:cubicBezTo>
                    <a:pt x="79371" y="8374"/>
                    <a:pt x="79336" y="8408"/>
                    <a:pt x="79336" y="8476"/>
                  </a:cubicBezTo>
                  <a:cubicBezTo>
                    <a:pt x="79336" y="8510"/>
                    <a:pt x="79371" y="8544"/>
                    <a:pt x="79439" y="8544"/>
                  </a:cubicBezTo>
                  <a:lnTo>
                    <a:pt x="79541" y="8510"/>
                  </a:lnTo>
                  <a:cubicBezTo>
                    <a:pt x="79609" y="8510"/>
                    <a:pt x="79644" y="8476"/>
                    <a:pt x="79609" y="8408"/>
                  </a:cubicBezTo>
                  <a:cubicBezTo>
                    <a:pt x="79609" y="8374"/>
                    <a:pt x="79575" y="8340"/>
                    <a:pt x="79541" y="8340"/>
                  </a:cubicBezTo>
                  <a:close/>
                  <a:moveTo>
                    <a:pt x="78994" y="8429"/>
                  </a:moveTo>
                  <a:cubicBezTo>
                    <a:pt x="78982" y="8429"/>
                    <a:pt x="78970" y="8433"/>
                    <a:pt x="78961" y="8442"/>
                  </a:cubicBezTo>
                  <a:lnTo>
                    <a:pt x="78859" y="8442"/>
                  </a:lnTo>
                  <a:cubicBezTo>
                    <a:pt x="78790" y="8442"/>
                    <a:pt x="78756" y="8510"/>
                    <a:pt x="78756" y="8544"/>
                  </a:cubicBezTo>
                  <a:cubicBezTo>
                    <a:pt x="78790" y="8579"/>
                    <a:pt x="78825" y="8613"/>
                    <a:pt x="78859" y="8613"/>
                  </a:cubicBezTo>
                  <a:lnTo>
                    <a:pt x="78995" y="8613"/>
                  </a:lnTo>
                  <a:cubicBezTo>
                    <a:pt x="79029" y="8579"/>
                    <a:pt x="79063" y="8544"/>
                    <a:pt x="79063" y="8510"/>
                  </a:cubicBezTo>
                  <a:cubicBezTo>
                    <a:pt x="79063" y="8460"/>
                    <a:pt x="79027" y="8429"/>
                    <a:pt x="78994" y="8429"/>
                  </a:cubicBezTo>
                  <a:close/>
                  <a:moveTo>
                    <a:pt x="78279" y="8510"/>
                  </a:moveTo>
                  <a:cubicBezTo>
                    <a:pt x="78244" y="8544"/>
                    <a:pt x="78210" y="8579"/>
                    <a:pt x="78210" y="8613"/>
                  </a:cubicBezTo>
                  <a:cubicBezTo>
                    <a:pt x="78210" y="8681"/>
                    <a:pt x="78244" y="8715"/>
                    <a:pt x="78279" y="8715"/>
                  </a:cubicBezTo>
                  <a:cubicBezTo>
                    <a:pt x="78279" y="8715"/>
                    <a:pt x="78313" y="8715"/>
                    <a:pt x="78313" y="8681"/>
                  </a:cubicBezTo>
                  <a:lnTo>
                    <a:pt x="78415" y="8681"/>
                  </a:lnTo>
                  <a:cubicBezTo>
                    <a:pt x="78449" y="8681"/>
                    <a:pt x="78483" y="8647"/>
                    <a:pt x="78483" y="8579"/>
                  </a:cubicBezTo>
                  <a:cubicBezTo>
                    <a:pt x="78483" y="8544"/>
                    <a:pt x="78449" y="8510"/>
                    <a:pt x="78381" y="8510"/>
                  </a:cubicBezTo>
                  <a:close/>
                  <a:moveTo>
                    <a:pt x="77835" y="8579"/>
                  </a:moveTo>
                  <a:lnTo>
                    <a:pt x="77698" y="8613"/>
                  </a:lnTo>
                  <a:cubicBezTo>
                    <a:pt x="77664" y="8613"/>
                    <a:pt x="77630" y="8647"/>
                    <a:pt x="77630" y="8715"/>
                  </a:cubicBezTo>
                  <a:cubicBezTo>
                    <a:pt x="77630" y="8749"/>
                    <a:pt x="77664" y="8783"/>
                    <a:pt x="77733" y="8783"/>
                  </a:cubicBezTo>
                  <a:lnTo>
                    <a:pt x="77835" y="8749"/>
                  </a:lnTo>
                  <a:cubicBezTo>
                    <a:pt x="77903" y="8749"/>
                    <a:pt x="77937" y="8715"/>
                    <a:pt x="77937" y="8681"/>
                  </a:cubicBezTo>
                  <a:cubicBezTo>
                    <a:pt x="77903" y="8613"/>
                    <a:pt x="77869" y="8579"/>
                    <a:pt x="77835" y="8579"/>
                  </a:cubicBezTo>
                  <a:close/>
                  <a:moveTo>
                    <a:pt x="77153" y="8681"/>
                  </a:moveTo>
                  <a:cubicBezTo>
                    <a:pt x="77084" y="8681"/>
                    <a:pt x="77050" y="8749"/>
                    <a:pt x="77084" y="8783"/>
                  </a:cubicBezTo>
                  <a:cubicBezTo>
                    <a:pt x="77084" y="8817"/>
                    <a:pt x="77118" y="8852"/>
                    <a:pt x="77153" y="8852"/>
                  </a:cubicBezTo>
                  <a:lnTo>
                    <a:pt x="77289" y="8852"/>
                  </a:lnTo>
                  <a:cubicBezTo>
                    <a:pt x="77323" y="8852"/>
                    <a:pt x="77357" y="8783"/>
                    <a:pt x="77357" y="8749"/>
                  </a:cubicBezTo>
                  <a:cubicBezTo>
                    <a:pt x="77357" y="8715"/>
                    <a:pt x="77289" y="8681"/>
                    <a:pt x="77255" y="8681"/>
                  </a:cubicBezTo>
                  <a:close/>
                  <a:moveTo>
                    <a:pt x="76675" y="8749"/>
                  </a:moveTo>
                  <a:lnTo>
                    <a:pt x="76572" y="8783"/>
                  </a:lnTo>
                  <a:cubicBezTo>
                    <a:pt x="76538" y="8783"/>
                    <a:pt x="76504" y="8817"/>
                    <a:pt x="76504" y="8852"/>
                  </a:cubicBezTo>
                  <a:cubicBezTo>
                    <a:pt x="76504" y="8920"/>
                    <a:pt x="76538" y="8954"/>
                    <a:pt x="76607" y="8954"/>
                  </a:cubicBezTo>
                  <a:lnTo>
                    <a:pt x="76709" y="8920"/>
                  </a:lnTo>
                  <a:cubicBezTo>
                    <a:pt x="76777" y="8920"/>
                    <a:pt x="76811" y="8886"/>
                    <a:pt x="76777" y="8817"/>
                  </a:cubicBezTo>
                  <a:cubicBezTo>
                    <a:pt x="76777" y="8783"/>
                    <a:pt x="76743" y="8749"/>
                    <a:pt x="76675" y="8749"/>
                  </a:cubicBezTo>
                  <a:close/>
                  <a:moveTo>
                    <a:pt x="76162" y="8838"/>
                  </a:moveTo>
                  <a:cubicBezTo>
                    <a:pt x="76150" y="8838"/>
                    <a:pt x="76138" y="8842"/>
                    <a:pt x="76129" y="8852"/>
                  </a:cubicBezTo>
                  <a:lnTo>
                    <a:pt x="76026" y="8852"/>
                  </a:lnTo>
                  <a:cubicBezTo>
                    <a:pt x="75958" y="8852"/>
                    <a:pt x="75924" y="8886"/>
                    <a:pt x="75924" y="8954"/>
                  </a:cubicBezTo>
                  <a:cubicBezTo>
                    <a:pt x="75958" y="8988"/>
                    <a:pt x="75992" y="9022"/>
                    <a:pt x="76026" y="9022"/>
                  </a:cubicBezTo>
                  <a:lnTo>
                    <a:pt x="76163" y="9022"/>
                  </a:lnTo>
                  <a:cubicBezTo>
                    <a:pt x="76197" y="8988"/>
                    <a:pt x="76231" y="8954"/>
                    <a:pt x="76231" y="8920"/>
                  </a:cubicBezTo>
                  <a:cubicBezTo>
                    <a:pt x="76231" y="8870"/>
                    <a:pt x="76195" y="8838"/>
                    <a:pt x="76162" y="8838"/>
                  </a:cubicBezTo>
                  <a:close/>
                  <a:moveTo>
                    <a:pt x="75446" y="8920"/>
                  </a:moveTo>
                  <a:cubicBezTo>
                    <a:pt x="75412" y="8954"/>
                    <a:pt x="75378" y="8988"/>
                    <a:pt x="75378" y="9022"/>
                  </a:cubicBezTo>
                  <a:cubicBezTo>
                    <a:pt x="75378" y="9056"/>
                    <a:pt x="75412" y="9090"/>
                    <a:pt x="75446" y="9090"/>
                  </a:cubicBezTo>
                  <a:lnTo>
                    <a:pt x="75583" y="9090"/>
                  </a:lnTo>
                  <a:cubicBezTo>
                    <a:pt x="75617" y="9090"/>
                    <a:pt x="75651" y="9022"/>
                    <a:pt x="75651" y="8988"/>
                  </a:cubicBezTo>
                  <a:cubicBezTo>
                    <a:pt x="75651" y="8954"/>
                    <a:pt x="75617" y="8920"/>
                    <a:pt x="75549" y="8920"/>
                  </a:cubicBezTo>
                  <a:close/>
                  <a:moveTo>
                    <a:pt x="75003" y="8988"/>
                  </a:moveTo>
                  <a:lnTo>
                    <a:pt x="74866" y="9022"/>
                  </a:lnTo>
                  <a:cubicBezTo>
                    <a:pt x="74832" y="9022"/>
                    <a:pt x="74798" y="9056"/>
                    <a:pt x="74798" y="9125"/>
                  </a:cubicBezTo>
                  <a:cubicBezTo>
                    <a:pt x="74798" y="9159"/>
                    <a:pt x="74832" y="9193"/>
                    <a:pt x="74900" y="9193"/>
                  </a:cubicBezTo>
                  <a:lnTo>
                    <a:pt x="75003" y="9159"/>
                  </a:lnTo>
                  <a:cubicBezTo>
                    <a:pt x="75071" y="9159"/>
                    <a:pt x="75105" y="9125"/>
                    <a:pt x="75071" y="9056"/>
                  </a:cubicBezTo>
                  <a:cubicBezTo>
                    <a:pt x="75071" y="9022"/>
                    <a:pt x="75037" y="8988"/>
                    <a:pt x="75003" y="8988"/>
                  </a:cubicBezTo>
                  <a:close/>
                  <a:moveTo>
                    <a:pt x="74455" y="9077"/>
                  </a:moveTo>
                  <a:cubicBezTo>
                    <a:pt x="74443" y="9077"/>
                    <a:pt x="74432" y="9081"/>
                    <a:pt x="74423" y="9090"/>
                  </a:cubicBezTo>
                  <a:lnTo>
                    <a:pt x="74320" y="9090"/>
                  </a:lnTo>
                  <a:cubicBezTo>
                    <a:pt x="74252" y="9090"/>
                    <a:pt x="74218" y="9159"/>
                    <a:pt x="74252" y="9193"/>
                  </a:cubicBezTo>
                  <a:cubicBezTo>
                    <a:pt x="74252" y="9227"/>
                    <a:pt x="74286" y="9261"/>
                    <a:pt x="74320" y="9261"/>
                  </a:cubicBezTo>
                  <a:lnTo>
                    <a:pt x="74457" y="9261"/>
                  </a:lnTo>
                  <a:cubicBezTo>
                    <a:pt x="74491" y="9227"/>
                    <a:pt x="74525" y="9193"/>
                    <a:pt x="74525" y="9159"/>
                  </a:cubicBezTo>
                  <a:cubicBezTo>
                    <a:pt x="74525" y="9109"/>
                    <a:pt x="74488" y="9077"/>
                    <a:pt x="74455" y="9077"/>
                  </a:cubicBezTo>
                  <a:close/>
                  <a:moveTo>
                    <a:pt x="73740" y="9159"/>
                  </a:moveTo>
                  <a:cubicBezTo>
                    <a:pt x="73706" y="9193"/>
                    <a:pt x="73672" y="9227"/>
                    <a:pt x="73672" y="9261"/>
                  </a:cubicBezTo>
                  <a:cubicBezTo>
                    <a:pt x="73672" y="9329"/>
                    <a:pt x="73706" y="9363"/>
                    <a:pt x="73740" y="9363"/>
                  </a:cubicBezTo>
                  <a:cubicBezTo>
                    <a:pt x="73774" y="9363"/>
                    <a:pt x="73774" y="9363"/>
                    <a:pt x="73774" y="9329"/>
                  </a:cubicBezTo>
                  <a:lnTo>
                    <a:pt x="73877" y="9329"/>
                  </a:lnTo>
                  <a:cubicBezTo>
                    <a:pt x="73945" y="9329"/>
                    <a:pt x="73945" y="9295"/>
                    <a:pt x="73945" y="9227"/>
                  </a:cubicBezTo>
                  <a:cubicBezTo>
                    <a:pt x="73945" y="9193"/>
                    <a:pt x="73911" y="9159"/>
                    <a:pt x="73843" y="9159"/>
                  </a:cubicBezTo>
                  <a:close/>
                  <a:moveTo>
                    <a:pt x="73297" y="9227"/>
                  </a:moveTo>
                  <a:lnTo>
                    <a:pt x="73160" y="9261"/>
                  </a:lnTo>
                  <a:cubicBezTo>
                    <a:pt x="73126" y="9261"/>
                    <a:pt x="73092" y="9295"/>
                    <a:pt x="73092" y="9363"/>
                  </a:cubicBezTo>
                  <a:cubicBezTo>
                    <a:pt x="73126" y="9398"/>
                    <a:pt x="73160" y="9432"/>
                    <a:pt x="73194" y="9432"/>
                  </a:cubicBezTo>
                  <a:lnTo>
                    <a:pt x="73331" y="9398"/>
                  </a:lnTo>
                  <a:cubicBezTo>
                    <a:pt x="73365" y="9398"/>
                    <a:pt x="73399" y="9363"/>
                    <a:pt x="73399" y="9329"/>
                  </a:cubicBezTo>
                  <a:cubicBezTo>
                    <a:pt x="73365" y="9261"/>
                    <a:pt x="73331" y="9227"/>
                    <a:pt x="73297" y="9227"/>
                  </a:cubicBezTo>
                  <a:close/>
                  <a:moveTo>
                    <a:pt x="72614" y="9329"/>
                  </a:moveTo>
                  <a:cubicBezTo>
                    <a:pt x="72580" y="9329"/>
                    <a:pt x="72546" y="9398"/>
                    <a:pt x="72546" y="9432"/>
                  </a:cubicBezTo>
                  <a:cubicBezTo>
                    <a:pt x="72546" y="9466"/>
                    <a:pt x="72580" y="9500"/>
                    <a:pt x="72614" y="9500"/>
                  </a:cubicBezTo>
                  <a:lnTo>
                    <a:pt x="72751" y="9500"/>
                  </a:lnTo>
                  <a:cubicBezTo>
                    <a:pt x="72785" y="9500"/>
                    <a:pt x="72819" y="9432"/>
                    <a:pt x="72819" y="9398"/>
                  </a:cubicBezTo>
                  <a:cubicBezTo>
                    <a:pt x="72819" y="9363"/>
                    <a:pt x="72785" y="9329"/>
                    <a:pt x="72717" y="9329"/>
                  </a:cubicBezTo>
                  <a:close/>
                  <a:moveTo>
                    <a:pt x="72171" y="9398"/>
                  </a:moveTo>
                  <a:lnTo>
                    <a:pt x="72034" y="9432"/>
                  </a:lnTo>
                  <a:cubicBezTo>
                    <a:pt x="72000" y="9432"/>
                    <a:pt x="71966" y="9466"/>
                    <a:pt x="71966" y="9500"/>
                  </a:cubicBezTo>
                  <a:cubicBezTo>
                    <a:pt x="71966" y="9568"/>
                    <a:pt x="72000" y="9602"/>
                    <a:pt x="72068" y="9602"/>
                  </a:cubicBezTo>
                  <a:lnTo>
                    <a:pt x="72171" y="9568"/>
                  </a:lnTo>
                  <a:cubicBezTo>
                    <a:pt x="72239" y="9568"/>
                    <a:pt x="72273" y="9534"/>
                    <a:pt x="72239" y="9466"/>
                  </a:cubicBezTo>
                  <a:cubicBezTo>
                    <a:pt x="72239" y="9432"/>
                    <a:pt x="72205" y="9398"/>
                    <a:pt x="72171" y="9398"/>
                  </a:cubicBezTo>
                  <a:close/>
                  <a:moveTo>
                    <a:pt x="71623" y="9486"/>
                  </a:moveTo>
                  <a:cubicBezTo>
                    <a:pt x="71611" y="9486"/>
                    <a:pt x="71600" y="9491"/>
                    <a:pt x="71590" y="9500"/>
                  </a:cubicBezTo>
                  <a:lnTo>
                    <a:pt x="71488" y="9500"/>
                  </a:lnTo>
                  <a:cubicBezTo>
                    <a:pt x="71420" y="9500"/>
                    <a:pt x="71386" y="9534"/>
                    <a:pt x="71420" y="9602"/>
                  </a:cubicBezTo>
                  <a:cubicBezTo>
                    <a:pt x="71420" y="9636"/>
                    <a:pt x="71454" y="9671"/>
                    <a:pt x="71488" y="9671"/>
                  </a:cubicBezTo>
                  <a:lnTo>
                    <a:pt x="71625" y="9671"/>
                  </a:lnTo>
                  <a:cubicBezTo>
                    <a:pt x="71659" y="9636"/>
                    <a:pt x="71693" y="9602"/>
                    <a:pt x="71693" y="9568"/>
                  </a:cubicBezTo>
                  <a:cubicBezTo>
                    <a:pt x="71693" y="9518"/>
                    <a:pt x="71656" y="9486"/>
                    <a:pt x="71623" y="9486"/>
                  </a:cubicBezTo>
                  <a:close/>
                  <a:moveTo>
                    <a:pt x="70908" y="9568"/>
                  </a:moveTo>
                  <a:cubicBezTo>
                    <a:pt x="70874" y="9602"/>
                    <a:pt x="70840" y="9636"/>
                    <a:pt x="70840" y="9671"/>
                  </a:cubicBezTo>
                  <a:cubicBezTo>
                    <a:pt x="70840" y="9705"/>
                    <a:pt x="70874" y="9739"/>
                    <a:pt x="70908" y="9739"/>
                  </a:cubicBezTo>
                  <a:lnTo>
                    <a:pt x="71045" y="9739"/>
                  </a:lnTo>
                  <a:cubicBezTo>
                    <a:pt x="71079" y="9739"/>
                    <a:pt x="71113" y="9671"/>
                    <a:pt x="71113" y="9636"/>
                  </a:cubicBezTo>
                  <a:cubicBezTo>
                    <a:pt x="71113" y="9602"/>
                    <a:pt x="71079" y="9568"/>
                    <a:pt x="71010" y="9568"/>
                  </a:cubicBezTo>
                  <a:close/>
                  <a:moveTo>
                    <a:pt x="70464" y="9636"/>
                  </a:moveTo>
                  <a:lnTo>
                    <a:pt x="70328" y="9671"/>
                  </a:lnTo>
                  <a:cubicBezTo>
                    <a:pt x="70294" y="9671"/>
                    <a:pt x="70260" y="9705"/>
                    <a:pt x="70260" y="9773"/>
                  </a:cubicBezTo>
                  <a:cubicBezTo>
                    <a:pt x="70294" y="9807"/>
                    <a:pt x="70328" y="9841"/>
                    <a:pt x="70362" y="9841"/>
                  </a:cubicBezTo>
                  <a:lnTo>
                    <a:pt x="70499" y="9807"/>
                  </a:lnTo>
                  <a:cubicBezTo>
                    <a:pt x="70533" y="9807"/>
                    <a:pt x="70567" y="9773"/>
                    <a:pt x="70567" y="9705"/>
                  </a:cubicBezTo>
                  <a:cubicBezTo>
                    <a:pt x="70533" y="9671"/>
                    <a:pt x="70499" y="9636"/>
                    <a:pt x="70464" y="9636"/>
                  </a:cubicBezTo>
                  <a:close/>
                  <a:moveTo>
                    <a:pt x="69932" y="9725"/>
                  </a:moveTo>
                  <a:cubicBezTo>
                    <a:pt x="69918" y="9725"/>
                    <a:pt x="69903" y="9730"/>
                    <a:pt x="69884" y="9739"/>
                  </a:cubicBezTo>
                  <a:lnTo>
                    <a:pt x="69782" y="9739"/>
                  </a:lnTo>
                  <a:cubicBezTo>
                    <a:pt x="69714" y="9739"/>
                    <a:pt x="69714" y="9807"/>
                    <a:pt x="69714" y="9841"/>
                  </a:cubicBezTo>
                  <a:cubicBezTo>
                    <a:pt x="69714" y="9875"/>
                    <a:pt x="69748" y="9909"/>
                    <a:pt x="69782" y="9909"/>
                  </a:cubicBezTo>
                  <a:lnTo>
                    <a:pt x="69918" y="9909"/>
                  </a:lnTo>
                  <a:cubicBezTo>
                    <a:pt x="69953" y="9875"/>
                    <a:pt x="69987" y="9841"/>
                    <a:pt x="69987" y="9807"/>
                  </a:cubicBezTo>
                  <a:cubicBezTo>
                    <a:pt x="69987" y="9757"/>
                    <a:pt x="69968" y="9725"/>
                    <a:pt x="69932" y="9725"/>
                  </a:cubicBezTo>
                  <a:close/>
                  <a:moveTo>
                    <a:pt x="69202" y="9807"/>
                  </a:moveTo>
                  <a:cubicBezTo>
                    <a:pt x="69168" y="9841"/>
                    <a:pt x="69134" y="9875"/>
                    <a:pt x="69134" y="9909"/>
                  </a:cubicBezTo>
                  <a:cubicBezTo>
                    <a:pt x="69134" y="9978"/>
                    <a:pt x="69168" y="10012"/>
                    <a:pt x="69236" y="10012"/>
                  </a:cubicBezTo>
                  <a:cubicBezTo>
                    <a:pt x="69236" y="10012"/>
                    <a:pt x="69236" y="9978"/>
                    <a:pt x="69236" y="9978"/>
                  </a:cubicBezTo>
                  <a:lnTo>
                    <a:pt x="69338" y="9978"/>
                  </a:lnTo>
                  <a:cubicBezTo>
                    <a:pt x="69407" y="9978"/>
                    <a:pt x="69441" y="9943"/>
                    <a:pt x="69407" y="9875"/>
                  </a:cubicBezTo>
                  <a:cubicBezTo>
                    <a:pt x="69407" y="9841"/>
                    <a:pt x="69372" y="9807"/>
                    <a:pt x="69338" y="9807"/>
                  </a:cubicBezTo>
                  <a:close/>
                  <a:moveTo>
                    <a:pt x="68758" y="9875"/>
                  </a:moveTo>
                  <a:lnTo>
                    <a:pt x="68656" y="9909"/>
                  </a:lnTo>
                  <a:cubicBezTo>
                    <a:pt x="68588" y="9909"/>
                    <a:pt x="68554" y="9943"/>
                    <a:pt x="68554" y="10012"/>
                  </a:cubicBezTo>
                  <a:cubicBezTo>
                    <a:pt x="68588" y="10046"/>
                    <a:pt x="68622" y="10080"/>
                    <a:pt x="68656" y="10080"/>
                  </a:cubicBezTo>
                  <a:lnTo>
                    <a:pt x="68792" y="10046"/>
                  </a:lnTo>
                  <a:cubicBezTo>
                    <a:pt x="68827" y="10046"/>
                    <a:pt x="68861" y="10012"/>
                    <a:pt x="68861" y="9978"/>
                  </a:cubicBezTo>
                  <a:cubicBezTo>
                    <a:pt x="68861" y="9909"/>
                    <a:pt x="68792" y="9875"/>
                    <a:pt x="68758" y="9875"/>
                  </a:cubicBezTo>
                  <a:close/>
                  <a:moveTo>
                    <a:pt x="68076" y="9978"/>
                  </a:moveTo>
                  <a:cubicBezTo>
                    <a:pt x="68042" y="9978"/>
                    <a:pt x="68008" y="10046"/>
                    <a:pt x="68008" y="10080"/>
                  </a:cubicBezTo>
                  <a:cubicBezTo>
                    <a:pt x="68008" y="10114"/>
                    <a:pt x="68042" y="10148"/>
                    <a:pt x="68076" y="10148"/>
                  </a:cubicBezTo>
                  <a:lnTo>
                    <a:pt x="68212" y="10148"/>
                  </a:lnTo>
                  <a:cubicBezTo>
                    <a:pt x="68246" y="10148"/>
                    <a:pt x="68281" y="10080"/>
                    <a:pt x="68281" y="10046"/>
                  </a:cubicBezTo>
                  <a:cubicBezTo>
                    <a:pt x="68281" y="10012"/>
                    <a:pt x="68246" y="9978"/>
                    <a:pt x="68178" y="9978"/>
                  </a:cubicBezTo>
                  <a:close/>
                  <a:moveTo>
                    <a:pt x="67632" y="10046"/>
                  </a:moveTo>
                  <a:lnTo>
                    <a:pt x="67496" y="10080"/>
                  </a:lnTo>
                  <a:cubicBezTo>
                    <a:pt x="67462" y="10080"/>
                    <a:pt x="67427" y="10114"/>
                    <a:pt x="67427" y="10148"/>
                  </a:cubicBezTo>
                  <a:cubicBezTo>
                    <a:pt x="67427" y="10216"/>
                    <a:pt x="67496" y="10251"/>
                    <a:pt x="67530" y="10251"/>
                  </a:cubicBezTo>
                  <a:lnTo>
                    <a:pt x="67632" y="10216"/>
                  </a:lnTo>
                  <a:cubicBezTo>
                    <a:pt x="67700" y="10216"/>
                    <a:pt x="67735" y="10182"/>
                    <a:pt x="67735" y="10114"/>
                  </a:cubicBezTo>
                  <a:cubicBezTo>
                    <a:pt x="67700" y="10080"/>
                    <a:pt x="67666" y="10046"/>
                    <a:pt x="67632" y="10046"/>
                  </a:cubicBezTo>
                  <a:close/>
                  <a:moveTo>
                    <a:pt x="67100" y="10135"/>
                  </a:moveTo>
                  <a:cubicBezTo>
                    <a:pt x="67086" y="10135"/>
                    <a:pt x="67070" y="10139"/>
                    <a:pt x="67052" y="10148"/>
                  </a:cubicBezTo>
                  <a:lnTo>
                    <a:pt x="66950" y="10148"/>
                  </a:lnTo>
                  <a:cubicBezTo>
                    <a:pt x="66881" y="10148"/>
                    <a:pt x="66847" y="10182"/>
                    <a:pt x="66881" y="10251"/>
                  </a:cubicBezTo>
                  <a:cubicBezTo>
                    <a:pt x="66881" y="10285"/>
                    <a:pt x="66916" y="10319"/>
                    <a:pt x="66950" y="10319"/>
                  </a:cubicBezTo>
                  <a:lnTo>
                    <a:pt x="67086" y="10319"/>
                  </a:lnTo>
                  <a:cubicBezTo>
                    <a:pt x="67120" y="10285"/>
                    <a:pt x="67154" y="10251"/>
                    <a:pt x="67154" y="10216"/>
                  </a:cubicBezTo>
                  <a:cubicBezTo>
                    <a:pt x="67154" y="10167"/>
                    <a:pt x="67136" y="10135"/>
                    <a:pt x="67100" y="10135"/>
                  </a:cubicBezTo>
                  <a:close/>
                  <a:moveTo>
                    <a:pt x="66370" y="10216"/>
                  </a:moveTo>
                  <a:cubicBezTo>
                    <a:pt x="66336" y="10251"/>
                    <a:pt x="66301" y="10285"/>
                    <a:pt x="66301" y="10319"/>
                  </a:cubicBezTo>
                  <a:cubicBezTo>
                    <a:pt x="66301" y="10353"/>
                    <a:pt x="66336" y="10387"/>
                    <a:pt x="66404" y="10387"/>
                  </a:cubicBezTo>
                  <a:lnTo>
                    <a:pt x="66506" y="10387"/>
                  </a:lnTo>
                  <a:cubicBezTo>
                    <a:pt x="66574" y="10387"/>
                    <a:pt x="66609" y="10319"/>
                    <a:pt x="66574" y="10285"/>
                  </a:cubicBezTo>
                  <a:cubicBezTo>
                    <a:pt x="66574" y="10251"/>
                    <a:pt x="66540" y="10216"/>
                    <a:pt x="66506" y="10216"/>
                  </a:cubicBezTo>
                  <a:close/>
                  <a:moveTo>
                    <a:pt x="65926" y="10285"/>
                  </a:moveTo>
                  <a:lnTo>
                    <a:pt x="65824" y="10319"/>
                  </a:lnTo>
                  <a:cubicBezTo>
                    <a:pt x="65755" y="10319"/>
                    <a:pt x="65721" y="10353"/>
                    <a:pt x="65721" y="10421"/>
                  </a:cubicBezTo>
                  <a:cubicBezTo>
                    <a:pt x="65755" y="10455"/>
                    <a:pt x="65790" y="10489"/>
                    <a:pt x="65824" y="10489"/>
                  </a:cubicBezTo>
                  <a:lnTo>
                    <a:pt x="65960" y="10455"/>
                  </a:lnTo>
                  <a:cubicBezTo>
                    <a:pt x="65994" y="10455"/>
                    <a:pt x="66028" y="10421"/>
                    <a:pt x="66028" y="10353"/>
                  </a:cubicBezTo>
                  <a:cubicBezTo>
                    <a:pt x="66028" y="10319"/>
                    <a:pt x="65960" y="10285"/>
                    <a:pt x="65926" y="10285"/>
                  </a:cubicBezTo>
                  <a:close/>
                  <a:moveTo>
                    <a:pt x="65393" y="10374"/>
                  </a:moveTo>
                  <a:cubicBezTo>
                    <a:pt x="65380" y="10374"/>
                    <a:pt x="65364" y="10378"/>
                    <a:pt x="65346" y="10387"/>
                  </a:cubicBezTo>
                  <a:lnTo>
                    <a:pt x="65244" y="10387"/>
                  </a:lnTo>
                  <a:cubicBezTo>
                    <a:pt x="65209" y="10387"/>
                    <a:pt x="65175" y="10455"/>
                    <a:pt x="65175" y="10489"/>
                  </a:cubicBezTo>
                  <a:cubicBezTo>
                    <a:pt x="65175" y="10524"/>
                    <a:pt x="65209" y="10558"/>
                    <a:pt x="65244" y="10558"/>
                  </a:cubicBezTo>
                  <a:lnTo>
                    <a:pt x="65380" y="10558"/>
                  </a:lnTo>
                  <a:cubicBezTo>
                    <a:pt x="65414" y="10524"/>
                    <a:pt x="65448" y="10489"/>
                    <a:pt x="65448" y="10455"/>
                  </a:cubicBezTo>
                  <a:cubicBezTo>
                    <a:pt x="65448" y="10405"/>
                    <a:pt x="65430" y="10374"/>
                    <a:pt x="65393" y="10374"/>
                  </a:cubicBezTo>
                  <a:close/>
                  <a:moveTo>
                    <a:pt x="64663" y="10455"/>
                  </a:moveTo>
                  <a:cubicBezTo>
                    <a:pt x="64629" y="10489"/>
                    <a:pt x="64595" y="10524"/>
                    <a:pt x="64595" y="10558"/>
                  </a:cubicBezTo>
                  <a:cubicBezTo>
                    <a:pt x="64595" y="10626"/>
                    <a:pt x="64663" y="10660"/>
                    <a:pt x="64698" y="10660"/>
                  </a:cubicBezTo>
                  <a:cubicBezTo>
                    <a:pt x="64698" y="10660"/>
                    <a:pt x="64698" y="10626"/>
                    <a:pt x="64698" y="10626"/>
                  </a:cubicBezTo>
                  <a:lnTo>
                    <a:pt x="64800" y="10626"/>
                  </a:lnTo>
                  <a:cubicBezTo>
                    <a:pt x="64868" y="10626"/>
                    <a:pt x="64902" y="10592"/>
                    <a:pt x="64902" y="10524"/>
                  </a:cubicBezTo>
                  <a:cubicBezTo>
                    <a:pt x="64868" y="10489"/>
                    <a:pt x="64834" y="10455"/>
                    <a:pt x="64800" y="10455"/>
                  </a:cubicBezTo>
                  <a:close/>
                  <a:moveTo>
                    <a:pt x="64220" y="10524"/>
                  </a:moveTo>
                  <a:lnTo>
                    <a:pt x="64118" y="10558"/>
                  </a:lnTo>
                  <a:cubicBezTo>
                    <a:pt x="64049" y="10558"/>
                    <a:pt x="64015" y="10592"/>
                    <a:pt x="64049" y="10660"/>
                  </a:cubicBezTo>
                  <a:cubicBezTo>
                    <a:pt x="64049" y="10694"/>
                    <a:pt x="64083" y="10728"/>
                    <a:pt x="64118" y="10728"/>
                  </a:cubicBezTo>
                  <a:lnTo>
                    <a:pt x="64254" y="10694"/>
                  </a:lnTo>
                  <a:cubicBezTo>
                    <a:pt x="64288" y="10694"/>
                    <a:pt x="64322" y="10660"/>
                    <a:pt x="64322" y="10626"/>
                  </a:cubicBezTo>
                  <a:cubicBezTo>
                    <a:pt x="64322" y="10558"/>
                    <a:pt x="64254" y="10524"/>
                    <a:pt x="64220" y="10524"/>
                  </a:cubicBezTo>
                  <a:close/>
                  <a:moveTo>
                    <a:pt x="63687" y="10613"/>
                  </a:moveTo>
                  <a:cubicBezTo>
                    <a:pt x="63674" y="10613"/>
                    <a:pt x="63658" y="10617"/>
                    <a:pt x="63640" y="10626"/>
                  </a:cubicBezTo>
                  <a:lnTo>
                    <a:pt x="63537" y="10626"/>
                  </a:lnTo>
                  <a:cubicBezTo>
                    <a:pt x="63503" y="10626"/>
                    <a:pt x="63469" y="10694"/>
                    <a:pt x="63469" y="10728"/>
                  </a:cubicBezTo>
                  <a:cubicBezTo>
                    <a:pt x="63469" y="10762"/>
                    <a:pt x="63503" y="10797"/>
                    <a:pt x="63572" y="10797"/>
                  </a:cubicBezTo>
                  <a:lnTo>
                    <a:pt x="63674" y="10797"/>
                  </a:lnTo>
                  <a:cubicBezTo>
                    <a:pt x="63742" y="10797"/>
                    <a:pt x="63776" y="10728"/>
                    <a:pt x="63742" y="10694"/>
                  </a:cubicBezTo>
                  <a:cubicBezTo>
                    <a:pt x="63742" y="10644"/>
                    <a:pt x="63724" y="10613"/>
                    <a:pt x="63687" y="10613"/>
                  </a:cubicBezTo>
                  <a:close/>
                  <a:moveTo>
                    <a:pt x="63094" y="10694"/>
                  </a:moveTo>
                  <a:lnTo>
                    <a:pt x="62991" y="10728"/>
                  </a:lnTo>
                  <a:cubicBezTo>
                    <a:pt x="62923" y="10728"/>
                    <a:pt x="62889" y="10762"/>
                    <a:pt x="62889" y="10797"/>
                  </a:cubicBezTo>
                  <a:cubicBezTo>
                    <a:pt x="62923" y="10865"/>
                    <a:pt x="62957" y="10899"/>
                    <a:pt x="62991" y="10899"/>
                  </a:cubicBezTo>
                  <a:lnTo>
                    <a:pt x="63128" y="10865"/>
                  </a:lnTo>
                  <a:cubicBezTo>
                    <a:pt x="63162" y="10865"/>
                    <a:pt x="63196" y="10831"/>
                    <a:pt x="63196" y="10762"/>
                  </a:cubicBezTo>
                  <a:cubicBezTo>
                    <a:pt x="63196" y="10728"/>
                    <a:pt x="63128" y="10694"/>
                    <a:pt x="63094" y="10694"/>
                  </a:cubicBezTo>
                  <a:close/>
                  <a:moveTo>
                    <a:pt x="62561" y="10783"/>
                  </a:moveTo>
                  <a:cubicBezTo>
                    <a:pt x="62548" y="10783"/>
                    <a:pt x="62532" y="10787"/>
                    <a:pt x="62514" y="10797"/>
                  </a:cubicBezTo>
                  <a:lnTo>
                    <a:pt x="62411" y="10797"/>
                  </a:lnTo>
                  <a:cubicBezTo>
                    <a:pt x="62377" y="10797"/>
                    <a:pt x="62343" y="10831"/>
                    <a:pt x="62343" y="10899"/>
                  </a:cubicBezTo>
                  <a:cubicBezTo>
                    <a:pt x="62343" y="10933"/>
                    <a:pt x="62377" y="10967"/>
                    <a:pt x="62411" y="10967"/>
                  </a:cubicBezTo>
                  <a:lnTo>
                    <a:pt x="62445" y="10967"/>
                  </a:lnTo>
                  <a:lnTo>
                    <a:pt x="62548" y="10933"/>
                  </a:lnTo>
                  <a:cubicBezTo>
                    <a:pt x="62582" y="10933"/>
                    <a:pt x="62616" y="10899"/>
                    <a:pt x="62616" y="10865"/>
                  </a:cubicBezTo>
                  <a:cubicBezTo>
                    <a:pt x="62616" y="10815"/>
                    <a:pt x="62598" y="10783"/>
                    <a:pt x="62561" y="10783"/>
                  </a:cubicBezTo>
                  <a:close/>
                  <a:moveTo>
                    <a:pt x="61831" y="10865"/>
                  </a:moveTo>
                  <a:cubicBezTo>
                    <a:pt x="61797" y="10899"/>
                    <a:pt x="61763" y="10933"/>
                    <a:pt x="61763" y="10967"/>
                  </a:cubicBezTo>
                  <a:cubicBezTo>
                    <a:pt x="61763" y="11001"/>
                    <a:pt x="61797" y="11035"/>
                    <a:pt x="61865" y="11035"/>
                  </a:cubicBezTo>
                  <a:lnTo>
                    <a:pt x="61968" y="11035"/>
                  </a:lnTo>
                  <a:cubicBezTo>
                    <a:pt x="62036" y="11035"/>
                    <a:pt x="62070" y="10967"/>
                    <a:pt x="62070" y="10933"/>
                  </a:cubicBezTo>
                  <a:cubicBezTo>
                    <a:pt x="62036" y="10899"/>
                    <a:pt x="62002" y="10865"/>
                    <a:pt x="61968" y="10865"/>
                  </a:cubicBezTo>
                  <a:close/>
                  <a:moveTo>
                    <a:pt x="61388" y="10933"/>
                  </a:moveTo>
                  <a:lnTo>
                    <a:pt x="61285" y="10967"/>
                  </a:lnTo>
                  <a:cubicBezTo>
                    <a:pt x="61217" y="10967"/>
                    <a:pt x="61183" y="11001"/>
                    <a:pt x="61217" y="11070"/>
                  </a:cubicBezTo>
                  <a:cubicBezTo>
                    <a:pt x="61217" y="11104"/>
                    <a:pt x="61251" y="11138"/>
                    <a:pt x="61285" y="11138"/>
                  </a:cubicBezTo>
                  <a:lnTo>
                    <a:pt x="61422" y="11104"/>
                  </a:lnTo>
                  <a:cubicBezTo>
                    <a:pt x="61456" y="11104"/>
                    <a:pt x="61490" y="11070"/>
                    <a:pt x="61490" y="11001"/>
                  </a:cubicBezTo>
                  <a:cubicBezTo>
                    <a:pt x="61490" y="10967"/>
                    <a:pt x="61456" y="10933"/>
                    <a:pt x="61388" y="10933"/>
                  </a:cubicBezTo>
                  <a:close/>
                  <a:moveTo>
                    <a:pt x="60855" y="11022"/>
                  </a:moveTo>
                  <a:cubicBezTo>
                    <a:pt x="60842" y="11022"/>
                    <a:pt x="60826" y="11026"/>
                    <a:pt x="60808" y="11035"/>
                  </a:cubicBezTo>
                  <a:lnTo>
                    <a:pt x="60705" y="11035"/>
                  </a:lnTo>
                  <a:cubicBezTo>
                    <a:pt x="60671" y="11035"/>
                    <a:pt x="60637" y="11104"/>
                    <a:pt x="60637" y="11138"/>
                  </a:cubicBezTo>
                  <a:cubicBezTo>
                    <a:pt x="60637" y="11172"/>
                    <a:pt x="60671" y="11206"/>
                    <a:pt x="60739" y="11206"/>
                  </a:cubicBezTo>
                  <a:lnTo>
                    <a:pt x="60842" y="11206"/>
                  </a:lnTo>
                  <a:cubicBezTo>
                    <a:pt x="60910" y="11172"/>
                    <a:pt x="60944" y="11138"/>
                    <a:pt x="60910" y="11104"/>
                  </a:cubicBezTo>
                  <a:cubicBezTo>
                    <a:pt x="60910" y="11054"/>
                    <a:pt x="60892" y="11022"/>
                    <a:pt x="60855" y="11022"/>
                  </a:cubicBezTo>
                  <a:close/>
                  <a:moveTo>
                    <a:pt x="60159" y="11104"/>
                  </a:moveTo>
                  <a:cubicBezTo>
                    <a:pt x="60091" y="11138"/>
                    <a:pt x="60057" y="11172"/>
                    <a:pt x="60057" y="11206"/>
                  </a:cubicBezTo>
                  <a:cubicBezTo>
                    <a:pt x="60091" y="11274"/>
                    <a:pt x="60125" y="11274"/>
                    <a:pt x="60159" y="11274"/>
                  </a:cubicBezTo>
                  <a:lnTo>
                    <a:pt x="60296" y="11274"/>
                  </a:lnTo>
                  <a:cubicBezTo>
                    <a:pt x="60330" y="11274"/>
                    <a:pt x="60364" y="11240"/>
                    <a:pt x="60364" y="11172"/>
                  </a:cubicBezTo>
                  <a:cubicBezTo>
                    <a:pt x="60364" y="11138"/>
                    <a:pt x="60296" y="11104"/>
                    <a:pt x="60262" y="11104"/>
                  </a:cubicBezTo>
                  <a:close/>
                  <a:moveTo>
                    <a:pt x="59682" y="11172"/>
                  </a:moveTo>
                  <a:lnTo>
                    <a:pt x="59579" y="11206"/>
                  </a:lnTo>
                  <a:cubicBezTo>
                    <a:pt x="59545" y="11206"/>
                    <a:pt x="59511" y="11240"/>
                    <a:pt x="59511" y="11308"/>
                  </a:cubicBezTo>
                  <a:cubicBezTo>
                    <a:pt x="59511" y="11343"/>
                    <a:pt x="59545" y="11377"/>
                    <a:pt x="59579" y="11377"/>
                  </a:cubicBezTo>
                  <a:lnTo>
                    <a:pt x="59613" y="11377"/>
                  </a:lnTo>
                  <a:lnTo>
                    <a:pt x="59716" y="11343"/>
                  </a:lnTo>
                  <a:cubicBezTo>
                    <a:pt x="59750" y="11343"/>
                    <a:pt x="59784" y="11308"/>
                    <a:pt x="59784" y="11274"/>
                  </a:cubicBezTo>
                  <a:cubicBezTo>
                    <a:pt x="59784" y="11206"/>
                    <a:pt x="59750" y="11172"/>
                    <a:pt x="59682" y="11172"/>
                  </a:cubicBezTo>
                  <a:close/>
                  <a:moveTo>
                    <a:pt x="59155" y="11265"/>
                  </a:moveTo>
                  <a:cubicBezTo>
                    <a:pt x="59149" y="11265"/>
                    <a:pt x="59142" y="11268"/>
                    <a:pt x="59136" y="11274"/>
                  </a:cubicBezTo>
                  <a:lnTo>
                    <a:pt x="58999" y="11274"/>
                  </a:lnTo>
                  <a:cubicBezTo>
                    <a:pt x="58965" y="11274"/>
                    <a:pt x="58931" y="11343"/>
                    <a:pt x="58931" y="11377"/>
                  </a:cubicBezTo>
                  <a:cubicBezTo>
                    <a:pt x="58931" y="11411"/>
                    <a:pt x="58965" y="11445"/>
                    <a:pt x="59033" y="11445"/>
                  </a:cubicBezTo>
                  <a:lnTo>
                    <a:pt x="59136" y="11445"/>
                  </a:lnTo>
                  <a:cubicBezTo>
                    <a:pt x="59204" y="11445"/>
                    <a:pt x="59238" y="11377"/>
                    <a:pt x="59238" y="11343"/>
                  </a:cubicBezTo>
                  <a:cubicBezTo>
                    <a:pt x="59210" y="11315"/>
                    <a:pt x="59183" y="11265"/>
                    <a:pt x="59155" y="11265"/>
                  </a:cubicBezTo>
                  <a:close/>
                  <a:moveTo>
                    <a:pt x="58555" y="11343"/>
                  </a:moveTo>
                  <a:lnTo>
                    <a:pt x="58453" y="11377"/>
                  </a:lnTo>
                  <a:cubicBezTo>
                    <a:pt x="58385" y="11377"/>
                    <a:pt x="58351" y="11411"/>
                    <a:pt x="58385" y="11445"/>
                  </a:cubicBezTo>
                  <a:cubicBezTo>
                    <a:pt x="58385" y="11513"/>
                    <a:pt x="58419" y="11547"/>
                    <a:pt x="58453" y="11547"/>
                  </a:cubicBezTo>
                  <a:lnTo>
                    <a:pt x="58590" y="11513"/>
                  </a:lnTo>
                  <a:cubicBezTo>
                    <a:pt x="58624" y="11513"/>
                    <a:pt x="58658" y="11479"/>
                    <a:pt x="58658" y="11411"/>
                  </a:cubicBezTo>
                  <a:cubicBezTo>
                    <a:pt x="58658" y="11377"/>
                    <a:pt x="58590" y="11343"/>
                    <a:pt x="58555" y="11343"/>
                  </a:cubicBezTo>
                  <a:close/>
                  <a:moveTo>
                    <a:pt x="57975" y="11411"/>
                  </a:moveTo>
                  <a:lnTo>
                    <a:pt x="57873" y="11445"/>
                  </a:lnTo>
                  <a:cubicBezTo>
                    <a:pt x="57839" y="11445"/>
                    <a:pt x="57805" y="11479"/>
                    <a:pt x="57805" y="11547"/>
                  </a:cubicBezTo>
                  <a:cubicBezTo>
                    <a:pt x="57805" y="11581"/>
                    <a:pt x="57839" y="11616"/>
                    <a:pt x="57873" y="11616"/>
                  </a:cubicBezTo>
                  <a:lnTo>
                    <a:pt x="57907" y="11616"/>
                  </a:lnTo>
                  <a:lnTo>
                    <a:pt x="58010" y="11581"/>
                  </a:lnTo>
                  <a:cubicBezTo>
                    <a:pt x="58078" y="11581"/>
                    <a:pt x="58078" y="11547"/>
                    <a:pt x="58078" y="11513"/>
                  </a:cubicBezTo>
                  <a:cubicBezTo>
                    <a:pt x="58078" y="11445"/>
                    <a:pt x="58044" y="11411"/>
                    <a:pt x="57975" y="11411"/>
                  </a:cubicBezTo>
                  <a:close/>
                  <a:moveTo>
                    <a:pt x="57293" y="11513"/>
                  </a:moveTo>
                  <a:cubicBezTo>
                    <a:pt x="57259" y="11547"/>
                    <a:pt x="57225" y="11581"/>
                    <a:pt x="57225" y="11616"/>
                  </a:cubicBezTo>
                  <a:cubicBezTo>
                    <a:pt x="57259" y="11650"/>
                    <a:pt x="57293" y="11684"/>
                    <a:pt x="57327" y="11684"/>
                  </a:cubicBezTo>
                  <a:lnTo>
                    <a:pt x="57464" y="11684"/>
                  </a:lnTo>
                  <a:cubicBezTo>
                    <a:pt x="57498" y="11684"/>
                    <a:pt x="57532" y="11616"/>
                    <a:pt x="57532" y="11581"/>
                  </a:cubicBezTo>
                  <a:cubicBezTo>
                    <a:pt x="57498" y="11547"/>
                    <a:pt x="57464" y="11513"/>
                    <a:pt x="57429" y="11513"/>
                  </a:cubicBezTo>
                  <a:close/>
                  <a:moveTo>
                    <a:pt x="56849" y="11581"/>
                  </a:moveTo>
                  <a:lnTo>
                    <a:pt x="56747" y="11616"/>
                  </a:lnTo>
                  <a:cubicBezTo>
                    <a:pt x="56713" y="11616"/>
                    <a:pt x="56679" y="11650"/>
                    <a:pt x="56679" y="11718"/>
                  </a:cubicBezTo>
                  <a:cubicBezTo>
                    <a:pt x="56679" y="11752"/>
                    <a:pt x="56713" y="11786"/>
                    <a:pt x="56747" y="11786"/>
                  </a:cubicBezTo>
                  <a:lnTo>
                    <a:pt x="56781" y="11786"/>
                  </a:lnTo>
                  <a:lnTo>
                    <a:pt x="56883" y="11752"/>
                  </a:lnTo>
                  <a:cubicBezTo>
                    <a:pt x="56918" y="11752"/>
                    <a:pt x="56952" y="11718"/>
                    <a:pt x="56952" y="11650"/>
                  </a:cubicBezTo>
                  <a:cubicBezTo>
                    <a:pt x="56952" y="11616"/>
                    <a:pt x="56918" y="11581"/>
                    <a:pt x="56849" y="11581"/>
                  </a:cubicBezTo>
                  <a:close/>
                  <a:moveTo>
                    <a:pt x="56330" y="11670"/>
                  </a:moveTo>
                  <a:cubicBezTo>
                    <a:pt x="56322" y="11670"/>
                    <a:pt x="56312" y="11675"/>
                    <a:pt x="56303" y="11684"/>
                  </a:cubicBezTo>
                  <a:lnTo>
                    <a:pt x="56167" y="11684"/>
                  </a:lnTo>
                  <a:cubicBezTo>
                    <a:pt x="56133" y="11684"/>
                    <a:pt x="56099" y="11752"/>
                    <a:pt x="56099" y="11786"/>
                  </a:cubicBezTo>
                  <a:cubicBezTo>
                    <a:pt x="56099" y="11820"/>
                    <a:pt x="56133" y="11854"/>
                    <a:pt x="56201" y="11854"/>
                  </a:cubicBezTo>
                  <a:lnTo>
                    <a:pt x="56303" y="11854"/>
                  </a:lnTo>
                  <a:cubicBezTo>
                    <a:pt x="56372" y="11820"/>
                    <a:pt x="56406" y="11786"/>
                    <a:pt x="56372" y="11752"/>
                  </a:cubicBezTo>
                  <a:cubicBezTo>
                    <a:pt x="56372" y="11702"/>
                    <a:pt x="56353" y="11670"/>
                    <a:pt x="56330" y="11670"/>
                  </a:cubicBezTo>
                  <a:close/>
                  <a:moveTo>
                    <a:pt x="55621" y="11752"/>
                  </a:moveTo>
                  <a:cubicBezTo>
                    <a:pt x="55553" y="11786"/>
                    <a:pt x="55519" y="11820"/>
                    <a:pt x="55553" y="11854"/>
                  </a:cubicBezTo>
                  <a:cubicBezTo>
                    <a:pt x="55553" y="11923"/>
                    <a:pt x="55587" y="11923"/>
                    <a:pt x="55621" y="11923"/>
                  </a:cubicBezTo>
                  <a:lnTo>
                    <a:pt x="55757" y="11923"/>
                  </a:lnTo>
                  <a:cubicBezTo>
                    <a:pt x="55792" y="11923"/>
                    <a:pt x="55826" y="11889"/>
                    <a:pt x="55826" y="11820"/>
                  </a:cubicBezTo>
                  <a:cubicBezTo>
                    <a:pt x="55826" y="11786"/>
                    <a:pt x="55757" y="11752"/>
                    <a:pt x="55723" y="11752"/>
                  </a:cubicBezTo>
                  <a:close/>
                  <a:moveTo>
                    <a:pt x="55143" y="11820"/>
                  </a:moveTo>
                  <a:lnTo>
                    <a:pt x="55041" y="11854"/>
                  </a:lnTo>
                  <a:cubicBezTo>
                    <a:pt x="55007" y="11854"/>
                    <a:pt x="54973" y="11889"/>
                    <a:pt x="54973" y="11957"/>
                  </a:cubicBezTo>
                  <a:cubicBezTo>
                    <a:pt x="54973" y="11991"/>
                    <a:pt x="55007" y="12025"/>
                    <a:pt x="55041" y="12025"/>
                  </a:cubicBezTo>
                  <a:lnTo>
                    <a:pt x="55075" y="12025"/>
                  </a:lnTo>
                  <a:lnTo>
                    <a:pt x="55177" y="11991"/>
                  </a:lnTo>
                  <a:cubicBezTo>
                    <a:pt x="55211" y="11991"/>
                    <a:pt x="55246" y="11957"/>
                    <a:pt x="55246" y="11923"/>
                  </a:cubicBezTo>
                  <a:cubicBezTo>
                    <a:pt x="55246" y="11854"/>
                    <a:pt x="55211" y="11820"/>
                    <a:pt x="55143" y="11820"/>
                  </a:cubicBezTo>
                  <a:close/>
                  <a:moveTo>
                    <a:pt x="54461" y="11923"/>
                  </a:moveTo>
                  <a:cubicBezTo>
                    <a:pt x="54427" y="11923"/>
                    <a:pt x="54392" y="11991"/>
                    <a:pt x="54392" y="12025"/>
                  </a:cubicBezTo>
                  <a:cubicBezTo>
                    <a:pt x="54427" y="12059"/>
                    <a:pt x="54461" y="12093"/>
                    <a:pt x="54495" y="12093"/>
                  </a:cubicBezTo>
                  <a:lnTo>
                    <a:pt x="54597" y="12093"/>
                  </a:lnTo>
                  <a:cubicBezTo>
                    <a:pt x="54665" y="12093"/>
                    <a:pt x="54700" y="12025"/>
                    <a:pt x="54700" y="11991"/>
                  </a:cubicBezTo>
                  <a:cubicBezTo>
                    <a:pt x="54665" y="11957"/>
                    <a:pt x="54631" y="11923"/>
                    <a:pt x="54597" y="11923"/>
                  </a:cubicBezTo>
                  <a:close/>
                  <a:moveTo>
                    <a:pt x="54017" y="11991"/>
                  </a:moveTo>
                  <a:lnTo>
                    <a:pt x="53915" y="12025"/>
                  </a:lnTo>
                  <a:cubicBezTo>
                    <a:pt x="53846" y="12025"/>
                    <a:pt x="53846" y="12059"/>
                    <a:pt x="53846" y="12093"/>
                  </a:cubicBezTo>
                  <a:cubicBezTo>
                    <a:pt x="53846" y="12161"/>
                    <a:pt x="53881" y="12196"/>
                    <a:pt x="53915" y="12196"/>
                  </a:cubicBezTo>
                  <a:lnTo>
                    <a:pt x="53949" y="12196"/>
                  </a:lnTo>
                  <a:lnTo>
                    <a:pt x="54051" y="12161"/>
                  </a:lnTo>
                  <a:cubicBezTo>
                    <a:pt x="54085" y="12161"/>
                    <a:pt x="54119" y="12127"/>
                    <a:pt x="54119" y="12059"/>
                  </a:cubicBezTo>
                  <a:cubicBezTo>
                    <a:pt x="54119" y="12025"/>
                    <a:pt x="54085" y="11991"/>
                    <a:pt x="54017" y="11991"/>
                  </a:cubicBezTo>
                  <a:close/>
                  <a:moveTo>
                    <a:pt x="53471" y="12059"/>
                  </a:moveTo>
                  <a:lnTo>
                    <a:pt x="53335" y="12093"/>
                  </a:lnTo>
                  <a:cubicBezTo>
                    <a:pt x="53301" y="12093"/>
                    <a:pt x="53266" y="12127"/>
                    <a:pt x="53266" y="12196"/>
                  </a:cubicBezTo>
                  <a:cubicBezTo>
                    <a:pt x="53266" y="12230"/>
                    <a:pt x="53301" y="12264"/>
                    <a:pt x="53369" y="12264"/>
                  </a:cubicBezTo>
                  <a:lnTo>
                    <a:pt x="53471" y="12230"/>
                  </a:lnTo>
                  <a:cubicBezTo>
                    <a:pt x="53539" y="12230"/>
                    <a:pt x="53574" y="12196"/>
                    <a:pt x="53539" y="12161"/>
                  </a:cubicBezTo>
                  <a:cubicBezTo>
                    <a:pt x="53539" y="12093"/>
                    <a:pt x="53505" y="12059"/>
                    <a:pt x="53471" y="12059"/>
                  </a:cubicBezTo>
                  <a:close/>
                  <a:moveTo>
                    <a:pt x="52789" y="12161"/>
                  </a:moveTo>
                  <a:cubicBezTo>
                    <a:pt x="52720" y="12196"/>
                    <a:pt x="52686" y="12230"/>
                    <a:pt x="52720" y="12264"/>
                  </a:cubicBezTo>
                  <a:cubicBezTo>
                    <a:pt x="52720" y="12298"/>
                    <a:pt x="52755" y="12332"/>
                    <a:pt x="52789" y="12332"/>
                  </a:cubicBezTo>
                  <a:lnTo>
                    <a:pt x="52925" y="12332"/>
                  </a:lnTo>
                  <a:cubicBezTo>
                    <a:pt x="52959" y="12332"/>
                    <a:pt x="52993" y="12264"/>
                    <a:pt x="52993" y="12230"/>
                  </a:cubicBezTo>
                  <a:cubicBezTo>
                    <a:pt x="52993" y="12196"/>
                    <a:pt x="52925" y="12161"/>
                    <a:pt x="52891" y="12161"/>
                  </a:cubicBezTo>
                  <a:close/>
                  <a:moveTo>
                    <a:pt x="52311" y="12230"/>
                  </a:moveTo>
                  <a:lnTo>
                    <a:pt x="52209" y="12264"/>
                  </a:lnTo>
                  <a:cubicBezTo>
                    <a:pt x="52174" y="12264"/>
                    <a:pt x="52140" y="12298"/>
                    <a:pt x="52140" y="12366"/>
                  </a:cubicBezTo>
                  <a:cubicBezTo>
                    <a:pt x="52140" y="12400"/>
                    <a:pt x="52174" y="12434"/>
                    <a:pt x="52209" y="12434"/>
                  </a:cubicBezTo>
                  <a:lnTo>
                    <a:pt x="52243" y="12434"/>
                  </a:lnTo>
                  <a:lnTo>
                    <a:pt x="52345" y="12400"/>
                  </a:lnTo>
                  <a:cubicBezTo>
                    <a:pt x="52379" y="12400"/>
                    <a:pt x="52413" y="12366"/>
                    <a:pt x="52413" y="12298"/>
                  </a:cubicBezTo>
                  <a:cubicBezTo>
                    <a:pt x="52413" y="12264"/>
                    <a:pt x="52379" y="12230"/>
                    <a:pt x="52311" y="12230"/>
                  </a:cubicBezTo>
                  <a:close/>
                  <a:moveTo>
                    <a:pt x="51792" y="12319"/>
                  </a:moveTo>
                  <a:cubicBezTo>
                    <a:pt x="51783" y="12319"/>
                    <a:pt x="51774" y="12323"/>
                    <a:pt x="51765" y="12332"/>
                  </a:cubicBezTo>
                  <a:lnTo>
                    <a:pt x="51629" y="12332"/>
                  </a:lnTo>
                  <a:cubicBezTo>
                    <a:pt x="51594" y="12332"/>
                    <a:pt x="51560" y="12400"/>
                    <a:pt x="51560" y="12434"/>
                  </a:cubicBezTo>
                  <a:cubicBezTo>
                    <a:pt x="51560" y="12469"/>
                    <a:pt x="51629" y="12503"/>
                    <a:pt x="51663" y="12503"/>
                  </a:cubicBezTo>
                  <a:lnTo>
                    <a:pt x="51765" y="12503"/>
                  </a:lnTo>
                  <a:cubicBezTo>
                    <a:pt x="51833" y="12469"/>
                    <a:pt x="51867" y="12434"/>
                    <a:pt x="51867" y="12400"/>
                  </a:cubicBezTo>
                  <a:cubicBezTo>
                    <a:pt x="51842" y="12350"/>
                    <a:pt x="51817" y="12319"/>
                    <a:pt x="51792" y="12319"/>
                  </a:cubicBezTo>
                  <a:close/>
                  <a:moveTo>
                    <a:pt x="51083" y="12400"/>
                  </a:moveTo>
                  <a:cubicBezTo>
                    <a:pt x="51014" y="12434"/>
                    <a:pt x="50980" y="12469"/>
                    <a:pt x="51014" y="12503"/>
                  </a:cubicBezTo>
                  <a:cubicBezTo>
                    <a:pt x="51014" y="12571"/>
                    <a:pt x="51048" y="12571"/>
                    <a:pt x="51083" y="12571"/>
                  </a:cubicBezTo>
                  <a:lnTo>
                    <a:pt x="51219" y="12571"/>
                  </a:lnTo>
                  <a:cubicBezTo>
                    <a:pt x="51253" y="12571"/>
                    <a:pt x="51287" y="12503"/>
                    <a:pt x="51287" y="12469"/>
                  </a:cubicBezTo>
                  <a:cubicBezTo>
                    <a:pt x="51287" y="12434"/>
                    <a:pt x="51219" y="12400"/>
                    <a:pt x="51185" y="12400"/>
                  </a:cubicBezTo>
                  <a:close/>
                  <a:moveTo>
                    <a:pt x="50639" y="12469"/>
                  </a:moveTo>
                  <a:lnTo>
                    <a:pt x="50502" y="12503"/>
                  </a:lnTo>
                  <a:cubicBezTo>
                    <a:pt x="50468" y="12503"/>
                    <a:pt x="50434" y="12537"/>
                    <a:pt x="50434" y="12605"/>
                  </a:cubicBezTo>
                  <a:cubicBezTo>
                    <a:pt x="50434" y="12639"/>
                    <a:pt x="50468" y="12673"/>
                    <a:pt x="50537" y="12673"/>
                  </a:cubicBezTo>
                  <a:lnTo>
                    <a:pt x="50639" y="12639"/>
                  </a:lnTo>
                  <a:cubicBezTo>
                    <a:pt x="50707" y="12639"/>
                    <a:pt x="50741" y="12605"/>
                    <a:pt x="50707" y="12537"/>
                  </a:cubicBezTo>
                  <a:cubicBezTo>
                    <a:pt x="50707" y="12503"/>
                    <a:pt x="50673" y="12469"/>
                    <a:pt x="50639" y="12469"/>
                  </a:cubicBezTo>
                  <a:close/>
                  <a:moveTo>
                    <a:pt x="50092" y="12558"/>
                  </a:moveTo>
                  <a:cubicBezTo>
                    <a:pt x="50080" y="12558"/>
                    <a:pt x="50068" y="12562"/>
                    <a:pt x="50059" y="12571"/>
                  </a:cubicBezTo>
                  <a:lnTo>
                    <a:pt x="49956" y="12571"/>
                  </a:lnTo>
                  <a:cubicBezTo>
                    <a:pt x="49888" y="12571"/>
                    <a:pt x="49854" y="12639"/>
                    <a:pt x="49854" y="12673"/>
                  </a:cubicBezTo>
                  <a:cubicBezTo>
                    <a:pt x="49888" y="12707"/>
                    <a:pt x="49922" y="12742"/>
                    <a:pt x="49956" y="12742"/>
                  </a:cubicBezTo>
                  <a:lnTo>
                    <a:pt x="50093" y="12742"/>
                  </a:lnTo>
                  <a:cubicBezTo>
                    <a:pt x="50127" y="12707"/>
                    <a:pt x="50161" y="12673"/>
                    <a:pt x="50161" y="12639"/>
                  </a:cubicBezTo>
                  <a:cubicBezTo>
                    <a:pt x="50161" y="12589"/>
                    <a:pt x="50125" y="12558"/>
                    <a:pt x="50092" y="12558"/>
                  </a:cubicBezTo>
                  <a:close/>
                  <a:moveTo>
                    <a:pt x="49479" y="12639"/>
                  </a:moveTo>
                  <a:lnTo>
                    <a:pt x="49376" y="12673"/>
                  </a:lnTo>
                  <a:cubicBezTo>
                    <a:pt x="49342" y="12673"/>
                    <a:pt x="49308" y="12707"/>
                    <a:pt x="49308" y="12742"/>
                  </a:cubicBezTo>
                  <a:cubicBezTo>
                    <a:pt x="49308" y="12810"/>
                    <a:pt x="49342" y="12844"/>
                    <a:pt x="49376" y="12844"/>
                  </a:cubicBezTo>
                  <a:lnTo>
                    <a:pt x="49411" y="12844"/>
                  </a:lnTo>
                  <a:lnTo>
                    <a:pt x="49513" y="12810"/>
                  </a:lnTo>
                  <a:cubicBezTo>
                    <a:pt x="49547" y="12810"/>
                    <a:pt x="49581" y="12776"/>
                    <a:pt x="49581" y="12707"/>
                  </a:cubicBezTo>
                  <a:cubicBezTo>
                    <a:pt x="49581" y="12673"/>
                    <a:pt x="49547" y="12639"/>
                    <a:pt x="49479" y="12639"/>
                  </a:cubicBezTo>
                  <a:close/>
                  <a:moveTo>
                    <a:pt x="48933" y="12707"/>
                  </a:moveTo>
                  <a:lnTo>
                    <a:pt x="48796" y="12742"/>
                  </a:lnTo>
                  <a:cubicBezTo>
                    <a:pt x="48762" y="12742"/>
                    <a:pt x="48728" y="12776"/>
                    <a:pt x="48728" y="12844"/>
                  </a:cubicBezTo>
                  <a:cubicBezTo>
                    <a:pt x="48728" y="12878"/>
                    <a:pt x="48762" y="12912"/>
                    <a:pt x="48830" y="12912"/>
                  </a:cubicBezTo>
                  <a:lnTo>
                    <a:pt x="48933" y="12878"/>
                  </a:lnTo>
                  <a:cubicBezTo>
                    <a:pt x="49001" y="12878"/>
                    <a:pt x="49035" y="12844"/>
                    <a:pt x="49035" y="12810"/>
                  </a:cubicBezTo>
                  <a:cubicBezTo>
                    <a:pt x="49001" y="12742"/>
                    <a:pt x="48967" y="12707"/>
                    <a:pt x="48933" y="12707"/>
                  </a:cubicBezTo>
                  <a:close/>
                  <a:moveTo>
                    <a:pt x="48250" y="12810"/>
                  </a:moveTo>
                  <a:cubicBezTo>
                    <a:pt x="48182" y="12844"/>
                    <a:pt x="48148" y="12878"/>
                    <a:pt x="48182" y="12912"/>
                  </a:cubicBezTo>
                  <a:cubicBezTo>
                    <a:pt x="48182" y="12946"/>
                    <a:pt x="48216" y="12980"/>
                    <a:pt x="48250" y="12980"/>
                  </a:cubicBezTo>
                  <a:lnTo>
                    <a:pt x="48387" y="12980"/>
                  </a:lnTo>
                  <a:cubicBezTo>
                    <a:pt x="48421" y="12980"/>
                    <a:pt x="48455" y="12912"/>
                    <a:pt x="48455" y="12878"/>
                  </a:cubicBezTo>
                  <a:cubicBezTo>
                    <a:pt x="48455" y="12844"/>
                    <a:pt x="48387" y="12810"/>
                    <a:pt x="48353" y="12810"/>
                  </a:cubicBezTo>
                  <a:close/>
                  <a:moveTo>
                    <a:pt x="47773" y="12878"/>
                  </a:moveTo>
                  <a:lnTo>
                    <a:pt x="47670" y="12912"/>
                  </a:lnTo>
                  <a:cubicBezTo>
                    <a:pt x="47636" y="12912"/>
                    <a:pt x="47602" y="12946"/>
                    <a:pt x="47602" y="13015"/>
                  </a:cubicBezTo>
                  <a:cubicBezTo>
                    <a:pt x="47602" y="13049"/>
                    <a:pt x="47636" y="13083"/>
                    <a:pt x="47704" y="13083"/>
                  </a:cubicBezTo>
                  <a:lnTo>
                    <a:pt x="47807" y="13049"/>
                  </a:lnTo>
                  <a:cubicBezTo>
                    <a:pt x="47875" y="13049"/>
                    <a:pt x="47909" y="13015"/>
                    <a:pt x="47875" y="12946"/>
                  </a:cubicBezTo>
                  <a:cubicBezTo>
                    <a:pt x="47875" y="12912"/>
                    <a:pt x="47841" y="12878"/>
                    <a:pt x="47773" y="12878"/>
                  </a:cubicBezTo>
                  <a:close/>
                  <a:moveTo>
                    <a:pt x="47259" y="12967"/>
                  </a:moveTo>
                  <a:cubicBezTo>
                    <a:pt x="47247" y="12967"/>
                    <a:pt x="47236" y="12971"/>
                    <a:pt x="47227" y="12980"/>
                  </a:cubicBezTo>
                  <a:lnTo>
                    <a:pt x="47124" y="12980"/>
                  </a:lnTo>
                  <a:cubicBezTo>
                    <a:pt x="47056" y="12980"/>
                    <a:pt x="47022" y="13049"/>
                    <a:pt x="47022" y="13083"/>
                  </a:cubicBezTo>
                  <a:cubicBezTo>
                    <a:pt x="47056" y="13117"/>
                    <a:pt x="47090" y="13151"/>
                    <a:pt x="47124" y="13151"/>
                  </a:cubicBezTo>
                  <a:lnTo>
                    <a:pt x="47261" y="13151"/>
                  </a:lnTo>
                  <a:cubicBezTo>
                    <a:pt x="47295" y="13117"/>
                    <a:pt x="47329" y="13083"/>
                    <a:pt x="47329" y="13049"/>
                  </a:cubicBezTo>
                  <a:cubicBezTo>
                    <a:pt x="47329" y="12999"/>
                    <a:pt x="47292" y="12967"/>
                    <a:pt x="47259" y="12967"/>
                  </a:cubicBezTo>
                  <a:close/>
                  <a:moveTo>
                    <a:pt x="46544" y="13049"/>
                  </a:moveTo>
                  <a:cubicBezTo>
                    <a:pt x="46510" y="13083"/>
                    <a:pt x="46476" y="13117"/>
                    <a:pt x="46476" y="13151"/>
                  </a:cubicBezTo>
                  <a:cubicBezTo>
                    <a:pt x="46476" y="13219"/>
                    <a:pt x="46510" y="13219"/>
                    <a:pt x="46544" y="13219"/>
                  </a:cubicBezTo>
                  <a:lnTo>
                    <a:pt x="46681" y="13219"/>
                  </a:lnTo>
                  <a:cubicBezTo>
                    <a:pt x="46715" y="13219"/>
                    <a:pt x="46749" y="13151"/>
                    <a:pt x="46749" y="13117"/>
                  </a:cubicBezTo>
                  <a:cubicBezTo>
                    <a:pt x="46749" y="13083"/>
                    <a:pt x="46715" y="13049"/>
                    <a:pt x="46647" y="13049"/>
                  </a:cubicBezTo>
                  <a:close/>
                  <a:moveTo>
                    <a:pt x="46101" y="13117"/>
                  </a:moveTo>
                  <a:lnTo>
                    <a:pt x="45964" y="13151"/>
                  </a:lnTo>
                  <a:cubicBezTo>
                    <a:pt x="45930" y="13151"/>
                    <a:pt x="45896" y="13185"/>
                    <a:pt x="45896" y="13253"/>
                  </a:cubicBezTo>
                  <a:cubicBezTo>
                    <a:pt x="45896" y="13288"/>
                    <a:pt x="45930" y="13322"/>
                    <a:pt x="45998" y="13322"/>
                  </a:cubicBezTo>
                  <a:lnTo>
                    <a:pt x="46101" y="13288"/>
                  </a:lnTo>
                  <a:cubicBezTo>
                    <a:pt x="46169" y="13288"/>
                    <a:pt x="46203" y="13253"/>
                    <a:pt x="46203" y="13185"/>
                  </a:cubicBezTo>
                  <a:cubicBezTo>
                    <a:pt x="46169" y="13151"/>
                    <a:pt x="46135" y="13117"/>
                    <a:pt x="46101" y="13117"/>
                  </a:cubicBezTo>
                  <a:close/>
                  <a:moveTo>
                    <a:pt x="45553" y="13206"/>
                  </a:moveTo>
                  <a:cubicBezTo>
                    <a:pt x="45541" y="13206"/>
                    <a:pt x="45530" y="13210"/>
                    <a:pt x="45520" y="13219"/>
                  </a:cubicBezTo>
                  <a:lnTo>
                    <a:pt x="45418" y="13219"/>
                  </a:lnTo>
                  <a:cubicBezTo>
                    <a:pt x="45350" y="13219"/>
                    <a:pt x="45316" y="13288"/>
                    <a:pt x="45350" y="13322"/>
                  </a:cubicBezTo>
                  <a:cubicBezTo>
                    <a:pt x="45350" y="13356"/>
                    <a:pt x="45384" y="13390"/>
                    <a:pt x="45418" y="13390"/>
                  </a:cubicBezTo>
                  <a:lnTo>
                    <a:pt x="45555" y="13390"/>
                  </a:lnTo>
                  <a:cubicBezTo>
                    <a:pt x="45589" y="13356"/>
                    <a:pt x="45623" y="13322"/>
                    <a:pt x="45623" y="13288"/>
                  </a:cubicBezTo>
                  <a:cubicBezTo>
                    <a:pt x="45623" y="13238"/>
                    <a:pt x="45586" y="13206"/>
                    <a:pt x="45553" y="13206"/>
                  </a:cubicBezTo>
                  <a:close/>
                  <a:moveTo>
                    <a:pt x="44940" y="13288"/>
                  </a:moveTo>
                  <a:lnTo>
                    <a:pt x="44838" y="13322"/>
                  </a:lnTo>
                  <a:cubicBezTo>
                    <a:pt x="44804" y="13322"/>
                    <a:pt x="44770" y="13356"/>
                    <a:pt x="44770" y="13390"/>
                  </a:cubicBezTo>
                  <a:cubicBezTo>
                    <a:pt x="44770" y="13458"/>
                    <a:pt x="44804" y="13492"/>
                    <a:pt x="44838" y="13492"/>
                  </a:cubicBezTo>
                  <a:lnTo>
                    <a:pt x="44872" y="13492"/>
                  </a:lnTo>
                  <a:lnTo>
                    <a:pt x="44975" y="13458"/>
                  </a:lnTo>
                  <a:cubicBezTo>
                    <a:pt x="45043" y="13458"/>
                    <a:pt x="45043" y="13424"/>
                    <a:pt x="45043" y="13356"/>
                  </a:cubicBezTo>
                  <a:cubicBezTo>
                    <a:pt x="45043" y="13322"/>
                    <a:pt x="45009" y="13288"/>
                    <a:pt x="44940" y="13288"/>
                  </a:cubicBezTo>
                  <a:close/>
                  <a:moveTo>
                    <a:pt x="44394" y="13356"/>
                  </a:moveTo>
                  <a:lnTo>
                    <a:pt x="44292" y="13390"/>
                  </a:lnTo>
                  <a:cubicBezTo>
                    <a:pt x="44224" y="13390"/>
                    <a:pt x="44190" y="13424"/>
                    <a:pt x="44190" y="13492"/>
                  </a:cubicBezTo>
                  <a:cubicBezTo>
                    <a:pt x="44224" y="13526"/>
                    <a:pt x="44258" y="13561"/>
                    <a:pt x="44292" y="13561"/>
                  </a:cubicBezTo>
                  <a:lnTo>
                    <a:pt x="44429" y="13526"/>
                  </a:lnTo>
                  <a:cubicBezTo>
                    <a:pt x="44463" y="13526"/>
                    <a:pt x="44497" y="13492"/>
                    <a:pt x="44497" y="13458"/>
                  </a:cubicBezTo>
                  <a:cubicBezTo>
                    <a:pt x="44463" y="13390"/>
                    <a:pt x="44429" y="13356"/>
                    <a:pt x="44394" y="13356"/>
                  </a:cubicBezTo>
                  <a:close/>
                  <a:moveTo>
                    <a:pt x="43850" y="13449"/>
                  </a:moveTo>
                  <a:cubicBezTo>
                    <a:pt x="43839" y="13449"/>
                    <a:pt x="43827" y="13452"/>
                    <a:pt x="43814" y="13458"/>
                  </a:cubicBezTo>
                  <a:lnTo>
                    <a:pt x="43712" y="13458"/>
                  </a:lnTo>
                  <a:cubicBezTo>
                    <a:pt x="43678" y="13458"/>
                    <a:pt x="43644" y="13526"/>
                    <a:pt x="43644" y="13561"/>
                  </a:cubicBezTo>
                  <a:cubicBezTo>
                    <a:pt x="43644" y="13595"/>
                    <a:pt x="43678" y="13629"/>
                    <a:pt x="43712" y="13629"/>
                  </a:cubicBezTo>
                  <a:lnTo>
                    <a:pt x="43848" y="13629"/>
                  </a:lnTo>
                  <a:cubicBezTo>
                    <a:pt x="43883" y="13629"/>
                    <a:pt x="43917" y="13561"/>
                    <a:pt x="43917" y="13526"/>
                  </a:cubicBezTo>
                  <a:cubicBezTo>
                    <a:pt x="43917" y="13499"/>
                    <a:pt x="43894" y="13449"/>
                    <a:pt x="43850" y="13449"/>
                  </a:cubicBezTo>
                  <a:close/>
                  <a:moveTo>
                    <a:pt x="43268" y="13526"/>
                  </a:moveTo>
                  <a:lnTo>
                    <a:pt x="43132" y="13561"/>
                  </a:lnTo>
                  <a:cubicBezTo>
                    <a:pt x="43098" y="13561"/>
                    <a:pt x="43064" y="13595"/>
                    <a:pt x="43064" y="13629"/>
                  </a:cubicBezTo>
                  <a:cubicBezTo>
                    <a:pt x="43064" y="13697"/>
                    <a:pt x="43098" y="13731"/>
                    <a:pt x="43166" y="13731"/>
                  </a:cubicBezTo>
                  <a:lnTo>
                    <a:pt x="43268" y="13697"/>
                  </a:lnTo>
                  <a:cubicBezTo>
                    <a:pt x="43337" y="13697"/>
                    <a:pt x="43371" y="13663"/>
                    <a:pt x="43337" y="13595"/>
                  </a:cubicBezTo>
                  <a:cubicBezTo>
                    <a:pt x="43337" y="13561"/>
                    <a:pt x="43302" y="13526"/>
                    <a:pt x="43268" y="13526"/>
                  </a:cubicBezTo>
                  <a:close/>
                  <a:moveTo>
                    <a:pt x="42721" y="13615"/>
                  </a:moveTo>
                  <a:cubicBezTo>
                    <a:pt x="42709" y="13615"/>
                    <a:pt x="42697" y="13620"/>
                    <a:pt x="42688" y="13629"/>
                  </a:cubicBezTo>
                  <a:lnTo>
                    <a:pt x="42586" y="13629"/>
                  </a:lnTo>
                  <a:cubicBezTo>
                    <a:pt x="42518" y="13629"/>
                    <a:pt x="42484" y="13663"/>
                    <a:pt x="42518" y="13731"/>
                  </a:cubicBezTo>
                  <a:cubicBezTo>
                    <a:pt x="42518" y="13765"/>
                    <a:pt x="42552" y="13799"/>
                    <a:pt x="42586" y="13799"/>
                  </a:cubicBezTo>
                  <a:lnTo>
                    <a:pt x="42722" y="13799"/>
                  </a:lnTo>
                  <a:cubicBezTo>
                    <a:pt x="42757" y="13765"/>
                    <a:pt x="42791" y="13731"/>
                    <a:pt x="42791" y="13697"/>
                  </a:cubicBezTo>
                  <a:cubicBezTo>
                    <a:pt x="42791" y="13647"/>
                    <a:pt x="42754" y="13615"/>
                    <a:pt x="42721" y="13615"/>
                  </a:cubicBezTo>
                  <a:close/>
                  <a:moveTo>
                    <a:pt x="42006" y="13697"/>
                  </a:moveTo>
                  <a:cubicBezTo>
                    <a:pt x="41972" y="13731"/>
                    <a:pt x="41938" y="13765"/>
                    <a:pt x="41938" y="13799"/>
                  </a:cubicBezTo>
                  <a:cubicBezTo>
                    <a:pt x="41938" y="13834"/>
                    <a:pt x="41972" y="13868"/>
                    <a:pt x="42006" y="13868"/>
                  </a:cubicBezTo>
                  <a:lnTo>
                    <a:pt x="42142" y="13868"/>
                  </a:lnTo>
                  <a:cubicBezTo>
                    <a:pt x="42176" y="13868"/>
                    <a:pt x="42211" y="13799"/>
                    <a:pt x="42211" y="13765"/>
                  </a:cubicBezTo>
                  <a:cubicBezTo>
                    <a:pt x="42211" y="13731"/>
                    <a:pt x="42176" y="13697"/>
                    <a:pt x="42108" y="13697"/>
                  </a:cubicBezTo>
                  <a:close/>
                  <a:moveTo>
                    <a:pt x="41562" y="13765"/>
                  </a:moveTo>
                  <a:lnTo>
                    <a:pt x="41426" y="13799"/>
                  </a:lnTo>
                  <a:cubicBezTo>
                    <a:pt x="41392" y="13799"/>
                    <a:pt x="41357" y="13834"/>
                    <a:pt x="41357" y="13902"/>
                  </a:cubicBezTo>
                  <a:cubicBezTo>
                    <a:pt x="41392" y="13936"/>
                    <a:pt x="41426" y="13970"/>
                    <a:pt x="41460" y="13970"/>
                  </a:cubicBezTo>
                  <a:lnTo>
                    <a:pt x="41562" y="13936"/>
                  </a:lnTo>
                  <a:cubicBezTo>
                    <a:pt x="41630" y="13936"/>
                    <a:pt x="41665" y="13902"/>
                    <a:pt x="41665" y="13834"/>
                  </a:cubicBezTo>
                  <a:cubicBezTo>
                    <a:pt x="41630" y="13799"/>
                    <a:pt x="41596" y="13765"/>
                    <a:pt x="41562" y="13765"/>
                  </a:cubicBezTo>
                  <a:close/>
                  <a:moveTo>
                    <a:pt x="41030" y="13854"/>
                  </a:moveTo>
                  <a:cubicBezTo>
                    <a:pt x="41016" y="13854"/>
                    <a:pt x="41000" y="13858"/>
                    <a:pt x="40982" y="13868"/>
                  </a:cubicBezTo>
                  <a:lnTo>
                    <a:pt x="40880" y="13868"/>
                  </a:lnTo>
                  <a:cubicBezTo>
                    <a:pt x="40812" y="13868"/>
                    <a:pt x="40812" y="13936"/>
                    <a:pt x="40812" y="13970"/>
                  </a:cubicBezTo>
                  <a:cubicBezTo>
                    <a:pt x="40812" y="14004"/>
                    <a:pt x="40846" y="14038"/>
                    <a:pt x="40880" y="14038"/>
                  </a:cubicBezTo>
                  <a:lnTo>
                    <a:pt x="41016" y="14038"/>
                  </a:lnTo>
                  <a:cubicBezTo>
                    <a:pt x="41050" y="14004"/>
                    <a:pt x="41084" y="13970"/>
                    <a:pt x="41084" y="13936"/>
                  </a:cubicBezTo>
                  <a:cubicBezTo>
                    <a:pt x="41084" y="13886"/>
                    <a:pt x="41066" y="13854"/>
                    <a:pt x="41030" y="13854"/>
                  </a:cubicBezTo>
                  <a:close/>
                  <a:moveTo>
                    <a:pt x="40300" y="13936"/>
                  </a:moveTo>
                  <a:cubicBezTo>
                    <a:pt x="40266" y="13970"/>
                    <a:pt x="40231" y="14004"/>
                    <a:pt x="40231" y="14038"/>
                  </a:cubicBezTo>
                  <a:cubicBezTo>
                    <a:pt x="40231" y="14107"/>
                    <a:pt x="40266" y="14107"/>
                    <a:pt x="40334" y="14107"/>
                  </a:cubicBezTo>
                  <a:lnTo>
                    <a:pt x="40436" y="14107"/>
                  </a:lnTo>
                  <a:cubicBezTo>
                    <a:pt x="40504" y="14107"/>
                    <a:pt x="40539" y="14038"/>
                    <a:pt x="40504" y="14004"/>
                  </a:cubicBezTo>
                  <a:cubicBezTo>
                    <a:pt x="40504" y="13970"/>
                    <a:pt x="40470" y="13936"/>
                    <a:pt x="40436" y="13936"/>
                  </a:cubicBezTo>
                  <a:close/>
                  <a:moveTo>
                    <a:pt x="39856" y="14004"/>
                  </a:moveTo>
                  <a:lnTo>
                    <a:pt x="39754" y="14038"/>
                  </a:lnTo>
                  <a:cubicBezTo>
                    <a:pt x="39685" y="14038"/>
                    <a:pt x="39651" y="14072"/>
                    <a:pt x="39685" y="14141"/>
                  </a:cubicBezTo>
                  <a:cubicBezTo>
                    <a:pt x="39685" y="14175"/>
                    <a:pt x="39720" y="14209"/>
                    <a:pt x="39754" y="14209"/>
                  </a:cubicBezTo>
                  <a:lnTo>
                    <a:pt x="39890" y="14175"/>
                  </a:lnTo>
                  <a:cubicBezTo>
                    <a:pt x="39924" y="14175"/>
                    <a:pt x="39958" y="14141"/>
                    <a:pt x="39958" y="14107"/>
                  </a:cubicBezTo>
                  <a:cubicBezTo>
                    <a:pt x="39958" y="14038"/>
                    <a:pt x="39890" y="14004"/>
                    <a:pt x="39856" y="14004"/>
                  </a:cubicBezTo>
                  <a:close/>
                  <a:moveTo>
                    <a:pt x="39174" y="14107"/>
                  </a:moveTo>
                  <a:cubicBezTo>
                    <a:pt x="39139" y="14107"/>
                    <a:pt x="39105" y="14175"/>
                    <a:pt x="39105" y="14209"/>
                  </a:cubicBezTo>
                  <a:cubicBezTo>
                    <a:pt x="39105" y="14243"/>
                    <a:pt x="39139" y="14277"/>
                    <a:pt x="39174" y="14277"/>
                  </a:cubicBezTo>
                  <a:lnTo>
                    <a:pt x="39310" y="14277"/>
                  </a:lnTo>
                  <a:cubicBezTo>
                    <a:pt x="39344" y="14277"/>
                    <a:pt x="39378" y="14209"/>
                    <a:pt x="39378" y="14175"/>
                  </a:cubicBezTo>
                  <a:cubicBezTo>
                    <a:pt x="39378" y="14107"/>
                    <a:pt x="39344" y="14107"/>
                    <a:pt x="39276" y="14107"/>
                  </a:cubicBezTo>
                  <a:close/>
                  <a:moveTo>
                    <a:pt x="38730" y="14175"/>
                  </a:moveTo>
                  <a:lnTo>
                    <a:pt x="38594" y="14209"/>
                  </a:lnTo>
                  <a:cubicBezTo>
                    <a:pt x="38559" y="14209"/>
                    <a:pt x="38525" y="14243"/>
                    <a:pt x="38525" y="14277"/>
                  </a:cubicBezTo>
                  <a:cubicBezTo>
                    <a:pt x="38525" y="14345"/>
                    <a:pt x="38594" y="14379"/>
                    <a:pt x="38628" y="14379"/>
                  </a:cubicBezTo>
                  <a:lnTo>
                    <a:pt x="38730" y="14345"/>
                  </a:lnTo>
                  <a:cubicBezTo>
                    <a:pt x="38798" y="14345"/>
                    <a:pt x="38832" y="14311"/>
                    <a:pt x="38832" y="14243"/>
                  </a:cubicBezTo>
                  <a:cubicBezTo>
                    <a:pt x="38798" y="14209"/>
                    <a:pt x="38764" y="14175"/>
                    <a:pt x="38730" y="14175"/>
                  </a:cubicBezTo>
                  <a:close/>
                  <a:moveTo>
                    <a:pt x="38150" y="14243"/>
                  </a:moveTo>
                  <a:lnTo>
                    <a:pt x="38048" y="14277"/>
                  </a:lnTo>
                  <a:cubicBezTo>
                    <a:pt x="37979" y="14277"/>
                    <a:pt x="37945" y="14311"/>
                    <a:pt x="37979" y="14379"/>
                  </a:cubicBezTo>
                  <a:cubicBezTo>
                    <a:pt x="37979" y="14414"/>
                    <a:pt x="38013" y="14448"/>
                    <a:pt x="38048" y="14448"/>
                  </a:cubicBezTo>
                  <a:lnTo>
                    <a:pt x="38082" y="14448"/>
                  </a:lnTo>
                  <a:lnTo>
                    <a:pt x="38184" y="14414"/>
                  </a:lnTo>
                  <a:cubicBezTo>
                    <a:pt x="38218" y="14414"/>
                    <a:pt x="38252" y="14379"/>
                    <a:pt x="38252" y="14345"/>
                  </a:cubicBezTo>
                  <a:cubicBezTo>
                    <a:pt x="38252" y="14277"/>
                    <a:pt x="38218" y="14243"/>
                    <a:pt x="38150" y="14243"/>
                  </a:cubicBezTo>
                  <a:close/>
                  <a:moveTo>
                    <a:pt x="37467" y="14345"/>
                  </a:moveTo>
                  <a:cubicBezTo>
                    <a:pt x="37433" y="14379"/>
                    <a:pt x="37399" y="14414"/>
                    <a:pt x="37399" y="14448"/>
                  </a:cubicBezTo>
                  <a:cubicBezTo>
                    <a:pt x="37399" y="14482"/>
                    <a:pt x="37433" y="14516"/>
                    <a:pt x="37502" y="14516"/>
                  </a:cubicBezTo>
                  <a:lnTo>
                    <a:pt x="37604" y="14516"/>
                  </a:lnTo>
                  <a:cubicBezTo>
                    <a:pt x="37672" y="14516"/>
                    <a:pt x="37706" y="14448"/>
                    <a:pt x="37672" y="14414"/>
                  </a:cubicBezTo>
                  <a:cubicBezTo>
                    <a:pt x="37672" y="14379"/>
                    <a:pt x="37638" y="14345"/>
                    <a:pt x="37604" y="14345"/>
                  </a:cubicBezTo>
                  <a:close/>
                  <a:moveTo>
                    <a:pt x="37024" y="14414"/>
                  </a:moveTo>
                  <a:lnTo>
                    <a:pt x="36921" y="14448"/>
                  </a:lnTo>
                  <a:cubicBezTo>
                    <a:pt x="36853" y="14448"/>
                    <a:pt x="36819" y="14482"/>
                    <a:pt x="36819" y="14550"/>
                  </a:cubicBezTo>
                  <a:cubicBezTo>
                    <a:pt x="36853" y="14584"/>
                    <a:pt x="36887" y="14618"/>
                    <a:pt x="36921" y="14618"/>
                  </a:cubicBezTo>
                  <a:lnTo>
                    <a:pt x="37058" y="14584"/>
                  </a:lnTo>
                  <a:cubicBezTo>
                    <a:pt x="37092" y="14584"/>
                    <a:pt x="37126" y="14550"/>
                    <a:pt x="37126" y="14482"/>
                  </a:cubicBezTo>
                  <a:cubicBezTo>
                    <a:pt x="37126" y="14448"/>
                    <a:pt x="37058" y="14414"/>
                    <a:pt x="37024" y="14414"/>
                  </a:cubicBezTo>
                  <a:close/>
                  <a:moveTo>
                    <a:pt x="36491" y="14503"/>
                  </a:moveTo>
                  <a:cubicBezTo>
                    <a:pt x="36478" y="14503"/>
                    <a:pt x="36462" y="14507"/>
                    <a:pt x="36444" y="14516"/>
                  </a:cubicBezTo>
                  <a:lnTo>
                    <a:pt x="36341" y="14516"/>
                  </a:lnTo>
                  <a:cubicBezTo>
                    <a:pt x="36307" y="14516"/>
                    <a:pt x="36273" y="14584"/>
                    <a:pt x="36273" y="14618"/>
                  </a:cubicBezTo>
                  <a:cubicBezTo>
                    <a:pt x="36273" y="14652"/>
                    <a:pt x="36307" y="14687"/>
                    <a:pt x="36341" y="14687"/>
                  </a:cubicBezTo>
                  <a:lnTo>
                    <a:pt x="36478" y="14687"/>
                  </a:lnTo>
                  <a:cubicBezTo>
                    <a:pt x="36512" y="14652"/>
                    <a:pt x="36546" y="14618"/>
                    <a:pt x="36546" y="14584"/>
                  </a:cubicBezTo>
                  <a:cubicBezTo>
                    <a:pt x="36546" y="14534"/>
                    <a:pt x="36528" y="14503"/>
                    <a:pt x="36491" y="14503"/>
                  </a:cubicBezTo>
                  <a:close/>
                  <a:moveTo>
                    <a:pt x="35761" y="14584"/>
                  </a:moveTo>
                  <a:cubicBezTo>
                    <a:pt x="35727" y="14618"/>
                    <a:pt x="35693" y="14652"/>
                    <a:pt x="35693" y="14687"/>
                  </a:cubicBezTo>
                  <a:cubicBezTo>
                    <a:pt x="35693" y="14755"/>
                    <a:pt x="35761" y="14755"/>
                    <a:pt x="35795" y="14755"/>
                  </a:cubicBezTo>
                  <a:lnTo>
                    <a:pt x="35898" y="14755"/>
                  </a:lnTo>
                  <a:cubicBezTo>
                    <a:pt x="35966" y="14755"/>
                    <a:pt x="36000" y="14687"/>
                    <a:pt x="36000" y="14652"/>
                  </a:cubicBezTo>
                  <a:cubicBezTo>
                    <a:pt x="35966" y="14618"/>
                    <a:pt x="35932" y="14584"/>
                    <a:pt x="35898" y="14584"/>
                  </a:cubicBezTo>
                  <a:close/>
                  <a:moveTo>
                    <a:pt x="35318" y="14652"/>
                  </a:moveTo>
                  <a:lnTo>
                    <a:pt x="35215" y="14687"/>
                  </a:lnTo>
                  <a:cubicBezTo>
                    <a:pt x="35147" y="14687"/>
                    <a:pt x="35113" y="14721"/>
                    <a:pt x="35147" y="14789"/>
                  </a:cubicBezTo>
                  <a:cubicBezTo>
                    <a:pt x="35147" y="14823"/>
                    <a:pt x="35181" y="14857"/>
                    <a:pt x="35215" y="14857"/>
                  </a:cubicBezTo>
                  <a:lnTo>
                    <a:pt x="35249" y="14857"/>
                  </a:lnTo>
                  <a:lnTo>
                    <a:pt x="35352" y="14823"/>
                  </a:lnTo>
                  <a:cubicBezTo>
                    <a:pt x="35386" y="14823"/>
                    <a:pt x="35420" y="14789"/>
                    <a:pt x="35420" y="14721"/>
                  </a:cubicBezTo>
                  <a:cubicBezTo>
                    <a:pt x="35420" y="14687"/>
                    <a:pt x="35386" y="14652"/>
                    <a:pt x="35318" y="14652"/>
                  </a:cubicBezTo>
                  <a:close/>
                  <a:moveTo>
                    <a:pt x="34785" y="14741"/>
                  </a:moveTo>
                  <a:cubicBezTo>
                    <a:pt x="34772" y="14741"/>
                    <a:pt x="34756" y="14746"/>
                    <a:pt x="34738" y="14755"/>
                  </a:cubicBezTo>
                  <a:lnTo>
                    <a:pt x="34635" y="14755"/>
                  </a:lnTo>
                  <a:cubicBezTo>
                    <a:pt x="34601" y="14755"/>
                    <a:pt x="34567" y="14823"/>
                    <a:pt x="34567" y="14857"/>
                  </a:cubicBezTo>
                  <a:cubicBezTo>
                    <a:pt x="34567" y="14891"/>
                    <a:pt x="34601" y="14925"/>
                    <a:pt x="34669" y="14925"/>
                  </a:cubicBezTo>
                  <a:lnTo>
                    <a:pt x="34772" y="14925"/>
                  </a:lnTo>
                  <a:cubicBezTo>
                    <a:pt x="34840" y="14891"/>
                    <a:pt x="34874" y="14857"/>
                    <a:pt x="34840" y="14823"/>
                  </a:cubicBezTo>
                  <a:cubicBezTo>
                    <a:pt x="34840" y="14773"/>
                    <a:pt x="34822" y="14741"/>
                    <a:pt x="34785" y="14741"/>
                  </a:cubicBezTo>
                  <a:close/>
                  <a:moveTo>
                    <a:pt x="34192" y="14823"/>
                  </a:moveTo>
                  <a:lnTo>
                    <a:pt x="34089" y="14857"/>
                  </a:lnTo>
                  <a:cubicBezTo>
                    <a:pt x="34021" y="14857"/>
                    <a:pt x="33987" y="14891"/>
                    <a:pt x="33987" y="14925"/>
                  </a:cubicBezTo>
                  <a:cubicBezTo>
                    <a:pt x="34021" y="14994"/>
                    <a:pt x="34055" y="15028"/>
                    <a:pt x="34089" y="15028"/>
                  </a:cubicBezTo>
                  <a:lnTo>
                    <a:pt x="34226" y="14994"/>
                  </a:lnTo>
                  <a:cubicBezTo>
                    <a:pt x="34260" y="14994"/>
                    <a:pt x="34294" y="14960"/>
                    <a:pt x="34294" y="14891"/>
                  </a:cubicBezTo>
                  <a:cubicBezTo>
                    <a:pt x="34294" y="14857"/>
                    <a:pt x="34226" y="14823"/>
                    <a:pt x="34192" y="14823"/>
                  </a:cubicBezTo>
                  <a:close/>
                  <a:moveTo>
                    <a:pt x="33612" y="14891"/>
                  </a:moveTo>
                  <a:lnTo>
                    <a:pt x="33509" y="14925"/>
                  </a:lnTo>
                  <a:cubicBezTo>
                    <a:pt x="33475" y="14925"/>
                    <a:pt x="33441" y="14960"/>
                    <a:pt x="33441" y="15028"/>
                  </a:cubicBezTo>
                  <a:cubicBezTo>
                    <a:pt x="33441" y="15062"/>
                    <a:pt x="33475" y="15096"/>
                    <a:pt x="33509" y="15096"/>
                  </a:cubicBezTo>
                  <a:lnTo>
                    <a:pt x="33543" y="15096"/>
                  </a:lnTo>
                  <a:lnTo>
                    <a:pt x="33646" y="15062"/>
                  </a:lnTo>
                  <a:cubicBezTo>
                    <a:pt x="33680" y="15062"/>
                    <a:pt x="33714" y="15028"/>
                    <a:pt x="33714" y="14994"/>
                  </a:cubicBezTo>
                  <a:cubicBezTo>
                    <a:pt x="33714" y="14925"/>
                    <a:pt x="33680" y="14891"/>
                    <a:pt x="33612" y="14891"/>
                  </a:cubicBezTo>
                  <a:close/>
                  <a:moveTo>
                    <a:pt x="32929" y="14994"/>
                  </a:moveTo>
                  <a:cubicBezTo>
                    <a:pt x="32895" y="14994"/>
                    <a:pt x="32861" y="15062"/>
                    <a:pt x="32861" y="15096"/>
                  </a:cubicBezTo>
                  <a:cubicBezTo>
                    <a:pt x="32861" y="15130"/>
                    <a:pt x="32895" y="15164"/>
                    <a:pt x="32963" y="15164"/>
                  </a:cubicBezTo>
                  <a:lnTo>
                    <a:pt x="33066" y="15164"/>
                  </a:lnTo>
                  <a:cubicBezTo>
                    <a:pt x="33134" y="15164"/>
                    <a:pt x="33168" y="15096"/>
                    <a:pt x="33168" y="15062"/>
                  </a:cubicBezTo>
                  <a:cubicBezTo>
                    <a:pt x="33134" y="15028"/>
                    <a:pt x="33100" y="14994"/>
                    <a:pt x="33066" y="14994"/>
                  </a:cubicBezTo>
                  <a:close/>
                  <a:moveTo>
                    <a:pt x="32485" y="15062"/>
                  </a:moveTo>
                  <a:lnTo>
                    <a:pt x="32383" y="15096"/>
                  </a:lnTo>
                  <a:cubicBezTo>
                    <a:pt x="32315" y="15096"/>
                    <a:pt x="32281" y="15130"/>
                    <a:pt x="32315" y="15164"/>
                  </a:cubicBezTo>
                  <a:cubicBezTo>
                    <a:pt x="32315" y="15233"/>
                    <a:pt x="32349" y="15267"/>
                    <a:pt x="32383" y="15267"/>
                  </a:cubicBezTo>
                  <a:lnTo>
                    <a:pt x="32520" y="15233"/>
                  </a:lnTo>
                  <a:cubicBezTo>
                    <a:pt x="32554" y="15233"/>
                    <a:pt x="32588" y="15198"/>
                    <a:pt x="32588" y="15130"/>
                  </a:cubicBezTo>
                  <a:cubicBezTo>
                    <a:pt x="32588" y="15096"/>
                    <a:pt x="32520" y="15062"/>
                    <a:pt x="32485" y="15062"/>
                  </a:cubicBezTo>
                  <a:close/>
                  <a:moveTo>
                    <a:pt x="31905" y="15130"/>
                  </a:moveTo>
                  <a:lnTo>
                    <a:pt x="31803" y="15164"/>
                  </a:lnTo>
                  <a:cubicBezTo>
                    <a:pt x="31769" y="15164"/>
                    <a:pt x="31735" y="15198"/>
                    <a:pt x="31735" y="15267"/>
                  </a:cubicBezTo>
                  <a:cubicBezTo>
                    <a:pt x="31735" y="15301"/>
                    <a:pt x="31769" y="15335"/>
                    <a:pt x="31803" y="15335"/>
                  </a:cubicBezTo>
                  <a:lnTo>
                    <a:pt x="31837" y="15335"/>
                  </a:lnTo>
                  <a:lnTo>
                    <a:pt x="31940" y="15301"/>
                  </a:lnTo>
                  <a:cubicBezTo>
                    <a:pt x="32008" y="15301"/>
                    <a:pt x="32008" y="15267"/>
                    <a:pt x="32008" y="15233"/>
                  </a:cubicBezTo>
                  <a:cubicBezTo>
                    <a:pt x="32008" y="15164"/>
                    <a:pt x="31974" y="15130"/>
                    <a:pt x="31905" y="15130"/>
                  </a:cubicBezTo>
                  <a:close/>
                  <a:moveTo>
                    <a:pt x="31257" y="15233"/>
                  </a:moveTo>
                  <a:cubicBezTo>
                    <a:pt x="31189" y="15267"/>
                    <a:pt x="31155" y="15301"/>
                    <a:pt x="31155" y="15335"/>
                  </a:cubicBezTo>
                  <a:cubicBezTo>
                    <a:pt x="31189" y="15369"/>
                    <a:pt x="31223" y="15403"/>
                    <a:pt x="31257" y="15403"/>
                  </a:cubicBezTo>
                  <a:lnTo>
                    <a:pt x="31394" y="15403"/>
                  </a:lnTo>
                  <a:cubicBezTo>
                    <a:pt x="31428" y="15403"/>
                    <a:pt x="31462" y="15335"/>
                    <a:pt x="31462" y="15301"/>
                  </a:cubicBezTo>
                  <a:cubicBezTo>
                    <a:pt x="31428" y="15267"/>
                    <a:pt x="31394" y="15233"/>
                    <a:pt x="31359" y="15233"/>
                  </a:cubicBezTo>
                  <a:close/>
                  <a:moveTo>
                    <a:pt x="30779" y="15301"/>
                  </a:moveTo>
                  <a:lnTo>
                    <a:pt x="30677" y="15335"/>
                  </a:lnTo>
                  <a:cubicBezTo>
                    <a:pt x="30643" y="15335"/>
                    <a:pt x="30609" y="15369"/>
                    <a:pt x="30609" y="15437"/>
                  </a:cubicBezTo>
                  <a:cubicBezTo>
                    <a:pt x="30609" y="15471"/>
                    <a:pt x="30643" y="15506"/>
                    <a:pt x="30677" y="15506"/>
                  </a:cubicBezTo>
                  <a:lnTo>
                    <a:pt x="30711" y="15506"/>
                  </a:lnTo>
                  <a:lnTo>
                    <a:pt x="30813" y="15471"/>
                  </a:lnTo>
                  <a:cubicBezTo>
                    <a:pt x="30848" y="15471"/>
                    <a:pt x="30882" y="15437"/>
                    <a:pt x="30882" y="15369"/>
                  </a:cubicBezTo>
                  <a:cubicBezTo>
                    <a:pt x="30882" y="15335"/>
                    <a:pt x="30848" y="15301"/>
                    <a:pt x="30779" y="15301"/>
                  </a:cubicBezTo>
                  <a:close/>
                  <a:moveTo>
                    <a:pt x="30260" y="15390"/>
                  </a:moveTo>
                  <a:cubicBezTo>
                    <a:pt x="30252" y="15390"/>
                    <a:pt x="30243" y="15394"/>
                    <a:pt x="30233" y="15403"/>
                  </a:cubicBezTo>
                  <a:lnTo>
                    <a:pt x="30097" y="15403"/>
                  </a:lnTo>
                  <a:cubicBezTo>
                    <a:pt x="30063" y="15403"/>
                    <a:pt x="30029" y="15471"/>
                    <a:pt x="30029" y="15506"/>
                  </a:cubicBezTo>
                  <a:cubicBezTo>
                    <a:pt x="30029" y="15540"/>
                    <a:pt x="30063" y="15574"/>
                    <a:pt x="30131" y="15574"/>
                  </a:cubicBezTo>
                  <a:lnTo>
                    <a:pt x="30233" y="15574"/>
                  </a:lnTo>
                  <a:cubicBezTo>
                    <a:pt x="30302" y="15540"/>
                    <a:pt x="30336" y="15506"/>
                    <a:pt x="30302" y="15471"/>
                  </a:cubicBezTo>
                  <a:cubicBezTo>
                    <a:pt x="30302" y="15421"/>
                    <a:pt x="30283" y="15390"/>
                    <a:pt x="30260" y="15390"/>
                  </a:cubicBezTo>
                  <a:close/>
                  <a:moveTo>
                    <a:pt x="29551" y="15471"/>
                  </a:moveTo>
                  <a:cubicBezTo>
                    <a:pt x="29483" y="15506"/>
                    <a:pt x="29449" y="15540"/>
                    <a:pt x="29483" y="15574"/>
                  </a:cubicBezTo>
                  <a:cubicBezTo>
                    <a:pt x="29483" y="15642"/>
                    <a:pt x="29517" y="15642"/>
                    <a:pt x="29551" y="15642"/>
                  </a:cubicBezTo>
                  <a:lnTo>
                    <a:pt x="29687" y="15642"/>
                  </a:lnTo>
                  <a:cubicBezTo>
                    <a:pt x="29722" y="15642"/>
                    <a:pt x="29756" y="15574"/>
                    <a:pt x="29756" y="15540"/>
                  </a:cubicBezTo>
                  <a:cubicBezTo>
                    <a:pt x="29756" y="15506"/>
                    <a:pt x="29687" y="15471"/>
                    <a:pt x="29653" y="15471"/>
                  </a:cubicBezTo>
                  <a:close/>
                  <a:moveTo>
                    <a:pt x="29073" y="15540"/>
                  </a:moveTo>
                  <a:lnTo>
                    <a:pt x="28971" y="15574"/>
                  </a:lnTo>
                  <a:cubicBezTo>
                    <a:pt x="28937" y="15574"/>
                    <a:pt x="28903" y="15608"/>
                    <a:pt x="28903" y="15676"/>
                  </a:cubicBezTo>
                  <a:cubicBezTo>
                    <a:pt x="28903" y="15710"/>
                    <a:pt x="28937" y="15744"/>
                    <a:pt x="28971" y="15744"/>
                  </a:cubicBezTo>
                  <a:lnTo>
                    <a:pt x="29005" y="15744"/>
                  </a:lnTo>
                  <a:lnTo>
                    <a:pt x="29107" y="15710"/>
                  </a:lnTo>
                  <a:cubicBezTo>
                    <a:pt x="29141" y="15710"/>
                    <a:pt x="29176" y="15676"/>
                    <a:pt x="29176" y="15608"/>
                  </a:cubicBezTo>
                  <a:cubicBezTo>
                    <a:pt x="29176" y="15574"/>
                    <a:pt x="29141" y="15540"/>
                    <a:pt x="29073" y="15540"/>
                  </a:cubicBezTo>
                  <a:close/>
                  <a:moveTo>
                    <a:pt x="28555" y="15629"/>
                  </a:moveTo>
                  <a:cubicBezTo>
                    <a:pt x="28546" y="15629"/>
                    <a:pt x="28536" y="15633"/>
                    <a:pt x="28527" y="15642"/>
                  </a:cubicBezTo>
                  <a:lnTo>
                    <a:pt x="28391" y="15642"/>
                  </a:lnTo>
                  <a:cubicBezTo>
                    <a:pt x="28357" y="15642"/>
                    <a:pt x="28322" y="15710"/>
                    <a:pt x="28322" y="15744"/>
                  </a:cubicBezTo>
                  <a:cubicBezTo>
                    <a:pt x="28357" y="15779"/>
                    <a:pt x="28391" y="15813"/>
                    <a:pt x="28425" y="15813"/>
                  </a:cubicBezTo>
                  <a:lnTo>
                    <a:pt x="28561" y="15813"/>
                  </a:lnTo>
                  <a:cubicBezTo>
                    <a:pt x="28595" y="15779"/>
                    <a:pt x="28630" y="15744"/>
                    <a:pt x="28630" y="15710"/>
                  </a:cubicBezTo>
                  <a:cubicBezTo>
                    <a:pt x="28605" y="15660"/>
                    <a:pt x="28580" y="15629"/>
                    <a:pt x="28555" y="15629"/>
                  </a:cubicBezTo>
                  <a:close/>
                  <a:moveTo>
                    <a:pt x="27947" y="15710"/>
                  </a:moveTo>
                  <a:lnTo>
                    <a:pt x="27845" y="15744"/>
                  </a:lnTo>
                  <a:cubicBezTo>
                    <a:pt x="27777" y="15744"/>
                    <a:pt x="27777" y="15779"/>
                    <a:pt x="27777" y="15813"/>
                  </a:cubicBezTo>
                  <a:cubicBezTo>
                    <a:pt x="27777" y="15881"/>
                    <a:pt x="27811" y="15915"/>
                    <a:pt x="27845" y="15915"/>
                  </a:cubicBezTo>
                  <a:lnTo>
                    <a:pt x="27879" y="15915"/>
                  </a:lnTo>
                  <a:lnTo>
                    <a:pt x="27981" y="15881"/>
                  </a:lnTo>
                  <a:cubicBezTo>
                    <a:pt x="28015" y="15881"/>
                    <a:pt x="28049" y="15847"/>
                    <a:pt x="28049" y="15779"/>
                  </a:cubicBezTo>
                  <a:cubicBezTo>
                    <a:pt x="28049" y="15744"/>
                    <a:pt x="28015" y="15710"/>
                    <a:pt x="27947" y="15710"/>
                  </a:cubicBezTo>
                  <a:close/>
                  <a:moveTo>
                    <a:pt x="27401" y="15779"/>
                  </a:moveTo>
                  <a:lnTo>
                    <a:pt x="27265" y="15813"/>
                  </a:lnTo>
                  <a:cubicBezTo>
                    <a:pt x="27231" y="15813"/>
                    <a:pt x="27196" y="15847"/>
                    <a:pt x="27196" y="15915"/>
                  </a:cubicBezTo>
                  <a:cubicBezTo>
                    <a:pt x="27196" y="15949"/>
                    <a:pt x="27231" y="15983"/>
                    <a:pt x="27299" y="15983"/>
                  </a:cubicBezTo>
                  <a:lnTo>
                    <a:pt x="27401" y="15949"/>
                  </a:lnTo>
                  <a:cubicBezTo>
                    <a:pt x="27469" y="15949"/>
                    <a:pt x="27504" y="15915"/>
                    <a:pt x="27469" y="15881"/>
                  </a:cubicBezTo>
                  <a:cubicBezTo>
                    <a:pt x="27469" y="15813"/>
                    <a:pt x="27435" y="15779"/>
                    <a:pt x="27401" y="15779"/>
                  </a:cubicBezTo>
                  <a:close/>
                  <a:moveTo>
                    <a:pt x="26719" y="15881"/>
                  </a:moveTo>
                  <a:cubicBezTo>
                    <a:pt x="26650" y="15881"/>
                    <a:pt x="26616" y="15949"/>
                    <a:pt x="26650" y="15983"/>
                  </a:cubicBezTo>
                  <a:cubicBezTo>
                    <a:pt x="26650" y="16017"/>
                    <a:pt x="26685" y="16052"/>
                    <a:pt x="26719" y="16052"/>
                  </a:cubicBezTo>
                  <a:lnTo>
                    <a:pt x="26855" y="16052"/>
                  </a:lnTo>
                  <a:cubicBezTo>
                    <a:pt x="26889" y="16052"/>
                    <a:pt x="26923" y="15983"/>
                    <a:pt x="26923" y="15949"/>
                  </a:cubicBezTo>
                  <a:cubicBezTo>
                    <a:pt x="26923" y="15915"/>
                    <a:pt x="26855" y="15881"/>
                    <a:pt x="26821" y="15881"/>
                  </a:cubicBezTo>
                  <a:close/>
                  <a:moveTo>
                    <a:pt x="26241" y="15949"/>
                  </a:moveTo>
                  <a:lnTo>
                    <a:pt x="26139" y="15983"/>
                  </a:lnTo>
                  <a:cubicBezTo>
                    <a:pt x="26104" y="15983"/>
                    <a:pt x="26070" y="16017"/>
                    <a:pt x="26070" y="16052"/>
                  </a:cubicBezTo>
                  <a:cubicBezTo>
                    <a:pt x="26070" y="16120"/>
                    <a:pt x="26104" y="16154"/>
                    <a:pt x="26139" y="16154"/>
                  </a:cubicBezTo>
                  <a:lnTo>
                    <a:pt x="26173" y="16154"/>
                  </a:lnTo>
                  <a:lnTo>
                    <a:pt x="26275" y="16120"/>
                  </a:lnTo>
                  <a:cubicBezTo>
                    <a:pt x="26309" y="16120"/>
                    <a:pt x="26343" y="16086"/>
                    <a:pt x="26343" y="16017"/>
                  </a:cubicBezTo>
                  <a:cubicBezTo>
                    <a:pt x="26343" y="15983"/>
                    <a:pt x="26309" y="15949"/>
                    <a:pt x="26241" y="15949"/>
                  </a:cubicBezTo>
                  <a:close/>
                  <a:moveTo>
                    <a:pt x="25722" y="16038"/>
                  </a:moveTo>
                  <a:cubicBezTo>
                    <a:pt x="25713" y="16038"/>
                    <a:pt x="25704" y="16042"/>
                    <a:pt x="25695" y="16052"/>
                  </a:cubicBezTo>
                  <a:lnTo>
                    <a:pt x="25559" y="16052"/>
                  </a:lnTo>
                  <a:cubicBezTo>
                    <a:pt x="25524" y="16052"/>
                    <a:pt x="25490" y="16086"/>
                    <a:pt x="25490" y="16154"/>
                  </a:cubicBezTo>
                  <a:cubicBezTo>
                    <a:pt x="25490" y="16188"/>
                    <a:pt x="25559" y="16222"/>
                    <a:pt x="25593" y="16222"/>
                  </a:cubicBezTo>
                  <a:lnTo>
                    <a:pt x="25695" y="16188"/>
                  </a:lnTo>
                  <a:cubicBezTo>
                    <a:pt x="25763" y="16188"/>
                    <a:pt x="25797" y="16154"/>
                    <a:pt x="25797" y="16120"/>
                  </a:cubicBezTo>
                  <a:cubicBezTo>
                    <a:pt x="25772" y="16070"/>
                    <a:pt x="25747" y="16038"/>
                    <a:pt x="25722" y="16038"/>
                  </a:cubicBezTo>
                  <a:close/>
                  <a:moveTo>
                    <a:pt x="25013" y="16120"/>
                  </a:moveTo>
                  <a:cubicBezTo>
                    <a:pt x="24944" y="16154"/>
                    <a:pt x="24910" y="16188"/>
                    <a:pt x="24944" y="16222"/>
                  </a:cubicBezTo>
                  <a:cubicBezTo>
                    <a:pt x="24944" y="16256"/>
                    <a:pt x="24978" y="16290"/>
                    <a:pt x="25013" y="16290"/>
                  </a:cubicBezTo>
                  <a:lnTo>
                    <a:pt x="25149" y="16290"/>
                  </a:lnTo>
                  <a:cubicBezTo>
                    <a:pt x="25183" y="16290"/>
                    <a:pt x="25217" y="16222"/>
                    <a:pt x="25217" y="16188"/>
                  </a:cubicBezTo>
                  <a:cubicBezTo>
                    <a:pt x="25217" y="16154"/>
                    <a:pt x="25149" y="16120"/>
                    <a:pt x="25115" y="16120"/>
                  </a:cubicBezTo>
                  <a:close/>
                  <a:moveTo>
                    <a:pt x="24569" y="16188"/>
                  </a:moveTo>
                  <a:lnTo>
                    <a:pt x="24432" y="16222"/>
                  </a:lnTo>
                  <a:cubicBezTo>
                    <a:pt x="24398" y="16222"/>
                    <a:pt x="24364" y="16256"/>
                    <a:pt x="24364" y="16325"/>
                  </a:cubicBezTo>
                  <a:cubicBezTo>
                    <a:pt x="24364" y="16359"/>
                    <a:pt x="24398" y="16393"/>
                    <a:pt x="24467" y="16393"/>
                  </a:cubicBezTo>
                  <a:lnTo>
                    <a:pt x="24569" y="16359"/>
                  </a:lnTo>
                  <a:cubicBezTo>
                    <a:pt x="24637" y="16359"/>
                    <a:pt x="24671" y="16325"/>
                    <a:pt x="24637" y="16256"/>
                  </a:cubicBezTo>
                  <a:cubicBezTo>
                    <a:pt x="24637" y="16222"/>
                    <a:pt x="24603" y="16188"/>
                    <a:pt x="24569" y="16188"/>
                  </a:cubicBezTo>
                  <a:close/>
                  <a:moveTo>
                    <a:pt x="24022" y="16277"/>
                  </a:moveTo>
                  <a:cubicBezTo>
                    <a:pt x="24010" y="16277"/>
                    <a:pt x="23998" y="16281"/>
                    <a:pt x="23989" y="16290"/>
                  </a:cubicBezTo>
                  <a:lnTo>
                    <a:pt x="23886" y="16290"/>
                  </a:lnTo>
                  <a:cubicBezTo>
                    <a:pt x="23818" y="16290"/>
                    <a:pt x="23784" y="16359"/>
                    <a:pt x="23784" y="16393"/>
                  </a:cubicBezTo>
                  <a:cubicBezTo>
                    <a:pt x="23818" y="16427"/>
                    <a:pt x="23852" y="16461"/>
                    <a:pt x="23886" y="16461"/>
                  </a:cubicBezTo>
                  <a:lnTo>
                    <a:pt x="24023" y="16461"/>
                  </a:lnTo>
                  <a:cubicBezTo>
                    <a:pt x="24057" y="16427"/>
                    <a:pt x="24091" y="16393"/>
                    <a:pt x="24091" y="16359"/>
                  </a:cubicBezTo>
                  <a:cubicBezTo>
                    <a:pt x="24091" y="16309"/>
                    <a:pt x="24055" y="16277"/>
                    <a:pt x="24022" y="16277"/>
                  </a:cubicBezTo>
                  <a:close/>
                  <a:moveTo>
                    <a:pt x="23306" y="16359"/>
                  </a:moveTo>
                  <a:cubicBezTo>
                    <a:pt x="23272" y="16393"/>
                    <a:pt x="23238" y="16427"/>
                    <a:pt x="23238" y="16461"/>
                  </a:cubicBezTo>
                  <a:cubicBezTo>
                    <a:pt x="23238" y="16529"/>
                    <a:pt x="23272" y="16529"/>
                    <a:pt x="23306" y="16529"/>
                  </a:cubicBezTo>
                  <a:lnTo>
                    <a:pt x="23443" y="16529"/>
                  </a:lnTo>
                  <a:cubicBezTo>
                    <a:pt x="23477" y="16529"/>
                    <a:pt x="23511" y="16461"/>
                    <a:pt x="23511" y="16427"/>
                  </a:cubicBezTo>
                  <a:cubicBezTo>
                    <a:pt x="23511" y="16393"/>
                    <a:pt x="23477" y="16359"/>
                    <a:pt x="23409" y="16359"/>
                  </a:cubicBezTo>
                  <a:close/>
                  <a:moveTo>
                    <a:pt x="22863" y="16427"/>
                  </a:moveTo>
                  <a:lnTo>
                    <a:pt x="22726" y="16461"/>
                  </a:lnTo>
                  <a:cubicBezTo>
                    <a:pt x="22692" y="16461"/>
                    <a:pt x="22658" y="16495"/>
                    <a:pt x="22658" y="16563"/>
                  </a:cubicBezTo>
                  <a:cubicBezTo>
                    <a:pt x="22658" y="16597"/>
                    <a:pt x="22692" y="16632"/>
                    <a:pt x="22760" y="16632"/>
                  </a:cubicBezTo>
                  <a:lnTo>
                    <a:pt x="22863" y="16597"/>
                  </a:lnTo>
                  <a:cubicBezTo>
                    <a:pt x="22931" y="16597"/>
                    <a:pt x="22965" y="16563"/>
                    <a:pt x="22965" y="16495"/>
                  </a:cubicBezTo>
                  <a:cubicBezTo>
                    <a:pt x="22931" y="16461"/>
                    <a:pt x="22897" y="16427"/>
                    <a:pt x="22863" y="16427"/>
                  </a:cubicBezTo>
                  <a:close/>
                  <a:moveTo>
                    <a:pt x="22316" y="16516"/>
                  </a:moveTo>
                  <a:cubicBezTo>
                    <a:pt x="22303" y="16516"/>
                    <a:pt x="22292" y="16520"/>
                    <a:pt x="22283" y="16529"/>
                  </a:cubicBezTo>
                  <a:lnTo>
                    <a:pt x="22180" y="16529"/>
                  </a:lnTo>
                  <a:cubicBezTo>
                    <a:pt x="22112" y="16529"/>
                    <a:pt x="22078" y="16597"/>
                    <a:pt x="22112" y="16632"/>
                  </a:cubicBezTo>
                  <a:cubicBezTo>
                    <a:pt x="22112" y="16666"/>
                    <a:pt x="22146" y="16700"/>
                    <a:pt x="22180" y="16700"/>
                  </a:cubicBezTo>
                  <a:lnTo>
                    <a:pt x="22317" y="16700"/>
                  </a:lnTo>
                  <a:cubicBezTo>
                    <a:pt x="22351" y="16666"/>
                    <a:pt x="22385" y="16632"/>
                    <a:pt x="22385" y="16597"/>
                  </a:cubicBezTo>
                  <a:cubicBezTo>
                    <a:pt x="22385" y="16548"/>
                    <a:pt x="22349" y="16516"/>
                    <a:pt x="22316" y="16516"/>
                  </a:cubicBezTo>
                  <a:close/>
                  <a:moveTo>
                    <a:pt x="21737" y="16597"/>
                  </a:moveTo>
                  <a:lnTo>
                    <a:pt x="21600" y="16632"/>
                  </a:lnTo>
                  <a:cubicBezTo>
                    <a:pt x="21566" y="16632"/>
                    <a:pt x="21532" y="16666"/>
                    <a:pt x="21532" y="16700"/>
                  </a:cubicBezTo>
                  <a:cubicBezTo>
                    <a:pt x="21532" y="16768"/>
                    <a:pt x="21566" y="16802"/>
                    <a:pt x="21634" y="16802"/>
                  </a:cubicBezTo>
                  <a:cubicBezTo>
                    <a:pt x="21634" y="16802"/>
                    <a:pt x="21634" y="16802"/>
                    <a:pt x="21634" y="16768"/>
                  </a:cubicBezTo>
                  <a:lnTo>
                    <a:pt x="21737" y="16768"/>
                  </a:lnTo>
                  <a:cubicBezTo>
                    <a:pt x="21805" y="16768"/>
                    <a:pt x="21839" y="16734"/>
                    <a:pt x="21805" y="16666"/>
                  </a:cubicBezTo>
                  <a:cubicBezTo>
                    <a:pt x="21805" y="16632"/>
                    <a:pt x="21771" y="16597"/>
                    <a:pt x="21737" y="16597"/>
                  </a:cubicBezTo>
                  <a:close/>
                  <a:moveTo>
                    <a:pt x="21157" y="16666"/>
                  </a:moveTo>
                  <a:lnTo>
                    <a:pt x="21054" y="16700"/>
                  </a:lnTo>
                  <a:cubicBezTo>
                    <a:pt x="20986" y="16700"/>
                    <a:pt x="20952" y="16734"/>
                    <a:pt x="20952" y="16802"/>
                  </a:cubicBezTo>
                  <a:cubicBezTo>
                    <a:pt x="20986" y="16836"/>
                    <a:pt x="21020" y="16870"/>
                    <a:pt x="21054" y="16870"/>
                  </a:cubicBezTo>
                  <a:lnTo>
                    <a:pt x="21191" y="16836"/>
                  </a:lnTo>
                  <a:cubicBezTo>
                    <a:pt x="21225" y="16836"/>
                    <a:pt x="21259" y="16802"/>
                    <a:pt x="21259" y="16768"/>
                  </a:cubicBezTo>
                  <a:cubicBezTo>
                    <a:pt x="21259" y="16700"/>
                    <a:pt x="21191" y="16666"/>
                    <a:pt x="21157" y="16666"/>
                  </a:cubicBezTo>
                  <a:close/>
                  <a:moveTo>
                    <a:pt x="20612" y="16759"/>
                  </a:moveTo>
                  <a:cubicBezTo>
                    <a:pt x="20601" y="16759"/>
                    <a:pt x="20590" y="16762"/>
                    <a:pt x="20577" y="16768"/>
                  </a:cubicBezTo>
                  <a:lnTo>
                    <a:pt x="20474" y="16768"/>
                  </a:lnTo>
                  <a:cubicBezTo>
                    <a:pt x="20440" y="16768"/>
                    <a:pt x="20406" y="16836"/>
                    <a:pt x="20406" y="16870"/>
                  </a:cubicBezTo>
                  <a:cubicBezTo>
                    <a:pt x="20406" y="16905"/>
                    <a:pt x="20440" y="16939"/>
                    <a:pt x="20474" y="16939"/>
                  </a:cubicBezTo>
                  <a:lnTo>
                    <a:pt x="20611" y="16939"/>
                  </a:lnTo>
                  <a:cubicBezTo>
                    <a:pt x="20645" y="16939"/>
                    <a:pt x="20679" y="16870"/>
                    <a:pt x="20679" y="16836"/>
                  </a:cubicBezTo>
                  <a:cubicBezTo>
                    <a:pt x="20679" y="16809"/>
                    <a:pt x="20657" y="16759"/>
                    <a:pt x="20612" y="16759"/>
                  </a:cubicBezTo>
                  <a:close/>
                  <a:moveTo>
                    <a:pt x="20031" y="16836"/>
                  </a:moveTo>
                  <a:lnTo>
                    <a:pt x="19894" y="16870"/>
                  </a:lnTo>
                  <a:cubicBezTo>
                    <a:pt x="19860" y="16870"/>
                    <a:pt x="19826" y="16905"/>
                    <a:pt x="19826" y="16939"/>
                  </a:cubicBezTo>
                  <a:cubicBezTo>
                    <a:pt x="19826" y="17007"/>
                    <a:pt x="19860" y="17041"/>
                    <a:pt x="19928" y="17041"/>
                  </a:cubicBezTo>
                  <a:lnTo>
                    <a:pt x="20031" y="17007"/>
                  </a:lnTo>
                  <a:cubicBezTo>
                    <a:pt x="20099" y="17007"/>
                    <a:pt x="20133" y="16973"/>
                    <a:pt x="20133" y="16905"/>
                  </a:cubicBezTo>
                  <a:cubicBezTo>
                    <a:pt x="20099" y="16870"/>
                    <a:pt x="20065" y="16836"/>
                    <a:pt x="20031" y="16836"/>
                  </a:cubicBezTo>
                  <a:close/>
                  <a:moveTo>
                    <a:pt x="19450" y="16905"/>
                  </a:moveTo>
                  <a:lnTo>
                    <a:pt x="19348" y="16939"/>
                  </a:lnTo>
                  <a:cubicBezTo>
                    <a:pt x="19280" y="16939"/>
                    <a:pt x="19246" y="16973"/>
                    <a:pt x="19280" y="17041"/>
                  </a:cubicBezTo>
                  <a:cubicBezTo>
                    <a:pt x="19280" y="17075"/>
                    <a:pt x="19314" y="17109"/>
                    <a:pt x="19348" y="17109"/>
                  </a:cubicBezTo>
                  <a:lnTo>
                    <a:pt x="19485" y="17075"/>
                  </a:lnTo>
                  <a:cubicBezTo>
                    <a:pt x="19519" y="17075"/>
                    <a:pt x="19553" y="17041"/>
                    <a:pt x="19553" y="17007"/>
                  </a:cubicBezTo>
                  <a:cubicBezTo>
                    <a:pt x="19553" y="16939"/>
                    <a:pt x="19485" y="16905"/>
                    <a:pt x="19450" y="16905"/>
                  </a:cubicBezTo>
                  <a:close/>
                  <a:moveTo>
                    <a:pt x="18768" y="17007"/>
                  </a:moveTo>
                  <a:cubicBezTo>
                    <a:pt x="18734" y="17041"/>
                    <a:pt x="18700" y="17075"/>
                    <a:pt x="18700" y="17109"/>
                  </a:cubicBezTo>
                  <a:cubicBezTo>
                    <a:pt x="18700" y="17143"/>
                    <a:pt x="18734" y="17178"/>
                    <a:pt x="18768" y="17178"/>
                  </a:cubicBezTo>
                  <a:lnTo>
                    <a:pt x="18905" y="17178"/>
                  </a:lnTo>
                  <a:cubicBezTo>
                    <a:pt x="18973" y="17178"/>
                    <a:pt x="18973" y="17109"/>
                    <a:pt x="18973" y="17075"/>
                  </a:cubicBezTo>
                  <a:cubicBezTo>
                    <a:pt x="18973" y="17041"/>
                    <a:pt x="18939" y="17007"/>
                    <a:pt x="18870" y="17007"/>
                  </a:cubicBezTo>
                  <a:close/>
                  <a:moveTo>
                    <a:pt x="18324" y="17075"/>
                  </a:moveTo>
                  <a:lnTo>
                    <a:pt x="18222" y="17109"/>
                  </a:lnTo>
                  <a:cubicBezTo>
                    <a:pt x="18154" y="17109"/>
                    <a:pt x="18120" y="17143"/>
                    <a:pt x="18120" y="17212"/>
                  </a:cubicBezTo>
                  <a:cubicBezTo>
                    <a:pt x="18154" y="17246"/>
                    <a:pt x="18188" y="17280"/>
                    <a:pt x="18222" y="17280"/>
                  </a:cubicBezTo>
                  <a:lnTo>
                    <a:pt x="18359" y="17246"/>
                  </a:lnTo>
                  <a:cubicBezTo>
                    <a:pt x="18393" y="17246"/>
                    <a:pt x="18427" y="17212"/>
                    <a:pt x="18427" y="17143"/>
                  </a:cubicBezTo>
                  <a:cubicBezTo>
                    <a:pt x="18393" y="17109"/>
                    <a:pt x="18359" y="17075"/>
                    <a:pt x="18324" y="17075"/>
                  </a:cubicBezTo>
                  <a:close/>
                  <a:moveTo>
                    <a:pt x="17792" y="17164"/>
                  </a:moveTo>
                  <a:cubicBezTo>
                    <a:pt x="17778" y="17164"/>
                    <a:pt x="17763" y="17168"/>
                    <a:pt x="17744" y="17178"/>
                  </a:cubicBezTo>
                  <a:lnTo>
                    <a:pt x="17642" y="17178"/>
                  </a:lnTo>
                  <a:cubicBezTo>
                    <a:pt x="17608" y="17178"/>
                    <a:pt x="17574" y="17212"/>
                    <a:pt x="17574" y="17280"/>
                  </a:cubicBezTo>
                  <a:cubicBezTo>
                    <a:pt x="17574" y="17314"/>
                    <a:pt x="17608" y="17348"/>
                    <a:pt x="17642" y="17348"/>
                  </a:cubicBezTo>
                  <a:lnTo>
                    <a:pt x="17778" y="17348"/>
                  </a:lnTo>
                  <a:cubicBezTo>
                    <a:pt x="17813" y="17314"/>
                    <a:pt x="17847" y="17280"/>
                    <a:pt x="17847" y="17246"/>
                  </a:cubicBezTo>
                  <a:cubicBezTo>
                    <a:pt x="17847" y="17196"/>
                    <a:pt x="17828" y="17164"/>
                    <a:pt x="17792" y="17164"/>
                  </a:cubicBezTo>
                  <a:close/>
                  <a:moveTo>
                    <a:pt x="17062" y="17246"/>
                  </a:moveTo>
                  <a:cubicBezTo>
                    <a:pt x="17028" y="17280"/>
                    <a:pt x="16994" y="17314"/>
                    <a:pt x="16994" y="17348"/>
                  </a:cubicBezTo>
                  <a:cubicBezTo>
                    <a:pt x="16994" y="17382"/>
                    <a:pt x="17028" y="17416"/>
                    <a:pt x="17096" y="17416"/>
                  </a:cubicBezTo>
                  <a:lnTo>
                    <a:pt x="17198" y="17416"/>
                  </a:lnTo>
                  <a:cubicBezTo>
                    <a:pt x="17267" y="17416"/>
                    <a:pt x="17301" y="17348"/>
                    <a:pt x="17267" y="17314"/>
                  </a:cubicBezTo>
                  <a:cubicBezTo>
                    <a:pt x="17267" y="17280"/>
                    <a:pt x="17232" y="17246"/>
                    <a:pt x="17198" y="17246"/>
                  </a:cubicBezTo>
                  <a:close/>
                  <a:moveTo>
                    <a:pt x="16618" y="17314"/>
                  </a:moveTo>
                  <a:lnTo>
                    <a:pt x="16516" y="17348"/>
                  </a:lnTo>
                  <a:cubicBezTo>
                    <a:pt x="16448" y="17348"/>
                    <a:pt x="16414" y="17382"/>
                    <a:pt x="16448" y="17451"/>
                  </a:cubicBezTo>
                  <a:cubicBezTo>
                    <a:pt x="16448" y="17485"/>
                    <a:pt x="16482" y="17519"/>
                    <a:pt x="16516" y="17519"/>
                  </a:cubicBezTo>
                  <a:lnTo>
                    <a:pt x="16652" y="17485"/>
                  </a:lnTo>
                  <a:cubicBezTo>
                    <a:pt x="16687" y="17485"/>
                    <a:pt x="16721" y="17451"/>
                    <a:pt x="16721" y="17382"/>
                  </a:cubicBezTo>
                  <a:cubicBezTo>
                    <a:pt x="16721" y="17348"/>
                    <a:pt x="16652" y="17314"/>
                    <a:pt x="16618" y="17314"/>
                  </a:cubicBezTo>
                  <a:close/>
                  <a:moveTo>
                    <a:pt x="16086" y="17403"/>
                  </a:moveTo>
                  <a:cubicBezTo>
                    <a:pt x="16072" y="17403"/>
                    <a:pt x="16056" y="17407"/>
                    <a:pt x="16038" y="17416"/>
                  </a:cubicBezTo>
                  <a:lnTo>
                    <a:pt x="15936" y="17416"/>
                  </a:lnTo>
                  <a:cubicBezTo>
                    <a:pt x="15902" y="17416"/>
                    <a:pt x="15868" y="17485"/>
                    <a:pt x="15868" y="17519"/>
                  </a:cubicBezTo>
                  <a:cubicBezTo>
                    <a:pt x="15868" y="17553"/>
                    <a:pt x="15902" y="17587"/>
                    <a:pt x="15936" y="17587"/>
                  </a:cubicBezTo>
                  <a:lnTo>
                    <a:pt x="16072" y="17587"/>
                  </a:lnTo>
                  <a:cubicBezTo>
                    <a:pt x="16106" y="17553"/>
                    <a:pt x="16141" y="17519"/>
                    <a:pt x="16141" y="17485"/>
                  </a:cubicBezTo>
                  <a:cubicBezTo>
                    <a:pt x="16141" y="17435"/>
                    <a:pt x="16122" y="17403"/>
                    <a:pt x="16086" y="17403"/>
                  </a:cubicBezTo>
                  <a:close/>
                  <a:moveTo>
                    <a:pt x="15356" y="17485"/>
                  </a:moveTo>
                  <a:cubicBezTo>
                    <a:pt x="15322" y="17519"/>
                    <a:pt x="15287" y="17553"/>
                    <a:pt x="15287" y="17587"/>
                  </a:cubicBezTo>
                  <a:cubicBezTo>
                    <a:pt x="15322" y="17655"/>
                    <a:pt x="15356" y="17655"/>
                    <a:pt x="15390" y="17655"/>
                  </a:cubicBezTo>
                  <a:lnTo>
                    <a:pt x="15526" y="17655"/>
                  </a:lnTo>
                  <a:cubicBezTo>
                    <a:pt x="15560" y="17655"/>
                    <a:pt x="15595" y="17587"/>
                    <a:pt x="15595" y="17553"/>
                  </a:cubicBezTo>
                  <a:cubicBezTo>
                    <a:pt x="15560" y="17519"/>
                    <a:pt x="15526" y="17485"/>
                    <a:pt x="15492" y="17485"/>
                  </a:cubicBezTo>
                  <a:close/>
                  <a:moveTo>
                    <a:pt x="14912" y="17553"/>
                  </a:moveTo>
                  <a:lnTo>
                    <a:pt x="14810" y="17587"/>
                  </a:lnTo>
                  <a:cubicBezTo>
                    <a:pt x="14742" y="17587"/>
                    <a:pt x="14742" y="17621"/>
                    <a:pt x="14742" y="17689"/>
                  </a:cubicBezTo>
                  <a:cubicBezTo>
                    <a:pt x="14742" y="17724"/>
                    <a:pt x="14776" y="17758"/>
                    <a:pt x="14810" y="17758"/>
                  </a:cubicBezTo>
                  <a:lnTo>
                    <a:pt x="14844" y="17758"/>
                  </a:lnTo>
                  <a:lnTo>
                    <a:pt x="14946" y="17724"/>
                  </a:lnTo>
                  <a:cubicBezTo>
                    <a:pt x="14980" y="17724"/>
                    <a:pt x="15015" y="17689"/>
                    <a:pt x="15015" y="17621"/>
                  </a:cubicBezTo>
                  <a:cubicBezTo>
                    <a:pt x="15015" y="17587"/>
                    <a:pt x="14980" y="17553"/>
                    <a:pt x="14912" y="17553"/>
                  </a:cubicBezTo>
                  <a:close/>
                  <a:moveTo>
                    <a:pt x="14393" y="17642"/>
                  </a:moveTo>
                  <a:cubicBezTo>
                    <a:pt x="14384" y="17642"/>
                    <a:pt x="14375" y="17646"/>
                    <a:pt x="14366" y="17655"/>
                  </a:cubicBezTo>
                  <a:lnTo>
                    <a:pt x="14230" y="17655"/>
                  </a:lnTo>
                  <a:cubicBezTo>
                    <a:pt x="14196" y="17655"/>
                    <a:pt x="14161" y="17724"/>
                    <a:pt x="14161" y="17758"/>
                  </a:cubicBezTo>
                  <a:cubicBezTo>
                    <a:pt x="14161" y="17792"/>
                    <a:pt x="14196" y="17826"/>
                    <a:pt x="14264" y="17826"/>
                  </a:cubicBezTo>
                  <a:lnTo>
                    <a:pt x="14366" y="17826"/>
                  </a:lnTo>
                  <a:cubicBezTo>
                    <a:pt x="14434" y="17792"/>
                    <a:pt x="14469" y="17758"/>
                    <a:pt x="14434" y="17724"/>
                  </a:cubicBezTo>
                  <a:cubicBezTo>
                    <a:pt x="14434" y="17674"/>
                    <a:pt x="14416" y="17642"/>
                    <a:pt x="14393" y="17642"/>
                  </a:cubicBezTo>
                  <a:close/>
                  <a:moveTo>
                    <a:pt x="13786" y="17724"/>
                  </a:moveTo>
                  <a:lnTo>
                    <a:pt x="13684" y="17758"/>
                  </a:lnTo>
                  <a:cubicBezTo>
                    <a:pt x="13615" y="17758"/>
                    <a:pt x="13581" y="17792"/>
                    <a:pt x="13581" y="17826"/>
                  </a:cubicBezTo>
                  <a:cubicBezTo>
                    <a:pt x="13615" y="17894"/>
                    <a:pt x="13650" y="17928"/>
                    <a:pt x="13684" y="17928"/>
                  </a:cubicBezTo>
                  <a:lnTo>
                    <a:pt x="13820" y="17894"/>
                  </a:lnTo>
                  <a:cubicBezTo>
                    <a:pt x="13854" y="17894"/>
                    <a:pt x="13888" y="17860"/>
                    <a:pt x="13888" y="17792"/>
                  </a:cubicBezTo>
                  <a:cubicBezTo>
                    <a:pt x="13888" y="17758"/>
                    <a:pt x="13820" y="17724"/>
                    <a:pt x="13786" y="17724"/>
                  </a:cubicBezTo>
                  <a:close/>
                  <a:moveTo>
                    <a:pt x="13206" y="17792"/>
                  </a:moveTo>
                  <a:lnTo>
                    <a:pt x="13104" y="17826"/>
                  </a:lnTo>
                  <a:cubicBezTo>
                    <a:pt x="13069" y="17826"/>
                    <a:pt x="13035" y="17860"/>
                    <a:pt x="13035" y="17928"/>
                  </a:cubicBezTo>
                  <a:cubicBezTo>
                    <a:pt x="13035" y="17962"/>
                    <a:pt x="13069" y="17997"/>
                    <a:pt x="13104" y="17997"/>
                  </a:cubicBezTo>
                  <a:lnTo>
                    <a:pt x="13138" y="17997"/>
                  </a:lnTo>
                  <a:lnTo>
                    <a:pt x="13240" y="17962"/>
                  </a:lnTo>
                  <a:cubicBezTo>
                    <a:pt x="13274" y="17962"/>
                    <a:pt x="13308" y="17928"/>
                    <a:pt x="13308" y="17894"/>
                  </a:cubicBezTo>
                  <a:cubicBezTo>
                    <a:pt x="13308" y="17826"/>
                    <a:pt x="13274" y="17792"/>
                    <a:pt x="13206" y="17792"/>
                  </a:cubicBezTo>
                  <a:close/>
                  <a:moveTo>
                    <a:pt x="12680" y="17885"/>
                  </a:moveTo>
                  <a:cubicBezTo>
                    <a:pt x="12673" y="17885"/>
                    <a:pt x="12667" y="17888"/>
                    <a:pt x="12660" y="17894"/>
                  </a:cubicBezTo>
                  <a:lnTo>
                    <a:pt x="12524" y="17894"/>
                  </a:lnTo>
                  <a:cubicBezTo>
                    <a:pt x="12489" y="17894"/>
                    <a:pt x="12455" y="17962"/>
                    <a:pt x="12455" y="17997"/>
                  </a:cubicBezTo>
                  <a:cubicBezTo>
                    <a:pt x="12455" y="18031"/>
                    <a:pt x="12524" y="18065"/>
                    <a:pt x="12558" y="18065"/>
                  </a:cubicBezTo>
                  <a:lnTo>
                    <a:pt x="12660" y="18065"/>
                  </a:lnTo>
                  <a:cubicBezTo>
                    <a:pt x="12728" y="18065"/>
                    <a:pt x="12762" y="17997"/>
                    <a:pt x="12762" y="17962"/>
                  </a:cubicBezTo>
                  <a:cubicBezTo>
                    <a:pt x="12735" y="17935"/>
                    <a:pt x="12707" y="17885"/>
                    <a:pt x="12680" y="17885"/>
                  </a:cubicBezTo>
                  <a:close/>
                  <a:moveTo>
                    <a:pt x="12080" y="17962"/>
                  </a:moveTo>
                  <a:lnTo>
                    <a:pt x="11978" y="17997"/>
                  </a:lnTo>
                  <a:cubicBezTo>
                    <a:pt x="11909" y="17997"/>
                    <a:pt x="11875" y="18031"/>
                    <a:pt x="11909" y="18065"/>
                  </a:cubicBezTo>
                  <a:cubicBezTo>
                    <a:pt x="11909" y="18133"/>
                    <a:pt x="11943" y="18167"/>
                    <a:pt x="11978" y="18167"/>
                  </a:cubicBezTo>
                  <a:lnTo>
                    <a:pt x="12012" y="18167"/>
                  </a:lnTo>
                  <a:lnTo>
                    <a:pt x="12114" y="18133"/>
                  </a:lnTo>
                  <a:cubicBezTo>
                    <a:pt x="12148" y="18133"/>
                    <a:pt x="12182" y="18099"/>
                    <a:pt x="12182" y="18031"/>
                  </a:cubicBezTo>
                  <a:cubicBezTo>
                    <a:pt x="12182" y="17997"/>
                    <a:pt x="12114" y="17962"/>
                    <a:pt x="12080" y="17962"/>
                  </a:cubicBezTo>
                  <a:close/>
                  <a:moveTo>
                    <a:pt x="11534" y="18031"/>
                  </a:moveTo>
                  <a:lnTo>
                    <a:pt x="11397" y="18065"/>
                  </a:lnTo>
                  <a:cubicBezTo>
                    <a:pt x="11363" y="18065"/>
                    <a:pt x="11329" y="18099"/>
                    <a:pt x="11329" y="18167"/>
                  </a:cubicBezTo>
                  <a:cubicBezTo>
                    <a:pt x="11329" y="18201"/>
                    <a:pt x="11363" y="18235"/>
                    <a:pt x="11432" y="18235"/>
                  </a:cubicBezTo>
                  <a:lnTo>
                    <a:pt x="11534" y="18201"/>
                  </a:lnTo>
                  <a:cubicBezTo>
                    <a:pt x="11602" y="18201"/>
                    <a:pt x="11636" y="18167"/>
                    <a:pt x="11602" y="18133"/>
                  </a:cubicBezTo>
                  <a:cubicBezTo>
                    <a:pt x="11602" y="18065"/>
                    <a:pt x="11568" y="18031"/>
                    <a:pt x="11534" y="18031"/>
                  </a:cubicBezTo>
                  <a:close/>
                  <a:moveTo>
                    <a:pt x="10851" y="18133"/>
                  </a:moveTo>
                  <a:cubicBezTo>
                    <a:pt x="10783" y="18167"/>
                    <a:pt x="10749" y="18201"/>
                    <a:pt x="10749" y="18235"/>
                  </a:cubicBezTo>
                  <a:cubicBezTo>
                    <a:pt x="10783" y="18270"/>
                    <a:pt x="10817" y="18304"/>
                    <a:pt x="10851" y="18304"/>
                  </a:cubicBezTo>
                  <a:lnTo>
                    <a:pt x="10988" y="18304"/>
                  </a:lnTo>
                  <a:cubicBezTo>
                    <a:pt x="11022" y="18304"/>
                    <a:pt x="11056" y="18235"/>
                    <a:pt x="11056" y="18201"/>
                  </a:cubicBezTo>
                  <a:cubicBezTo>
                    <a:pt x="11056" y="18167"/>
                    <a:pt x="10988" y="18133"/>
                    <a:pt x="10954" y="18133"/>
                  </a:cubicBezTo>
                  <a:close/>
                  <a:moveTo>
                    <a:pt x="10374" y="18201"/>
                  </a:moveTo>
                  <a:lnTo>
                    <a:pt x="10271" y="18235"/>
                  </a:lnTo>
                  <a:cubicBezTo>
                    <a:pt x="10237" y="18235"/>
                    <a:pt x="10203" y="18270"/>
                    <a:pt x="10203" y="18338"/>
                  </a:cubicBezTo>
                  <a:cubicBezTo>
                    <a:pt x="10203" y="18372"/>
                    <a:pt x="10237" y="18406"/>
                    <a:pt x="10271" y="18406"/>
                  </a:cubicBezTo>
                  <a:lnTo>
                    <a:pt x="10306" y="18406"/>
                  </a:lnTo>
                  <a:lnTo>
                    <a:pt x="10408" y="18372"/>
                  </a:lnTo>
                  <a:cubicBezTo>
                    <a:pt x="10442" y="18372"/>
                    <a:pt x="10476" y="18338"/>
                    <a:pt x="10476" y="18270"/>
                  </a:cubicBezTo>
                  <a:cubicBezTo>
                    <a:pt x="10476" y="18235"/>
                    <a:pt x="10442" y="18201"/>
                    <a:pt x="10374" y="18201"/>
                  </a:cubicBezTo>
                  <a:close/>
                  <a:moveTo>
                    <a:pt x="9855" y="18290"/>
                  </a:moveTo>
                  <a:cubicBezTo>
                    <a:pt x="9846" y="18290"/>
                    <a:pt x="9837" y="18295"/>
                    <a:pt x="9828" y="18304"/>
                  </a:cubicBezTo>
                  <a:lnTo>
                    <a:pt x="9691" y="18304"/>
                  </a:lnTo>
                  <a:cubicBezTo>
                    <a:pt x="9657" y="18304"/>
                    <a:pt x="9623" y="18338"/>
                    <a:pt x="9623" y="18406"/>
                  </a:cubicBezTo>
                  <a:cubicBezTo>
                    <a:pt x="9623" y="18440"/>
                    <a:pt x="9657" y="18474"/>
                    <a:pt x="9725" y="18474"/>
                  </a:cubicBezTo>
                  <a:lnTo>
                    <a:pt x="9828" y="18474"/>
                  </a:lnTo>
                  <a:cubicBezTo>
                    <a:pt x="9896" y="18440"/>
                    <a:pt x="9930" y="18406"/>
                    <a:pt x="9930" y="18372"/>
                  </a:cubicBezTo>
                  <a:cubicBezTo>
                    <a:pt x="9905" y="18322"/>
                    <a:pt x="9880" y="18290"/>
                    <a:pt x="9855" y="18290"/>
                  </a:cubicBezTo>
                  <a:close/>
                  <a:moveTo>
                    <a:pt x="9145" y="18372"/>
                  </a:moveTo>
                  <a:cubicBezTo>
                    <a:pt x="9077" y="18406"/>
                    <a:pt x="9043" y="18440"/>
                    <a:pt x="9077" y="18474"/>
                  </a:cubicBezTo>
                  <a:cubicBezTo>
                    <a:pt x="9077" y="18508"/>
                    <a:pt x="9111" y="18543"/>
                    <a:pt x="9145" y="18543"/>
                  </a:cubicBezTo>
                  <a:lnTo>
                    <a:pt x="9282" y="18543"/>
                  </a:lnTo>
                  <a:cubicBezTo>
                    <a:pt x="9316" y="18543"/>
                    <a:pt x="9350" y="18474"/>
                    <a:pt x="9350" y="18440"/>
                  </a:cubicBezTo>
                  <a:cubicBezTo>
                    <a:pt x="9350" y="18406"/>
                    <a:pt x="9282" y="18372"/>
                    <a:pt x="9248" y="18372"/>
                  </a:cubicBezTo>
                  <a:close/>
                  <a:moveTo>
                    <a:pt x="8668" y="18440"/>
                  </a:moveTo>
                  <a:lnTo>
                    <a:pt x="8565" y="18474"/>
                  </a:lnTo>
                  <a:cubicBezTo>
                    <a:pt x="8531" y="18474"/>
                    <a:pt x="8497" y="18508"/>
                    <a:pt x="8497" y="18577"/>
                  </a:cubicBezTo>
                  <a:cubicBezTo>
                    <a:pt x="8497" y="18611"/>
                    <a:pt x="8531" y="18645"/>
                    <a:pt x="8565" y="18645"/>
                  </a:cubicBezTo>
                  <a:lnTo>
                    <a:pt x="8599" y="18645"/>
                  </a:lnTo>
                  <a:lnTo>
                    <a:pt x="8702" y="18611"/>
                  </a:lnTo>
                  <a:cubicBezTo>
                    <a:pt x="8770" y="18611"/>
                    <a:pt x="8804" y="18577"/>
                    <a:pt x="8770" y="18508"/>
                  </a:cubicBezTo>
                  <a:cubicBezTo>
                    <a:pt x="8770" y="18474"/>
                    <a:pt x="8736" y="18440"/>
                    <a:pt x="8668" y="18440"/>
                  </a:cubicBezTo>
                  <a:close/>
                  <a:moveTo>
                    <a:pt x="8154" y="18529"/>
                  </a:moveTo>
                  <a:cubicBezTo>
                    <a:pt x="8142" y="18529"/>
                    <a:pt x="8131" y="18533"/>
                    <a:pt x="8122" y="18543"/>
                  </a:cubicBezTo>
                  <a:lnTo>
                    <a:pt x="8019" y="18543"/>
                  </a:lnTo>
                  <a:cubicBezTo>
                    <a:pt x="7951" y="18543"/>
                    <a:pt x="7917" y="18611"/>
                    <a:pt x="7917" y="18645"/>
                  </a:cubicBezTo>
                  <a:cubicBezTo>
                    <a:pt x="7951" y="18679"/>
                    <a:pt x="7985" y="18713"/>
                    <a:pt x="8019" y="18713"/>
                  </a:cubicBezTo>
                  <a:lnTo>
                    <a:pt x="8156" y="18713"/>
                  </a:lnTo>
                  <a:cubicBezTo>
                    <a:pt x="8190" y="18679"/>
                    <a:pt x="8224" y="18645"/>
                    <a:pt x="8224" y="18611"/>
                  </a:cubicBezTo>
                  <a:cubicBezTo>
                    <a:pt x="8224" y="18561"/>
                    <a:pt x="8187" y="18529"/>
                    <a:pt x="8154" y="18529"/>
                  </a:cubicBezTo>
                  <a:close/>
                  <a:moveTo>
                    <a:pt x="7439" y="18611"/>
                  </a:moveTo>
                  <a:cubicBezTo>
                    <a:pt x="7405" y="18645"/>
                    <a:pt x="7371" y="18679"/>
                    <a:pt x="7371" y="18713"/>
                  </a:cubicBezTo>
                  <a:cubicBezTo>
                    <a:pt x="7371" y="18781"/>
                    <a:pt x="7405" y="18781"/>
                    <a:pt x="7439" y="18781"/>
                  </a:cubicBezTo>
                  <a:lnTo>
                    <a:pt x="7576" y="18781"/>
                  </a:lnTo>
                  <a:cubicBezTo>
                    <a:pt x="7610" y="18781"/>
                    <a:pt x="7644" y="18713"/>
                    <a:pt x="7644" y="18679"/>
                  </a:cubicBezTo>
                  <a:cubicBezTo>
                    <a:pt x="7644" y="18645"/>
                    <a:pt x="7610" y="18611"/>
                    <a:pt x="7542" y="18611"/>
                  </a:cubicBezTo>
                  <a:close/>
                  <a:moveTo>
                    <a:pt x="6996" y="18679"/>
                  </a:moveTo>
                  <a:lnTo>
                    <a:pt x="6859" y="18713"/>
                  </a:lnTo>
                  <a:cubicBezTo>
                    <a:pt x="6825" y="18713"/>
                    <a:pt x="6791" y="18747"/>
                    <a:pt x="6791" y="18815"/>
                  </a:cubicBezTo>
                  <a:cubicBezTo>
                    <a:pt x="6791" y="18850"/>
                    <a:pt x="6825" y="18884"/>
                    <a:pt x="6893" y="18884"/>
                  </a:cubicBezTo>
                  <a:lnTo>
                    <a:pt x="6996" y="18850"/>
                  </a:lnTo>
                  <a:cubicBezTo>
                    <a:pt x="7064" y="18850"/>
                    <a:pt x="7098" y="18815"/>
                    <a:pt x="7064" y="18747"/>
                  </a:cubicBezTo>
                  <a:cubicBezTo>
                    <a:pt x="7064" y="18713"/>
                    <a:pt x="7030" y="18679"/>
                    <a:pt x="6996" y="18679"/>
                  </a:cubicBezTo>
                  <a:close/>
                  <a:moveTo>
                    <a:pt x="6448" y="18768"/>
                  </a:moveTo>
                  <a:cubicBezTo>
                    <a:pt x="6436" y="18768"/>
                    <a:pt x="6425" y="18772"/>
                    <a:pt x="6416" y="18781"/>
                  </a:cubicBezTo>
                  <a:lnTo>
                    <a:pt x="6313" y="18781"/>
                  </a:lnTo>
                  <a:cubicBezTo>
                    <a:pt x="6245" y="18781"/>
                    <a:pt x="6211" y="18850"/>
                    <a:pt x="6245" y="18884"/>
                  </a:cubicBezTo>
                  <a:cubicBezTo>
                    <a:pt x="6245" y="18918"/>
                    <a:pt x="6279" y="18952"/>
                    <a:pt x="6313" y="18952"/>
                  </a:cubicBezTo>
                  <a:lnTo>
                    <a:pt x="6450" y="18952"/>
                  </a:lnTo>
                  <a:cubicBezTo>
                    <a:pt x="6484" y="18918"/>
                    <a:pt x="6518" y="18884"/>
                    <a:pt x="6518" y="18850"/>
                  </a:cubicBezTo>
                  <a:cubicBezTo>
                    <a:pt x="6518" y="18800"/>
                    <a:pt x="6481" y="18768"/>
                    <a:pt x="6448" y="18768"/>
                  </a:cubicBezTo>
                  <a:close/>
                  <a:moveTo>
                    <a:pt x="5733" y="18850"/>
                  </a:moveTo>
                  <a:cubicBezTo>
                    <a:pt x="5699" y="18884"/>
                    <a:pt x="5665" y="18918"/>
                    <a:pt x="5665" y="18952"/>
                  </a:cubicBezTo>
                  <a:cubicBezTo>
                    <a:pt x="5665" y="19020"/>
                    <a:pt x="5699" y="19020"/>
                    <a:pt x="5733" y="19020"/>
                  </a:cubicBezTo>
                  <a:lnTo>
                    <a:pt x="5870" y="19020"/>
                  </a:lnTo>
                  <a:cubicBezTo>
                    <a:pt x="5938" y="19020"/>
                    <a:pt x="5938" y="18986"/>
                    <a:pt x="5938" y="18918"/>
                  </a:cubicBezTo>
                  <a:cubicBezTo>
                    <a:pt x="5938" y="18884"/>
                    <a:pt x="5904" y="18850"/>
                    <a:pt x="5835" y="18850"/>
                  </a:cubicBezTo>
                  <a:close/>
                  <a:moveTo>
                    <a:pt x="5289" y="18918"/>
                  </a:moveTo>
                  <a:lnTo>
                    <a:pt x="5153" y="18952"/>
                  </a:lnTo>
                  <a:cubicBezTo>
                    <a:pt x="5119" y="18952"/>
                    <a:pt x="5085" y="18986"/>
                    <a:pt x="5085" y="19054"/>
                  </a:cubicBezTo>
                  <a:cubicBezTo>
                    <a:pt x="5119" y="19088"/>
                    <a:pt x="5153" y="19123"/>
                    <a:pt x="5187" y="19123"/>
                  </a:cubicBezTo>
                  <a:lnTo>
                    <a:pt x="5324" y="19088"/>
                  </a:lnTo>
                  <a:cubicBezTo>
                    <a:pt x="5358" y="19088"/>
                    <a:pt x="5392" y="19054"/>
                    <a:pt x="5392" y="19020"/>
                  </a:cubicBezTo>
                  <a:cubicBezTo>
                    <a:pt x="5358" y="18952"/>
                    <a:pt x="5324" y="18918"/>
                    <a:pt x="5289" y="18918"/>
                  </a:cubicBezTo>
                  <a:close/>
                  <a:moveTo>
                    <a:pt x="4757" y="19007"/>
                  </a:moveTo>
                  <a:cubicBezTo>
                    <a:pt x="4743" y="19007"/>
                    <a:pt x="4728" y="19011"/>
                    <a:pt x="4709" y="19020"/>
                  </a:cubicBezTo>
                  <a:lnTo>
                    <a:pt x="4607" y="19020"/>
                  </a:lnTo>
                  <a:cubicBezTo>
                    <a:pt x="4539" y="19020"/>
                    <a:pt x="4539" y="19088"/>
                    <a:pt x="4539" y="19123"/>
                  </a:cubicBezTo>
                  <a:cubicBezTo>
                    <a:pt x="4539" y="19157"/>
                    <a:pt x="4573" y="19191"/>
                    <a:pt x="4607" y="19191"/>
                  </a:cubicBezTo>
                  <a:lnTo>
                    <a:pt x="4743" y="19191"/>
                  </a:lnTo>
                  <a:cubicBezTo>
                    <a:pt x="4778" y="19157"/>
                    <a:pt x="4812" y="19123"/>
                    <a:pt x="4812" y="19088"/>
                  </a:cubicBezTo>
                  <a:cubicBezTo>
                    <a:pt x="4812" y="19039"/>
                    <a:pt x="4793" y="19007"/>
                    <a:pt x="4757" y="19007"/>
                  </a:cubicBezTo>
                  <a:close/>
                  <a:moveTo>
                    <a:pt x="4163" y="19088"/>
                  </a:moveTo>
                  <a:lnTo>
                    <a:pt x="4027" y="19123"/>
                  </a:lnTo>
                  <a:cubicBezTo>
                    <a:pt x="3993" y="19123"/>
                    <a:pt x="3959" y="19157"/>
                    <a:pt x="3959" y="19191"/>
                  </a:cubicBezTo>
                  <a:cubicBezTo>
                    <a:pt x="3959" y="19259"/>
                    <a:pt x="3993" y="19293"/>
                    <a:pt x="4061" y="19293"/>
                  </a:cubicBezTo>
                  <a:lnTo>
                    <a:pt x="4163" y="19259"/>
                  </a:lnTo>
                  <a:cubicBezTo>
                    <a:pt x="4232" y="19259"/>
                    <a:pt x="4266" y="19225"/>
                    <a:pt x="4232" y="19157"/>
                  </a:cubicBezTo>
                  <a:cubicBezTo>
                    <a:pt x="4232" y="19123"/>
                    <a:pt x="4198" y="19088"/>
                    <a:pt x="4163" y="19088"/>
                  </a:cubicBezTo>
                  <a:close/>
                  <a:moveTo>
                    <a:pt x="3583" y="19157"/>
                  </a:moveTo>
                  <a:lnTo>
                    <a:pt x="3481" y="19191"/>
                  </a:lnTo>
                  <a:cubicBezTo>
                    <a:pt x="3413" y="19191"/>
                    <a:pt x="3379" y="19225"/>
                    <a:pt x="3413" y="19293"/>
                  </a:cubicBezTo>
                  <a:cubicBezTo>
                    <a:pt x="3413" y="19327"/>
                    <a:pt x="3447" y="19361"/>
                    <a:pt x="3481" y="19361"/>
                  </a:cubicBezTo>
                  <a:lnTo>
                    <a:pt x="3617" y="19327"/>
                  </a:lnTo>
                  <a:cubicBezTo>
                    <a:pt x="3652" y="19327"/>
                    <a:pt x="3686" y="19293"/>
                    <a:pt x="3686" y="19259"/>
                  </a:cubicBezTo>
                  <a:cubicBezTo>
                    <a:pt x="3686" y="19191"/>
                    <a:pt x="3617" y="19157"/>
                    <a:pt x="3583" y="19157"/>
                  </a:cubicBezTo>
                  <a:close/>
                  <a:moveTo>
                    <a:pt x="2901" y="19259"/>
                  </a:moveTo>
                  <a:cubicBezTo>
                    <a:pt x="2867" y="19259"/>
                    <a:pt x="2833" y="19327"/>
                    <a:pt x="2833" y="19361"/>
                  </a:cubicBezTo>
                  <a:cubicBezTo>
                    <a:pt x="2833" y="19396"/>
                    <a:pt x="2867" y="19430"/>
                    <a:pt x="2901" y="19430"/>
                  </a:cubicBezTo>
                  <a:lnTo>
                    <a:pt x="3037" y="19430"/>
                  </a:lnTo>
                  <a:cubicBezTo>
                    <a:pt x="3071" y="19430"/>
                    <a:pt x="3106" y="19361"/>
                    <a:pt x="3106" y="19327"/>
                  </a:cubicBezTo>
                  <a:cubicBezTo>
                    <a:pt x="3106" y="19293"/>
                    <a:pt x="3071" y="19259"/>
                    <a:pt x="3003" y="19259"/>
                  </a:cubicBezTo>
                  <a:close/>
                  <a:moveTo>
                    <a:pt x="2457" y="19327"/>
                  </a:moveTo>
                  <a:lnTo>
                    <a:pt x="2321" y="19361"/>
                  </a:lnTo>
                  <a:cubicBezTo>
                    <a:pt x="2287" y="19361"/>
                    <a:pt x="2252" y="19396"/>
                    <a:pt x="2252" y="19430"/>
                  </a:cubicBezTo>
                  <a:cubicBezTo>
                    <a:pt x="2252" y="19498"/>
                    <a:pt x="2321" y="19532"/>
                    <a:pt x="2355" y="19532"/>
                  </a:cubicBezTo>
                  <a:lnTo>
                    <a:pt x="2457" y="19498"/>
                  </a:lnTo>
                  <a:cubicBezTo>
                    <a:pt x="2525" y="19498"/>
                    <a:pt x="2560" y="19464"/>
                    <a:pt x="2560" y="19396"/>
                  </a:cubicBezTo>
                  <a:cubicBezTo>
                    <a:pt x="2525" y="19361"/>
                    <a:pt x="2491" y="19327"/>
                    <a:pt x="2457" y="19327"/>
                  </a:cubicBezTo>
                  <a:close/>
                  <a:moveTo>
                    <a:pt x="1877" y="19396"/>
                  </a:moveTo>
                  <a:lnTo>
                    <a:pt x="1775" y="19430"/>
                  </a:lnTo>
                  <a:cubicBezTo>
                    <a:pt x="1707" y="19430"/>
                    <a:pt x="1672" y="19464"/>
                    <a:pt x="1707" y="19532"/>
                  </a:cubicBezTo>
                  <a:cubicBezTo>
                    <a:pt x="1707" y="19566"/>
                    <a:pt x="1741" y="19600"/>
                    <a:pt x="1775" y="19600"/>
                  </a:cubicBezTo>
                  <a:lnTo>
                    <a:pt x="1809" y="19600"/>
                  </a:lnTo>
                  <a:lnTo>
                    <a:pt x="1911" y="19566"/>
                  </a:lnTo>
                  <a:cubicBezTo>
                    <a:pt x="1945" y="19566"/>
                    <a:pt x="1980" y="19532"/>
                    <a:pt x="1980" y="19498"/>
                  </a:cubicBezTo>
                  <a:cubicBezTo>
                    <a:pt x="1980" y="19430"/>
                    <a:pt x="1911" y="19396"/>
                    <a:pt x="1877" y="19396"/>
                  </a:cubicBezTo>
                  <a:close/>
                  <a:moveTo>
                    <a:pt x="1195" y="19498"/>
                  </a:moveTo>
                  <a:cubicBezTo>
                    <a:pt x="1161" y="19498"/>
                    <a:pt x="1126" y="19566"/>
                    <a:pt x="1126" y="19600"/>
                  </a:cubicBezTo>
                  <a:cubicBezTo>
                    <a:pt x="1126" y="19634"/>
                    <a:pt x="1161" y="19669"/>
                    <a:pt x="1229" y="19669"/>
                  </a:cubicBezTo>
                  <a:lnTo>
                    <a:pt x="1331" y="19669"/>
                  </a:lnTo>
                  <a:cubicBezTo>
                    <a:pt x="1399" y="19669"/>
                    <a:pt x="1434" y="19600"/>
                    <a:pt x="1399" y="19566"/>
                  </a:cubicBezTo>
                  <a:cubicBezTo>
                    <a:pt x="1399" y="19532"/>
                    <a:pt x="1365" y="19498"/>
                    <a:pt x="1331" y="19498"/>
                  </a:cubicBezTo>
                  <a:close/>
                  <a:moveTo>
                    <a:pt x="751" y="19566"/>
                  </a:moveTo>
                  <a:lnTo>
                    <a:pt x="649" y="19600"/>
                  </a:lnTo>
                  <a:cubicBezTo>
                    <a:pt x="580" y="19600"/>
                    <a:pt x="546" y="19634"/>
                    <a:pt x="546" y="19669"/>
                  </a:cubicBezTo>
                  <a:cubicBezTo>
                    <a:pt x="580" y="19737"/>
                    <a:pt x="615" y="19771"/>
                    <a:pt x="649" y="19771"/>
                  </a:cubicBezTo>
                  <a:lnTo>
                    <a:pt x="785" y="19737"/>
                  </a:lnTo>
                  <a:cubicBezTo>
                    <a:pt x="819" y="19737"/>
                    <a:pt x="853" y="19703"/>
                    <a:pt x="853" y="19634"/>
                  </a:cubicBezTo>
                  <a:cubicBezTo>
                    <a:pt x="853" y="19600"/>
                    <a:pt x="785" y="19566"/>
                    <a:pt x="751" y="19566"/>
                  </a:cubicBezTo>
                  <a:close/>
                  <a:moveTo>
                    <a:pt x="171" y="19634"/>
                  </a:moveTo>
                  <a:lnTo>
                    <a:pt x="69" y="19669"/>
                  </a:lnTo>
                  <a:cubicBezTo>
                    <a:pt x="34" y="19669"/>
                    <a:pt x="0" y="19703"/>
                    <a:pt x="0" y="19771"/>
                  </a:cubicBezTo>
                  <a:cubicBezTo>
                    <a:pt x="0" y="19805"/>
                    <a:pt x="34" y="19839"/>
                    <a:pt x="69" y="19839"/>
                  </a:cubicBezTo>
                  <a:lnTo>
                    <a:pt x="103" y="19839"/>
                  </a:lnTo>
                  <a:lnTo>
                    <a:pt x="205" y="19805"/>
                  </a:lnTo>
                  <a:cubicBezTo>
                    <a:pt x="239" y="19805"/>
                    <a:pt x="273" y="19771"/>
                    <a:pt x="273" y="19737"/>
                  </a:cubicBezTo>
                  <a:cubicBezTo>
                    <a:pt x="273" y="19669"/>
                    <a:pt x="239" y="19634"/>
                    <a:pt x="171" y="1963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0" name="Google Shape;1802;p45">
              <a:extLst>
                <a:ext uri="{FF2B5EF4-FFF2-40B4-BE49-F238E27FC236}">
                  <a16:creationId xmlns:a16="http://schemas.microsoft.com/office/drawing/2014/main" id="{FCAC4942-09FE-957A-0603-A97C81378BB3}"/>
                </a:ext>
              </a:extLst>
            </p:cNvPr>
            <p:cNvSpPr/>
            <p:nvPr/>
          </p:nvSpPr>
          <p:spPr>
            <a:xfrm>
              <a:off x="661444" y="1616403"/>
              <a:ext cx="307243" cy="60860"/>
            </a:xfrm>
            <a:custGeom>
              <a:avLst/>
              <a:gdLst/>
              <a:ahLst/>
              <a:cxnLst/>
              <a:rect l="l" t="t" r="r" b="b"/>
              <a:pathLst>
                <a:path w="13787" h="2731" extrusionOk="0">
                  <a:moveTo>
                    <a:pt x="13684" y="1"/>
                  </a:moveTo>
                  <a:lnTo>
                    <a:pt x="13582" y="35"/>
                  </a:lnTo>
                  <a:cubicBezTo>
                    <a:pt x="13514" y="35"/>
                    <a:pt x="13479" y="69"/>
                    <a:pt x="13514" y="137"/>
                  </a:cubicBezTo>
                  <a:cubicBezTo>
                    <a:pt x="13514" y="171"/>
                    <a:pt x="13548" y="206"/>
                    <a:pt x="13582" y="206"/>
                  </a:cubicBezTo>
                  <a:lnTo>
                    <a:pt x="13616" y="206"/>
                  </a:lnTo>
                  <a:lnTo>
                    <a:pt x="13718" y="171"/>
                  </a:lnTo>
                  <a:cubicBezTo>
                    <a:pt x="13752" y="171"/>
                    <a:pt x="13786" y="137"/>
                    <a:pt x="13786" y="69"/>
                  </a:cubicBezTo>
                  <a:cubicBezTo>
                    <a:pt x="13786" y="35"/>
                    <a:pt x="13718" y="1"/>
                    <a:pt x="13684" y="1"/>
                  </a:cubicBezTo>
                  <a:close/>
                  <a:moveTo>
                    <a:pt x="13138" y="103"/>
                  </a:moveTo>
                  <a:lnTo>
                    <a:pt x="13002" y="137"/>
                  </a:lnTo>
                  <a:cubicBezTo>
                    <a:pt x="12968" y="137"/>
                    <a:pt x="12933" y="171"/>
                    <a:pt x="12933" y="240"/>
                  </a:cubicBezTo>
                  <a:cubicBezTo>
                    <a:pt x="12933" y="274"/>
                    <a:pt x="13002" y="308"/>
                    <a:pt x="13036" y="308"/>
                  </a:cubicBezTo>
                  <a:lnTo>
                    <a:pt x="13138" y="274"/>
                  </a:lnTo>
                  <a:cubicBezTo>
                    <a:pt x="13206" y="274"/>
                    <a:pt x="13241" y="240"/>
                    <a:pt x="13206" y="171"/>
                  </a:cubicBezTo>
                  <a:cubicBezTo>
                    <a:pt x="13206" y="137"/>
                    <a:pt x="13172" y="103"/>
                    <a:pt x="13138" y="103"/>
                  </a:cubicBezTo>
                  <a:close/>
                  <a:moveTo>
                    <a:pt x="12558" y="206"/>
                  </a:moveTo>
                  <a:lnTo>
                    <a:pt x="12456" y="240"/>
                  </a:lnTo>
                  <a:cubicBezTo>
                    <a:pt x="12387" y="240"/>
                    <a:pt x="12353" y="308"/>
                    <a:pt x="12387" y="342"/>
                  </a:cubicBezTo>
                  <a:cubicBezTo>
                    <a:pt x="12387" y="376"/>
                    <a:pt x="12422" y="410"/>
                    <a:pt x="12456" y="410"/>
                  </a:cubicBezTo>
                  <a:lnTo>
                    <a:pt x="12490" y="410"/>
                  </a:lnTo>
                  <a:lnTo>
                    <a:pt x="12592" y="376"/>
                  </a:lnTo>
                  <a:cubicBezTo>
                    <a:pt x="12626" y="376"/>
                    <a:pt x="12660" y="342"/>
                    <a:pt x="12660" y="274"/>
                  </a:cubicBezTo>
                  <a:cubicBezTo>
                    <a:pt x="12660" y="240"/>
                    <a:pt x="12592" y="206"/>
                    <a:pt x="12558" y="206"/>
                  </a:cubicBezTo>
                  <a:close/>
                  <a:moveTo>
                    <a:pt x="12039" y="329"/>
                  </a:moveTo>
                  <a:cubicBezTo>
                    <a:pt x="12030" y="329"/>
                    <a:pt x="12021" y="333"/>
                    <a:pt x="12012" y="342"/>
                  </a:cubicBezTo>
                  <a:lnTo>
                    <a:pt x="11876" y="342"/>
                  </a:lnTo>
                  <a:cubicBezTo>
                    <a:pt x="11841" y="342"/>
                    <a:pt x="11807" y="410"/>
                    <a:pt x="11807" y="444"/>
                  </a:cubicBezTo>
                  <a:cubicBezTo>
                    <a:pt x="11807" y="479"/>
                    <a:pt x="11876" y="513"/>
                    <a:pt x="11910" y="513"/>
                  </a:cubicBezTo>
                  <a:lnTo>
                    <a:pt x="12012" y="479"/>
                  </a:lnTo>
                  <a:cubicBezTo>
                    <a:pt x="12080" y="479"/>
                    <a:pt x="12114" y="444"/>
                    <a:pt x="12080" y="410"/>
                  </a:cubicBezTo>
                  <a:cubicBezTo>
                    <a:pt x="12080" y="360"/>
                    <a:pt x="12062" y="329"/>
                    <a:pt x="12039" y="329"/>
                  </a:cubicBezTo>
                  <a:close/>
                  <a:moveTo>
                    <a:pt x="11465" y="431"/>
                  </a:moveTo>
                  <a:cubicBezTo>
                    <a:pt x="11453" y="431"/>
                    <a:pt x="11441" y="435"/>
                    <a:pt x="11432" y="444"/>
                  </a:cubicBezTo>
                  <a:lnTo>
                    <a:pt x="11330" y="444"/>
                  </a:lnTo>
                  <a:cubicBezTo>
                    <a:pt x="11261" y="444"/>
                    <a:pt x="11261" y="513"/>
                    <a:pt x="11261" y="547"/>
                  </a:cubicBezTo>
                  <a:cubicBezTo>
                    <a:pt x="11261" y="581"/>
                    <a:pt x="11296" y="615"/>
                    <a:pt x="11330" y="615"/>
                  </a:cubicBezTo>
                  <a:lnTo>
                    <a:pt x="11466" y="615"/>
                  </a:lnTo>
                  <a:cubicBezTo>
                    <a:pt x="11500" y="581"/>
                    <a:pt x="11534" y="547"/>
                    <a:pt x="11534" y="513"/>
                  </a:cubicBezTo>
                  <a:cubicBezTo>
                    <a:pt x="11534" y="463"/>
                    <a:pt x="11498" y="431"/>
                    <a:pt x="11465" y="431"/>
                  </a:cubicBezTo>
                  <a:close/>
                  <a:moveTo>
                    <a:pt x="10913" y="533"/>
                  </a:moveTo>
                  <a:cubicBezTo>
                    <a:pt x="10904" y="533"/>
                    <a:pt x="10895" y="538"/>
                    <a:pt x="10886" y="547"/>
                  </a:cubicBezTo>
                  <a:lnTo>
                    <a:pt x="10750" y="547"/>
                  </a:lnTo>
                  <a:cubicBezTo>
                    <a:pt x="10715" y="581"/>
                    <a:pt x="10681" y="615"/>
                    <a:pt x="10681" y="649"/>
                  </a:cubicBezTo>
                  <a:cubicBezTo>
                    <a:pt x="10715" y="717"/>
                    <a:pt x="10750" y="717"/>
                    <a:pt x="10784" y="717"/>
                  </a:cubicBezTo>
                  <a:lnTo>
                    <a:pt x="10920" y="717"/>
                  </a:lnTo>
                  <a:cubicBezTo>
                    <a:pt x="10954" y="683"/>
                    <a:pt x="10988" y="649"/>
                    <a:pt x="10988" y="615"/>
                  </a:cubicBezTo>
                  <a:cubicBezTo>
                    <a:pt x="10963" y="565"/>
                    <a:pt x="10938" y="533"/>
                    <a:pt x="10913" y="533"/>
                  </a:cubicBezTo>
                  <a:close/>
                  <a:moveTo>
                    <a:pt x="10204" y="649"/>
                  </a:moveTo>
                  <a:cubicBezTo>
                    <a:pt x="10135" y="683"/>
                    <a:pt x="10135" y="717"/>
                    <a:pt x="10135" y="752"/>
                  </a:cubicBezTo>
                  <a:cubicBezTo>
                    <a:pt x="10135" y="820"/>
                    <a:pt x="10169" y="820"/>
                    <a:pt x="10204" y="820"/>
                  </a:cubicBezTo>
                  <a:lnTo>
                    <a:pt x="10340" y="820"/>
                  </a:lnTo>
                  <a:cubicBezTo>
                    <a:pt x="10374" y="820"/>
                    <a:pt x="10408" y="752"/>
                    <a:pt x="10408" y="717"/>
                  </a:cubicBezTo>
                  <a:cubicBezTo>
                    <a:pt x="10408" y="649"/>
                    <a:pt x="10374" y="649"/>
                    <a:pt x="10306" y="649"/>
                  </a:cubicBezTo>
                  <a:close/>
                  <a:moveTo>
                    <a:pt x="9760" y="752"/>
                  </a:moveTo>
                  <a:lnTo>
                    <a:pt x="9623" y="786"/>
                  </a:lnTo>
                  <a:cubicBezTo>
                    <a:pt x="9589" y="786"/>
                    <a:pt x="9555" y="820"/>
                    <a:pt x="9555" y="888"/>
                  </a:cubicBezTo>
                  <a:cubicBezTo>
                    <a:pt x="9589" y="922"/>
                    <a:pt x="9623" y="956"/>
                    <a:pt x="9658" y="956"/>
                  </a:cubicBezTo>
                  <a:lnTo>
                    <a:pt x="9794" y="922"/>
                  </a:lnTo>
                  <a:cubicBezTo>
                    <a:pt x="9828" y="922"/>
                    <a:pt x="9862" y="854"/>
                    <a:pt x="9862" y="820"/>
                  </a:cubicBezTo>
                  <a:cubicBezTo>
                    <a:pt x="9828" y="786"/>
                    <a:pt x="9794" y="752"/>
                    <a:pt x="9760" y="752"/>
                  </a:cubicBezTo>
                  <a:close/>
                  <a:moveTo>
                    <a:pt x="9180" y="854"/>
                  </a:moveTo>
                  <a:lnTo>
                    <a:pt x="9078" y="888"/>
                  </a:lnTo>
                  <a:cubicBezTo>
                    <a:pt x="9009" y="888"/>
                    <a:pt x="9009" y="922"/>
                    <a:pt x="9009" y="990"/>
                  </a:cubicBezTo>
                  <a:cubicBezTo>
                    <a:pt x="9009" y="1025"/>
                    <a:pt x="9043" y="1059"/>
                    <a:pt x="9078" y="1059"/>
                  </a:cubicBezTo>
                  <a:lnTo>
                    <a:pt x="9112" y="1059"/>
                  </a:lnTo>
                  <a:lnTo>
                    <a:pt x="9214" y="1025"/>
                  </a:lnTo>
                  <a:cubicBezTo>
                    <a:pt x="9248" y="1025"/>
                    <a:pt x="9282" y="956"/>
                    <a:pt x="9282" y="922"/>
                  </a:cubicBezTo>
                  <a:cubicBezTo>
                    <a:pt x="9282" y="888"/>
                    <a:pt x="9248" y="854"/>
                    <a:pt x="9180" y="854"/>
                  </a:cubicBezTo>
                  <a:close/>
                  <a:moveTo>
                    <a:pt x="8634" y="956"/>
                  </a:moveTo>
                  <a:lnTo>
                    <a:pt x="8497" y="990"/>
                  </a:lnTo>
                  <a:cubicBezTo>
                    <a:pt x="8463" y="990"/>
                    <a:pt x="8429" y="1025"/>
                    <a:pt x="8429" y="1093"/>
                  </a:cubicBezTo>
                  <a:cubicBezTo>
                    <a:pt x="8463" y="1127"/>
                    <a:pt x="8497" y="1161"/>
                    <a:pt x="8532" y="1161"/>
                  </a:cubicBezTo>
                  <a:lnTo>
                    <a:pt x="8668" y="1127"/>
                  </a:lnTo>
                  <a:cubicBezTo>
                    <a:pt x="8702" y="1127"/>
                    <a:pt x="8736" y="1093"/>
                    <a:pt x="8736" y="1025"/>
                  </a:cubicBezTo>
                  <a:cubicBezTo>
                    <a:pt x="8702" y="990"/>
                    <a:pt x="8668" y="956"/>
                    <a:pt x="8634" y="956"/>
                  </a:cubicBezTo>
                  <a:close/>
                  <a:moveTo>
                    <a:pt x="8054" y="1059"/>
                  </a:moveTo>
                  <a:lnTo>
                    <a:pt x="7951" y="1093"/>
                  </a:lnTo>
                  <a:cubicBezTo>
                    <a:pt x="7883" y="1093"/>
                    <a:pt x="7883" y="1127"/>
                    <a:pt x="7883" y="1195"/>
                  </a:cubicBezTo>
                  <a:cubicBezTo>
                    <a:pt x="7883" y="1229"/>
                    <a:pt x="7917" y="1263"/>
                    <a:pt x="7951" y="1263"/>
                  </a:cubicBezTo>
                  <a:lnTo>
                    <a:pt x="7986" y="1263"/>
                  </a:lnTo>
                  <a:lnTo>
                    <a:pt x="8088" y="1229"/>
                  </a:lnTo>
                  <a:cubicBezTo>
                    <a:pt x="8122" y="1229"/>
                    <a:pt x="8156" y="1195"/>
                    <a:pt x="8156" y="1127"/>
                  </a:cubicBezTo>
                  <a:cubicBezTo>
                    <a:pt x="8156" y="1093"/>
                    <a:pt x="8122" y="1059"/>
                    <a:pt x="8054" y="1059"/>
                  </a:cubicBezTo>
                  <a:close/>
                  <a:moveTo>
                    <a:pt x="7508" y="1161"/>
                  </a:moveTo>
                  <a:lnTo>
                    <a:pt x="7371" y="1195"/>
                  </a:lnTo>
                  <a:cubicBezTo>
                    <a:pt x="7337" y="1195"/>
                    <a:pt x="7303" y="1263"/>
                    <a:pt x="7303" y="1297"/>
                  </a:cubicBezTo>
                  <a:cubicBezTo>
                    <a:pt x="7337" y="1332"/>
                    <a:pt x="7371" y="1366"/>
                    <a:pt x="7405" y="1366"/>
                  </a:cubicBezTo>
                  <a:lnTo>
                    <a:pt x="7542" y="1332"/>
                  </a:lnTo>
                  <a:cubicBezTo>
                    <a:pt x="7576" y="1332"/>
                    <a:pt x="7610" y="1297"/>
                    <a:pt x="7610" y="1229"/>
                  </a:cubicBezTo>
                  <a:cubicBezTo>
                    <a:pt x="7576" y="1195"/>
                    <a:pt x="7542" y="1161"/>
                    <a:pt x="7508" y="1161"/>
                  </a:cubicBezTo>
                  <a:close/>
                  <a:moveTo>
                    <a:pt x="6975" y="1284"/>
                  </a:moveTo>
                  <a:cubicBezTo>
                    <a:pt x="6962" y="1284"/>
                    <a:pt x="6946" y="1288"/>
                    <a:pt x="6928" y="1297"/>
                  </a:cubicBezTo>
                  <a:lnTo>
                    <a:pt x="6825" y="1297"/>
                  </a:lnTo>
                  <a:cubicBezTo>
                    <a:pt x="6791" y="1297"/>
                    <a:pt x="6757" y="1366"/>
                    <a:pt x="6757" y="1400"/>
                  </a:cubicBezTo>
                  <a:cubicBezTo>
                    <a:pt x="6757" y="1434"/>
                    <a:pt x="6791" y="1468"/>
                    <a:pt x="6825" y="1468"/>
                  </a:cubicBezTo>
                  <a:lnTo>
                    <a:pt x="6860" y="1468"/>
                  </a:lnTo>
                  <a:lnTo>
                    <a:pt x="6962" y="1434"/>
                  </a:lnTo>
                  <a:cubicBezTo>
                    <a:pt x="6996" y="1434"/>
                    <a:pt x="7030" y="1400"/>
                    <a:pt x="7030" y="1366"/>
                  </a:cubicBezTo>
                  <a:cubicBezTo>
                    <a:pt x="7030" y="1316"/>
                    <a:pt x="7012" y="1284"/>
                    <a:pt x="6975" y="1284"/>
                  </a:cubicBezTo>
                  <a:close/>
                  <a:moveTo>
                    <a:pt x="6409" y="1386"/>
                  </a:moveTo>
                  <a:cubicBezTo>
                    <a:pt x="6400" y="1386"/>
                    <a:pt x="6391" y="1391"/>
                    <a:pt x="6382" y="1400"/>
                  </a:cubicBezTo>
                  <a:lnTo>
                    <a:pt x="6245" y="1400"/>
                  </a:lnTo>
                  <a:cubicBezTo>
                    <a:pt x="6211" y="1434"/>
                    <a:pt x="6177" y="1468"/>
                    <a:pt x="6177" y="1502"/>
                  </a:cubicBezTo>
                  <a:cubicBezTo>
                    <a:pt x="6211" y="1536"/>
                    <a:pt x="6245" y="1570"/>
                    <a:pt x="6279" y="1570"/>
                  </a:cubicBezTo>
                  <a:lnTo>
                    <a:pt x="6416" y="1570"/>
                  </a:lnTo>
                  <a:cubicBezTo>
                    <a:pt x="6450" y="1536"/>
                    <a:pt x="6484" y="1502"/>
                    <a:pt x="6484" y="1468"/>
                  </a:cubicBezTo>
                  <a:cubicBezTo>
                    <a:pt x="6459" y="1418"/>
                    <a:pt x="6434" y="1386"/>
                    <a:pt x="6409" y="1386"/>
                  </a:cubicBezTo>
                  <a:close/>
                  <a:moveTo>
                    <a:pt x="5849" y="1489"/>
                  </a:moveTo>
                  <a:cubicBezTo>
                    <a:pt x="5836" y="1489"/>
                    <a:pt x="5820" y="1493"/>
                    <a:pt x="5802" y="1502"/>
                  </a:cubicBezTo>
                  <a:lnTo>
                    <a:pt x="5699" y="1502"/>
                  </a:lnTo>
                  <a:cubicBezTo>
                    <a:pt x="5665" y="1536"/>
                    <a:pt x="5631" y="1570"/>
                    <a:pt x="5631" y="1605"/>
                  </a:cubicBezTo>
                  <a:cubicBezTo>
                    <a:pt x="5631" y="1673"/>
                    <a:pt x="5665" y="1673"/>
                    <a:pt x="5699" y="1673"/>
                  </a:cubicBezTo>
                  <a:lnTo>
                    <a:pt x="5836" y="1673"/>
                  </a:lnTo>
                  <a:cubicBezTo>
                    <a:pt x="5904" y="1639"/>
                    <a:pt x="5904" y="1605"/>
                    <a:pt x="5904" y="1570"/>
                  </a:cubicBezTo>
                  <a:cubicBezTo>
                    <a:pt x="5904" y="1521"/>
                    <a:pt x="5886" y="1489"/>
                    <a:pt x="5849" y="1489"/>
                  </a:cubicBezTo>
                  <a:close/>
                  <a:moveTo>
                    <a:pt x="5119" y="1605"/>
                  </a:moveTo>
                  <a:cubicBezTo>
                    <a:pt x="5085" y="1639"/>
                    <a:pt x="5051" y="1673"/>
                    <a:pt x="5051" y="1707"/>
                  </a:cubicBezTo>
                  <a:cubicBezTo>
                    <a:pt x="5085" y="1775"/>
                    <a:pt x="5119" y="1775"/>
                    <a:pt x="5153" y="1775"/>
                  </a:cubicBezTo>
                  <a:lnTo>
                    <a:pt x="5290" y="1775"/>
                  </a:lnTo>
                  <a:cubicBezTo>
                    <a:pt x="5324" y="1775"/>
                    <a:pt x="5358" y="1707"/>
                    <a:pt x="5358" y="1673"/>
                  </a:cubicBezTo>
                  <a:cubicBezTo>
                    <a:pt x="5324" y="1605"/>
                    <a:pt x="5290" y="1605"/>
                    <a:pt x="5256" y="1605"/>
                  </a:cubicBezTo>
                  <a:close/>
                  <a:moveTo>
                    <a:pt x="4676" y="1707"/>
                  </a:moveTo>
                  <a:lnTo>
                    <a:pt x="4573" y="1741"/>
                  </a:lnTo>
                  <a:cubicBezTo>
                    <a:pt x="4539" y="1741"/>
                    <a:pt x="4505" y="1775"/>
                    <a:pt x="4505" y="1843"/>
                  </a:cubicBezTo>
                  <a:cubicBezTo>
                    <a:pt x="4505" y="1878"/>
                    <a:pt x="4539" y="1912"/>
                    <a:pt x="4573" y="1912"/>
                  </a:cubicBezTo>
                  <a:lnTo>
                    <a:pt x="4607" y="1912"/>
                  </a:lnTo>
                  <a:lnTo>
                    <a:pt x="4710" y="1878"/>
                  </a:lnTo>
                  <a:cubicBezTo>
                    <a:pt x="4778" y="1878"/>
                    <a:pt x="4778" y="1809"/>
                    <a:pt x="4778" y="1775"/>
                  </a:cubicBezTo>
                  <a:cubicBezTo>
                    <a:pt x="4778" y="1741"/>
                    <a:pt x="4744" y="1707"/>
                    <a:pt x="4676" y="1707"/>
                  </a:cubicBezTo>
                  <a:close/>
                  <a:moveTo>
                    <a:pt x="4130" y="1809"/>
                  </a:moveTo>
                  <a:lnTo>
                    <a:pt x="3993" y="1843"/>
                  </a:lnTo>
                  <a:cubicBezTo>
                    <a:pt x="3959" y="1843"/>
                    <a:pt x="3925" y="1878"/>
                    <a:pt x="3925" y="1946"/>
                  </a:cubicBezTo>
                  <a:cubicBezTo>
                    <a:pt x="3959" y="1980"/>
                    <a:pt x="3993" y="2014"/>
                    <a:pt x="4027" y="2014"/>
                  </a:cubicBezTo>
                  <a:lnTo>
                    <a:pt x="4164" y="1980"/>
                  </a:lnTo>
                  <a:cubicBezTo>
                    <a:pt x="4198" y="1980"/>
                    <a:pt x="4232" y="1912"/>
                    <a:pt x="4232" y="1878"/>
                  </a:cubicBezTo>
                  <a:cubicBezTo>
                    <a:pt x="4198" y="1843"/>
                    <a:pt x="4164" y="1809"/>
                    <a:pt x="4130" y="1809"/>
                  </a:cubicBezTo>
                  <a:close/>
                  <a:moveTo>
                    <a:pt x="3550" y="1912"/>
                  </a:moveTo>
                  <a:lnTo>
                    <a:pt x="3447" y="1946"/>
                  </a:lnTo>
                  <a:cubicBezTo>
                    <a:pt x="3413" y="1946"/>
                    <a:pt x="3379" y="1980"/>
                    <a:pt x="3379" y="2048"/>
                  </a:cubicBezTo>
                  <a:cubicBezTo>
                    <a:pt x="3379" y="2082"/>
                    <a:pt x="3413" y="2116"/>
                    <a:pt x="3447" y="2116"/>
                  </a:cubicBezTo>
                  <a:lnTo>
                    <a:pt x="3481" y="2116"/>
                  </a:lnTo>
                  <a:lnTo>
                    <a:pt x="3584" y="2082"/>
                  </a:lnTo>
                  <a:cubicBezTo>
                    <a:pt x="3652" y="2082"/>
                    <a:pt x="3652" y="2048"/>
                    <a:pt x="3652" y="1980"/>
                  </a:cubicBezTo>
                  <a:cubicBezTo>
                    <a:pt x="3652" y="1946"/>
                    <a:pt x="3618" y="1912"/>
                    <a:pt x="3550" y="1912"/>
                  </a:cubicBezTo>
                  <a:close/>
                  <a:moveTo>
                    <a:pt x="3004" y="2014"/>
                  </a:moveTo>
                  <a:lnTo>
                    <a:pt x="2867" y="2048"/>
                  </a:lnTo>
                  <a:cubicBezTo>
                    <a:pt x="2833" y="2048"/>
                    <a:pt x="2799" y="2116"/>
                    <a:pt x="2799" y="2151"/>
                  </a:cubicBezTo>
                  <a:cubicBezTo>
                    <a:pt x="2833" y="2185"/>
                    <a:pt x="2867" y="2219"/>
                    <a:pt x="2901" y="2219"/>
                  </a:cubicBezTo>
                  <a:lnTo>
                    <a:pt x="3038" y="2185"/>
                  </a:lnTo>
                  <a:cubicBezTo>
                    <a:pt x="3072" y="2185"/>
                    <a:pt x="3106" y="2151"/>
                    <a:pt x="3106" y="2082"/>
                  </a:cubicBezTo>
                  <a:cubicBezTo>
                    <a:pt x="3072" y="2048"/>
                    <a:pt x="3038" y="2014"/>
                    <a:pt x="3004" y="2014"/>
                  </a:cubicBezTo>
                  <a:close/>
                  <a:moveTo>
                    <a:pt x="2424" y="2116"/>
                  </a:moveTo>
                  <a:lnTo>
                    <a:pt x="2321" y="2151"/>
                  </a:lnTo>
                  <a:cubicBezTo>
                    <a:pt x="2287" y="2151"/>
                    <a:pt x="2253" y="2219"/>
                    <a:pt x="2253" y="2253"/>
                  </a:cubicBezTo>
                  <a:cubicBezTo>
                    <a:pt x="2253" y="2287"/>
                    <a:pt x="2287" y="2321"/>
                    <a:pt x="2321" y="2321"/>
                  </a:cubicBezTo>
                  <a:lnTo>
                    <a:pt x="2355" y="2321"/>
                  </a:lnTo>
                  <a:lnTo>
                    <a:pt x="2458" y="2287"/>
                  </a:lnTo>
                  <a:cubicBezTo>
                    <a:pt x="2526" y="2287"/>
                    <a:pt x="2526" y="2253"/>
                    <a:pt x="2526" y="2185"/>
                  </a:cubicBezTo>
                  <a:cubicBezTo>
                    <a:pt x="2526" y="2151"/>
                    <a:pt x="2492" y="2116"/>
                    <a:pt x="2424" y="2116"/>
                  </a:cubicBezTo>
                  <a:close/>
                  <a:moveTo>
                    <a:pt x="1910" y="2240"/>
                  </a:moveTo>
                  <a:cubicBezTo>
                    <a:pt x="1898" y="2240"/>
                    <a:pt x="1887" y="2244"/>
                    <a:pt x="1878" y="2253"/>
                  </a:cubicBezTo>
                  <a:lnTo>
                    <a:pt x="1775" y="2253"/>
                  </a:lnTo>
                  <a:cubicBezTo>
                    <a:pt x="1707" y="2253"/>
                    <a:pt x="1673" y="2321"/>
                    <a:pt x="1707" y="2355"/>
                  </a:cubicBezTo>
                  <a:cubicBezTo>
                    <a:pt x="1707" y="2389"/>
                    <a:pt x="1741" y="2424"/>
                    <a:pt x="1775" y="2424"/>
                  </a:cubicBezTo>
                  <a:lnTo>
                    <a:pt x="1912" y="2389"/>
                  </a:lnTo>
                  <a:cubicBezTo>
                    <a:pt x="1946" y="2389"/>
                    <a:pt x="1980" y="2355"/>
                    <a:pt x="1980" y="2321"/>
                  </a:cubicBezTo>
                  <a:cubicBezTo>
                    <a:pt x="1980" y="2271"/>
                    <a:pt x="1943" y="2240"/>
                    <a:pt x="1910" y="2240"/>
                  </a:cubicBezTo>
                  <a:close/>
                  <a:moveTo>
                    <a:pt x="1345" y="2342"/>
                  </a:moveTo>
                  <a:cubicBezTo>
                    <a:pt x="1332" y="2342"/>
                    <a:pt x="1316" y="2346"/>
                    <a:pt x="1297" y="2355"/>
                  </a:cubicBezTo>
                  <a:lnTo>
                    <a:pt x="1195" y="2355"/>
                  </a:lnTo>
                  <a:cubicBezTo>
                    <a:pt x="1161" y="2389"/>
                    <a:pt x="1127" y="2424"/>
                    <a:pt x="1127" y="2458"/>
                  </a:cubicBezTo>
                  <a:cubicBezTo>
                    <a:pt x="1127" y="2492"/>
                    <a:pt x="1161" y="2526"/>
                    <a:pt x="1229" y="2526"/>
                  </a:cubicBezTo>
                  <a:lnTo>
                    <a:pt x="1332" y="2526"/>
                  </a:lnTo>
                  <a:cubicBezTo>
                    <a:pt x="1400" y="2492"/>
                    <a:pt x="1434" y="2458"/>
                    <a:pt x="1400" y="2424"/>
                  </a:cubicBezTo>
                  <a:cubicBezTo>
                    <a:pt x="1400" y="2374"/>
                    <a:pt x="1382" y="2342"/>
                    <a:pt x="1345" y="2342"/>
                  </a:cubicBezTo>
                  <a:close/>
                  <a:moveTo>
                    <a:pt x="784" y="2444"/>
                  </a:moveTo>
                  <a:cubicBezTo>
                    <a:pt x="772" y="2444"/>
                    <a:pt x="761" y="2449"/>
                    <a:pt x="752" y="2458"/>
                  </a:cubicBezTo>
                  <a:lnTo>
                    <a:pt x="649" y="2458"/>
                  </a:lnTo>
                  <a:cubicBezTo>
                    <a:pt x="581" y="2492"/>
                    <a:pt x="547" y="2526"/>
                    <a:pt x="581" y="2560"/>
                  </a:cubicBezTo>
                  <a:cubicBezTo>
                    <a:pt x="581" y="2628"/>
                    <a:pt x="615" y="2628"/>
                    <a:pt x="649" y="2628"/>
                  </a:cubicBezTo>
                  <a:lnTo>
                    <a:pt x="786" y="2628"/>
                  </a:lnTo>
                  <a:cubicBezTo>
                    <a:pt x="820" y="2594"/>
                    <a:pt x="854" y="2560"/>
                    <a:pt x="854" y="2526"/>
                  </a:cubicBezTo>
                  <a:cubicBezTo>
                    <a:pt x="854" y="2476"/>
                    <a:pt x="817" y="2444"/>
                    <a:pt x="784" y="2444"/>
                  </a:cubicBezTo>
                  <a:close/>
                  <a:moveTo>
                    <a:pt x="69" y="2560"/>
                  </a:moveTo>
                  <a:cubicBezTo>
                    <a:pt x="35" y="2594"/>
                    <a:pt x="1" y="2628"/>
                    <a:pt x="1" y="2662"/>
                  </a:cubicBezTo>
                  <a:cubicBezTo>
                    <a:pt x="35" y="2731"/>
                    <a:pt x="69" y="2731"/>
                    <a:pt x="103" y="2731"/>
                  </a:cubicBezTo>
                  <a:lnTo>
                    <a:pt x="206" y="2731"/>
                  </a:lnTo>
                  <a:cubicBezTo>
                    <a:pt x="274" y="2731"/>
                    <a:pt x="308" y="2662"/>
                    <a:pt x="274" y="2628"/>
                  </a:cubicBezTo>
                  <a:cubicBezTo>
                    <a:pt x="274" y="2594"/>
                    <a:pt x="240" y="2560"/>
                    <a:pt x="171" y="256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1" name="Google Shape;1803;p45">
              <a:extLst>
                <a:ext uri="{FF2B5EF4-FFF2-40B4-BE49-F238E27FC236}">
                  <a16:creationId xmlns:a16="http://schemas.microsoft.com/office/drawing/2014/main" id="{4462703C-80C1-2F8D-2B1B-06962DCAFFF2}"/>
                </a:ext>
              </a:extLst>
            </p:cNvPr>
            <p:cNvSpPr/>
            <p:nvPr/>
          </p:nvSpPr>
          <p:spPr>
            <a:xfrm>
              <a:off x="3039320" y="1159382"/>
              <a:ext cx="319411" cy="66186"/>
            </a:xfrm>
            <a:custGeom>
              <a:avLst/>
              <a:gdLst/>
              <a:ahLst/>
              <a:cxnLst/>
              <a:rect l="l" t="t" r="r" b="b"/>
              <a:pathLst>
                <a:path w="14333" h="2970" extrusionOk="0">
                  <a:moveTo>
                    <a:pt x="14230" y="1"/>
                  </a:moveTo>
                  <a:lnTo>
                    <a:pt x="14127" y="35"/>
                  </a:lnTo>
                  <a:cubicBezTo>
                    <a:pt x="14059" y="35"/>
                    <a:pt x="14025" y="103"/>
                    <a:pt x="14059" y="137"/>
                  </a:cubicBezTo>
                  <a:cubicBezTo>
                    <a:pt x="14059" y="171"/>
                    <a:pt x="14093" y="206"/>
                    <a:pt x="14127" y="206"/>
                  </a:cubicBezTo>
                  <a:lnTo>
                    <a:pt x="14162" y="206"/>
                  </a:lnTo>
                  <a:lnTo>
                    <a:pt x="14264" y="171"/>
                  </a:lnTo>
                  <a:cubicBezTo>
                    <a:pt x="14298" y="171"/>
                    <a:pt x="14332" y="137"/>
                    <a:pt x="14332" y="69"/>
                  </a:cubicBezTo>
                  <a:cubicBezTo>
                    <a:pt x="14332" y="35"/>
                    <a:pt x="14264" y="1"/>
                    <a:pt x="14230" y="1"/>
                  </a:cubicBezTo>
                  <a:close/>
                  <a:moveTo>
                    <a:pt x="13684" y="103"/>
                  </a:moveTo>
                  <a:lnTo>
                    <a:pt x="13547" y="137"/>
                  </a:lnTo>
                  <a:cubicBezTo>
                    <a:pt x="13513" y="137"/>
                    <a:pt x="13479" y="206"/>
                    <a:pt x="13479" y="240"/>
                  </a:cubicBezTo>
                  <a:cubicBezTo>
                    <a:pt x="13479" y="274"/>
                    <a:pt x="13513" y="308"/>
                    <a:pt x="13581" y="308"/>
                  </a:cubicBezTo>
                  <a:lnTo>
                    <a:pt x="13684" y="274"/>
                  </a:lnTo>
                  <a:cubicBezTo>
                    <a:pt x="13752" y="274"/>
                    <a:pt x="13786" y="240"/>
                    <a:pt x="13752" y="171"/>
                  </a:cubicBezTo>
                  <a:cubicBezTo>
                    <a:pt x="13752" y="137"/>
                    <a:pt x="13718" y="103"/>
                    <a:pt x="13684" y="103"/>
                  </a:cubicBezTo>
                  <a:close/>
                  <a:moveTo>
                    <a:pt x="13137" y="226"/>
                  </a:moveTo>
                  <a:cubicBezTo>
                    <a:pt x="13124" y="226"/>
                    <a:pt x="13113" y="231"/>
                    <a:pt x="13104" y="240"/>
                  </a:cubicBezTo>
                  <a:lnTo>
                    <a:pt x="13001" y="240"/>
                  </a:lnTo>
                  <a:cubicBezTo>
                    <a:pt x="12933" y="274"/>
                    <a:pt x="12899" y="308"/>
                    <a:pt x="12933" y="342"/>
                  </a:cubicBezTo>
                  <a:cubicBezTo>
                    <a:pt x="12933" y="410"/>
                    <a:pt x="12967" y="410"/>
                    <a:pt x="13001" y="410"/>
                  </a:cubicBezTo>
                  <a:lnTo>
                    <a:pt x="13138" y="410"/>
                  </a:lnTo>
                  <a:cubicBezTo>
                    <a:pt x="13172" y="376"/>
                    <a:pt x="13206" y="342"/>
                    <a:pt x="13206" y="308"/>
                  </a:cubicBezTo>
                  <a:cubicBezTo>
                    <a:pt x="13206" y="258"/>
                    <a:pt x="13170" y="226"/>
                    <a:pt x="13137" y="226"/>
                  </a:cubicBezTo>
                  <a:close/>
                  <a:moveTo>
                    <a:pt x="12524" y="342"/>
                  </a:moveTo>
                  <a:lnTo>
                    <a:pt x="12421" y="376"/>
                  </a:lnTo>
                  <a:cubicBezTo>
                    <a:pt x="12387" y="376"/>
                    <a:pt x="12353" y="410"/>
                    <a:pt x="12353" y="479"/>
                  </a:cubicBezTo>
                  <a:cubicBezTo>
                    <a:pt x="12353" y="513"/>
                    <a:pt x="12387" y="547"/>
                    <a:pt x="12455" y="547"/>
                  </a:cubicBezTo>
                  <a:lnTo>
                    <a:pt x="12558" y="513"/>
                  </a:lnTo>
                  <a:cubicBezTo>
                    <a:pt x="12626" y="513"/>
                    <a:pt x="12660" y="444"/>
                    <a:pt x="12626" y="410"/>
                  </a:cubicBezTo>
                  <a:cubicBezTo>
                    <a:pt x="12626" y="376"/>
                    <a:pt x="12592" y="342"/>
                    <a:pt x="12524" y="342"/>
                  </a:cubicBezTo>
                  <a:close/>
                  <a:moveTo>
                    <a:pt x="11978" y="444"/>
                  </a:moveTo>
                  <a:lnTo>
                    <a:pt x="11875" y="479"/>
                  </a:lnTo>
                  <a:cubicBezTo>
                    <a:pt x="11807" y="479"/>
                    <a:pt x="11773" y="547"/>
                    <a:pt x="11807" y="581"/>
                  </a:cubicBezTo>
                  <a:cubicBezTo>
                    <a:pt x="11807" y="615"/>
                    <a:pt x="11841" y="649"/>
                    <a:pt x="11875" y="649"/>
                  </a:cubicBezTo>
                  <a:lnTo>
                    <a:pt x="11909" y="649"/>
                  </a:lnTo>
                  <a:lnTo>
                    <a:pt x="12012" y="615"/>
                  </a:lnTo>
                  <a:cubicBezTo>
                    <a:pt x="12046" y="615"/>
                    <a:pt x="12080" y="581"/>
                    <a:pt x="12080" y="513"/>
                  </a:cubicBezTo>
                  <a:cubicBezTo>
                    <a:pt x="12080" y="479"/>
                    <a:pt x="12012" y="444"/>
                    <a:pt x="11978" y="444"/>
                  </a:cubicBezTo>
                  <a:close/>
                  <a:moveTo>
                    <a:pt x="11445" y="568"/>
                  </a:moveTo>
                  <a:cubicBezTo>
                    <a:pt x="11432" y="568"/>
                    <a:pt x="11416" y="572"/>
                    <a:pt x="11398" y="581"/>
                  </a:cubicBezTo>
                  <a:lnTo>
                    <a:pt x="11295" y="581"/>
                  </a:lnTo>
                  <a:cubicBezTo>
                    <a:pt x="11261" y="615"/>
                    <a:pt x="11227" y="649"/>
                    <a:pt x="11227" y="683"/>
                  </a:cubicBezTo>
                  <a:cubicBezTo>
                    <a:pt x="11227" y="717"/>
                    <a:pt x="11295" y="752"/>
                    <a:pt x="11329" y="752"/>
                  </a:cubicBezTo>
                  <a:lnTo>
                    <a:pt x="11432" y="752"/>
                  </a:lnTo>
                  <a:cubicBezTo>
                    <a:pt x="11500" y="717"/>
                    <a:pt x="11534" y="683"/>
                    <a:pt x="11500" y="649"/>
                  </a:cubicBezTo>
                  <a:cubicBezTo>
                    <a:pt x="11500" y="599"/>
                    <a:pt x="11482" y="568"/>
                    <a:pt x="11445" y="568"/>
                  </a:cubicBezTo>
                  <a:close/>
                  <a:moveTo>
                    <a:pt x="10852" y="683"/>
                  </a:moveTo>
                  <a:lnTo>
                    <a:pt x="10749" y="717"/>
                  </a:lnTo>
                  <a:cubicBezTo>
                    <a:pt x="10681" y="717"/>
                    <a:pt x="10681" y="752"/>
                    <a:pt x="10681" y="820"/>
                  </a:cubicBezTo>
                  <a:cubicBezTo>
                    <a:pt x="10681" y="854"/>
                    <a:pt x="10715" y="888"/>
                    <a:pt x="10749" y="888"/>
                  </a:cubicBezTo>
                  <a:lnTo>
                    <a:pt x="10783" y="888"/>
                  </a:lnTo>
                  <a:lnTo>
                    <a:pt x="10886" y="854"/>
                  </a:lnTo>
                  <a:cubicBezTo>
                    <a:pt x="10920" y="854"/>
                    <a:pt x="10954" y="786"/>
                    <a:pt x="10954" y="752"/>
                  </a:cubicBezTo>
                  <a:cubicBezTo>
                    <a:pt x="10954" y="717"/>
                    <a:pt x="10886" y="683"/>
                    <a:pt x="10852" y="683"/>
                  </a:cubicBezTo>
                  <a:close/>
                  <a:moveTo>
                    <a:pt x="10306" y="786"/>
                  </a:moveTo>
                  <a:lnTo>
                    <a:pt x="10169" y="820"/>
                  </a:lnTo>
                  <a:cubicBezTo>
                    <a:pt x="10135" y="820"/>
                    <a:pt x="10101" y="888"/>
                    <a:pt x="10101" y="922"/>
                  </a:cubicBezTo>
                  <a:cubicBezTo>
                    <a:pt x="10135" y="956"/>
                    <a:pt x="10169" y="990"/>
                    <a:pt x="10203" y="990"/>
                  </a:cubicBezTo>
                  <a:lnTo>
                    <a:pt x="10340" y="956"/>
                  </a:lnTo>
                  <a:cubicBezTo>
                    <a:pt x="10374" y="956"/>
                    <a:pt x="10408" y="922"/>
                    <a:pt x="10408" y="854"/>
                  </a:cubicBezTo>
                  <a:cubicBezTo>
                    <a:pt x="10374" y="820"/>
                    <a:pt x="10340" y="786"/>
                    <a:pt x="10306" y="786"/>
                  </a:cubicBezTo>
                  <a:close/>
                  <a:moveTo>
                    <a:pt x="9758" y="909"/>
                  </a:moveTo>
                  <a:cubicBezTo>
                    <a:pt x="9746" y="909"/>
                    <a:pt x="9735" y="913"/>
                    <a:pt x="9726" y="922"/>
                  </a:cubicBezTo>
                  <a:lnTo>
                    <a:pt x="9623" y="922"/>
                  </a:lnTo>
                  <a:cubicBezTo>
                    <a:pt x="9555" y="956"/>
                    <a:pt x="9555" y="990"/>
                    <a:pt x="9555" y="1025"/>
                  </a:cubicBezTo>
                  <a:cubicBezTo>
                    <a:pt x="9555" y="1059"/>
                    <a:pt x="9589" y="1093"/>
                    <a:pt x="9623" y="1093"/>
                  </a:cubicBezTo>
                  <a:lnTo>
                    <a:pt x="9760" y="1093"/>
                  </a:lnTo>
                  <a:cubicBezTo>
                    <a:pt x="9794" y="1059"/>
                    <a:pt x="9828" y="1025"/>
                    <a:pt x="9828" y="990"/>
                  </a:cubicBezTo>
                  <a:cubicBezTo>
                    <a:pt x="9828" y="940"/>
                    <a:pt x="9791" y="909"/>
                    <a:pt x="9758" y="909"/>
                  </a:cubicBezTo>
                  <a:close/>
                  <a:moveTo>
                    <a:pt x="9180" y="1025"/>
                  </a:moveTo>
                  <a:lnTo>
                    <a:pt x="9043" y="1059"/>
                  </a:lnTo>
                  <a:cubicBezTo>
                    <a:pt x="9009" y="1059"/>
                    <a:pt x="8975" y="1093"/>
                    <a:pt x="8975" y="1161"/>
                  </a:cubicBezTo>
                  <a:cubicBezTo>
                    <a:pt x="9009" y="1195"/>
                    <a:pt x="9043" y="1229"/>
                    <a:pt x="9077" y="1229"/>
                  </a:cubicBezTo>
                  <a:lnTo>
                    <a:pt x="9214" y="1195"/>
                  </a:lnTo>
                  <a:cubicBezTo>
                    <a:pt x="9248" y="1195"/>
                    <a:pt x="9282" y="1127"/>
                    <a:pt x="9282" y="1093"/>
                  </a:cubicBezTo>
                  <a:cubicBezTo>
                    <a:pt x="9248" y="1059"/>
                    <a:pt x="9214" y="1025"/>
                    <a:pt x="9180" y="1025"/>
                  </a:cubicBezTo>
                  <a:close/>
                  <a:moveTo>
                    <a:pt x="8599" y="1127"/>
                  </a:moveTo>
                  <a:lnTo>
                    <a:pt x="8497" y="1161"/>
                  </a:lnTo>
                  <a:cubicBezTo>
                    <a:pt x="8463" y="1161"/>
                    <a:pt x="8429" y="1229"/>
                    <a:pt x="8429" y="1263"/>
                  </a:cubicBezTo>
                  <a:cubicBezTo>
                    <a:pt x="8429" y="1298"/>
                    <a:pt x="8463" y="1332"/>
                    <a:pt x="8497" y="1332"/>
                  </a:cubicBezTo>
                  <a:lnTo>
                    <a:pt x="8531" y="1332"/>
                  </a:lnTo>
                  <a:lnTo>
                    <a:pt x="8634" y="1298"/>
                  </a:lnTo>
                  <a:cubicBezTo>
                    <a:pt x="8702" y="1298"/>
                    <a:pt x="8702" y="1263"/>
                    <a:pt x="8702" y="1195"/>
                  </a:cubicBezTo>
                  <a:cubicBezTo>
                    <a:pt x="8702" y="1161"/>
                    <a:pt x="8668" y="1127"/>
                    <a:pt x="8599" y="1127"/>
                  </a:cubicBezTo>
                  <a:close/>
                  <a:moveTo>
                    <a:pt x="7917" y="1263"/>
                  </a:moveTo>
                  <a:cubicBezTo>
                    <a:pt x="7883" y="1298"/>
                    <a:pt x="7849" y="1332"/>
                    <a:pt x="7883" y="1366"/>
                  </a:cubicBezTo>
                  <a:cubicBezTo>
                    <a:pt x="7883" y="1434"/>
                    <a:pt x="7917" y="1434"/>
                    <a:pt x="7951" y="1434"/>
                  </a:cubicBezTo>
                  <a:lnTo>
                    <a:pt x="8088" y="1434"/>
                  </a:lnTo>
                  <a:cubicBezTo>
                    <a:pt x="8122" y="1400"/>
                    <a:pt x="8156" y="1366"/>
                    <a:pt x="8156" y="1332"/>
                  </a:cubicBezTo>
                  <a:cubicBezTo>
                    <a:pt x="8122" y="1263"/>
                    <a:pt x="8088" y="1263"/>
                    <a:pt x="8054" y="1263"/>
                  </a:cubicBezTo>
                  <a:close/>
                  <a:moveTo>
                    <a:pt x="7473" y="1366"/>
                  </a:moveTo>
                  <a:lnTo>
                    <a:pt x="7371" y="1400"/>
                  </a:lnTo>
                  <a:cubicBezTo>
                    <a:pt x="7337" y="1400"/>
                    <a:pt x="7303" y="1434"/>
                    <a:pt x="7303" y="1502"/>
                  </a:cubicBezTo>
                  <a:cubicBezTo>
                    <a:pt x="7303" y="1536"/>
                    <a:pt x="7337" y="1570"/>
                    <a:pt x="7405" y="1570"/>
                  </a:cubicBezTo>
                  <a:lnTo>
                    <a:pt x="7508" y="1536"/>
                  </a:lnTo>
                  <a:cubicBezTo>
                    <a:pt x="7576" y="1536"/>
                    <a:pt x="7610" y="1468"/>
                    <a:pt x="7576" y="1434"/>
                  </a:cubicBezTo>
                  <a:cubicBezTo>
                    <a:pt x="7576" y="1400"/>
                    <a:pt x="7542" y="1366"/>
                    <a:pt x="7473" y="1366"/>
                  </a:cubicBezTo>
                  <a:close/>
                  <a:moveTo>
                    <a:pt x="6960" y="1489"/>
                  </a:moveTo>
                  <a:cubicBezTo>
                    <a:pt x="6948" y="1489"/>
                    <a:pt x="6937" y="1493"/>
                    <a:pt x="6927" y="1502"/>
                  </a:cubicBezTo>
                  <a:lnTo>
                    <a:pt x="6825" y="1502"/>
                  </a:lnTo>
                  <a:cubicBezTo>
                    <a:pt x="6757" y="1502"/>
                    <a:pt x="6723" y="1570"/>
                    <a:pt x="6757" y="1605"/>
                  </a:cubicBezTo>
                  <a:cubicBezTo>
                    <a:pt x="6757" y="1639"/>
                    <a:pt x="6791" y="1673"/>
                    <a:pt x="6825" y="1673"/>
                  </a:cubicBezTo>
                  <a:lnTo>
                    <a:pt x="6859" y="1673"/>
                  </a:lnTo>
                  <a:lnTo>
                    <a:pt x="6962" y="1639"/>
                  </a:lnTo>
                  <a:cubicBezTo>
                    <a:pt x="6996" y="1639"/>
                    <a:pt x="7030" y="1605"/>
                    <a:pt x="7030" y="1570"/>
                  </a:cubicBezTo>
                  <a:cubicBezTo>
                    <a:pt x="7030" y="1521"/>
                    <a:pt x="6993" y="1489"/>
                    <a:pt x="6960" y="1489"/>
                  </a:cubicBezTo>
                  <a:close/>
                  <a:moveTo>
                    <a:pt x="6347" y="1605"/>
                  </a:moveTo>
                  <a:lnTo>
                    <a:pt x="6245" y="1639"/>
                  </a:lnTo>
                  <a:cubicBezTo>
                    <a:pt x="6211" y="1639"/>
                    <a:pt x="6177" y="1673"/>
                    <a:pt x="6177" y="1741"/>
                  </a:cubicBezTo>
                  <a:cubicBezTo>
                    <a:pt x="6177" y="1775"/>
                    <a:pt x="6211" y="1809"/>
                    <a:pt x="6279" y="1809"/>
                  </a:cubicBezTo>
                  <a:cubicBezTo>
                    <a:pt x="6279" y="1809"/>
                    <a:pt x="6279" y="1809"/>
                    <a:pt x="6279" y="1775"/>
                  </a:cubicBezTo>
                  <a:lnTo>
                    <a:pt x="6381" y="1775"/>
                  </a:lnTo>
                  <a:cubicBezTo>
                    <a:pt x="6450" y="1775"/>
                    <a:pt x="6484" y="1707"/>
                    <a:pt x="6450" y="1673"/>
                  </a:cubicBezTo>
                  <a:cubicBezTo>
                    <a:pt x="6450" y="1605"/>
                    <a:pt x="6416" y="1605"/>
                    <a:pt x="6347" y="1605"/>
                  </a:cubicBezTo>
                  <a:close/>
                  <a:moveTo>
                    <a:pt x="5801" y="1707"/>
                  </a:moveTo>
                  <a:lnTo>
                    <a:pt x="5699" y="1741"/>
                  </a:lnTo>
                  <a:cubicBezTo>
                    <a:pt x="5631" y="1741"/>
                    <a:pt x="5597" y="1775"/>
                    <a:pt x="5631" y="1843"/>
                  </a:cubicBezTo>
                  <a:cubicBezTo>
                    <a:pt x="5631" y="1878"/>
                    <a:pt x="5665" y="1912"/>
                    <a:pt x="5699" y="1912"/>
                  </a:cubicBezTo>
                  <a:lnTo>
                    <a:pt x="5733" y="1912"/>
                  </a:lnTo>
                  <a:lnTo>
                    <a:pt x="5836" y="1878"/>
                  </a:lnTo>
                  <a:cubicBezTo>
                    <a:pt x="5870" y="1878"/>
                    <a:pt x="5904" y="1843"/>
                    <a:pt x="5904" y="1775"/>
                  </a:cubicBezTo>
                  <a:cubicBezTo>
                    <a:pt x="5904" y="1741"/>
                    <a:pt x="5836" y="1707"/>
                    <a:pt x="5801" y="1707"/>
                  </a:cubicBezTo>
                  <a:close/>
                  <a:moveTo>
                    <a:pt x="5283" y="1830"/>
                  </a:moveTo>
                  <a:cubicBezTo>
                    <a:pt x="5274" y="1830"/>
                    <a:pt x="5265" y="1834"/>
                    <a:pt x="5255" y="1843"/>
                  </a:cubicBezTo>
                  <a:lnTo>
                    <a:pt x="5119" y="1843"/>
                  </a:lnTo>
                  <a:cubicBezTo>
                    <a:pt x="5085" y="1843"/>
                    <a:pt x="5051" y="1912"/>
                    <a:pt x="5051" y="1946"/>
                  </a:cubicBezTo>
                  <a:cubicBezTo>
                    <a:pt x="5085" y="1980"/>
                    <a:pt x="5119" y="2014"/>
                    <a:pt x="5153" y="2014"/>
                  </a:cubicBezTo>
                  <a:lnTo>
                    <a:pt x="5290" y="1980"/>
                  </a:lnTo>
                  <a:cubicBezTo>
                    <a:pt x="5324" y="1980"/>
                    <a:pt x="5358" y="1946"/>
                    <a:pt x="5358" y="1912"/>
                  </a:cubicBezTo>
                  <a:cubicBezTo>
                    <a:pt x="5333" y="1862"/>
                    <a:pt x="5308" y="1830"/>
                    <a:pt x="5283" y="1830"/>
                  </a:cubicBezTo>
                  <a:close/>
                  <a:moveTo>
                    <a:pt x="4723" y="1932"/>
                  </a:moveTo>
                  <a:cubicBezTo>
                    <a:pt x="4709" y="1932"/>
                    <a:pt x="4694" y="1937"/>
                    <a:pt x="4675" y="1946"/>
                  </a:cubicBezTo>
                  <a:lnTo>
                    <a:pt x="4573" y="1946"/>
                  </a:lnTo>
                  <a:cubicBezTo>
                    <a:pt x="4505" y="1980"/>
                    <a:pt x="4505" y="2014"/>
                    <a:pt x="4505" y="2048"/>
                  </a:cubicBezTo>
                  <a:cubicBezTo>
                    <a:pt x="4505" y="2116"/>
                    <a:pt x="4539" y="2116"/>
                    <a:pt x="4573" y="2116"/>
                  </a:cubicBezTo>
                  <a:lnTo>
                    <a:pt x="4709" y="2116"/>
                  </a:lnTo>
                  <a:cubicBezTo>
                    <a:pt x="4744" y="2082"/>
                    <a:pt x="4778" y="2048"/>
                    <a:pt x="4778" y="2014"/>
                  </a:cubicBezTo>
                  <a:cubicBezTo>
                    <a:pt x="4778" y="1964"/>
                    <a:pt x="4759" y="1932"/>
                    <a:pt x="4723" y="1932"/>
                  </a:cubicBezTo>
                  <a:close/>
                  <a:moveTo>
                    <a:pt x="4129" y="2048"/>
                  </a:moveTo>
                  <a:lnTo>
                    <a:pt x="3993" y="2082"/>
                  </a:lnTo>
                  <a:cubicBezTo>
                    <a:pt x="3959" y="2082"/>
                    <a:pt x="3925" y="2116"/>
                    <a:pt x="3925" y="2185"/>
                  </a:cubicBezTo>
                  <a:cubicBezTo>
                    <a:pt x="3959" y="2219"/>
                    <a:pt x="3993" y="2253"/>
                    <a:pt x="4027" y="2253"/>
                  </a:cubicBezTo>
                  <a:lnTo>
                    <a:pt x="4163" y="2219"/>
                  </a:lnTo>
                  <a:cubicBezTo>
                    <a:pt x="4198" y="2219"/>
                    <a:pt x="4232" y="2151"/>
                    <a:pt x="4232" y="2116"/>
                  </a:cubicBezTo>
                  <a:cubicBezTo>
                    <a:pt x="4198" y="2082"/>
                    <a:pt x="4163" y="2048"/>
                    <a:pt x="4129" y="2048"/>
                  </a:cubicBezTo>
                  <a:close/>
                  <a:moveTo>
                    <a:pt x="3549" y="2151"/>
                  </a:moveTo>
                  <a:lnTo>
                    <a:pt x="3447" y="2185"/>
                  </a:lnTo>
                  <a:cubicBezTo>
                    <a:pt x="3413" y="2185"/>
                    <a:pt x="3379" y="2219"/>
                    <a:pt x="3379" y="2287"/>
                  </a:cubicBezTo>
                  <a:cubicBezTo>
                    <a:pt x="3379" y="2321"/>
                    <a:pt x="3413" y="2355"/>
                    <a:pt x="3447" y="2355"/>
                  </a:cubicBezTo>
                  <a:lnTo>
                    <a:pt x="3481" y="2355"/>
                  </a:lnTo>
                  <a:lnTo>
                    <a:pt x="3583" y="2321"/>
                  </a:lnTo>
                  <a:cubicBezTo>
                    <a:pt x="3652" y="2321"/>
                    <a:pt x="3652" y="2287"/>
                    <a:pt x="3652" y="2219"/>
                  </a:cubicBezTo>
                  <a:cubicBezTo>
                    <a:pt x="3652" y="2185"/>
                    <a:pt x="3618" y="2151"/>
                    <a:pt x="3549" y="2151"/>
                  </a:cubicBezTo>
                  <a:close/>
                  <a:moveTo>
                    <a:pt x="3003" y="2253"/>
                  </a:moveTo>
                  <a:lnTo>
                    <a:pt x="2901" y="2287"/>
                  </a:lnTo>
                  <a:cubicBezTo>
                    <a:pt x="2833" y="2287"/>
                    <a:pt x="2799" y="2355"/>
                    <a:pt x="2833" y="2389"/>
                  </a:cubicBezTo>
                  <a:cubicBezTo>
                    <a:pt x="2833" y="2424"/>
                    <a:pt x="2867" y="2458"/>
                    <a:pt x="2901" y="2458"/>
                  </a:cubicBezTo>
                  <a:lnTo>
                    <a:pt x="3037" y="2424"/>
                  </a:lnTo>
                  <a:cubicBezTo>
                    <a:pt x="3072" y="2424"/>
                    <a:pt x="3106" y="2389"/>
                    <a:pt x="3106" y="2321"/>
                  </a:cubicBezTo>
                  <a:cubicBezTo>
                    <a:pt x="3072" y="2287"/>
                    <a:pt x="3037" y="2253"/>
                    <a:pt x="3003" y="2253"/>
                  </a:cubicBezTo>
                  <a:close/>
                  <a:moveTo>
                    <a:pt x="2471" y="2376"/>
                  </a:moveTo>
                  <a:cubicBezTo>
                    <a:pt x="2457" y="2376"/>
                    <a:pt x="2442" y="2380"/>
                    <a:pt x="2423" y="2389"/>
                  </a:cubicBezTo>
                  <a:lnTo>
                    <a:pt x="2321" y="2389"/>
                  </a:lnTo>
                  <a:cubicBezTo>
                    <a:pt x="2287" y="2389"/>
                    <a:pt x="2253" y="2458"/>
                    <a:pt x="2253" y="2492"/>
                  </a:cubicBezTo>
                  <a:cubicBezTo>
                    <a:pt x="2253" y="2526"/>
                    <a:pt x="2287" y="2560"/>
                    <a:pt x="2355" y="2560"/>
                  </a:cubicBezTo>
                  <a:lnTo>
                    <a:pt x="2457" y="2560"/>
                  </a:lnTo>
                  <a:cubicBezTo>
                    <a:pt x="2526" y="2526"/>
                    <a:pt x="2560" y="2492"/>
                    <a:pt x="2526" y="2458"/>
                  </a:cubicBezTo>
                  <a:cubicBezTo>
                    <a:pt x="2526" y="2408"/>
                    <a:pt x="2507" y="2376"/>
                    <a:pt x="2471" y="2376"/>
                  </a:cubicBezTo>
                  <a:close/>
                  <a:moveTo>
                    <a:pt x="1910" y="2478"/>
                  </a:moveTo>
                  <a:cubicBezTo>
                    <a:pt x="1898" y="2478"/>
                    <a:pt x="1886" y="2483"/>
                    <a:pt x="1877" y="2492"/>
                  </a:cubicBezTo>
                  <a:lnTo>
                    <a:pt x="1775" y="2492"/>
                  </a:lnTo>
                  <a:cubicBezTo>
                    <a:pt x="1707" y="2526"/>
                    <a:pt x="1673" y="2560"/>
                    <a:pt x="1707" y="2594"/>
                  </a:cubicBezTo>
                  <a:cubicBezTo>
                    <a:pt x="1707" y="2628"/>
                    <a:pt x="1741" y="2662"/>
                    <a:pt x="1775" y="2662"/>
                  </a:cubicBezTo>
                  <a:lnTo>
                    <a:pt x="1911" y="2662"/>
                  </a:lnTo>
                  <a:cubicBezTo>
                    <a:pt x="1945" y="2628"/>
                    <a:pt x="1980" y="2594"/>
                    <a:pt x="1980" y="2560"/>
                  </a:cubicBezTo>
                  <a:cubicBezTo>
                    <a:pt x="1980" y="2510"/>
                    <a:pt x="1943" y="2478"/>
                    <a:pt x="1910" y="2478"/>
                  </a:cubicBezTo>
                  <a:close/>
                  <a:moveTo>
                    <a:pt x="1345" y="2581"/>
                  </a:moveTo>
                  <a:cubicBezTo>
                    <a:pt x="1331" y="2581"/>
                    <a:pt x="1315" y="2585"/>
                    <a:pt x="1297" y="2594"/>
                  </a:cubicBezTo>
                  <a:lnTo>
                    <a:pt x="1195" y="2594"/>
                  </a:lnTo>
                  <a:cubicBezTo>
                    <a:pt x="1161" y="2628"/>
                    <a:pt x="1127" y="2662"/>
                    <a:pt x="1127" y="2697"/>
                  </a:cubicBezTo>
                  <a:cubicBezTo>
                    <a:pt x="1127" y="2731"/>
                    <a:pt x="1161" y="2765"/>
                    <a:pt x="1229" y="2765"/>
                  </a:cubicBezTo>
                  <a:lnTo>
                    <a:pt x="1331" y="2765"/>
                  </a:lnTo>
                  <a:cubicBezTo>
                    <a:pt x="1400" y="2731"/>
                    <a:pt x="1434" y="2697"/>
                    <a:pt x="1400" y="2662"/>
                  </a:cubicBezTo>
                  <a:cubicBezTo>
                    <a:pt x="1400" y="2612"/>
                    <a:pt x="1381" y="2581"/>
                    <a:pt x="1345" y="2581"/>
                  </a:cubicBezTo>
                  <a:close/>
                  <a:moveTo>
                    <a:pt x="784" y="2683"/>
                  </a:moveTo>
                  <a:cubicBezTo>
                    <a:pt x="772" y="2683"/>
                    <a:pt x="760" y="2687"/>
                    <a:pt x="751" y="2697"/>
                  </a:cubicBezTo>
                  <a:lnTo>
                    <a:pt x="649" y="2697"/>
                  </a:lnTo>
                  <a:cubicBezTo>
                    <a:pt x="581" y="2697"/>
                    <a:pt x="546" y="2765"/>
                    <a:pt x="581" y="2799"/>
                  </a:cubicBezTo>
                  <a:cubicBezTo>
                    <a:pt x="581" y="2833"/>
                    <a:pt x="615" y="2867"/>
                    <a:pt x="649" y="2867"/>
                  </a:cubicBezTo>
                  <a:lnTo>
                    <a:pt x="785" y="2867"/>
                  </a:lnTo>
                  <a:cubicBezTo>
                    <a:pt x="819" y="2833"/>
                    <a:pt x="854" y="2799"/>
                    <a:pt x="854" y="2765"/>
                  </a:cubicBezTo>
                  <a:cubicBezTo>
                    <a:pt x="854" y="2715"/>
                    <a:pt x="817" y="2683"/>
                    <a:pt x="784" y="2683"/>
                  </a:cubicBezTo>
                  <a:close/>
                  <a:moveTo>
                    <a:pt x="219" y="2786"/>
                  </a:moveTo>
                  <a:cubicBezTo>
                    <a:pt x="205" y="2786"/>
                    <a:pt x="189" y="2790"/>
                    <a:pt x="171" y="2799"/>
                  </a:cubicBezTo>
                  <a:lnTo>
                    <a:pt x="69" y="2799"/>
                  </a:lnTo>
                  <a:cubicBezTo>
                    <a:pt x="35" y="2799"/>
                    <a:pt x="0" y="2867"/>
                    <a:pt x="0" y="2901"/>
                  </a:cubicBezTo>
                  <a:cubicBezTo>
                    <a:pt x="0" y="2935"/>
                    <a:pt x="35" y="2970"/>
                    <a:pt x="103" y="2970"/>
                  </a:cubicBezTo>
                  <a:lnTo>
                    <a:pt x="205" y="2935"/>
                  </a:lnTo>
                  <a:cubicBezTo>
                    <a:pt x="273" y="2935"/>
                    <a:pt x="308" y="2901"/>
                    <a:pt x="273" y="2867"/>
                  </a:cubicBezTo>
                  <a:cubicBezTo>
                    <a:pt x="273" y="2817"/>
                    <a:pt x="255" y="2786"/>
                    <a:pt x="219" y="278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2" name="Google Shape;1804;p45">
              <a:extLst>
                <a:ext uri="{FF2B5EF4-FFF2-40B4-BE49-F238E27FC236}">
                  <a16:creationId xmlns:a16="http://schemas.microsoft.com/office/drawing/2014/main" id="{25BEA108-807C-6566-3557-42113F652401}"/>
                </a:ext>
              </a:extLst>
            </p:cNvPr>
            <p:cNvSpPr/>
            <p:nvPr/>
          </p:nvSpPr>
          <p:spPr>
            <a:xfrm>
              <a:off x="2635539" y="1101285"/>
              <a:ext cx="384795" cy="122010"/>
            </a:xfrm>
            <a:custGeom>
              <a:avLst/>
              <a:gdLst/>
              <a:ahLst/>
              <a:cxnLst/>
              <a:rect l="l" t="t" r="r" b="b"/>
              <a:pathLst>
                <a:path w="17267" h="5475" extrusionOk="0">
                  <a:moveTo>
                    <a:pt x="85" y="0"/>
                  </a:moveTo>
                  <a:cubicBezTo>
                    <a:pt x="51" y="0"/>
                    <a:pt x="34" y="24"/>
                    <a:pt x="34" y="49"/>
                  </a:cubicBezTo>
                  <a:cubicBezTo>
                    <a:pt x="0" y="117"/>
                    <a:pt x="34" y="151"/>
                    <a:pt x="68" y="151"/>
                  </a:cubicBezTo>
                  <a:lnTo>
                    <a:pt x="171" y="185"/>
                  </a:lnTo>
                  <a:cubicBezTo>
                    <a:pt x="205" y="185"/>
                    <a:pt x="205" y="219"/>
                    <a:pt x="205" y="219"/>
                  </a:cubicBezTo>
                  <a:cubicBezTo>
                    <a:pt x="239" y="219"/>
                    <a:pt x="273" y="185"/>
                    <a:pt x="307" y="151"/>
                  </a:cubicBezTo>
                  <a:cubicBezTo>
                    <a:pt x="307" y="83"/>
                    <a:pt x="273" y="49"/>
                    <a:pt x="239" y="49"/>
                  </a:cubicBezTo>
                  <a:lnTo>
                    <a:pt x="137" y="14"/>
                  </a:lnTo>
                  <a:cubicBezTo>
                    <a:pt x="117" y="4"/>
                    <a:pt x="100" y="0"/>
                    <a:pt x="85" y="0"/>
                  </a:cubicBezTo>
                  <a:close/>
                  <a:moveTo>
                    <a:pt x="631" y="171"/>
                  </a:moveTo>
                  <a:cubicBezTo>
                    <a:pt x="597" y="171"/>
                    <a:pt x="580" y="195"/>
                    <a:pt x="580" y="219"/>
                  </a:cubicBezTo>
                  <a:cubicBezTo>
                    <a:pt x="546" y="287"/>
                    <a:pt x="580" y="322"/>
                    <a:pt x="614" y="322"/>
                  </a:cubicBezTo>
                  <a:lnTo>
                    <a:pt x="717" y="356"/>
                  </a:lnTo>
                  <a:lnTo>
                    <a:pt x="751" y="356"/>
                  </a:lnTo>
                  <a:cubicBezTo>
                    <a:pt x="785" y="356"/>
                    <a:pt x="819" y="356"/>
                    <a:pt x="853" y="322"/>
                  </a:cubicBezTo>
                  <a:cubicBezTo>
                    <a:pt x="853" y="253"/>
                    <a:pt x="819" y="219"/>
                    <a:pt x="785" y="219"/>
                  </a:cubicBezTo>
                  <a:lnTo>
                    <a:pt x="683" y="185"/>
                  </a:lnTo>
                  <a:cubicBezTo>
                    <a:pt x="663" y="175"/>
                    <a:pt x="646" y="171"/>
                    <a:pt x="631" y="171"/>
                  </a:cubicBezTo>
                  <a:close/>
                  <a:moveTo>
                    <a:pt x="1177" y="342"/>
                  </a:moveTo>
                  <a:cubicBezTo>
                    <a:pt x="1143" y="342"/>
                    <a:pt x="1126" y="366"/>
                    <a:pt x="1126" y="390"/>
                  </a:cubicBezTo>
                  <a:cubicBezTo>
                    <a:pt x="1092" y="458"/>
                    <a:pt x="1126" y="492"/>
                    <a:pt x="1160" y="492"/>
                  </a:cubicBezTo>
                  <a:lnTo>
                    <a:pt x="1263" y="526"/>
                  </a:lnTo>
                  <a:lnTo>
                    <a:pt x="1297" y="526"/>
                  </a:lnTo>
                  <a:cubicBezTo>
                    <a:pt x="1331" y="526"/>
                    <a:pt x="1365" y="526"/>
                    <a:pt x="1399" y="492"/>
                  </a:cubicBezTo>
                  <a:cubicBezTo>
                    <a:pt x="1399" y="424"/>
                    <a:pt x="1365" y="390"/>
                    <a:pt x="1331" y="390"/>
                  </a:cubicBezTo>
                  <a:lnTo>
                    <a:pt x="1229" y="356"/>
                  </a:lnTo>
                  <a:cubicBezTo>
                    <a:pt x="1209" y="346"/>
                    <a:pt x="1192" y="342"/>
                    <a:pt x="1177" y="342"/>
                  </a:cubicBezTo>
                  <a:close/>
                  <a:moveTo>
                    <a:pt x="1723" y="512"/>
                  </a:moveTo>
                  <a:cubicBezTo>
                    <a:pt x="1689" y="512"/>
                    <a:pt x="1672" y="536"/>
                    <a:pt x="1672" y="560"/>
                  </a:cubicBezTo>
                  <a:cubicBezTo>
                    <a:pt x="1638" y="595"/>
                    <a:pt x="1672" y="663"/>
                    <a:pt x="1706" y="663"/>
                  </a:cubicBezTo>
                  <a:lnTo>
                    <a:pt x="1809" y="697"/>
                  </a:lnTo>
                  <a:lnTo>
                    <a:pt x="1843" y="697"/>
                  </a:lnTo>
                  <a:cubicBezTo>
                    <a:pt x="1877" y="697"/>
                    <a:pt x="1911" y="697"/>
                    <a:pt x="1945" y="663"/>
                  </a:cubicBezTo>
                  <a:cubicBezTo>
                    <a:pt x="1945" y="595"/>
                    <a:pt x="1911" y="560"/>
                    <a:pt x="1877" y="526"/>
                  </a:cubicBezTo>
                  <a:lnTo>
                    <a:pt x="1775" y="526"/>
                  </a:lnTo>
                  <a:cubicBezTo>
                    <a:pt x="1755" y="516"/>
                    <a:pt x="1738" y="512"/>
                    <a:pt x="1723" y="512"/>
                  </a:cubicBezTo>
                  <a:close/>
                  <a:moveTo>
                    <a:pt x="2321" y="663"/>
                  </a:moveTo>
                  <a:cubicBezTo>
                    <a:pt x="2252" y="663"/>
                    <a:pt x="2218" y="697"/>
                    <a:pt x="2218" y="731"/>
                  </a:cubicBezTo>
                  <a:cubicBezTo>
                    <a:pt x="2184" y="765"/>
                    <a:pt x="2218" y="833"/>
                    <a:pt x="2252" y="833"/>
                  </a:cubicBezTo>
                  <a:lnTo>
                    <a:pt x="2355" y="868"/>
                  </a:lnTo>
                  <a:lnTo>
                    <a:pt x="2389" y="868"/>
                  </a:lnTo>
                  <a:cubicBezTo>
                    <a:pt x="2423" y="868"/>
                    <a:pt x="2457" y="868"/>
                    <a:pt x="2491" y="833"/>
                  </a:cubicBezTo>
                  <a:cubicBezTo>
                    <a:pt x="2491" y="765"/>
                    <a:pt x="2457" y="731"/>
                    <a:pt x="2423" y="697"/>
                  </a:cubicBezTo>
                  <a:lnTo>
                    <a:pt x="2321" y="663"/>
                  </a:lnTo>
                  <a:close/>
                  <a:moveTo>
                    <a:pt x="2866" y="833"/>
                  </a:moveTo>
                  <a:cubicBezTo>
                    <a:pt x="2798" y="833"/>
                    <a:pt x="2764" y="868"/>
                    <a:pt x="2764" y="902"/>
                  </a:cubicBezTo>
                  <a:cubicBezTo>
                    <a:pt x="2730" y="936"/>
                    <a:pt x="2764" y="1004"/>
                    <a:pt x="2798" y="1004"/>
                  </a:cubicBezTo>
                  <a:lnTo>
                    <a:pt x="2935" y="1038"/>
                  </a:lnTo>
                  <a:cubicBezTo>
                    <a:pt x="2969" y="1038"/>
                    <a:pt x="3003" y="1038"/>
                    <a:pt x="3037" y="1004"/>
                  </a:cubicBezTo>
                  <a:cubicBezTo>
                    <a:pt x="3037" y="936"/>
                    <a:pt x="3003" y="902"/>
                    <a:pt x="2969" y="868"/>
                  </a:cubicBezTo>
                  <a:lnTo>
                    <a:pt x="2866" y="833"/>
                  </a:lnTo>
                  <a:close/>
                  <a:moveTo>
                    <a:pt x="3412" y="1004"/>
                  </a:moveTo>
                  <a:cubicBezTo>
                    <a:pt x="3378" y="1004"/>
                    <a:pt x="3310" y="1038"/>
                    <a:pt x="3310" y="1072"/>
                  </a:cubicBezTo>
                  <a:cubicBezTo>
                    <a:pt x="3276" y="1106"/>
                    <a:pt x="3310" y="1175"/>
                    <a:pt x="3344" y="1175"/>
                  </a:cubicBezTo>
                  <a:lnTo>
                    <a:pt x="3481" y="1209"/>
                  </a:lnTo>
                  <a:cubicBezTo>
                    <a:pt x="3515" y="1209"/>
                    <a:pt x="3549" y="1209"/>
                    <a:pt x="3583" y="1175"/>
                  </a:cubicBezTo>
                  <a:cubicBezTo>
                    <a:pt x="3583" y="1106"/>
                    <a:pt x="3549" y="1072"/>
                    <a:pt x="3515" y="1038"/>
                  </a:cubicBezTo>
                  <a:lnTo>
                    <a:pt x="3412" y="1004"/>
                  </a:lnTo>
                  <a:close/>
                  <a:moveTo>
                    <a:pt x="3958" y="1175"/>
                  </a:moveTo>
                  <a:cubicBezTo>
                    <a:pt x="3924" y="1175"/>
                    <a:pt x="3856" y="1209"/>
                    <a:pt x="3856" y="1243"/>
                  </a:cubicBezTo>
                  <a:cubicBezTo>
                    <a:pt x="3822" y="1277"/>
                    <a:pt x="3856" y="1345"/>
                    <a:pt x="3890" y="1345"/>
                  </a:cubicBezTo>
                  <a:lnTo>
                    <a:pt x="4027" y="1379"/>
                  </a:lnTo>
                  <a:cubicBezTo>
                    <a:pt x="4061" y="1379"/>
                    <a:pt x="4095" y="1379"/>
                    <a:pt x="4129" y="1345"/>
                  </a:cubicBezTo>
                  <a:cubicBezTo>
                    <a:pt x="4129" y="1277"/>
                    <a:pt x="4095" y="1243"/>
                    <a:pt x="4061" y="1209"/>
                  </a:cubicBezTo>
                  <a:lnTo>
                    <a:pt x="3958" y="1175"/>
                  </a:lnTo>
                  <a:close/>
                  <a:moveTo>
                    <a:pt x="4504" y="1345"/>
                  </a:moveTo>
                  <a:cubicBezTo>
                    <a:pt x="4470" y="1345"/>
                    <a:pt x="4402" y="1379"/>
                    <a:pt x="4402" y="1414"/>
                  </a:cubicBezTo>
                  <a:cubicBezTo>
                    <a:pt x="4368" y="1448"/>
                    <a:pt x="4402" y="1516"/>
                    <a:pt x="4436" y="1516"/>
                  </a:cubicBezTo>
                  <a:lnTo>
                    <a:pt x="4573" y="1550"/>
                  </a:lnTo>
                  <a:cubicBezTo>
                    <a:pt x="4607" y="1550"/>
                    <a:pt x="4641" y="1550"/>
                    <a:pt x="4675" y="1482"/>
                  </a:cubicBezTo>
                  <a:cubicBezTo>
                    <a:pt x="4675" y="1448"/>
                    <a:pt x="4641" y="1414"/>
                    <a:pt x="4607" y="1379"/>
                  </a:cubicBezTo>
                  <a:lnTo>
                    <a:pt x="4504" y="1345"/>
                  </a:lnTo>
                  <a:close/>
                  <a:moveTo>
                    <a:pt x="5050" y="1516"/>
                  </a:moveTo>
                  <a:cubicBezTo>
                    <a:pt x="5016" y="1516"/>
                    <a:pt x="4948" y="1550"/>
                    <a:pt x="4948" y="1584"/>
                  </a:cubicBezTo>
                  <a:cubicBezTo>
                    <a:pt x="4914" y="1618"/>
                    <a:pt x="4948" y="1687"/>
                    <a:pt x="4982" y="1687"/>
                  </a:cubicBezTo>
                  <a:lnTo>
                    <a:pt x="5119" y="1721"/>
                  </a:lnTo>
                  <a:cubicBezTo>
                    <a:pt x="5153" y="1721"/>
                    <a:pt x="5187" y="1721"/>
                    <a:pt x="5221" y="1652"/>
                  </a:cubicBezTo>
                  <a:cubicBezTo>
                    <a:pt x="5221" y="1618"/>
                    <a:pt x="5187" y="1584"/>
                    <a:pt x="5153" y="1550"/>
                  </a:cubicBezTo>
                  <a:lnTo>
                    <a:pt x="5050" y="1516"/>
                  </a:lnTo>
                  <a:close/>
                  <a:moveTo>
                    <a:pt x="5596" y="1687"/>
                  </a:moveTo>
                  <a:cubicBezTo>
                    <a:pt x="5562" y="1687"/>
                    <a:pt x="5494" y="1721"/>
                    <a:pt x="5494" y="1755"/>
                  </a:cubicBezTo>
                  <a:cubicBezTo>
                    <a:pt x="5460" y="1789"/>
                    <a:pt x="5494" y="1857"/>
                    <a:pt x="5528" y="1857"/>
                  </a:cubicBezTo>
                  <a:lnTo>
                    <a:pt x="5665" y="1891"/>
                  </a:lnTo>
                  <a:cubicBezTo>
                    <a:pt x="5699" y="1891"/>
                    <a:pt x="5733" y="1891"/>
                    <a:pt x="5767" y="1823"/>
                  </a:cubicBezTo>
                  <a:cubicBezTo>
                    <a:pt x="5767" y="1789"/>
                    <a:pt x="5733" y="1755"/>
                    <a:pt x="5699" y="1721"/>
                  </a:cubicBezTo>
                  <a:lnTo>
                    <a:pt x="5596" y="1687"/>
                  </a:lnTo>
                  <a:close/>
                  <a:moveTo>
                    <a:pt x="6142" y="1857"/>
                  </a:moveTo>
                  <a:cubicBezTo>
                    <a:pt x="6108" y="1857"/>
                    <a:pt x="6040" y="1891"/>
                    <a:pt x="6040" y="1925"/>
                  </a:cubicBezTo>
                  <a:cubicBezTo>
                    <a:pt x="6006" y="1959"/>
                    <a:pt x="6040" y="2028"/>
                    <a:pt x="6074" y="2028"/>
                  </a:cubicBezTo>
                  <a:lnTo>
                    <a:pt x="6211" y="2062"/>
                  </a:lnTo>
                  <a:cubicBezTo>
                    <a:pt x="6245" y="2062"/>
                    <a:pt x="6279" y="2028"/>
                    <a:pt x="6313" y="1994"/>
                  </a:cubicBezTo>
                  <a:cubicBezTo>
                    <a:pt x="6313" y="1959"/>
                    <a:pt x="6279" y="1925"/>
                    <a:pt x="6245" y="1891"/>
                  </a:cubicBezTo>
                  <a:lnTo>
                    <a:pt x="6142" y="1857"/>
                  </a:lnTo>
                  <a:close/>
                  <a:moveTo>
                    <a:pt x="6688" y="2028"/>
                  </a:moveTo>
                  <a:cubicBezTo>
                    <a:pt x="6654" y="2028"/>
                    <a:pt x="6586" y="2062"/>
                    <a:pt x="6586" y="2096"/>
                  </a:cubicBezTo>
                  <a:cubicBezTo>
                    <a:pt x="6552" y="2130"/>
                    <a:pt x="6586" y="2198"/>
                    <a:pt x="6620" y="2198"/>
                  </a:cubicBezTo>
                  <a:lnTo>
                    <a:pt x="6757" y="2232"/>
                  </a:lnTo>
                  <a:cubicBezTo>
                    <a:pt x="6825" y="2232"/>
                    <a:pt x="6859" y="2198"/>
                    <a:pt x="6859" y="2164"/>
                  </a:cubicBezTo>
                  <a:cubicBezTo>
                    <a:pt x="6859" y="2130"/>
                    <a:pt x="6859" y="2096"/>
                    <a:pt x="6791" y="2062"/>
                  </a:cubicBezTo>
                  <a:lnTo>
                    <a:pt x="6688" y="2028"/>
                  </a:lnTo>
                  <a:close/>
                  <a:moveTo>
                    <a:pt x="7234" y="2198"/>
                  </a:moveTo>
                  <a:cubicBezTo>
                    <a:pt x="7200" y="2198"/>
                    <a:pt x="7132" y="2232"/>
                    <a:pt x="7132" y="2267"/>
                  </a:cubicBezTo>
                  <a:cubicBezTo>
                    <a:pt x="7098" y="2301"/>
                    <a:pt x="7132" y="2369"/>
                    <a:pt x="7200" y="2369"/>
                  </a:cubicBezTo>
                  <a:lnTo>
                    <a:pt x="7302" y="2403"/>
                  </a:lnTo>
                  <a:cubicBezTo>
                    <a:pt x="7371" y="2403"/>
                    <a:pt x="7405" y="2369"/>
                    <a:pt x="7405" y="2335"/>
                  </a:cubicBezTo>
                  <a:cubicBezTo>
                    <a:pt x="7405" y="2301"/>
                    <a:pt x="7405" y="2267"/>
                    <a:pt x="7337" y="2232"/>
                  </a:cubicBezTo>
                  <a:lnTo>
                    <a:pt x="7234" y="2198"/>
                  </a:lnTo>
                  <a:close/>
                  <a:moveTo>
                    <a:pt x="7780" y="2369"/>
                  </a:moveTo>
                  <a:cubicBezTo>
                    <a:pt x="7746" y="2369"/>
                    <a:pt x="7678" y="2403"/>
                    <a:pt x="7678" y="2437"/>
                  </a:cubicBezTo>
                  <a:cubicBezTo>
                    <a:pt x="7644" y="2471"/>
                    <a:pt x="7678" y="2540"/>
                    <a:pt x="7746" y="2540"/>
                  </a:cubicBezTo>
                  <a:lnTo>
                    <a:pt x="7848" y="2574"/>
                  </a:lnTo>
                  <a:cubicBezTo>
                    <a:pt x="7917" y="2574"/>
                    <a:pt x="7951" y="2540"/>
                    <a:pt x="7951" y="2505"/>
                  </a:cubicBezTo>
                  <a:cubicBezTo>
                    <a:pt x="7951" y="2471"/>
                    <a:pt x="7951" y="2437"/>
                    <a:pt x="7883" y="2403"/>
                  </a:cubicBezTo>
                  <a:lnTo>
                    <a:pt x="7780" y="2369"/>
                  </a:lnTo>
                  <a:close/>
                  <a:moveTo>
                    <a:pt x="8326" y="2540"/>
                  </a:moveTo>
                  <a:cubicBezTo>
                    <a:pt x="8292" y="2540"/>
                    <a:pt x="8224" y="2540"/>
                    <a:pt x="8224" y="2608"/>
                  </a:cubicBezTo>
                  <a:cubicBezTo>
                    <a:pt x="8190" y="2642"/>
                    <a:pt x="8224" y="2710"/>
                    <a:pt x="8292" y="2710"/>
                  </a:cubicBezTo>
                  <a:lnTo>
                    <a:pt x="8394" y="2744"/>
                  </a:lnTo>
                  <a:lnTo>
                    <a:pt x="8429" y="2744"/>
                  </a:lnTo>
                  <a:cubicBezTo>
                    <a:pt x="8463" y="2744"/>
                    <a:pt x="8497" y="2710"/>
                    <a:pt x="8497" y="2676"/>
                  </a:cubicBezTo>
                  <a:cubicBezTo>
                    <a:pt x="8497" y="2642"/>
                    <a:pt x="8497" y="2608"/>
                    <a:pt x="8429" y="2574"/>
                  </a:cubicBezTo>
                  <a:lnTo>
                    <a:pt x="8326" y="2540"/>
                  </a:lnTo>
                  <a:close/>
                  <a:moveTo>
                    <a:pt x="8872" y="2710"/>
                  </a:moveTo>
                  <a:cubicBezTo>
                    <a:pt x="8838" y="2710"/>
                    <a:pt x="8770" y="2710"/>
                    <a:pt x="8770" y="2778"/>
                  </a:cubicBezTo>
                  <a:cubicBezTo>
                    <a:pt x="8770" y="2813"/>
                    <a:pt x="8770" y="2881"/>
                    <a:pt x="8838" y="2881"/>
                  </a:cubicBezTo>
                  <a:lnTo>
                    <a:pt x="8940" y="2915"/>
                  </a:lnTo>
                  <a:lnTo>
                    <a:pt x="8975" y="2915"/>
                  </a:lnTo>
                  <a:cubicBezTo>
                    <a:pt x="9009" y="2915"/>
                    <a:pt x="9043" y="2881"/>
                    <a:pt x="9043" y="2847"/>
                  </a:cubicBezTo>
                  <a:cubicBezTo>
                    <a:pt x="9043" y="2813"/>
                    <a:pt x="9043" y="2778"/>
                    <a:pt x="8975" y="2744"/>
                  </a:cubicBezTo>
                  <a:lnTo>
                    <a:pt x="8872" y="2710"/>
                  </a:lnTo>
                  <a:close/>
                  <a:moveTo>
                    <a:pt x="9418" y="2881"/>
                  </a:moveTo>
                  <a:cubicBezTo>
                    <a:pt x="9384" y="2881"/>
                    <a:pt x="9316" y="2881"/>
                    <a:pt x="9316" y="2949"/>
                  </a:cubicBezTo>
                  <a:cubicBezTo>
                    <a:pt x="9316" y="2983"/>
                    <a:pt x="9316" y="3017"/>
                    <a:pt x="9384" y="3051"/>
                  </a:cubicBezTo>
                  <a:lnTo>
                    <a:pt x="9486" y="3086"/>
                  </a:lnTo>
                  <a:lnTo>
                    <a:pt x="9520" y="3086"/>
                  </a:lnTo>
                  <a:cubicBezTo>
                    <a:pt x="9555" y="3086"/>
                    <a:pt x="9589" y="3051"/>
                    <a:pt x="9589" y="3017"/>
                  </a:cubicBezTo>
                  <a:cubicBezTo>
                    <a:pt x="9589" y="2983"/>
                    <a:pt x="9589" y="2949"/>
                    <a:pt x="9520" y="2915"/>
                  </a:cubicBezTo>
                  <a:lnTo>
                    <a:pt x="9418" y="2881"/>
                  </a:lnTo>
                  <a:close/>
                  <a:moveTo>
                    <a:pt x="9964" y="3051"/>
                  </a:moveTo>
                  <a:cubicBezTo>
                    <a:pt x="9930" y="3051"/>
                    <a:pt x="9862" y="3051"/>
                    <a:pt x="9862" y="3120"/>
                  </a:cubicBezTo>
                  <a:cubicBezTo>
                    <a:pt x="9862" y="3154"/>
                    <a:pt x="9862" y="3188"/>
                    <a:pt x="9930" y="3222"/>
                  </a:cubicBezTo>
                  <a:lnTo>
                    <a:pt x="10032" y="3256"/>
                  </a:lnTo>
                  <a:lnTo>
                    <a:pt x="10066" y="3256"/>
                  </a:lnTo>
                  <a:cubicBezTo>
                    <a:pt x="10101" y="3256"/>
                    <a:pt x="10135" y="3222"/>
                    <a:pt x="10135" y="3188"/>
                  </a:cubicBezTo>
                  <a:cubicBezTo>
                    <a:pt x="10135" y="3154"/>
                    <a:pt x="10135" y="3086"/>
                    <a:pt x="10066" y="3086"/>
                  </a:cubicBezTo>
                  <a:lnTo>
                    <a:pt x="9964" y="3051"/>
                  </a:lnTo>
                  <a:close/>
                  <a:moveTo>
                    <a:pt x="10510" y="3222"/>
                  </a:moveTo>
                  <a:cubicBezTo>
                    <a:pt x="10476" y="3222"/>
                    <a:pt x="10408" y="3222"/>
                    <a:pt x="10408" y="3290"/>
                  </a:cubicBezTo>
                  <a:cubicBezTo>
                    <a:pt x="10408" y="3324"/>
                    <a:pt x="10408" y="3359"/>
                    <a:pt x="10476" y="3393"/>
                  </a:cubicBezTo>
                  <a:lnTo>
                    <a:pt x="10578" y="3427"/>
                  </a:lnTo>
                  <a:lnTo>
                    <a:pt x="10612" y="3427"/>
                  </a:lnTo>
                  <a:cubicBezTo>
                    <a:pt x="10647" y="3427"/>
                    <a:pt x="10681" y="3393"/>
                    <a:pt x="10681" y="3359"/>
                  </a:cubicBezTo>
                  <a:cubicBezTo>
                    <a:pt x="10681" y="3324"/>
                    <a:pt x="10681" y="3256"/>
                    <a:pt x="10612" y="3256"/>
                  </a:cubicBezTo>
                  <a:lnTo>
                    <a:pt x="10510" y="3222"/>
                  </a:lnTo>
                  <a:close/>
                  <a:moveTo>
                    <a:pt x="11056" y="3393"/>
                  </a:moveTo>
                  <a:cubicBezTo>
                    <a:pt x="11022" y="3393"/>
                    <a:pt x="10954" y="3393"/>
                    <a:pt x="10954" y="3461"/>
                  </a:cubicBezTo>
                  <a:cubicBezTo>
                    <a:pt x="10954" y="3495"/>
                    <a:pt x="10954" y="3529"/>
                    <a:pt x="11022" y="3563"/>
                  </a:cubicBezTo>
                  <a:lnTo>
                    <a:pt x="11124" y="3597"/>
                  </a:lnTo>
                  <a:lnTo>
                    <a:pt x="11158" y="3597"/>
                  </a:lnTo>
                  <a:cubicBezTo>
                    <a:pt x="11193" y="3597"/>
                    <a:pt x="11227" y="3563"/>
                    <a:pt x="11227" y="3529"/>
                  </a:cubicBezTo>
                  <a:cubicBezTo>
                    <a:pt x="11227" y="3495"/>
                    <a:pt x="11227" y="3427"/>
                    <a:pt x="11158" y="3427"/>
                  </a:cubicBezTo>
                  <a:lnTo>
                    <a:pt x="11056" y="3393"/>
                  </a:lnTo>
                  <a:close/>
                  <a:moveTo>
                    <a:pt x="11602" y="3563"/>
                  </a:moveTo>
                  <a:cubicBezTo>
                    <a:pt x="11568" y="3563"/>
                    <a:pt x="11500" y="3563"/>
                    <a:pt x="11500" y="3632"/>
                  </a:cubicBezTo>
                  <a:cubicBezTo>
                    <a:pt x="11500" y="3666"/>
                    <a:pt x="11500" y="3700"/>
                    <a:pt x="11568" y="3734"/>
                  </a:cubicBezTo>
                  <a:lnTo>
                    <a:pt x="11670" y="3768"/>
                  </a:lnTo>
                  <a:lnTo>
                    <a:pt x="11704" y="3768"/>
                  </a:lnTo>
                  <a:cubicBezTo>
                    <a:pt x="11738" y="3768"/>
                    <a:pt x="11773" y="3734"/>
                    <a:pt x="11773" y="3700"/>
                  </a:cubicBezTo>
                  <a:cubicBezTo>
                    <a:pt x="11773" y="3666"/>
                    <a:pt x="11773" y="3597"/>
                    <a:pt x="11704" y="3597"/>
                  </a:cubicBezTo>
                  <a:lnTo>
                    <a:pt x="11602" y="3563"/>
                  </a:lnTo>
                  <a:close/>
                  <a:moveTo>
                    <a:pt x="12148" y="3734"/>
                  </a:moveTo>
                  <a:cubicBezTo>
                    <a:pt x="12114" y="3734"/>
                    <a:pt x="12046" y="3734"/>
                    <a:pt x="12046" y="3802"/>
                  </a:cubicBezTo>
                  <a:cubicBezTo>
                    <a:pt x="12046" y="3836"/>
                    <a:pt x="12046" y="3870"/>
                    <a:pt x="12114" y="3905"/>
                  </a:cubicBezTo>
                  <a:lnTo>
                    <a:pt x="12216" y="3939"/>
                  </a:lnTo>
                  <a:lnTo>
                    <a:pt x="12250" y="3939"/>
                  </a:lnTo>
                  <a:cubicBezTo>
                    <a:pt x="12284" y="3939"/>
                    <a:pt x="12319" y="3905"/>
                    <a:pt x="12319" y="3870"/>
                  </a:cubicBezTo>
                  <a:cubicBezTo>
                    <a:pt x="12319" y="3836"/>
                    <a:pt x="12319" y="3768"/>
                    <a:pt x="12250" y="3768"/>
                  </a:cubicBezTo>
                  <a:lnTo>
                    <a:pt x="12148" y="3734"/>
                  </a:lnTo>
                  <a:close/>
                  <a:moveTo>
                    <a:pt x="12666" y="3891"/>
                  </a:moveTo>
                  <a:cubicBezTo>
                    <a:pt x="12642" y="3891"/>
                    <a:pt x="12617" y="3923"/>
                    <a:pt x="12592" y="3973"/>
                  </a:cubicBezTo>
                  <a:cubicBezTo>
                    <a:pt x="12592" y="4007"/>
                    <a:pt x="12592" y="4041"/>
                    <a:pt x="12660" y="4075"/>
                  </a:cubicBezTo>
                  <a:lnTo>
                    <a:pt x="12762" y="4109"/>
                  </a:lnTo>
                  <a:lnTo>
                    <a:pt x="12796" y="4109"/>
                  </a:lnTo>
                  <a:cubicBezTo>
                    <a:pt x="12830" y="4109"/>
                    <a:pt x="12865" y="4075"/>
                    <a:pt x="12865" y="4041"/>
                  </a:cubicBezTo>
                  <a:cubicBezTo>
                    <a:pt x="12899" y="4007"/>
                    <a:pt x="12865" y="3939"/>
                    <a:pt x="12796" y="3939"/>
                  </a:cubicBezTo>
                  <a:lnTo>
                    <a:pt x="12694" y="3905"/>
                  </a:lnTo>
                  <a:cubicBezTo>
                    <a:pt x="12685" y="3895"/>
                    <a:pt x="12676" y="3891"/>
                    <a:pt x="12666" y="3891"/>
                  </a:cubicBezTo>
                  <a:close/>
                  <a:moveTo>
                    <a:pt x="13240" y="4075"/>
                  </a:moveTo>
                  <a:cubicBezTo>
                    <a:pt x="13206" y="4075"/>
                    <a:pt x="13172" y="4075"/>
                    <a:pt x="13138" y="4143"/>
                  </a:cubicBezTo>
                  <a:cubicBezTo>
                    <a:pt x="13138" y="4177"/>
                    <a:pt x="13138" y="4212"/>
                    <a:pt x="13206" y="4246"/>
                  </a:cubicBezTo>
                  <a:lnTo>
                    <a:pt x="13308" y="4280"/>
                  </a:lnTo>
                  <a:lnTo>
                    <a:pt x="13342" y="4280"/>
                  </a:lnTo>
                  <a:cubicBezTo>
                    <a:pt x="13376" y="4280"/>
                    <a:pt x="13411" y="4246"/>
                    <a:pt x="13411" y="4212"/>
                  </a:cubicBezTo>
                  <a:cubicBezTo>
                    <a:pt x="13445" y="4177"/>
                    <a:pt x="13411" y="4109"/>
                    <a:pt x="13342" y="4109"/>
                  </a:cubicBezTo>
                  <a:lnTo>
                    <a:pt x="13240" y="4075"/>
                  </a:lnTo>
                  <a:close/>
                  <a:moveTo>
                    <a:pt x="13758" y="4232"/>
                  </a:moveTo>
                  <a:cubicBezTo>
                    <a:pt x="13733" y="4232"/>
                    <a:pt x="13708" y="4264"/>
                    <a:pt x="13683" y="4314"/>
                  </a:cubicBezTo>
                  <a:cubicBezTo>
                    <a:pt x="13683" y="4348"/>
                    <a:pt x="13683" y="4382"/>
                    <a:pt x="13752" y="4416"/>
                  </a:cubicBezTo>
                  <a:lnTo>
                    <a:pt x="13854" y="4450"/>
                  </a:lnTo>
                  <a:lnTo>
                    <a:pt x="13888" y="4450"/>
                  </a:lnTo>
                  <a:cubicBezTo>
                    <a:pt x="13922" y="4450"/>
                    <a:pt x="13956" y="4416"/>
                    <a:pt x="13956" y="4382"/>
                  </a:cubicBezTo>
                  <a:cubicBezTo>
                    <a:pt x="13991" y="4348"/>
                    <a:pt x="13956" y="4280"/>
                    <a:pt x="13888" y="4280"/>
                  </a:cubicBezTo>
                  <a:lnTo>
                    <a:pt x="13786" y="4246"/>
                  </a:lnTo>
                  <a:cubicBezTo>
                    <a:pt x="13777" y="4237"/>
                    <a:pt x="13768" y="4232"/>
                    <a:pt x="13758" y="4232"/>
                  </a:cubicBezTo>
                  <a:close/>
                  <a:moveTo>
                    <a:pt x="14302" y="4402"/>
                  </a:moveTo>
                  <a:cubicBezTo>
                    <a:pt x="14278" y="4402"/>
                    <a:pt x="14254" y="4426"/>
                    <a:pt x="14229" y="4450"/>
                  </a:cubicBezTo>
                  <a:cubicBezTo>
                    <a:pt x="14229" y="4519"/>
                    <a:pt x="14229" y="4553"/>
                    <a:pt x="14298" y="4587"/>
                  </a:cubicBezTo>
                  <a:lnTo>
                    <a:pt x="14400" y="4621"/>
                  </a:lnTo>
                  <a:lnTo>
                    <a:pt x="14434" y="4621"/>
                  </a:lnTo>
                  <a:cubicBezTo>
                    <a:pt x="14468" y="4621"/>
                    <a:pt x="14502" y="4587"/>
                    <a:pt x="14502" y="4553"/>
                  </a:cubicBezTo>
                  <a:cubicBezTo>
                    <a:pt x="14537" y="4519"/>
                    <a:pt x="14502" y="4450"/>
                    <a:pt x="14468" y="4450"/>
                  </a:cubicBezTo>
                  <a:lnTo>
                    <a:pt x="14332" y="4416"/>
                  </a:lnTo>
                  <a:cubicBezTo>
                    <a:pt x="14322" y="4406"/>
                    <a:pt x="14312" y="4402"/>
                    <a:pt x="14302" y="4402"/>
                  </a:cubicBezTo>
                  <a:close/>
                  <a:moveTo>
                    <a:pt x="14848" y="4573"/>
                  </a:moveTo>
                  <a:cubicBezTo>
                    <a:pt x="14824" y="4573"/>
                    <a:pt x="14800" y="4597"/>
                    <a:pt x="14775" y="4621"/>
                  </a:cubicBezTo>
                  <a:cubicBezTo>
                    <a:pt x="14775" y="4689"/>
                    <a:pt x="14810" y="4723"/>
                    <a:pt x="14844" y="4758"/>
                  </a:cubicBezTo>
                  <a:lnTo>
                    <a:pt x="14946" y="4792"/>
                  </a:lnTo>
                  <a:lnTo>
                    <a:pt x="14980" y="4792"/>
                  </a:lnTo>
                  <a:cubicBezTo>
                    <a:pt x="15014" y="4792"/>
                    <a:pt x="15048" y="4758"/>
                    <a:pt x="15048" y="4723"/>
                  </a:cubicBezTo>
                  <a:cubicBezTo>
                    <a:pt x="15083" y="4689"/>
                    <a:pt x="15048" y="4621"/>
                    <a:pt x="15014" y="4621"/>
                  </a:cubicBezTo>
                  <a:lnTo>
                    <a:pt x="14878" y="4587"/>
                  </a:lnTo>
                  <a:cubicBezTo>
                    <a:pt x="14868" y="4577"/>
                    <a:pt x="14858" y="4573"/>
                    <a:pt x="14848" y="4573"/>
                  </a:cubicBezTo>
                  <a:close/>
                  <a:moveTo>
                    <a:pt x="15394" y="4743"/>
                  </a:moveTo>
                  <a:cubicBezTo>
                    <a:pt x="15370" y="4743"/>
                    <a:pt x="15346" y="4768"/>
                    <a:pt x="15321" y="4792"/>
                  </a:cubicBezTo>
                  <a:cubicBezTo>
                    <a:pt x="15321" y="4860"/>
                    <a:pt x="15356" y="4894"/>
                    <a:pt x="15390" y="4928"/>
                  </a:cubicBezTo>
                  <a:lnTo>
                    <a:pt x="15492" y="4962"/>
                  </a:lnTo>
                  <a:lnTo>
                    <a:pt x="15526" y="4962"/>
                  </a:lnTo>
                  <a:cubicBezTo>
                    <a:pt x="15560" y="4962"/>
                    <a:pt x="15594" y="4928"/>
                    <a:pt x="15594" y="4894"/>
                  </a:cubicBezTo>
                  <a:cubicBezTo>
                    <a:pt x="15629" y="4860"/>
                    <a:pt x="15594" y="4792"/>
                    <a:pt x="15560" y="4792"/>
                  </a:cubicBezTo>
                  <a:lnTo>
                    <a:pt x="15424" y="4758"/>
                  </a:lnTo>
                  <a:cubicBezTo>
                    <a:pt x="15414" y="4748"/>
                    <a:pt x="15404" y="4743"/>
                    <a:pt x="15394" y="4743"/>
                  </a:cubicBezTo>
                  <a:close/>
                  <a:moveTo>
                    <a:pt x="15940" y="4914"/>
                  </a:moveTo>
                  <a:cubicBezTo>
                    <a:pt x="15916" y="4914"/>
                    <a:pt x="15891" y="4938"/>
                    <a:pt x="15867" y="4962"/>
                  </a:cubicBezTo>
                  <a:cubicBezTo>
                    <a:pt x="15867" y="5031"/>
                    <a:pt x="15901" y="5065"/>
                    <a:pt x="15936" y="5099"/>
                  </a:cubicBezTo>
                  <a:lnTo>
                    <a:pt x="16038" y="5133"/>
                  </a:lnTo>
                  <a:lnTo>
                    <a:pt x="16072" y="5133"/>
                  </a:lnTo>
                  <a:cubicBezTo>
                    <a:pt x="16106" y="5133"/>
                    <a:pt x="16140" y="5099"/>
                    <a:pt x="16140" y="5065"/>
                  </a:cubicBezTo>
                  <a:cubicBezTo>
                    <a:pt x="16174" y="5031"/>
                    <a:pt x="16140" y="4962"/>
                    <a:pt x="16106" y="4962"/>
                  </a:cubicBezTo>
                  <a:lnTo>
                    <a:pt x="15970" y="4928"/>
                  </a:lnTo>
                  <a:cubicBezTo>
                    <a:pt x="15960" y="4918"/>
                    <a:pt x="15950" y="4914"/>
                    <a:pt x="15940" y="4914"/>
                  </a:cubicBezTo>
                  <a:close/>
                  <a:moveTo>
                    <a:pt x="16486" y="5085"/>
                  </a:moveTo>
                  <a:cubicBezTo>
                    <a:pt x="16462" y="5085"/>
                    <a:pt x="16437" y="5109"/>
                    <a:pt x="16413" y="5133"/>
                  </a:cubicBezTo>
                  <a:cubicBezTo>
                    <a:pt x="16413" y="5201"/>
                    <a:pt x="16447" y="5235"/>
                    <a:pt x="16482" y="5269"/>
                  </a:cubicBezTo>
                  <a:lnTo>
                    <a:pt x="16584" y="5304"/>
                  </a:lnTo>
                  <a:lnTo>
                    <a:pt x="16618" y="5304"/>
                  </a:lnTo>
                  <a:cubicBezTo>
                    <a:pt x="16652" y="5304"/>
                    <a:pt x="16686" y="5269"/>
                    <a:pt x="16686" y="5235"/>
                  </a:cubicBezTo>
                  <a:cubicBezTo>
                    <a:pt x="16720" y="5201"/>
                    <a:pt x="16686" y="5133"/>
                    <a:pt x="16652" y="5133"/>
                  </a:cubicBezTo>
                  <a:lnTo>
                    <a:pt x="16516" y="5099"/>
                  </a:lnTo>
                  <a:cubicBezTo>
                    <a:pt x="16506" y="5089"/>
                    <a:pt x="16496" y="5085"/>
                    <a:pt x="16486" y="5085"/>
                  </a:cubicBezTo>
                  <a:close/>
                  <a:moveTo>
                    <a:pt x="17032" y="5255"/>
                  </a:moveTo>
                  <a:cubicBezTo>
                    <a:pt x="17008" y="5255"/>
                    <a:pt x="16983" y="5279"/>
                    <a:pt x="16959" y="5304"/>
                  </a:cubicBezTo>
                  <a:cubicBezTo>
                    <a:pt x="16959" y="5372"/>
                    <a:pt x="16993" y="5406"/>
                    <a:pt x="17028" y="5440"/>
                  </a:cubicBezTo>
                  <a:lnTo>
                    <a:pt x="17130" y="5474"/>
                  </a:lnTo>
                  <a:lnTo>
                    <a:pt x="17164" y="5474"/>
                  </a:lnTo>
                  <a:cubicBezTo>
                    <a:pt x="17198" y="5474"/>
                    <a:pt x="17232" y="5440"/>
                    <a:pt x="17232" y="5406"/>
                  </a:cubicBezTo>
                  <a:cubicBezTo>
                    <a:pt x="17266" y="5372"/>
                    <a:pt x="17232" y="5304"/>
                    <a:pt x="17198" y="5304"/>
                  </a:cubicBezTo>
                  <a:lnTo>
                    <a:pt x="17062" y="5269"/>
                  </a:lnTo>
                  <a:cubicBezTo>
                    <a:pt x="17052" y="5259"/>
                    <a:pt x="17042" y="5255"/>
                    <a:pt x="17032" y="52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3" name="Google Shape;1805;p45">
              <a:extLst>
                <a:ext uri="{FF2B5EF4-FFF2-40B4-BE49-F238E27FC236}">
                  <a16:creationId xmlns:a16="http://schemas.microsoft.com/office/drawing/2014/main" id="{F48F35D5-E83D-37FE-C81A-569F7DED3126}"/>
                </a:ext>
              </a:extLst>
            </p:cNvPr>
            <p:cNvSpPr/>
            <p:nvPr/>
          </p:nvSpPr>
          <p:spPr>
            <a:xfrm>
              <a:off x="4217996" y="1686378"/>
              <a:ext cx="174157" cy="66922"/>
            </a:xfrm>
            <a:custGeom>
              <a:avLst/>
              <a:gdLst/>
              <a:ahLst/>
              <a:cxnLst/>
              <a:rect l="l" t="t" r="r" b="b"/>
              <a:pathLst>
                <a:path w="7815" h="3003" extrusionOk="0">
                  <a:moveTo>
                    <a:pt x="137" y="0"/>
                  </a:moveTo>
                  <a:cubicBezTo>
                    <a:pt x="68" y="0"/>
                    <a:pt x="34" y="0"/>
                    <a:pt x="0" y="68"/>
                  </a:cubicBezTo>
                  <a:cubicBezTo>
                    <a:pt x="0" y="103"/>
                    <a:pt x="34" y="137"/>
                    <a:pt x="68" y="171"/>
                  </a:cubicBezTo>
                  <a:lnTo>
                    <a:pt x="171" y="205"/>
                  </a:lnTo>
                  <a:lnTo>
                    <a:pt x="205" y="205"/>
                  </a:lnTo>
                  <a:cubicBezTo>
                    <a:pt x="239" y="205"/>
                    <a:pt x="273" y="205"/>
                    <a:pt x="273" y="171"/>
                  </a:cubicBezTo>
                  <a:cubicBezTo>
                    <a:pt x="307" y="103"/>
                    <a:pt x="273" y="68"/>
                    <a:pt x="239" y="34"/>
                  </a:cubicBezTo>
                  <a:lnTo>
                    <a:pt x="137" y="0"/>
                  </a:lnTo>
                  <a:close/>
                  <a:moveTo>
                    <a:pt x="649" y="205"/>
                  </a:moveTo>
                  <a:cubicBezTo>
                    <a:pt x="614" y="205"/>
                    <a:pt x="580" y="205"/>
                    <a:pt x="546" y="239"/>
                  </a:cubicBezTo>
                  <a:cubicBezTo>
                    <a:pt x="546" y="307"/>
                    <a:pt x="546" y="341"/>
                    <a:pt x="614" y="376"/>
                  </a:cubicBezTo>
                  <a:lnTo>
                    <a:pt x="717" y="410"/>
                  </a:lnTo>
                  <a:lnTo>
                    <a:pt x="751" y="410"/>
                  </a:lnTo>
                  <a:cubicBezTo>
                    <a:pt x="785" y="410"/>
                    <a:pt x="819" y="376"/>
                    <a:pt x="819" y="341"/>
                  </a:cubicBezTo>
                  <a:cubicBezTo>
                    <a:pt x="853" y="307"/>
                    <a:pt x="819" y="273"/>
                    <a:pt x="785" y="239"/>
                  </a:cubicBezTo>
                  <a:lnTo>
                    <a:pt x="649" y="205"/>
                  </a:lnTo>
                  <a:close/>
                  <a:moveTo>
                    <a:pt x="1158" y="395"/>
                  </a:moveTo>
                  <a:cubicBezTo>
                    <a:pt x="1126" y="395"/>
                    <a:pt x="1092" y="420"/>
                    <a:pt x="1092" y="444"/>
                  </a:cubicBezTo>
                  <a:cubicBezTo>
                    <a:pt x="1058" y="512"/>
                    <a:pt x="1092" y="546"/>
                    <a:pt x="1126" y="580"/>
                  </a:cubicBezTo>
                  <a:lnTo>
                    <a:pt x="1263" y="614"/>
                  </a:lnTo>
                  <a:cubicBezTo>
                    <a:pt x="1297" y="614"/>
                    <a:pt x="1331" y="580"/>
                    <a:pt x="1365" y="546"/>
                  </a:cubicBezTo>
                  <a:cubicBezTo>
                    <a:pt x="1365" y="512"/>
                    <a:pt x="1365" y="478"/>
                    <a:pt x="1297" y="444"/>
                  </a:cubicBezTo>
                  <a:lnTo>
                    <a:pt x="1194" y="410"/>
                  </a:lnTo>
                  <a:cubicBezTo>
                    <a:pt x="1184" y="400"/>
                    <a:pt x="1172" y="395"/>
                    <a:pt x="1158" y="395"/>
                  </a:cubicBezTo>
                  <a:close/>
                  <a:moveTo>
                    <a:pt x="1704" y="600"/>
                  </a:moveTo>
                  <a:cubicBezTo>
                    <a:pt x="1672" y="600"/>
                    <a:pt x="1638" y="624"/>
                    <a:pt x="1638" y="648"/>
                  </a:cubicBezTo>
                  <a:cubicBezTo>
                    <a:pt x="1604" y="683"/>
                    <a:pt x="1638" y="751"/>
                    <a:pt x="1672" y="751"/>
                  </a:cubicBezTo>
                  <a:lnTo>
                    <a:pt x="1775" y="819"/>
                  </a:lnTo>
                  <a:lnTo>
                    <a:pt x="1809" y="819"/>
                  </a:lnTo>
                  <a:cubicBezTo>
                    <a:pt x="1843" y="819"/>
                    <a:pt x="1877" y="785"/>
                    <a:pt x="1877" y="751"/>
                  </a:cubicBezTo>
                  <a:cubicBezTo>
                    <a:pt x="1911" y="717"/>
                    <a:pt x="1877" y="648"/>
                    <a:pt x="1843" y="648"/>
                  </a:cubicBezTo>
                  <a:lnTo>
                    <a:pt x="1740" y="614"/>
                  </a:lnTo>
                  <a:cubicBezTo>
                    <a:pt x="1730" y="604"/>
                    <a:pt x="1718" y="600"/>
                    <a:pt x="1704" y="600"/>
                  </a:cubicBezTo>
                  <a:close/>
                  <a:moveTo>
                    <a:pt x="2234" y="805"/>
                  </a:moveTo>
                  <a:cubicBezTo>
                    <a:pt x="2198" y="805"/>
                    <a:pt x="2174" y="829"/>
                    <a:pt x="2150" y="853"/>
                  </a:cubicBezTo>
                  <a:cubicBezTo>
                    <a:pt x="2150" y="887"/>
                    <a:pt x="2184" y="956"/>
                    <a:pt x="2218" y="956"/>
                  </a:cubicBezTo>
                  <a:lnTo>
                    <a:pt x="2321" y="990"/>
                  </a:lnTo>
                  <a:cubicBezTo>
                    <a:pt x="2321" y="1024"/>
                    <a:pt x="2355" y="1024"/>
                    <a:pt x="2355" y="1024"/>
                  </a:cubicBezTo>
                  <a:cubicBezTo>
                    <a:pt x="2389" y="1024"/>
                    <a:pt x="2423" y="990"/>
                    <a:pt x="2423" y="956"/>
                  </a:cubicBezTo>
                  <a:cubicBezTo>
                    <a:pt x="2457" y="921"/>
                    <a:pt x="2423" y="853"/>
                    <a:pt x="2389" y="853"/>
                  </a:cubicBezTo>
                  <a:lnTo>
                    <a:pt x="2286" y="819"/>
                  </a:lnTo>
                  <a:cubicBezTo>
                    <a:pt x="2266" y="809"/>
                    <a:pt x="2249" y="805"/>
                    <a:pt x="2234" y="805"/>
                  </a:cubicBezTo>
                  <a:close/>
                  <a:moveTo>
                    <a:pt x="2798" y="990"/>
                  </a:moveTo>
                  <a:cubicBezTo>
                    <a:pt x="2764" y="990"/>
                    <a:pt x="2730" y="1024"/>
                    <a:pt x="2696" y="1058"/>
                  </a:cubicBezTo>
                  <a:cubicBezTo>
                    <a:pt x="2696" y="1092"/>
                    <a:pt x="2696" y="1160"/>
                    <a:pt x="2764" y="1160"/>
                  </a:cubicBezTo>
                  <a:lnTo>
                    <a:pt x="2866" y="1194"/>
                  </a:lnTo>
                  <a:lnTo>
                    <a:pt x="2901" y="1194"/>
                  </a:lnTo>
                  <a:cubicBezTo>
                    <a:pt x="2935" y="1194"/>
                    <a:pt x="2969" y="1194"/>
                    <a:pt x="2969" y="1160"/>
                  </a:cubicBezTo>
                  <a:cubicBezTo>
                    <a:pt x="2969" y="1126"/>
                    <a:pt x="2969" y="1058"/>
                    <a:pt x="2901" y="1058"/>
                  </a:cubicBezTo>
                  <a:lnTo>
                    <a:pt x="2798" y="990"/>
                  </a:lnTo>
                  <a:close/>
                  <a:moveTo>
                    <a:pt x="3344" y="1194"/>
                  </a:moveTo>
                  <a:cubicBezTo>
                    <a:pt x="3310" y="1194"/>
                    <a:pt x="3242" y="1194"/>
                    <a:pt x="3242" y="1263"/>
                  </a:cubicBezTo>
                  <a:cubicBezTo>
                    <a:pt x="3208" y="1297"/>
                    <a:pt x="3242" y="1365"/>
                    <a:pt x="3276" y="1365"/>
                  </a:cubicBezTo>
                  <a:lnTo>
                    <a:pt x="3378" y="1399"/>
                  </a:lnTo>
                  <a:lnTo>
                    <a:pt x="3412" y="1399"/>
                  </a:lnTo>
                  <a:cubicBezTo>
                    <a:pt x="3447" y="1399"/>
                    <a:pt x="3481" y="1399"/>
                    <a:pt x="3515" y="1365"/>
                  </a:cubicBezTo>
                  <a:cubicBezTo>
                    <a:pt x="3515" y="1297"/>
                    <a:pt x="3481" y="1263"/>
                    <a:pt x="3447" y="1229"/>
                  </a:cubicBezTo>
                  <a:lnTo>
                    <a:pt x="3344" y="1194"/>
                  </a:lnTo>
                  <a:close/>
                  <a:moveTo>
                    <a:pt x="3890" y="1399"/>
                  </a:moveTo>
                  <a:cubicBezTo>
                    <a:pt x="3822" y="1399"/>
                    <a:pt x="3788" y="1399"/>
                    <a:pt x="3754" y="1467"/>
                  </a:cubicBezTo>
                  <a:cubicBezTo>
                    <a:pt x="3754" y="1502"/>
                    <a:pt x="3788" y="1536"/>
                    <a:pt x="3822" y="1570"/>
                  </a:cubicBezTo>
                  <a:lnTo>
                    <a:pt x="3924" y="1604"/>
                  </a:lnTo>
                  <a:lnTo>
                    <a:pt x="3958" y="1604"/>
                  </a:lnTo>
                  <a:cubicBezTo>
                    <a:pt x="3993" y="1604"/>
                    <a:pt x="4027" y="1604"/>
                    <a:pt x="4027" y="1570"/>
                  </a:cubicBezTo>
                  <a:cubicBezTo>
                    <a:pt x="4061" y="1502"/>
                    <a:pt x="4027" y="1467"/>
                    <a:pt x="3993" y="1433"/>
                  </a:cubicBezTo>
                  <a:lnTo>
                    <a:pt x="3890" y="1399"/>
                  </a:lnTo>
                  <a:close/>
                  <a:moveTo>
                    <a:pt x="4402" y="1604"/>
                  </a:moveTo>
                  <a:cubicBezTo>
                    <a:pt x="4368" y="1604"/>
                    <a:pt x="4334" y="1604"/>
                    <a:pt x="4300" y="1672"/>
                  </a:cubicBezTo>
                  <a:cubicBezTo>
                    <a:pt x="4300" y="1706"/>
                    <a:pt x="4300" y="1740"/>
                    <a:pt x="4368" y="1775"/>
                  </a:cubicBezTo>
                  <a:lnTo>
                    <a:pt x="4470" y="1809"/>
                  </a:lnTo>
                  <a:lnTo>
                    <a:pt x="4504" y="1809"/>
                  </a:lnTo>
                  <a:cubicBezTo>
                    <a:pt x="4539" y="1809"/>
                    <a:pt x="4573" y="1775"/>
                    <a:pt x="4573" y="1740"/>
                  </a:cubicBezTo>
                  <a:cubicBezTo>
                    <a:pt x="4607" y="1706"/>
                    <a:pt x="4573" y="1672"/>
                    <a:pt x="4539" y="1638"/>
                  </a:cubicBezTo>
                  <a:lnTo>
                    <a:pt x="4402" y="1604"/>
                  </a:lnTo>
                  <a:close/>
                  <a:moveTo>
                    <a:pt x="4912" y="1795"/>
                  </a:moveTo>
                  <a:cubicBezTo>
                    <a:pt x="4880" y="1795"/>
                    <a:pt x="4846" y="1819"/>
                    <a:pt x="4846" y="1843"/>
                  </a:cubicBezTo>
                  <a:cubicBezTo>
                    <a:pt x="4812" y="1911"/>
                    <a:pt x="4846" y="1945"/>
                    <a:pt x="4880" y="1979"/>
                  </a:cubicBezTo>
                  <a:lnTo>
                    <a:pt x="5016" y="2013"/>
                  </a:lnTo>
                  <a:cubicBezTo>
                    <a:pt x="5050" y="2013"/>
                    <a:pt x="5084" y="1979"/>
                    <a:pt x="5119" y="1945"/>
                  </a:cubicBezTo>
                  <a:cubicBezTo>
                    <a:pt x="5119" y="1911"/>
                    <a:pt x="5119" y="1877"/>
                    <a:pt x="5050" y="1843"/>
                  </a:cubicBezTo>
                  <a:lnTo>
                    <a:pt x="4948" y="1809"/>
                  </a:lnTo>
                  <a:cubicBezTo>
                    <a:pt x="4938" y="1799"/>
                    <a:pt x="4925" y="1795"/>
                    <a:pt x="4912" y="1795"/>
                  </a:cubicBezTo>
                  <a:close/>
                  <a:moveTo>
                    <a:pt x="5458" y="1999"/>
                  </a:moveTo>
                  <a:cubicBezTo>
                    <a:pt x="5426" y="1999"/>
                    <a:pt x="5392" y="2023"/>
                    <a:pt x="5392" y="2048"/>
                  </a:cubicBezTo>
                  <a:cubicBezTo>
                    <a:pt x="5357" y="2116"/>
                    <a:pt x="5392" y="2150"/>
                    <a:pt x="5426" y="2150"/>
                  </a:cubicBezTo>
                  <a:lnTo>
                    <a:pt x="5528" y="2218"/>
                  </a:lnTo>
                  <a:lnTo>
                    <a:pt x="5562" y="2218"/>
                  </a:lnTo>
                  <a:cubicBezTo>
                    <a:pt x="5596" y="2218"/>
                    <a:pt x="5630" y="2184"/>
                    <a:pt x="5665" y="2150"/>
                  </a:cubicBezTo>
                  <a:cubicBezTo>
                    <a:pt x="5665" y="2116"/>
                    <a:pt x="5630" y="2048"/>
                    <a:pt x="5596" y="2048"/>
                  </a:cubicBezTo>
                  <a:lnTo>
                    <a:pt x="5494" y="2013"/>
                  </a:lnTo>
                  <a:cubicBezTo>
                    <a:pt x="5484" y="2003"/>
                    <a:pt x="5471" y="1999"/>
                    <a:pt x="5458" y="1999"/>
                  </a:cubicBezTo>
                  <a:close/>
                  <a:moveTo>
                    <a:pt x="5988" y="2204"/>
                  </a:moveTo>
                  <a:cubicBezTo>
                    <a:pt x="5952" y="2204"/>
                    <a:pt x="5928" y="2228"/>
                    <a:pt x="5903" y="2252"/>
                  </a:cubicBezTo>
                  <a:cubicBezTo>
                    <a:pt x="5903" y="2286"/>
                    <a:pt x="5938" y="2355"/>
                    <a:pt x="5972" y="2355"/>
                  </a:cubicBezTo>
                  <a:lnTo>
                    <a:pt x="6074" y="2389"/>
                  </a:lnTo>
                  <a:cubicBezTo>
                    <a:pt x="6074" y="2423"/>
                    <a:pt x="6108" y="2423"/>
                    <a:pt x="6108" y="2423"/>
                  </a:cubicBezTo>
                  <a:cubicBezTo>
                    <a:pt x="6142" y="2423"/>
                    <a:pt x="6176" y="2389"/>
                    <a:pt x="6176" y="2355"/>
                  </a:cubicBezTo>
                  <a:cubicBezTo>
                    <a:pt x="6211" y="2321"/>
                    <a:pt x="6176" y="2252"/>
                    <a:pt x="6142" y="2252"/>
                  </a:cubicBezTo>
                  <a:lnTo>
                    <a:pt x="6040" y="2218"/>
                  </a:lnTo>
                  <a:cubicBezTo>
                    <a:pt x="6020" y="2208"/>
                    <a:pt x="6003" y="2204"/>
                    <a:pt x="5988" y="2204"/>
                  </a:cubicBezTo>
                  <a:close/>
                  <a:moveTo>
                    <a:pt x="6552" y="2389"/>
                  </a:moveTo>
                  <a:cubicBezTo>
                    <a:pt x="6518" y="2389"/>
                    <a:pt x="6484" y="2423"/>
                    <a:pt x="6449" y="2457"/>
                  </a:cubicBezTo>
                  <a:cubicBezTo>
                    <a:pt x="6449" y="2491"/>
                    <a:pt x="6449" y="2559"/>
                    <a:pt x="6518" y="2559"/>
                  </a:cubicBezTo>
                  <a:lnTo>
                    <a:pt x="6620" y="2594"/>
                  </a:lnTo>
                  <a:cubicBezTo>
                    <a:pt x="6620" y="2594"/>
                    <a:pt x="6620" y="2628"/>
                    <a:pt x="6654" y="2628"/>
                  </a:cubicBezTo>
                  <a:cubicBezTo>
                    <a:pt x="6688" y="2628"/>
                    <a:pt x="6722" y="2594"/>
                    <a:pt x="6722" y="2559"/>
                  </a:cubicBezTo>
                  <a:cubicBezTo>
                    <a:pt x="6722" y="2525"/>
                    <a:pt x="6722" y="2457"/>
                    <a:pt x="6654" y="2457"/>
                  </a:cubicBezTo>
                  <a:lnTo>
                    <a:pt x="6552" y="2389"/>
                  </a:lnTo>
                  <a:close/>
                  <a:moveTo>
                    <a:pt x="7098" y="2594"/>
                  </a:moveTo>
                  <a:cubicBezTo>
                    <a:pt x="7064" y="2594"/>
                    <a:pt x="6995" y="2628"/>
                    <a:pt x="6995" y="2662"/>
                  </a:cubicBezTo>
                  <a:cubicBezTo>
                    <a:pt x="6961" y="2696"/>
                    <a:pt x="6995" y="2764"/>
                    <a:pt x="7030" y="2764"/>
                  </a:cubicBezTo>
                  <a:lnTo>
                    <a:pt x="7132" y="2798"/>
                  </a:lnTo>
                  <a:lnTo>
                    <a:pt x="7166" y="2798"/>
                  </a:lnTo>
                  <a:cubicBezTo>
                    <a:pt x="7200" y="2798"/>
                    <a:pt x="7234" y="2798"/>
                    <a:pt x="7268" y="2764"/>
                  </a:cubicBezTo>
                  <a:cubicBezTo>
                    <a:pt x="7268" y="2696"/>
                    <a:pt x="7234" y="2662"/>
                    <a:pt x="7200" y="2662"/>
                  </a:cubicBezTo>
                  <a:lnTo>
                    <a:pt x="7098" y="2594"/>
                  </a:lnTo>
                  <a:close/>
                  <a:moveTo>
                    <a:pt x="7644" y="2798"/>
                  </a:moveTo>
                  <a:cubicBezTo>
                    <a:pt x="7575" y="2798"/>
                    <a:pt x="7541" y="2798"/>
                    <a:pt x="7541" y="2866"/>
                  </a:cubicBezTo>
                  <a:cubicBezTo>
                    <a:pt x="7507" y="2901"/>
                    <a:pt x="7541" y="2935"/>
                    <a:pt x="7575" y="2969"/>
                  </a:cubicBezTo>
                  <a:lnTo>
                    <a:pt x="7678" y="3003"/>
                  </a:lnTo>
                  <a:lnTo>
                    <a:pt x="7712" y="3003"/>
                  </a:lnTo>
                  <a:cubicBezTo>
                    <a:pt x="7746" y="3003"/>
                    <a:pt x="7780" y="3003"/>
                    <a:pt x="7780" y="2969"/>
                  </a:cubicBezTo>
                  <a:cubicBezTo>
                    <a:pt x="7814" y="2901"/>
                    <a:pt x="7780" y="2866"/>
                    <a:pt x="7746" y="2832"/>
                  </a:cubicBezTo>
                  <a:lnTo>
                    <a:pt x="7644" y="2798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4" name="Google Shape;1806;p45">
              <a:extLst>
                <a:ext uri="{FF2B5EF4-FFF2-40B4-BE49-F238E27FC236}">
                  <a16:creationId xmlns:a16="http://schemas.microsoft.com/office/drawing/2014/main" id="{1A456007-92EA-0E8A-DB31-02298B774526}"/>
                </a:ext>
              </a:extLst>
            </p:cNvPr>
            <p:cNvSpPr/>
            <p:nvPr/>
          </p:nvSpPr>
          <p:spPr>
            <a:xfrm>
              <a:off x="4208860" y="1525168"/>
              <a:ext cx="3833" cy="146011"/>
            </a:xfrm>
            <a:custGeom>
              <a:avLst/>
              <a:gdLst/>
              <a:ahLst/>
              <a:cxnLst/>
              <a:rect l="l" t="t" r="r" b="b"/>
              <a:pathLst>
                <a:path w="172" h="6552" extrusionOk="0">
                  <a:moveTo>
                    <a:pt x="103" y="0"/>
                  </a:moveTo>
                  <a:cubicBezTo>
                    <a:pt x="35" y="0"/>
                    <a:pt x="1" y="34"/>
                    <a:pt x="1" y="102"/>
                  </a:cubicBezTo>
                  <a:lnTo>
                    <a:pt x="1" y="171"/>
                  </a:lnTo>
                  <a:cubicBezTo>
                    <a:pt x="1" y="205"/>
                    <a:pt x="35" y="239"/>
                    <a:pt x="103" y="239"/>
                  </a:cubicBezTo>
                  <a:cubicBezTo>
                    <a:pt x="137" y="239"/>
                    <a:pt x="171" y="205"/>
                    <a:pt x="171" y="171"/>
                  </a:cubicBezTo>
                  <a:lnTo>
                    <a:pt x="171" y="102"/>
                  </a:lnTo>
                  <a:cubicBezTo>
                    <a:pt x="171" y="34"/>
                    <a:pt x="137" y="0"/>
                    <a:pt x="103" y="0"/>
                  </a:cubicBezTo>
                  <a:close/>
                  <a:moveTo>
                    <a:pt x="103" y="546"/>
                  </a:moveTo>
                  <a:cubicBezTo>
                    <a:pt x="35" y="546"/>
                    <a:pt x="1" y="580"/>
                    <a:pt x="1" y="614"/>
                  </a:cubicBezTo>
                  <a:lnTo>
                    <a:pt x="1" y="717"/>
                  </a:lnTo>
                  <a:cubicBezTo>
                    <a:pt x="1" y="785"/>
                    <a:pt x="35" y="819"/>
                    <a:pt x="103" y="819"/>
                  </a:cubicBezTo>
                  <a:cubicBezTo>
                    <a:pt x="137" y="819"/>
                    <a:pt x="171" y="785"/>
                    <a:pt x="171" y="717"/>
                  </a:cubicBezTo>
                  <a:lnTo>
                    <a:pt x="171" y="614"/>
                  </a:lnTo>
                  <a:cubicBezTo>
                    <a:pt x="171" y="580"/>
                    <a:pt x="137" y="546"/>
                    <a:pt x="103" y="546"/>
                  </a:cubicBezTo>
                  <a:close/>
                  <a:moveTo>
                    <a:pt x="103" y="1092"/>
                  </a:moveTo>
                  <a:cubicBezTo>
                    <a:pt x="35" y="1092"/>
                    <a:pt x="1" y="1126"/>
                    <a:pt x="1" y="1194"/>
                  </a:cubicBezTo>
                  <a:lnTo>
                    <a:pt x="1" y="1297"/>
                  </a:lnTo>
                  <a:cubicBezTo>
                    <a:pt x="1" y="1365"/>
                    <a:pt x="35" y="1399"/>
                    <a:pt x="103" y="1399"/>
                  </a:cubicBezTo>
                  <a:cubicBezTo>
                    <a:pt x="137" y="1399"/>
                    <a:pt x="171" y="1365"/>
                    <a:pt x="171" y="1297"/>
                  </a:cubicBezTo>
                  <a:lnTo>
                    <a:pt x="171" y="1194"/>
                  </a:lnTo>
                  <a:cubicBezTo>
                    <a:pt x="171" y="1126"/>
                    <a:pt x="137" y="1092"/>
                    <a:pt x="103" y="1092"/>
                  </a:cubicBezTo>
                  <a:close/>
                  <a:moveTo>
                    <a:pt x="103" y="1672"/>
                  </a:moveTo>
                  <a:cubicBezTo>
                    <a:pt x="35" y="1672"/>
                    <a:pt x="1" y="1706"/>
                    <a:pt x="1" y="1774"/>
                  </a:cubicBezTo>
                  <a:lnTo>
                    <a:pt x="1" y="1877"/>
                  </a:lnTo>
                  <a:cubicBezTo>
                    <a:pt x="1" y="1911"/>
                    <a:pt x="35" y="1945"/>
                    <a:pt x="103" y="1945"/>
                  </a:cubicBezTo>
                  <a:cubicBezTo>
                    <a:pt x="137" y="1945"/>
                    <a:pt x="171" y="1911"/>
                    <a:pt x="171" y="1877"/>
                  </a:cubicBezTo>
                  <a:lnTo>
                    <a:pt x="171" y="1774"/>
                  </a:lnTo>
                  <a:cubicBezTo>
                    <a:pt x="171" y="1706"/>
                    <a:pt x="137" y="1672"/>
                    <a:pt x="103" y="1672"/>
                  </a:cubicBezTo>
                  <a:close/>
                  <a:moveTo>
                    <a:pt x="103" y="2252"/>
                  </a:moveTo>
                  <a:cubicBezTo>
                    <a:pt x="35" y="2252"/>
                    <a:pt x="1" y="2286"/>
                    <a:pt x="1" y="2320"/>
                  </a:cubicBezTo>
                  <a:lnTo>
                    <a:pt x="1" y="2457"/>
                  </a:lnTo>
                  <a:cubicBezTo>
                    <a:pt x="1" y="2491"/>
                    <a:pt x="35" y="2525"/>
                    <a:pt x="103" y="2525"/>
                  </a:cubicBezTo>
                  <a:cubicBezTo>
                    <a:pt x="137" y="2525"/>
                    <a:pt x="171" y="2491"/>
                    <a:pt x="171" y="2457"/>
                  </a:cubicBezTo>
                  <a:lnTo>
                    <a:pt x="171" y="2320"/>
                  </a:lnTo>
                  <a:cubicBezTo>
                    <a:pt x="171" y="2286"/>
                    <a:pt x="137" y="2252"/>
                    <a:pt x="103" y="2252"/>
                  </a:cubicBezTo>
                  <a:close/>
                  <a:moveTo>
                    <a:pt x="103" y="2832"/>
                  </a:moveTo>
                  <a:cubicBezTo>
                    <a:pt x="35" y="2832"/>
                    <a:pt x="1" y="2866"/>
                    <a:pt x="1" y="2901"/>
                  </a:cubicBezTo>
                  <a:lnTo>
                    <a:pt x="1" y="3037"/>
                  </a:lnTo>
                  <a:cubicBezTo>
                    <a:pt x="1" y="3071"/>
                    <a:pt x="35" y="3105"/>
                    <a:pt x="103" y="3105"/>
                  </a:cubicBezTo>
                  <a:cubicBezTo>
                    <a:pt x="137" y="3105"/>
                    <a:pt x="171" y="3071"/>
                    <a:pt x="171" y="3037"/>
                  </a:cubicBezTo>
                  <a:lnTo>
                    <a:pt x="171" y="2901"/>
                  </a:lnTo>
                  <a:cubicBezTo>
                    <a:pt x="171" y="2866"/>
                    <a:pt x="137" y="2832"/>
                    <a:pt x="103" y="2832"/>
                  </a:cubicBezTo>
                  <a:close/>
                  <a:moveTo>
                    <a:pt x="103" y="3378"/>
                  </a:moveTo>
                  <a:cubicBezTo>
                    <a:pt x="35" y="3378"/>
                    <a:pt x="1" y="3446"/>
                    <a:pt x="1" y="3481"/>
                  </a:cubicBezTo>
                  <a:lnTo>
                    <a:pt x="1" y="3583"/>
                  </a:lnTo>
                  <a:cubicBezTo>
                    <a:pt x="1" y="3651"/>
                    <a:pt x="35" y="3685"/>
                    <a:pt x="103" y="3685"/>
                  </a:cubicBezTo>
                  <a:cubicBezTo>
                    <a:pt x="137" y="3685"/>
                    <a:pt x="171" y="3651"/>
                    <a:pt x="171" y="3583"/>
                  </a:cubicBezTo>
                  <a:lnTo>
                    <a:pt x="171" y="3481"/>
                  </a:lnTo>
                  <a:cubicBezTo>
                    <a:pt x="171" y="3446"/>
                    <a:pt x="137" y="3378"/>
                    <a:pt x="103" y="3378"/>
                  </a:cubicBezTo>
                  <a:close/>
                  <a:moveTo>
                    <a:pt x="103" y="3958"/>
                  </a:moveTo>
                  <a:cubicBezTo>
                    <a:pt x="35" y="3958"/>
                    <a:pt x="1" y="3992"/>
                    <a:pt x="1" y="4061"/>
                  </a:cubicBezTo>
                  <a:lnTo>
                    <a:pt x="1" y="4163"/>
                  </a:lnTo>
                  <a:cubicBezTo>
                    <a:pt x="1" y="4197"/>
                    <a:pt x="35" y="4265"/>
                    <a:pt x="103" y="4265"/>
                  </a:cubicBezTo>
                  <a:cubicBezTo>
                    <a:pt x="137" y="4265"/>
                    <a:pt x="171" y="4197"/>
                    <a:pt x="171" y="4163"/>
                  </a:cubicBezTo>
                  <a:lnTo>
                    <a:pt x="171" y="4061"/>
                  </a:lnTo>
                  <a:cubicBezTo>
                    <a:pt x="171" y="3992"/>
                    <a:pt x="137" y="3958"/>
                    <a:pt x="103" y="3958"/>
                  </a:cubicBezTo>
                  <a:close/>
                  <a:moveTo>
                    <a:pt x="103" y="4538"/>
                  </a:moveTo>
                  <a:cubicBezTo>
                    <a:pt x="35" y="4538"/>
                    <a:pt x="1" y="4573"/>
                    <a:pt x="1" y="4607"/>
                  </a:cubicBezTo>
                  <a:lnTo>
                    <a:pt x="1" y="4743"/>
                  </a:lnTo>
                  <a:cubicBezTo>
                    <a:pt x="1" y="4777"/>
                    <a:pt x="35" y="4811"/>
                    <a:pt x="103" y="4811"/>
                  </a:cubicBezTo>
                  <a:cubicBezTo>
                    <a:pt x="137" y="4811"/>
                    <a:pt x="171" y="4777"/>
                    <a:pt x="171" y="4743"/>
                  </a:cubicBezTo>
                  <a:lnTo>
                    <a:pt x="171" y="4607"/>
                  </a:lnTo>
                  <a:cubicBezTo>
                    <a:pt x="171" y="4573"/>
                    <a:pt x="137" y="4538"/>
                    <a:pt x="103" y="4538"/>
                  </a:cubicBezTo>
                  <a:close/>
                  <a:moveTo>
                    <a:pt x="103" y="5119"/>
                  </a:moveTo>
                  <a:cubicBezTo>
                    <a:pt x="35" y="5119"/>
                    <a:pt x="1" y="5153"/>
                    <a:pt x="1" y="5187"/>
                  </a:cubicBezTo>
                  <a:lnTo>
                    <a:pt x="1" y="5323"/>
                  </a:lnTo>
                  <a:cubicBezTo>
                    <a:pt x="1" y="5357"/>
                    <a:pt x="35" y="5391"/>
                    <a:pt x="103" y="5391"/>
                  </a:cubicBezTo>
                  <a:cubicBezTo>
                    <a:pt x="137" y="5391"/>
                    <a:pt x="171" y="5357"/>
                    <a:pt x="171" y="5323"/>
                  </a:cubicBezTo>
                  <a:lnTo>
                    <a:pt x="171" y="5187"/>
                  </a:lnTo>
                  <a:cubicBezTo>
                    <a:pt x="171" y="5153"/>
                    <a:pt x="137" y="5119"/>
                    <a:pt x="103" y="5119"/>
                  </a:cubicBezTo>
                  <a:close/>
                  <a:moveTo>
                    <a:pt x="103" y="5699"/>
                  </a:moveTo>
                  <a:cubicBezTo>
                    <a:pt x="35" y="5699"/>
                    <a:pt x="1" y="5733"/>
                    <a:pt x="1" y="5767"/>
                  </a:cubicBezTo>
                  <a:lnTo>
                    <a:pt x="1" y="5869"/>
                  </a:lnTo>
                  <a:cubicBezTo>
                    <a:pt x="1" y="5937"/>
                    <a:pt x="35" y="5972"/>
                    <a:pt x="103" y="5972"/>
                  </a:cubicBezTo>
                  <a:cubicBezTo>
                    <a:pt x="137" y="5972"/>
                    <a:pt x="171" y="5937"/>
                    <a:pt x="171" y="5869"/>
                  </a:cubicBezTo>
                  <a:lnTo>
                    <a:pt x="171" y="5767"/>
                  </a:lnTo>
                  <a:cubicBezTo>
                    <a:pt x="171" y="5733"/>
                    <a:pt x="137" y="5699"/>
                    <a:pt x="103" y="5699"/>
                  </a:cubicBezTo>
                  <a:close/>
                  <a:moveTo>
                    <a:pt x="103" y="6245"/>
                  </a:moveTo>
                  <a:cubicBezTo>
                    <a:pt x="35" y="6245"/>
                    <a:pt x="1" y="6279"/>
                    <a:pt x="1" y="6347"/>
                  </a:cubicBezTo>
                  <a:lnTo>
                    <a:pt x="1" y="6449"/>
                  </a:lnTo>
                  <a:cubicBezTo>
                    <a:pt x="1" y="6518"/>
                    <a:pt x="35" y="6552"/>
                    <a:pt x="103" y="6552"/>
                  </a:cubicBezTo>
                  <a:cubicBezTo>
                    <a:pt x="137" y="6552"/>
                    <a:pt x="171" y="6518"/>
                    <a:pt x="171" y="6449"/>
                  </a:cubicBezTo>
                  <a:lnTo>
                    <a:pt x="171" y="6347"/>
                  </a:lnTo>
                  <a:cubicBezTo>
                    <a:pt x="171" y="6279"/>
                    <a:pt x="137" y="6245"/>
                    <a:pt x="103" y="624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5" name="Google Shape;1807;p45">
              <a:extLst>
                <a:ext uri="{FF2B5EF4-FFF2-40B4-BE49-F238E27FC236}">
                  <a16:creationId xmlns:a16="http://schemas.microsoft.com/office/drawing/2014/main" id="{070F3F5B-C919-CBD1-C6D7-64A30D1716CE}"/>
                </a:ext>
              </a:extLst>
            </p:cNvPr>
            <p:cNvSpPr/>
            <p:nvPr/>
          </p:nvSpPr>
          <p:spPr>
            <a:xfrm>
              <a:off x="4214186" y="1649875"/>
              <a:ext cx="257815" cy="34230"/>
            </a:xfrm>
            <a:custGeom>
              <a:avLst/>
              <a:gdLst/>
              <a:ahLst/>
              <a:cxnLst/>
              <a:rect l="l" t="t" r="r" b="b"/>
              <a:pathLst>
                <a:path w="11569" h="1536" extrusionOk="0">
                  <a:moveTo>
                    <a:pt x="11432" y="0"/>
                  </a:moveTo>
                  <a:cubicBezTo>
                    <a:pt x="11398" y="34"/>
                    <a:pt x="11364" y="68"/>
                    <a:pt x="11364" y="103"/>
                  </a:cubicBezTo>
                  <a:cubicBezTo>
                    <a:pt x="11398" y="137"/>
                    <a:pt x="11432" y="171"/>
                    <a:pt x="11466" y="171"/>
                  </a:cubicBezTo>
                  <a:cubicBezTo>
                    <a:pt x="11534" y="171"/>
                    <a:pt x="11568" y="137"/>
                    <a:pt x="11568" y="103"/>
                  </a:cubicBezTo>
                  <a:cubicBezTo>
                    <a:pt x="11534" y="34"/>
                    <a:pt x="11500" y="0"/>
                    <a:pt x="11466" y="0"/>
                  </a:cubicBezTo>
                  <a:close/>
                  <a:moveTo>
                    <a:pt x="10886" y="68"/>
                  </a:moveTo>
                  <a:cubicBezTo>
                    <a:pt x="10818" y="68"/>
                    <a:pt x="10783" y="137"/>
                    <a:pt x="10818" y="171"/>
                  </a:cubicBezTo>
                  <a:cubicBezTo>
                    <a:pt x="10818" y="205"/>
                    <a:pt x="10852" y="239"/>
                    <a:pt x="10886" y="239"/>
                  </a:cubicBezTo>
                  <a:lnTo>
                    <a:pt x="11022" y="239"/>
                  </a:lnTo>
                  <a:cubicBezTo>
                    <a:pt x="11056" y="239"/>
                    <a:pt x="11091" y="205"/>
                    <a:pt x="11091" y="137"/>
                  </a:cubicBezTo>
                  <a:cubicBezTo>
                    <a:pt x="11091" y="103"/>
                    <a:pt x="11022" y="68"/>
                    <a:pt x="10988" y="68"/>
                  </a:cubicBezTo>
                  <a:close/>
                  <a:moveTo>
                    <a:pt x="10306" y="137"/>
                  </a:moveTo>
                  <a:cubicBezTo>
                    <a:pt x="10272" y="137"/>
                    <a:pt x="10237" y="205"/>
                    <a:pt x="10237" y="239"/>
                  </a:cubicBezTo>
                  <a:cubicBezTo>
                    <a:pt x="10237" y="273"/>
                    <a:pt x="10272" y="307"/>
                    <a:pt x="10306" y="307"/>
                  </a:cubicBezTo>
                  <a:lnTo>
                    <a:pt x="10442" y="307"/>
                  </a:lnTo>
                  <a:cubicBezTo>
                    <a:pt x="10476" y="307"/>
                    <a:pt x="10510" y="273"/>
                    <a:pt x="10510" y="205"/>
                  </a:cubicBezTo>
                  <a:cubicBezTo>
                    <a:pt x="10510" y="171"/>
                    <a:pt x="10476" y="137"/>
                    <a:pt x="10408" y="137"/>
                  </a:cubicBezTo>
                  <a:close/>
                  <a:moveTo>
                    <a:pt x="9726" y="205"/>
                  </a:moveTo>
                  <a:cubicBezTo>
                    <a:pt x="9691" y="205"/>
                    <a:pt x="9657" y="273"/>
                    <a:pt x="9657" y="307"/>
                  </a:cubicBezTo>
                  <a:cubicBezTo>
                    <a:pt x="9657" y="341"/>
                    <a:pt x="9726" y="376"/>
                    <a:pt x="9760" y="376"/>
                  </a:cubicBezTo>
                  <a:lnTo>
                    <a:pt x="9862" y="376"/>
                  </a:lnTo>
                  <a:cubicBezTo>
                    <a:pt x="9930" y="376"/>
                    <a:pt x="9964" y="307"/>
                    <a:pt x="9964" y="273"/>
                  </a:cubicBezTo>
                  <a:cubicBezTo>
                    <a:pt x="9930" y="239"/>
                    <a:pt x="9896" y="205"/>
                    <a:pt x="9862" y="205"/>
                  </a:cubicBezTo>
                  <a:close/>
                  <a:moveTo>
                    <a:pt x="9180" y="273"/>
                  </a:moveTo>
                  <a:cubicBezTo>
                    <a:pt x="9111" y="273"/>
                    <a:pt x="9077" y="341"/>
                    <a:pt x="9111" y="376"/>
                  </a:cubicBezTo>
                  <a:cubicBezTo>
                    <a:pt x="9111" y="410"/>
                    <a:pt x="9146" y="444"/>
                    <a:pt x="9180" y="444"/>
                  </a:cubicBezTo>
                  <a:lnTo>
                    <a:pt x="9316" y="444"/>
                  </a:lnTo>
                  <a:cubicBezTo>
                    <a:pt x="9350" y="444"/>
                    <a:pt x="9384" y="376"/>
                    <a:pt x="9384" y="341"/>
                  </a:cubicBezTo>
                  <a:cubicBezTo>
                    <a:pt x="9384" y="307"/>
                    <a:pt x="9350" y="273"/>
                    <a:pt x="9282" y="273"/>
                  </a:cubicBezTo>
                  <a:close/>
                  <a:moveTo>
                    <a:pt x="8600" y="341"/>
                  </a:moveTo>
                  <a:cubicBezTo>
                    <a:pt x="8565" y="341"/>
                    <a:pt x="8531" y="410"/>
                    <a:pt x="8531" y="444"/>
                  </a:cubicBezTo>
                  <a:cubicBezTo>
                    <a:pt x="8531" y="478"/>
                    <a:pt x="8565" y="512"/>
                    <a:pt x="8600" y="512"/>
                  </a:cubicBezTo>
                  <a:lnTo>
                    <a:pt x="8736" y="512"/>
                  </a:lnTo>
                  <a:cubicBezTo>
                    <a:pt x="8770" y="512"/>
                    <a:pt x="8804" y="444"/>
                    <a:pt x="8804" y="410"/>
                  </a:cubicBezTo>
                  <a:cubicBezTo>
                    <a:pt x="8804" y="376"/>
                    <a:pt x="8770" y="341"/>
                    <a:pt x="8702" y="341"/>
                  </a:cubicBezTo>
                  <a:close/>
                  <a:moveTo>
                    <a:pt x="8054" y="410"/>
                  </a:moveTo>
                  <a:cubicBezTo>
                    <a:pt x="7985" y="410"/>
                    <a:pt x="7951" y="478"/>
                    <a:pt x="7951" y="512"/>
                  </a:cubicBezTo>
                  <a:cubicBezTo>
                    <a:pt x="7951" y="546"/>
                    <a:pt x="8019" y="580"/>
                    <a:pt x="8054" y="580"/>
                  </a:cubicBezTo>
                  <a:lnTo>
                    <a:pt x="8156" y="580"/>
                  </a:lnTo>
                  <a:cubicBezTo>
                    <a:pt x="8224" y="580"/>
                    <a:pt x="8258" y="512"/>
                    <a:pt x="8258" y="478"/>
                  </a:cubicBezTo>
                  <a:cubicBezTo>
                    <a:pt x="8224" y="444"/>
                    <a:pt x="8190" y="410"/>
                    <a:pt x="8156" y="410"/>
                  </a:cubicBezTo>
                  <a:close/>
                  <a:moveTo>
                    <a:pt x="7473" y="478"/>
                  </a:moveTo>
                  <a:cubicBezTo>
                    <a:pt x="7405" y="478"/>
                    <a:pt x="7371" y="546"/>
                    <a:pt x="7405" y="580"/>
                  </a:cubicBezTo>
                  <a:cubicBezTo>
                    <a:pt x="7405" y="614"/>
                    <a:pt x="7439" y="649"/>
                    <a:pt x="7473" y="649"/>
                  </a:cubicBezTo>
                  <a:lnTo>
                    <a:pt x="7610" y="649"/>
                  </a:lnTo>
                  <a:cubicBezTo>
                    <a:pt x="7644" y="649"/>
                    <a:pt x="7678" y="580"/>
                    <a:pt x="7678" y="546"/>
                  </a:cubicBezTo>
                  <a:cubicBezTo>
                    <a:pt x="7678" y="512"/>
                    <a:pt x="7644" y="478"/>
                    <a:pt x="7576" y="478"/>
                  </a:cubicBezTo>
                  <a:close/>
                  <a:moveTo>
                    <a:pt x="6893" y="546"/>
                  </a:moveTo>
                  <a:cubicBezTo>
                    <a:pt x="6859" y="546"/>
                    <a:pt x="6825" y="614"/>
                    <a:pt x="6825" y="649"/>
                  </a:cubicBezTo>
                  <a:cubicBezTo>
                    <a:pt x="6825" y="683"/>
                    <a:pt x="6859" y="717"/>
                    <a:pt x="6893" y="717"/>
                  </a:cubicBezTo>
                  <a:lnTo>
                    <a:pt x="7030" y="717"/>
                  </a:lnTo>
                  <a:cubicBezTo>
                    <a:pt x="7064" y="717"/>
                    <a:pt x="7098" y="649"/>
                    <a:pt x="7098" y="614"/>
                  </a:cubicBezTo>
                  <a:cubicBezTo>
                    <a:pt x="7098" y="580"/>
                    <a:pt x="7064" y="546"/>
                    <a:pt x="7030" y="546"/>
                  </a:cubicBezTo>
                  <a:close/>
                  <a:moveTo>
                    <a:pt x="6347" y="614"/>
                  </a:moveTo>
                  <a:cubicBezTo>
                    <a:pt x="6279" y="614"/>
                    <a:pt x="6245" y="649"/>
                    <a:pt x="6245" y="717"/>
                  </a:cubicBezTo>
                  <a:cubicBezTo>
                    <a:pt x="6245" y="751"/>
                    <a:pt x="6313" y="785"/>
                    <a:pt x="6347" y="785"/>
                  </a:cubicBezTo>
                  <a:lnTo>
                    <a:pt x="6450" y="785"/>
                  </a:lnTo>
                  <a:cubicBezTo>
                    <a:pt x="6518" y="751"/>
                    <a:pt x="6552" y="717"/>
                    <a:pt x="6552" y="683"/>
                  </a:cubicBezTo>
                  <a:cubicBezTo>
                    <a:pt x="6518" y="614"/>
                    <a:pt x="6484" y="614"/>
                    <a:pt x="6450" y="614"/>
                  </a:cubicBezTo>
                  <a:close/>
                  <a:moveTo>
                    <a:pt x="5917" y="669"/>
                  </a:moveTo>
                  <a:cubicBezTo>
                    <a:pt x="5904" y="669"/>
                    <a:pt x="5888" y="674"/>
                    <a:pt x="5870" y="683"/>
                  </a:cubicBezTo>
                  <a:lnTo>
                    <a:pt x="5767" y="683"/>
                  </a:lnTo>
                  <a:cubicBezTo>
                    <a:pt x="5699" y="683"/>
                    <a:pt x="5665" y="717"/>
                    <a:pt x="5699" y="785"/>
                  </a:cubicBezTo>
                  <a:cubicBezTo>
                    <a:pt x="5699" y="819"/>
                    <a:pt x="5733" y="853"/>
                    <a:pt x="5767" y="853"/>
                  </a:cubicBezTo>
                  <a:lnTo>
                    <a:pt x="5904" y="853"/>
                  </a:lnTo>
                  <a:cubicBezTo>
                    <a:pt x="5938" y="819"/>
                    <a:pt x="5972" y="785"/>
                    <a:pt x="5972" y="751"/>
                  </a:cubicBezTo>
                  <a:cubicBezTo>
                    <a:pt x="5972" y="701"/>
                    <a:pt x="5954" y="669"/>
                    <a:pt x="5917" y="669"/>
                  </a:cubicBezTo>
                  <a:close/>
                  <a:moveTo>
                    <a:pt x="5351" y="738"/>
                  </a:moveTo>
                  <a:cubicBezTo>
                    <a:pt x="5342" y="738"/>
                    <a:pt x="5333" y="742"/>
                    <a:pt x="5324" y="751"/>
                  </a:cubicBezTo>
                  <a:lnTo>
                    <a:pt x="5187" y="751"/>
                  </a:lnTo>
                  <a:cubicBezTo>
                    <a:pt x="5153" y="751"/>
                    <a:pt x="5119" y="785"/>
                    <a:pt x="5119" y="853"/>
                  </a:cubicBezTo>
                  <a:cubicBezTo>
                    <a:pt x="5119" y="887"/>
                    <a:pt x="5153" y="922"/>
                    <a:pt x="5187" y="922"/>
                  </a:cubicBezTo>
                  <a:lnTo>
                    <a:pt x="5324" y="922"/>
                  </a:lnTo>
                  <a:cubicBezTo>
                    <a:pt x="5358" y="887"/>
                    <a:pt x="5392" y="853"/>
                    <a:pt x="5392" y="819"/>
                  </a:cubicBezTo>
                  <a:cubicBezTo>
                    <a:pt x="5392" y="769"/>
                    <a:pt x="5374" y="738"/>
                    <a:pt x="5351" y="738"/>
                  </a:cubicBezTo>
                  <a:close/>
                  <a:moveTo>
                    <a:pt x="4771" y="806"/>
                  </a:moveTo>
                  <a:cubicBezTo>
                    <a:pt x="4762" y="806"/>
                    <a:pt x="4753" y="810"/>
                    <a:pt x="4744" y="819"/>
                  </a:cubicBezTo>
                  <a:lnTo>
                    <a:pt x="4641" y="819"/>
                  </a:lnTo>
                  <a:cubicBezTo>
                    <a:pt x="4573" y="819"/>
                    <a:pt x="4539" y="853"/>
                    <a:pt x="4539" y="922"/>
                  </a:cubicBezTo>
                  <a:cubicBezTo>
                    <a:pt x="4539" y="956"/>
                    <a:pt x="4607" y="990"/>
                    <a:pt x="4641" y="990"/>
                  </a:cubicBezTo>
                  <a:lnTo>
                    <a:pt x="4744" y="990"/>
                  </a:lnTo>
                  <a:cubicBezTo>
                    <a:pt x="4812" y="956"/>
                    <a:pt x="4846" y="922"/>
                    <a:pt x="4846" y="887"/>
                  </a:cubicBezTo>
                  <a:cubicBezTo>
                    <a:pt x="4821" y="837"/>
                    <a:pt x="4796" y="806"/>
                    <a:pt x="4771" y="806"/>
                  </a:cubicBezTo>
                  <a:close/>
                  <a:moveTo>
                    <a:pt x="4211" y="874"/>
                  </a:moveTo>
                  <a:cubicBezTo>
                    <a:pt x="4198" y="874"/>
                    <a:pt x="4182" y="878"/>
                    <a:pt x="4164" y="887"/>
                  </a:cubicBezTo>
                  <a:lnTo>
                    <a:pt x="4061" y="887"/>
                  </a:lnTo>
                  <a:cubicBezTo>
                    <a:pt x="3993" y="887"/>
                    <a:pt x="3993" y="922"/>
                    <a:pt x="3993" y="990"/>
                  </a:cubicBezTo>
                  <a:cubicBezTo>
                    <a:pt x="3993" y="1024"/>
                    <a:pt x="4027" y="1058"/>
                    <a:pt x="4061" y="1058"/>
                  </a:cubicBezTo>
                  <a:lnTo>
                    <a:pt x="4198" y="1058"/>
                  </a:lnTo>
                  <a:cubicBezTo>
                    <a:pt x="4232" y="1024"/>
                    <a:pt x="4266" y="990"/>
                    <a:pt x="4266" y="956"/>
                  </a:cubicBezTo>
                  <a:cubicBezTo>
                    <a:pt x="4266" y="906"/>
                    <a:pt x="4248" y="874"/>
                    <a:pt x="4211" y="874"/>
                  </a:cubicBezTo>
                  <a:close/>
                  <a:moveTo>
                    <a:pt x="3644" y="942"/>
                  </a:moveTo>
                  <a:cubicBezTo>
                    <a:pt x="3636" y="942"/>
                    <a:pt x="3627" y="947"/>
                    <a:pt x="3618" y="956"/>
                  </a:cubicBezTo>
                  <a:lnTo>
                    <a:pt x="3481" y="956"/>
                  </a:lnTo>
                  <a:cubicBezTo>
                    <a:pt x="3447" y="956"/>
                    <a:pt x="3413" y="990"/>
                    <a:pt x="3413" y="1058"/>
                  </a:cubicBezTo>
                  <a:cubicBezTo>
                    <a:pt x="3413" y="1092"/>
                    <a:pt x="3447" y="1126"/>
                    <a:pt x="3515" y="1126"/>
                  </a:cubicBezTo>
                  <a:lnTo>
                    <a:pt x="3618" y="1126"/>
                  </a:lnTo>
                  <a:cubicBezTo>
                    <a:pt x="3686" y="1092"/>
                    <a:pt x="3720" y="1058"/>
                    <a:pt x="3686" y="1024"/>
                  </a:cubicBezTo>
                  <a:cubicBezTo>
                    <a:pt x="3686" y="974"/>
                    <a:pt x="3668" y="942"/>
                    <a:pt x="3644" y="942"/>
                  </a:cubicBezTo>
                  <a:close/>
                  <a:moveTo>
                    <a:pt x="3037" y="990"/>
                  </a:moveTo>
                  <a:lnTo>
                    <a:pt x="2935" y="1024"/>
                  </a:lnTo>
                  <a:cubicBezTo>
                    <a:pt x="2867" y="1024"/>
                    <a:pt x="2833" y="1058"/>
                    <a:pt x="2833" y="1126"/>
                  </a:cubicBezTo>
                  <a:cubicBezTo>
                    <a:pt x="2867" y="1160"/>
                    <a:pt x="2901" y="1195"/>
                    <a:pt x="2935" y="1195"/>
                  </a:cubicBezTo>
                  <a:lnTo>
                    <a:pt x="3037" y="1160"/>
                  </a:lnTo>
                  <a:cubicBezTo>
                    <a:pt x="3106" y="1160"/>
                    <a:pt x="3140" y="1126"/>
                    <a:pt x="3140" y="1092"/>
                  </a:cubicBezTo>
                  <a:cubicBezTo>
                    <a:pt x="3140" y="1024"/>
                    <a:pt x="3072" y="990"/>
                    <a:pt x="3037" y="990"/>
                  </a:cubicBezTo>
                  <a:close/>
                  <a:moveTo>
                    <a:pt x="2457" y="1058"/>
                  </a:moveTo>
                  <a:lnTo>
                    <a:pt x="2355" y="1092"/>
                  </a:lnTo>
                  <a:cubicBezTo>
                    <a:pt x="2321" y="1092"/>
                    <a:pt x="2287" y="1126"/>
                    <a:pt x="2287" y="1195"/>
                  </a:cubicBezTo>
                  <a:cubicBezTo>
                    <a:pt x="2287" y="1229"/>
                    <a:pt x="2321" y="1263"/>
                    <a:pt x="2355" y="1263"/>
                  </a:cubicBezTo>
                  <a:lnTo>
                    <a:pt x="2492" y="1229"/>
                  </a:lnTo>
                  <a:cubicBezTo>
                    <a:pt x="2526" y="1229"/>
                    <a:pt x="2560" y="1195"/>
                    <a:pt x="2560" y="1160"/>
                  </a:cubicBezTo>
                  <a:cubicBezTo>
                    <a:pt x="2560" y="1092"/>
                    <a:pt x="2526" y="1058"/>
                    <a:pt x="2457" y="1058"/>
                  </a:cubicBezTo>
                  <a:close/>
                  <a:moveTo>
                    <a:pt x="1911" y="1126"/>
                  </a:moveTo>
                  <a:lnTo>
                    <a:pt x="1775" y="1160"/>
                  </a:lnTo>
                  <a:cubicBezTo>
                    <a:pt x="1741" y="1160"/>
                    <a:pt x="1707" y="1195"/>
                    <a:pt x="1707" y="1263"/>
                  </a:cubicBezTo>
                  <a:cubicBezTo>
                    <a:pt x="1707" y="1297"/>
                    <a:pt x="1741" y="1331"/>
                    <a:pt x="1809" y="1331"/>
                  </a:cubicBezTo>
                  <a:lnTo>
                    <a:pt x="1911" y="1297"/>
                  </a:lnTo>
                  <a:cubicBezTo>
                    <a:pt x="1980" y="1297"/>
                    <a:pt x="2014" y="1263"/>
                    <a:pt x="1980" y="1229"/>
                  </a:cubicBezTo>
                  <a:cubicBezTo>
                    <a:pt x="1980" y="1160"/>
                    <a:pt x="1946" y="1126"/>
                    <a:pt x="1911" y="1126"/>
                  </a:cubicBezTo>
                  <a:close/>
                  <a:moveTo>
                    <a:pt x="1331" y="1195"/>
                  </a:moveTo>
                  <a:lnTo>
                    <a:pt x="1229" y="1229"/>
                  </a:lnTo>
                  <a:cubicBezTo>
                    <a:pt x="1161" y="1229"/>
                    <a:pt x="1127" y="1263"/>
                    <a:pt x="1127" y="1331"/>
                  </a:cubicBezTo>
                  <a:cubicBezTo>
                    <a:pt x="1161" y="1365"/>
                    <a:pt x="1195" y="1399"/>
                    <a:pt x="1229" y="1399"/>
                  </a:cubicBezTo>
                  <a:lnTo>
                    <a:pt x="1331" y="1365"/>
                  </a:lnTo>
                  <a:cubicBezTo>
                    <a:pt x="1400" y="1365"/>
                    <a:pt x="1434" y="1331"/>
                    <a:pt x="1434" y="1297"/>
                  </a:cubicBezTo>
                  <a:cubicBezTo>
                    <a:pt x="1434" y="1229"/>
                    <a:pt x="1365" y="1195"/>
                    <a:pt x="1331" y="1195"/>
                  </a:cubicBezTo>
                  <a:close/>
                  <a:moveTo>
                    <a:pt x="751" y="1263"/>
                  </a:moveTo>
                  <a:lnTo>
                    <a:pt x="649" y="1297"/>
                  </a:lnTo>
                  <a:cubicBezTo>
                    <a:pt x="615" y="1297"/>
                    <a:pt x="581" y="1331"/>
                    <a:pt x="581" y="1399"/>
                  </a:cubicBezTo>
                  <a:cubicBezTo>
                    <a:pt x="581" y="1433"/>
                    <a:pt x="615" y="1468"/>
                    <a:pt x="649" y="1468"/>
                  </a:cubicBezTo>
                  <a:lnTo>
                    <a:pt x="785" y="1433"/>
                  </a:lnTo>
                  <a:cubicBezTo>
                    <a:pt x="820" y="1433"/>
                    <a:pt x="854" y="1399"/>
                    <a:pt x="854" y="1365"/>
                  </a:cubicBezTo>
                  <a:cubicBezTo>
                    <a:pt x="854" y="1297"/>
                    <a:pt x="820" y="1263"/>
                    <a:pt x="751" y="1263"/>
                  </a:cubicBezTo>
                  <a:close/>
                  <a:moveTo>
                    <a:pt x="205" y="1331"/>
                  </a:moveTo>
                  <a:lnTo>
                    <a:pt x="69" y="1365"/>
                  </a:lnTo>
                  <a:cubicBezTo>
                    <a:pt x="35" y="1365"/>
                    <a:pt x="1" y="1399"/>
                    <a:pt x="1" y="1468"/>
                  </a:cubicBezTo>
                  <a:cubicBezTo>
                    <a:pt x="1" y="1502"/>
                    <a:pt x="35" y="1536"/>
                    <a:pt x="103" y="1536"/>
                  </a:cubicBezTo>
                  <a:lnTo>
                    <a:pt x="205" y="1502"/>
                  </a:lnTo>
                  <a:cubicBezTo>
                    <a:pt x="274" y="1502"/>
                    <a:pt x="308" y="1468"/>
                    <a:pt x="274" y="1433"/>
                  </a:cubicBezTo>
                  <a:cubicBezTo>
                    <a:pt x="274" y="1365"/>
                    <a:pt x="239" y="1331"/>
                    <a:pt x="205" y="133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6" name="Google Shape;1808;p45">
              <a:extLst>
                <a:ext uri="{FF2B5EF4-FFF2-40B4-BE49-F238E27FC236}">
                  <a16:creationId xmlns:a16="http://schemas.microsoft.com/office/drawing/2014/main" id="{C15EB4CF-98BE-D103-1BF6-C197AD10DF7C}"/>
                </a:ext>
              </a:extLst>
            </p:cNvPr>
            <p:cNvSpPr/>
            <p:nvPr/>
          </p:nvSpPr>
          <p:spPr>
            <a:xfrm>
              <a:off x="3030206" y="957881"/>
              <a:ext cx="3811" cy="260846"/>
            </a:xfrm>
            <a:custGeom>
              <a:avLst/>
              <a:gdLst/>
              <a:ahLst/>
              <a:cxnLst/>
              <a:rect l="l" t="t" r="r" b="b"/>
              <a:pathLst>
                <a:path w="171" h="11705" extrusionOk="0">
                  <a:moveTo>
                    <a:pt x="102" y="0"/>
                  </a:moveTo>
                  <a:cubicBezTo>
                    <a:pt x="34" y="0"/>
                    <a:pt x="0" y="34"/>
                    <a:pt x="0" y="68"/>
                  </a:cubicBezTo>
                  <a:lnTo>
                    <a:pt x="0" y="171"/>
                  </a:lnTo>
                  <a:cubicBezTo>
                    <a:pt x="0" y="239"/>
                    <a:pt x="34" y="273"/>
                    <a:pt x="102" y="273"/>
                  </a:cubicBezTo>
                  <a:cubicBezTo>
                    <a:pt x="136" y="273"/>
                    <a:pt x="171" y="239"/>
                    <a:pt x="171" y="171"/>
                  </a:cubicBezTo>
                  <a:lnTo>
                    <a:pt x="171" y="68"/>
                  </a:lnTo>
                  <a:cubicBezTo>
                    <a:pt x="171" y="34"/>
                    <a:pt x="136" y="0"/>
                    <a:pt x="102" y="0"/>
                  </a:cubicBezTo>
                  <a:close/>
                  <a:moveTo>
                    <a:pt x="102" y="546"/>
                  </a:moveTo>
                  <a:cubicBezTo>
                    <a:pt x="34" y="546"/>
                    <a:pt x="0" y="580"/>
                    <a:pt x="0" y="649"/>
                  </a:cubicBezTo>
                  <a:lnTo>
                    <a:pt x="0" y="751"/>
                  </a:lnTo>
                  <a:cubicBezTo>
                    <a:pt x="0" y="785"/>
                    <a:pt x="34" y="853"/>
                    <a:pt x="102" y="853"/>
                  </a:cubicBezTo>
                  <a:cubicBezTo>
                    <a:pt x="136" y="853"/>
                    <a:pt x="171" y="785"/>
                    <a:pt x="171" y="751"/>
                  </a:cubicBezTo>
                  <a:lnTo>
                    <a:pt x="171" y="649"/>
                  </a:lnTo>
                  <a:cubicBezTo>
                    <a:pt x="171" y="580"/>
                    <a:pt x="136" y="546"/>
                    <a:pt x="102" y="546"/>
                  </a:cubicBezTo>
                  <a:close/>
                  <a:moveTo>
                    <a:pt x="102" y="1126"/>
                  </a:moveTo>
                  <a:cubicBezTo>
                    <a:pt x="34" y="1126"/>
                    <a:pt x="0" y="1160"/>
                    <a:pt x="0" y="1195"/>
                  </a:cubicBezTo>
                  <a:lnTo>
                    <a:pt x="0" y="1331"/>
                  </a:lnTo>
                  <a:cubicBezTo>
                    <a:pt x="0" y="1365"/>
                    <a:pt x="34" y="1399"/>
                    <a:pt x="102" y="1399"/>
                  </a:cubicBezTo>
                  <a:cubicBezTo>
                    <a:pt x="136" y="1399"/>
                    <a:pt x="171" y="1365"/>
                    <a:pt x="171" y="1331"/>
                  </a:cubicBezTo>
                  <a:lnTo>
                    <a:pt x="171" y="1195"/>
                  </a:lnTo>
                  <a:cubicBezTo>
                    <a:pt x="171" y="1160"/>
                    <a:pt x="136" y="1126"/>
                    <a:pt x="102" y="1126"/>
                  </a:cubicBezTo>
                  <a:close/>
                  <a:moveTo>
                    <a:pt x="102" y="1706"/>
                  </a:moveTo>
                  <a:cubicBezTo>
                    <a:pt x="34" y="1706"/>
                    <a:pt x="0" y="1740"/>
                    <a:pt x="0" y="1775"/>
                  </a:cubicBezTo>
                  <a:lnTo>
                    <a:pt x="0" y="1911"/>
                  </a:lnTo>
                  <a:cubicBezTo>
                    <a:pt x="0" y="1945"/>
                    <a:pt x="34" y="1979"/>
                    <a:pt x="102" y="1979"/>
                  </a:cubicBezTo>
                  <a:cubicBezTo>
                    <a:pt x="136" y="1979"/>
                    <a:pt x="171" y="1945"/>
                    <a:pt x="171" y="1911"/>
                  </a:cubicBezTo>
                  <a:lnTo>
                    <a:pt x="171" y="1775"/>
                  </a:lnTo>
                  <a:cubicBezTo>
                    <a:pt x="171" y="1740"/>
                    <a:pt x="136" y="1706"/>
                    <a:pt x="102" y="1706"/>
                  </a:cubicBezTo>
                  <a:close/>
                  <a:moveTo>
                    <a:pt x="102" y="2286"/>
                  </a:moveTo>
                  <a:cubicBezTo>
                    <a:pt x="34" y="2286"/>
                    <a:pt x="0" y="2321"/>
                    <a:pt x="0" y="2355"/>
                  </a:cubicBezTo>
                  <a:lnTo>
                    <a:pt x="0" y="2457"/>
                  </a:lnTo>
                  <a:cubicBezTo>
                    <a:pt x="0" y="2525"/>
                    <a:pt x="34" y="2559"/>
                    <a:pt x="102" y="2559"/>
                  </a:cubicBezTo>
                  <a:cubicBezTo>
                    <a:pt x="136" y="2559"/>
                    <a:pt x="171" y="2525"/>
                    <a:pt x="171" y="2457"/>
                  </a:cubicBezTo>
                  <a:lnTo>
                    <a:pt x="171" y="2355"/>
                  </a:lnTo>
                  <a:cubicBezTo>
                    <a:pt x="171" y="2321"/>
                    <a:pt x="136" y="2286"/>
                    <a:pt x="102" y="2286"/>
                  </a:cubicBezTo>
                  <a:close/>
                  <a:moveTo>
                    <a:pt x="102" y="2832"/>
                  </a:moveTo>
                  <a:cubicBezTo>
                    <a:pt x="34" y="2832"/>
                    <a:pt x="0" y="2867"/>
                    <a:pt x="0" y="2935"/>
                  </a:cubicBezTo>
                  <a:lnTo>
                    <a:pt x="0" y="3037"/>
                  </a:lnTo>
                  <a:cubicBezTo>
                    <a:pt x="0" y="3105"/>
                    <a:pt x="34" y="3140"/>
                    <a:pt x="102" y="3140"/>
                  </a:cubicBezTo>
                  <a:cubicBezTo>
                    <a:pt x="136" y="3140"/>
                    <a:pt x="171" y="3105"/>
                    <a:pt x="171" y="3037"/>
                  </a:cubicBezTo>
                  <a:lnTo>
                    <a:pt x="171" y="2935"/>
                  </a:lnTo>
                  <a:cubicBezTo>
                    <a:pt x="171" y="2867"/>
                    <a:pt x="136" y="2832"/>
                    <a:pt x="102" y="2832"/>
                  </a:cubicBezTo>
                  <a:close/>
                  <a:moveTo>
                    <a:pt x="102" y="3413"/>
                  </a:moveTo>
                  <a:cubicBezTo>
                    <a:pt x="34" y="3413"/>
                    <a:pt x="0" y="3447"/>
                    <a:pt x="0" y="3515"/>
                  </a:cubicBezTo>
                  <a:lnTo>
                    <a:pt x="0" y="3617"/>
                  </a:lnTo>
                  <a:cubicBezTo>
                    <a:pt x="0" y="3651"/>
                    <a:pt x="34" y="3686"/>
                    <a:pt x="102" y="3686"/>
                  </a:cubicBezTo>
                  <a:cubicBezTo>
                    <a:pt x="136" y="3686"/>
                    <a:pt x="171" y="3651"/>
                    <a:pt x="171" y="3617"/>
                  </a:cubicBezTo>
                  <a:lnTo>
                    <a:pt x="171" y="3515"/>
                  </a:lnTo>
                  <a:cubicBezTo>
                    <a:pt x="171" y="3447"/>
                    <a:pt x="136" y="3413"/>
                    <a:pt x="102" y="3413"/>
                  </a:cubicBezTo>
                  <a:close/>
                  <a:moveTo>
                    <a:pt x="102" y="3993"/>
                  </a:moveTo>
                  <a:cubicBezTo>
                    <a:pt x="34" y="3993"/>
                    <a:pt x="0" y="4027"/>
                    <a:pt x="0" y="4061"/>
                  </a:cubicBezTo>
                  <a:lnTo>
                    <a:pt x="0" y="4197"/>
                  </a:lnTo>
                  <a:cubicBezTo>
                    <a:pt x="0" y="4231"/>
                    <a:pt x="34" y="4266"/>
                    <a:pt x="102" y="4266"/>
                  </a:cubicBezTo>
                  <a:cubicBezTo>
                    <a:pt x="136" y="4266"/>
                    <a:pt x="171" y="4231"/>
                    <a:pt x="171" y="4197"/>
                  </a:cubicBezTo>
                  <a:lnTo>
                    <a:pt x="171" y="4061"/>
                  </a:lnTo>
                  <a:cubicBezTo>
                    <a:pt x="171" y="4027"/>
                    <a:pt x="136" y="3993"/>
                    <a:pt x="102" y="3993"/>
                  </a:cubicBezTo>
                  <a:close/>
                  <a:moveTo>
                    <a:pt x="102" y="4573"/>
                  </a:moveTo>
                  <a:cubicBezTo>
                    <a:pt x="34" y="4573"/>
                    <a:pt x="0" y="4607"/>
                    <a:pt x="0" y="4641"/>
                  </a:cubicBezTo>
                  <a:lnTo>
                    <a:pt x="0" y="4743"/>
                  </a:lnTo>
                  <a:cubicBezTo>
                    <a:pt x="0" y="4812"/>
                    <a:pt x="34" y="4846"/>
                    <a:pt x="102" y="4846"/>
                  </a:cubicBezTo>
                  <a:cubicBezTo>
                    <a:pt x="136" y="4846"/>
                    <a:pt x="171" y="4812"/>
                    <a:pt x="171" y="4743"/>
                  </a:cubicBezTo>
                  <a:lnTo>
                    <a:pt x="171" y="4641"/>
                  </a:lnTo>
                  <a:cubicBezTo>
                    <a:pt x="171" y="4607"/>
                    <a:pt x="136" y="4573"/>
                    <a:pt x="102" y="4573"/>
                  </a:cubicBezTo>
                  <a:close/>
                  <a:moveTo>
                    <a:pt x="102" y="5119"/>
                  </a:moveTo>
                  <a:cubicBezTo>
                    <a:pt x="34" y="5119"/>
                    <a:pt x="0" y="5187"/>
                    <a:pt x="0" y="5221"/>
                  </a:cubicBezTo>
                  <a:lnTo>
                    <a:pt x="0" y="5323"/>
                  </a:lnTo>
                  <a:cubicBezTo>
                    <a:pt x="0" y="5392"/>
                    <a:pt x="34" y="5426"/>
                    <a:pt x="102" y="5426"/>
                  </a:cubicBezTo>
                  <a:cubicBezTo>
                    <a:pt x="136" y="5426"/>
                    <a:pt x="171" y="5392"/>
                    <a:pt x="171" y="5323"/>
                  </a:cubicBezTo>
                  <a:lnTo>
                    <a:pt x="171" y="5221"/>
                  </a:lnTo>
                  <a:cubicBezTo>
                    <a:pt x="171" y="5187"/>
                    <a:pt x="136" y="5119"/>
                    <a:pt x="102" y="5119"/>
                  </a:cubicBezTo>
                  <a:close/>
                  <a:moveTo>
                    <a:pt x="102" y="5699"/>
                  </a:moveTo>
                  <a:cubicBezTo>
                    <a:pt x="34" y="5699"/>
                    <a:pt x="0" y="5733"/>
                    <a:pt x="0" y="5801"/>
                  </a:cubicBezTo>
                  <a:lnTo>
                    <a:pt x="0" y="5904"/>
                  </a:lnTo>
                  <a:cubicBezTo>
                    <a:pt x="0" y="5938"/>
                    <a:pt x="34" y="6006"/>
                    <a:pt x="102" y="6006"/>
                  </a:cubicBezTo>
                  <a:cubicBezTo>
                    <a:pt x="136" y="6006"/>
                    <a:pt x="171" y="5938"/>
                    <a:pt x="171" y="5904"/>
                  </a:cubicBezTo>
                  <a:lnTo>
                    <a:pt x="171" y="5801"/>
                  </a:lnTo>
                  <a:cubicBezTo>
                    <a:pt x="171" y="5733"/>
                    <a:pt x="136" y="5699"/>
                    <a:pt x="102" y="5699"/>
                  </a:cubicBezTo>
                  <a:close/>
                  <a:moveTo>
                    <a:pt x="102" y="6279"/>
                  </a:moveTo>
                  <a:cubicBezTo>
                    <a:pt x="34" y="6279"/>
                    <a:pt x="0" y="6313"/>
                    <a:pt x="0" y="6347"/>
                  </a:cubicBezTo>
                  <a:lnTo>
                    <a:pt x="0" y="6484"/>
                  </a:lnTo>
                  <a:cubicBezTo>
                    <a:pt x="0" y="6518"/>
                    <a:pt x="34" y="6552"/>
                    <a:pt x="102" y="6552"/>
                  </a:cubicBezTo>
                  <a:cubicBezTo>
                    <a:pt x="136" y="6552"/>
                    <a:pt x="171" y="6518"/>
                    <a:pt x="171" y="6484"/>
                  </a:cubicBezTo>
                  <a:lnTo>
                    <a:pt x="171" y="6347"/>
                  </a:lnTo>
                  <a:cubicBezTo>
                    <a:pt x="171" y="6313"/>
                    <a:pt x="136" y="6279"/>
                    <a:pt x="102" y="6279"/>
                  </a:cubicBezTo>
                  <a:close/>
                  <a:moveTo>
                    <a:pt x="102" y="6859"/>
                  </a:moveTo>
                  <a:cubicBezTo>
                    <a:pt x="34" y="6859"/>
                    <a:pt x="0" y="6893"/>
                    <a:pt x="0" y="6927"/>
                  </a:cubicBezTo>
                  <a:lnTo>
                    <a:pt x="0" y="7064"/>
                  </a:lnTo>
                  <a:cubicBezTo>
                    <a:pt x="0" y="7098"/>
                    <a:pt x="34" y="7132"/>
                    <a:pt x="102" y="7132"/>
                  </a:cubicBezTo>
                  <a:cubicBezTo>
                    <a:pt x="136" y="7132"/>
                    <a:pt x="171" y="7098"/>
                    <a:pt x="171" y="7064"/>
                  </a:cubicBezTo>
                  <a:lnTo>
                    <a:pt x="171" y="6927"/>
                  </a:lnTo>
                  <a:cubicBezTo>
                    <a:pt x="171" y="6893"/>
                    <a:pt x="136" y="6859"/>
                    <a:pt x="102" y="6859"/>
                  </a:cubicBezTo>
                  <a:close/>
                  <a:moveTo>
                    <a:pt x="102" y="7439"/>
                  </a:moveTo>
                  <a:cubicBezTo>
                    <a:pt x="34" y="7439"/>
                    <a:pt x="0" y="7473"/>
                    <a:pt x="0" y="7507"/>
                  </a:cubicBezTo>
                  <a:lnTo>
                    <a:pt x="0" y="7610"/>
                  </a:lnTo>
                  <a:cubicBezTo>
                    <a:pt x="0" y="7678"/>
                    <a:pt x="34" y="7712"/>
                    <a:pt x="102" y="7712"/>
                  </a:cubicBezTo>
                  <a:cubicBezTo>
                    <a:pt x="136" y="7712"/>
                    <a:pt x="171" y="7678"/>
                    <a:pt x="171" y="7610"/>
                  </a:cubicBezTo>
                  <a:lnTo>
                    <a:pt x="171" y="7507"/>
                  </a:lnTo>
                  <a:cubicBezTo>
                    <a:pt x="171" y="7473"/>
                    <a:pt x="136" y="7439"/>
                    <a:pt x="102" y="7439"/>
                  </a:cubicBezTo>
                  <a:close/>
                  <a:moveTo>
                    <a:pt x="102" y="7985"/>
                  </a:moveTo>
                  <a:cubicBezTo>
                    <a:pt x="34" y="7985"/>
                    <a:pt x="0" y="8019"/>
                    <a:pt x="0" y="8087"/>
                  </a:cubicBezTo>
                  <a:lnTo>
                    <a:pt x="0" y="8190"/>
                  </a:lnTo>
                  <a:cubicBezTo>
                    <a:pt x="0" y="8258"/>
                    <a:pt x="34" y="8292"/>
                    <a:pt x="102" y="8292"/>
                  </a:cubicBezTo>
                  <a:cubicBezTo>
                    <a:pt x="136" y="8292"/>
                    <a:pt x="171" y="8258"/>
                    <a:pt x="171" y="8190"/>
                  </a:cubicBezTo>
                  <a:lnTo>
                    <a:pt x="171" y="8087"/>
                  </a:lnTo>
                  <a:cubicBezTo>
                    <a:pt x="171" y="8019"/>
                    <a:pt x="136" y="7985"/>
                    <a:pt x="102" y="7985"/>
                  </a:cubicBezTo>
                  <a:close/>
                  <a:moveTo>
                    <a:pt x="102" y="8565"/>
                  </a:moveTo>
                  <a:cubicBezTo>
                    <a:pt x="34" y="8565"/>
                    <a:pt x="0" y="8599"/>
                    <a:pt x="0" y="8667"/>
                  </a:cubicBezTo>
                  <a:lnTo>
                    <a:pt x="0" y="8770"/>
                  </a:lnTo>
                  <a:cubicBezTo>
                    <a:pt x="0" y="8804"/>
                    <a:pt x="34" y="8838"/>
                    <a:pt x="102" y="8838"/>
                  </a:cubicBezTo>
                  <a:cubicBezTo>
                    <a:pt x="136" y="8838"/>
                    <a:pt x="171" y="8804"/>
                    <a:pt x="171" y="8770"/>
                  </a:cubicBezTo>
                  <a:lnTo>
                    <a:pt x="171" y="8667"/>
                  </a:lnTo>
                  <a:cubicBezTo>
                    <a:pt x="171" y="8599"/>
                    <a:pt x="136" y="8565"/>
                    <a:pt x="102" y="8565"/>
                  </a:cubicBezTo>
                  <a:close/>
                  <a:moveTo>
                    <a:pt x="102" y="9145"/>
                  </a:moveTo>
                  <a:cubicBezTo>
                    <a:pt x="34" y="9145"/>
                    <a:pt x="0" y="9179"/>
                    <a:pt x="0" y="9213"/>
                  </a:cubicBezTo>
                  <a:lnTo>
                    <a:pt x="0" y="9350"/>
                  </a:lnTo>
                  <a:cubicBezTo>
                    <a:pt x="0" y="9384"/>
                    <a:pt x="34" y="9418"/>
                    <a:pt x="102" y="9418"/>
                  </a:cubicBezTo>
                  <a:cubicBezTo>
                    <a:pt x="136" y="9418"/>
                    <a:pt x="171" y="9384"/>
                    <a:pt x="171" y="9350"/>
                  </a:cubicBezTo>
                  <a:lnTo>
                    <a:pt x="171" y="9213"/>
                  </a:lnTo>
                  <a:cubicBezTo>
                    <a:pt x="171" y="9179"/>
                    <a:pt x="136" y="9145"/>
                    <a:pt x="102" y="9145"/>
                  </a:cubicBezTo>
                  <a:close/>
                  <a:moveTo>
                    <a:pt x="102" y="9725"/>
                  </a:moveTo>
                  <a:cubicBezTo>
                    <a:pt x="34" y="9725"/>
                    <a:pt x="0" y="9759"/>
                    <a:pt x="0" y="9794"/>
                  </a:cubicBezTo>
                  <a:lnTo>
                    <a:pt x="0" y="9896"/>
                  </a:lnTo>
                  <a:cubicBezTo>
                    <a:pt x="0" y="9964"/>
                    <a:pt x="34" y="9998"/>
                    <a:pt x="102" y="9998"/>
                  </a:cubicBezTo>
                  <a:cubicBezTo>
                    <a:pt x="136" y="9998"/>
                    <a:pt x="171" y="9964"/>
                    <a:pt x="171" y="9896"/>
                  </a:cubicBezTo>
                  <a:lnTo>
                    <a:pt x="171" y="9794"/>
                  </a:lnTo>
                  <a:cubicBezTo>
                    <a:pt x="171" y="9759"/>
                    <a:pt x="136" y="9725"/>
                    <a:pt x="102" y="9725"/>
                  </a:cubicBezTo>
                  <a:close/>
                  <a:moveTo>
                    <a:pt x="102" y="10271"/>
                  </a:moveTo>
                  <a:cubicBezTo>
                    <a:pt x="34" y="10271"/>
                    <a:pt x="0" y="10340"/>
                    <a:pt x="0" y="10374"/>
                  </a:cubicBezTo>
                  <a:lnTo>
                    <a:pt x="0" y="10476"/>
                  </a:lnTo>
                  <a:cubicBezTo>
                    <a:pt x="0" y="10544"/>
                    <a:pt x="34" y="10578"/>
                    <a:pt x="102" y="10578"/>
                  </a:cubicBezTo>
                  <a:cubicBezTo>
                    <a:pt x="136" y="10578"/>
                    <a:pt x="171" y="10544"/>
                    <a:pt x="171" y="10476"/>
                  </a:cubicBezTo>
                  <a:lnTo>
                    <a:pt x="171" y="10374"/>
                  </a:lnTo>
                  <a:cubicBezTo>
                    <a:pt x="171" y="10340"/>
                    <a:pt x="136" y="10271"/>
                    <a:pt x="102" y="10271"/>
                  </a:cubicBezTo>
                  <a:close/>
                  <a:moveTo>
                    <a:pt x="102" y="10851"/>
                  </a:moveTo>
                  <a:cubicBezTo>
                    <a:pt x="34" y="10851"/>
                    <a:pt x="0" y="10885"/>
                    <a:pt x="0" y="10954"/>
                  </a:cubicBezTo>
                  <a:lnTo>
                    <a:pt x="0" y="11056"/>
                  </a:lnTo>
                  <a:cubicBezTo>
                    <a:pt x="0" y="11090"/>
                    <a:pt x="34" y="11158"/>
                    <a:pt x="102" y="11158"/>
                  </a:cubicBezTo>
                  <a:cubicBezTo>
                    <a:pt x="136" y="11158"/>
                    <a:pt x="171" y="11090"/>
                    <a:pt x="171" y="11056"/>
                  </a:cubicBezTo>
                  <a:lnTo>
                    <a:pt x="171" y="10954"/>
                  </a:lnTo>
                  <a:cubicBezTo>
                    <a:pt x="171" y="10885"/>
                    <a:pt x="136" y="10851"/>
                    <a:pt x="102" y="10851"/>
                  </a:cubicBezTo>
                  <a:close/>
                  <a:moveTo>
                    <a:pt x="102" y="11431"/>
                  </a:moveTo>
                  <a:cubicBezTo>
                    <a:pt x="34" y="11431"/>
                    <a:pt x="0" y="11466"/>
                    <a:pt x="0" y="11500"/>
                  </a:cubicBezTo>
                  <a:lnTo>
                    <a:pt x="0" y="11636"/>
                  </a:lnTo>
                  <a:cubicBezTo>
                    <a:pt x="0" y="11670"/>
                    <a:pt x="34" y="11704"/>
                    <a:pt x="102" y="11704"/>
                  </a:cubicBezTo>
                  <a:cubicBezTo>
                    <a:pt x="136" y="11704"/>
                    <a:pt x="171" y="11670"/>
                    <a:pt x="171" y="11636"/>
                  </a:cubicBezTo>
                  <a:lnTo>
                    <a:pt x="171" y="11500"/>
                  </a:lnTo>
                  <a:cubicBezTo>
                    <a:pt x="171" y="11466"/>
                    <a:pt x="136" y="11431"/>
                    <a:pt x="102" y="1143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" name="Google Shape;1809;p45">
              <a:extLst>
                <a:ext uri="{FF2B5EF4-FFF2-40B4-BE49-F238E27FC236}">
                  <a16:creationId xmlns:a16="http://schemas.microsoft.com/office/drawing/2014/main" id="{AFCA357A-6F04-DCD4-56B6-19CC060A95A8}"/>
                </a:ext>
              </a:extLst>
            </p:cNvPr>
            <p:cNvSpPr/>
            <p:nvPr/>
          </p:nvSpPr>
          <p:spPr>
            <a:xfrm>
              <a:off x="964854" y="1388272"/>
              <a:ext cx="3833" cy="223608"/>
            </a:xfrm>
            <a:custGeom>
              <a:avLst/>
              <a:gdLst/>
              <a:ahLst/>
              <a:cxnLst/>
              <a:rect l="l" t="t" r="r" b="b"/>
              <a:pathLst>
                <a:path w="172" h="10034" extrusionOk="0">
                  <a:moveTo>
                    <a:pt x="69" y="1"/>
                  </a:moveTo>
                  <a:cubicBezTo>
                    <a:pt x="35" y="1"/>
                    <a:pt x="1" y="35"/>
                    <a:pt x="1" y="69"/>
                  </a:cubicBezTo>
                  <a:lnTo>
                    <a:pt x="1" y="206"/>
                  </a:lnTo>
                  <a:cubicBezTo>
                    <a:pt x="1" y="240"/>
                    <a:pt x="35" y="274"/>
                    <a:pt x="69" y="274"/>
                  </a:cubicBezTo>
                  <a:cubicBezTo>
                    <a:pt x="137" y="274"/>
                    <a:pt x="171" y="240"/>
                    <a:pt x="171" y="206"/>
                  </a:cubicBezTo>
                  <a:lnTo>
                    <a:pt x="171" y="69"/>
                  </a:lnTo>
                  <a:cubicBezTo>
                    <a:pt x="171" y="35"/>
                    <a:pt x="137" y="1"/>
                    <a:pt x="69" y="1"/>
                  </a:cubicBezTo>
                  <a:close/>
                  <a:moveTo>
                    <a:pt x="69" y="581"/>
                  </a:moveTo>
                  <a:cubicBezTo>
                    <a:pt x="35" y="581"/>
                    <a:pt x="1" y="615"/>
                    <a:pt x="1" y="649"/>
                  </a:cubicBezTo>
                  <a:lnTo>
                    <a:pt x="1" y="786"/>
                  </a:lnTo>
                  <a:cubicBezTo>
                    <a:pt x="1" y="820"/>
                    <a:pt x="35" y="854"/>
                    <a:pt x="69" y="854"/>
                  </a:cubicBezTo>
                  <a:cubicBezTo>
                    <a:pt x="137" y="854"/>
                    <a:pt x="171" y="820"/>
                    <a:pt x="171" y="786"/>
                  </a:cubicBezTo>
                  <a:lnTo>
                    <a:pt x="171" y="649"/>
                  </a:lnTo>
                  <a:cubicBezTo>
                    <a:pt x="171" y="615"/>
                    <a:pt x="137" y="581"/>
                    <a:pt x="69" y="581"/>
                  </a:cubicBezTo>
                  <a:close/>
                  <a:moveTo>
                    <a:pt x="69" y="1161"/>
                  </a:moveTo>
                  <a:cubicBezTo>
                    <a:pt x="35" y="1161"/>
                    <a:pt x="1" y="1195"/>
                    <a:pt x="1" y="1229"/>
                  </a:cubicBezTo>
                  <a:lnTo>
                    <a:pt x="1" y="1332"/>
                  </a:lnTo>
                  <a:cubicBezTo>
                    <a:pt x="1" y="1400"/>
                    <a:pt x="35" y="1434"/>
                    <a:pt x="69" y="1434"/>
                  </a:cubicBezTo>
                  <a:cubicBezTo>
                    <a:pt x="137" y="1434"/>
                    <a:pt x="171" y="1400"/>
                    <a:pt x="171" y="1332"/>
                  </a:cubicBezTo>
                  <a:lnTo>
                    <a:pt x="171" y="1229"/>
                  </a:lnTo>
                  <a:cubicBezTo>
                    <a:pt x="171" y="1195"/>
                    <a:pt x="137" y="1161"/>
                    <a:pt x="69" y="1161"/>
                  </a:cubicBezTo>
                  <a:close/>
                  <a:moveTo>
                    <a:pt x="69" y="1707"/>
                  </a:moveTo>
                  <a:cubicBezTo>
                    <a:pt x="35" y="1707"/>
                    <a:pt x="1" y="1741"/>
                    <a:pt x="1" y="1809"/>
                  </a:cubicBezTo>
                  <a:lnTo>
                    <a:pt x="1" y="1912"/>
                  </a:lnTo>
                  <a:cubicBezTo>
                    <a:pt x="1" y="1980"/>
                    <a:pt x="35" y="2014"/>
                    <a:pt x="69" y="2014"/>
                  </a:cubicBezTo>
                  <a:cubicBezTo>
                    <a:pt x="137" y="2014"/>
                    <a:pt x="171" y="1980"/>
                    <a:pt x="171" y="1912"/>
                  </a:cubicBezTo>
                  <a:lnTo>
                    <a:pt x="171" y="1809"/>
                  </a:lnTo>
                  <a:cubicBezTo>
                    <a:pt x="171" y="1741"/>
                    <a:pt x="137" y="1707"/>
                    <a:pt x="69" y="1707"/>
                  </a:cubicBezTo>
                  <a:close/>
                  <a:moveTo>
                    <a:pt x="69" y="2287"/>
                  </a:moveTo>
                  <a:cubicBezTo>
                    <a:pt x="35" y="2287"/>
                    <a:pt x="1" y="2321"/>
                    <a:pt x="1" y="2390"/>
                  </a:cubicBezTo>
                  <a:lnTo>
                    <a:pt x="1" y="2492"/>
                  </a:lnTo>
                  <a:cubicBezTo>
                    <a:pt x="1" y="2526"/>
                    <a:pt x="35" y="2560"/>
                    <a:pt x="69" y="2560"/>
                  </a:cubicBezTo>
                  <a:cubicBezTo>
                    <a:pt x="137" y="2560"/>
                    <a:pt x="171" y="2526"/>
                    <a:pt x="171" y="2492"/>
                  </a:cubicBezTo>
                  <a:lnTo>
                    <a:pt x="171" y="2390"/>
                  </a:lnTo>
                  <a:cubicBezTo>
                    <a:pt x="171" y="2321"/>
                    <a:pt x="137" y="2287"/>
                    <a:pt x="69" y="2287"/>
                  </a:cubicBezTo>
                  <a:close/>
                  <a:moveTo>
                    <a:pt x="69" y="2867"/>
                  </a:moveTo>
                  <a:cubicBezTo>
                    <a:pt x="35" y="2867"/>
                    <a:pt x="1" y="2901"/>
                    <a:pt x="1" y="2935"/>
                  </a:cubicBezTo>
                  <a:lnTo>
                    <a:pt x="1" y="3072"/>
                  </a:lnTo>
                  <a:cubicBezTo>
                    <a:pt x="1" y="3106"/>
                    <a:pt x="35" y="3140"/>
                    <a:pt x="69" y="3140"/>
                  </a:cubicBezTo>
                  <a:cubicBezTo>
                    <a:pt x="137" y="3140"/>
                    <a:pt x="171" y="3106"/>
                    <a:pt x="171" y="3072"/>
                  </a:cubicBezTo>
                  <a:lnTo>
                    <a:pt x="171" y="2935"/>
                  </a:lnTo>
                  <a:cubicBezTo>
                    <a:pt x="171" y="2901"/>
                    <a:pt x="137" y="2867"/>
                    <a:pt x="69" y="2867"/>
                  </a:cubicBezTo>
                  <a:close/>
                  <a:moveTo>
                    <a:pt x="69" y="3447"/>
                  </a:moveTo>
                  <a:cubicBezTo>
                    <a:pt x="35" y="3447"/>
                    <a:pt x="1" y="3481"/>
                    <a:pt x="1" y="3516"/>
                  </a:cubicBezTo>
                  <a:lnTo>
                    <a:pt x="1" y="3618"/>
                  </a:lnTo>
                  <a:cubicBezTo>
                    <a:pt x="1" y="3686"/>
                    <a:pt x="35" y="3720"/>
                    <a:pt x="69" y="3720"/>
                  </a:cubicBezTo>
                  <a:cubicBezTo>
                    <a:pt x="137" y="3720"/>
                    <a:pt x="171" y="3686"/>
                    <a:pt x="171" y="3618"/>
                  </a:cubicBezTo>
                  <a:lnTo>
                    <a:pt x="171" y="3516"/>
                  </a:lnTo>
                  <a:cubicBezTo>
                    <a:pt x="171" y="3481"/>
                    <a:pt x="137" y="3447"/>
                    <a:pt x="69" y="3447"/>
                  </a:cubicBezTo>
                  <a:close/>
                  <a:moveTo>
                    <a:pt x="69" y="3993"/>
                  </a:moveTo>
                  <a:cubicBezTo>
                    <a:pt x="35" y="3993"/>
                    <a:pt x="1" y="4062"/>
                    <a:pt x="1" y="4096"/>
                  </a:cubicBezTo>
                  <a:lnTo>
                    <a:pt x="1" y="4198"/>
                  </a:lnTo>
                  <a:cubicBezTo>
                    <a:pt x="1" y="4266"/>
                    <a:pt x="35" y="4300"/>
                    <a:pt x="69" y="4300"/>
                  </a:cubicBezTo>
                  <a:cubicBezTo>
                    <a:pt x="137" y="4300"/>
                    <a:pt x="171" y="4266"/>
                    <a:pt x="171" y="4198"/>
                  </a:cubicBezTo>
                  <a:lnTo>
                    <a:pt x="171" y="4096"/>
                  </a:lnTo>
                  <a:cubicBezTo>
                    <a:pt x="171" y="4062"/>
                    <a:pt x="137" y="3993"/>
                    <a:pt x="69" y="3993"/>
                  </a:cubicBezTo>
                  <a:close/>
                  <a:moveTo>
                    <a:pt x="69" y="4573"/>
                  </a:moveTo>
                  <a:cubicBezTo>
                    <a:pt x="35" y="4573"/>
                    <a:pt x="1" y="4608"/>
                    <a:pt x="1" y="4676"/>
                  </a:cubicBezTo>
                  <a:lnTo>
                    <a:pt x="1" y="4778"/>
                  </a:lnTo>
                  <a:cubicBezTo>
                    <a:pt x="1" y="4812"/>
                    <a:pt x="35" y="4880"/>
                    <a:pt x="69" y="4880"/>
                  </a:cubicBezTo>
                  <a:cubicBezTo>
                    <a:pt x="137" y="4880"/>
                    <a:pt x="171" y="4812"/>
                    <a:pt x="171" y="4778"/>
                  </a:cubicBezTo>
                  <a:lnTo>
                    <a:pt x="171" y="4676"/>
                  </a:lnTo>
                  <a:cubicBezTo>
                    <a:pt x="171" y="4608"/>
                    <a:pt x="137" y="4573"/>
                    <a:pt x="69" y="4573"/>
                  </a:cubicBezTo>
                  <a:close/>
                  <a:moveTo>
                    <a:pt x="69" y="5153"/>
                  </a:moveTo>
                  <a:cubicBezTo>
                    <a:pt x="35" y="5153"/>
                    <a:pt x="1" y="5188"/>
                    <a:pt x="1" y="5222"/>
                  </a:cubicBezTo>
                  <a:lnTo>
                    <a:pt x="1" y="5358"/>
                  </a:lnTo>
                  <a:cubicBezTo>
                    <a:pt x="1" y="5392"/>
                    <a:pt x="35" y="5426"/>
                    <a:pt x="69" y="5426"/>
                  </a:cubicBezTo>
                  <a:cubicBezTo>
                    <a:pt x="137" y="5426"/>
                    <a:pt x="171" y="5392"/>
                    <a:pt x="171" y="5358"/>
                  </a:cubicBezTo>
                  <a:lnTo>
                    <a:pt x="171" y="5222"/>
                  </a:lnTo>
                  <a:cubicBezTo>
                    <a:pt x="171" y="5188"/>
                    <a:pt x="137" y="5153"/>
                    <a:pt x="69" y="5153"/>
                  </a:cubicBezTo>
                  <a:close/>
                  <a:moveTo>
                    <a:pt x="69" y="5734"/>
                  </a:moveTo>
                  <a:cubicBezTo>
                    <a:pt x="35" y="5734"/>
                    <a:pt x="1" y="5768"/>
                    <a:pt x="1" y="5802"/>
                  </a:cubicBezTo>
                  <a:lnTo>
                    <a:pt x="1" y="5938"/>
                  </a:lnTo>
                  <a:cubicBezTo>
                    <a:pt x="1" y="5972"/>
                    <a:pt x="35" y="6007"/>
                    <a:pt x="69" y="6007"/>
                  </a:cubicBezTo>
                  <a:cubicBezTo>
                    <a:pt x="137" y="6007"/>
                    <a:pt x="171" y="5972"/>
                    <a:pt x="171" y="5938"/>
                  </a:cubicBezTo>
                  <a:lnTo>
                    <a:pt x="171" y="5802"/>
                  </a:lnTo>
                  <a:cubicBezTo>
                    <a:pt x="171" y="5768"/>
                    <a:pt x="137" y="5734"/>
                    <a:pt x="69" y="5734"/>
                  </a:cubicBezTo>
                  <a:close/>
                  <a:moveTo>
                    <a:pt x="69" y="6314"/>
                  </a:moveTo>
                  <a:cubicBezTo>
                    <a:pt x="35" y="6314"/>
                    <a:pt x="1" y="6348"/>
                    <a:pt x="1" y="6382"/>
                  </a:cubicBezTo>
                  <a:lnTo>
                    <a:pt x="1" y="6484"/>
                  </a:lnTo>
                  <a:cubicBezTo>
                    <a:pt x="1" y="6553"/>
                    <a:pt x="35" y="6587"/>
                    <a:pt x="69" y="6587"/>
                  </a:cubicBezTo>
                  <a:cubicBezTo>
                    <a:pt x="137" y="6587"/>
                    <a:pt x="171" y="6553"/>
                    <a:pt x="171" y="6484"/>
                  </a:cubicBezTo>
                  <a:lnTo>
                    <a:pt x="171" y="6382"/>
                  </a:lnTo>
                  <a:cubicBezTo>
                    <a:pt x="171" y="6348"/>
                    <a:pt x="137" y="6314"/>
                    <a:pt x="69" y="6314"/>
                  </a:cubicBezTo>
                  <a:close/>
                  <a:moveTo>
                    <a:pt x="69" y="6860"/>
                  </a:moveTo>
                  <a:cubicBezTo>
                    <a:pt x="35" y="6860"/>
                    <a:pt x="1" y="6894"/>
                    <a:pt x="1" y="6962"/>
                  </a:cubicBezTo>
                  <a:lnTo>
                    <a:pt x="1" y="7064"/>
                  </a:lnTo>
                  <a:cubicBezTo>
                    <a:pt x="1" y="7133"/>
                    <a:pt x="35" y="7167"/>
                    <a:pt x="69" y="7167"/>
                  </a:cubicBezTo>
                  <a:cubicBezTo>
                    <a:pt x="137" y="7167"/>
                    <a:pt x="171" y="7133"/>
                    <a:pt x="171" y="7064"/>
                  </a:cubicBezTo>
                  <a:lnTo>
                    <a:pt x="171" y="6962"/>
                  </a:lnTo>
                  <a:cubicBezTo>
                    <a:pt x="171" y="6894"/>
                    <a:pt x="137" y="6860"/>
                    <a:pt x="69" y="6860"/>
                  </a:cubicBezTo>
                  <a:close/>
                  <a:moveTo>
                    <a:pt x="69" y="7440"/>
                  </a:moveTo>
                  <a:cubicBezTo>
                    <a:pt x="35" y="7440"/>
                    <a:pt x="1" y="7474"/>
                    <a:pt x="1" y="7542"/>
                  </a:cubicBezTo>
                  <a:lnTo>
                    <a:pt x="1" y="7644"/>
                  </a:lnTo>
                  <a:cubicBezTo>
                    <a:pt x="1" y="7679"/>
                    <a:pt x="35" y="7713"/>
                    <a:pt x="69" y="7713"/>
                  </a:cubicBezTo>
                  <a:cubicBezTo>
                    <a:pt x="137" y="7713"/>
                    <a:pt x="171" y="7679"/>
                    <a:pt x="171" y="7644"/>
                  </a:cubicBezTo>
                  <a:lnTo>
                    <a:pt x="171" y="7542"/>
                  </a:lnTo>
                  <a:cubicBezTo>
                    <a:pt x="171" y="7474"/>
                    <a:pt x="137" y="7440"/>
                    <a:pt x="69" y="7440"/>
                  </a:cubicBezTo>
                  <a:close/>
                  <a:moveTo>
                    <a:pt x="69" y="8020"/>
                  </a:moveTo>
                  <a:cubicBezTo>
                    <a:pt x="35" y="8020"/>
                    <a:pt x="1" y="8054"/>
                    <a:pt x="1" y="8088"/>
                  </a:cubicBezTo>
                  <a:lnTo>
                    <a:pt x="1" y="8225"/>
                  </a:lnTo>
                  <a:cubicBezTo>
                    <a:pt x="1" y="8259"/>
                    <a:pt x="35" y="8293"/>
                    <a:pt x="69" y="8293"/>
                  </a:cubicBezTo>
                  <a:cubicBezTo>
                    <a:pt x="137" y="8293"/>
                    <a:pt x="171" y="8259"/>
                    <a:pt x="171" y="8225"/>
                  </a:cubicBezTo>
                  <a:lnTo>
                    <a:pt x="171" y="8088"/>
                  </a:lnTo>
                  <a:cubicBezTo>
                    <a:pt x="171" y="8054"/>
                    <a:pt x="137" y="8020"/>
                    <a:pt x="69" y="8020"/>
                  </a:cubicBezTo>
                  <a:close/>
                  <a:moveTo>
                    <a:pt x="69" y="8600"/>
                  </a:moveTo>
                  <a:cubicBezTo>
                    <a:pt x="35" y="8600"/>
                    <a:pt x="1" y="8634"/>
                    <a:pt x="1" y="8668"/>
                  </a:cubicBezTo>
                  <a:lnTo>
                    <a:pt x="1" y="8771"/>
                  </a:lnTo>
                  <a:cubicBezTo>
                    <a:pt x="1" y="8839"/>
                    <a:pt x="35" y="8873"/>
                    <a:pt x="69" y="8873"/>
                  </a:cubicBezTo>
                  <a:cubicBezTo>
                    <a:pt x="137" y="8873"/>
                    <a:pt x="171" y="8839"/>
                    <a:pt x="171" y="8771"/>
                  </a:cubicBezTo>
                  <a:lnTo>
                    <a:pt x="171" y="8668"/>
                  </a:lnTo>
                  <a:cubicBezTo>
                    <a:pt x="171" y="8634"/>
                    <a:pt x="137" y="8600"/>
                    <a:pt x="69" y="8600"/>
                  </a:cubicBezTo>
                  <a:close/>
                  <a:moveTo>
                    <a:pt x="69" y="9146"/>
                  </a:moveTo>
                  <a:cubicBezTo>
                    <a:pt x="35" y="9146"/>
                    <a:pt x="1" y="9214"/>
                    <a:pt x="1" y="9248"/>
                  </a:cubicBezTo>
                  <a:lnTo>
                    <a:pt x="1" y="9351"/>
                  </a:lnTo>
                  <a:cubicBezTo>
                    <a:pt x="1" y="9419"/>
                    <a:pt x="35" y="9453"/>
                    <a:pt x="69" y="9453"/>
                  </a:cubicBezTo>
                  <a:cubicBezTo>
                    <a:pt x="137" y="9453"/>
                    <a:pt x="171" y="9419"/>
                    <a:pt x="171" y="9351"/>
                  </a:cubicBezTo>
                  <a:lnTo>
                    <a:pt x="171" y="9248"/>
                  </a:lnTo>
                  <a:cubicBezTo>
                    <a:pt x="171" y="9214"/>
                    <a:pt x="137" y="9146"/>
                    <a:pt x="69" y="9146"/>
                  </a:cubicBezTo>
                  <a:close/>
                  <a:moveTo>
                    <a:pt x="69" y="9726"/>
                  </a:moveTo>
                  <a:cubicBezTo>
                    <a:pt x="35" y="9726"/>
                    <a:pt x="1" y="9760"/>
                    <a:pt x="1" y="9828"/>
                  </a:cubicBezTo>
                  <a:lnTo>
                    <a:pt x="1" y="9931"/>
                  </a:lnTo>
                  <a:cubicBezTo>
                    <a:pt x="1" y="9965"/>
                    <a:pt x="35" y="10033"/>
                    <a:pt x="69" y="10033"/>
                  </a:cubicBezTo>
                  <a:cubicBezTo>
                    <a:pt x="137" y="10033"/>
                    <a:pt x="171" y="9965"/>
                    <a:pt x="171" y="9931"/>
                  </a:cubicBezTo>
                  <a:lnTo>
                    <a:pt x="171" y="9828"/>
                  </a:lnTo>
                  <a:cubicBezTo>
                    <a:pt x="171" y="9760"/>
                    <a:pt x="137" y="9726"/>
                    <a:pt x="69" y="972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" name="Google Shape;1810;p45">
              <a:extLst>
                <a:ext uri="{FF2B5EF4-FFF2-40B4-BE49-F238E27FC236}">
                  <a16:creationId xmlns:a16="http://schemas.microsoft.com/office/drawing/2014/main" id="{0CCF4226-4AF8-A9E9-4F38-7119746F5B47}"/>
                </a:ext>
              </a:extLst>
            </p:cNvPr>
            <p:cNvSpPr/>
            <p:nvPr/>
          </p:nvSpPr>
          <p:spPr>
            <a:xfrm>
              <a:off x="859157" y="2730453"/>
              <a:ext cx="3833" cy="739907"/>
            </a:xfrm>
            <a:custGeom>
              <a:avLst/>
              <a:gdLst/>
              <a:ahLst/>
              <a:cxnLst/>
              <a:rect l="l" t="t" r="r" b="b"/>
              <a:pathLst>
                <a:path w="172" h="33202" extrusionOk="0">
                  <a:moveTo>
                    <a:pt x="103" y="0"/>
                  </a:moveTo>
                  <a:cubicBezTo>
                    <a:pt x="69" y="0"/>
                    <a:pt x="1" y="34"/>
                    <a:pt x="1" y="103"/>
                  </a:cubicBezTo>
                  <a:lnTo>
                    <a:pt x="1" y="205"/>
                  </a:lnTo>
                  <a:cubicBezTo>
                    <a:pt x="1" y="273"/>
                    <a:pt x="35" y="307"/>
                    <a:pt x="103" y="307"/>
                  </a:cubicBezTo>
                  <a:cubicBezTo>
                    <a:pt x="137" y="307"/>
                    <a:pt x="171" y="273"/>
                    <a:pt x="171" y="205"/>
                  </a:cubicBezTo>
                  <a:lnTo>
                    <a:pt x="171" y="103"/>
                  </a:lnTo>
                  <a:cubicBezTo>
                    <a:pt x="171" y="34"/>
                    <a:pt x="137" y="0"/>
                    <a:pt x="103" y="0"/>
                  </a:cubicBezTo>
                  <a:close/>
                  <a:moveTo>
                    <a:pt x="103" y="1058"/>
                  </a:moveTo>
                  <a:cubicBezTo>
                    <a:pt x="35" y="1058"/>
                    <a:pt x="1" y="1092"/>
                    <a:pt x="1" y="1126"/>
                  </a:cubicBezTo>
                  <a:lnTo>
                    <a:pt x="1" y="1229"/>
                  </a:lnTo>
                  <a:cubicBezTo>
                    <a:pt x="1" y="1297"/>
                    <a:pt x="35" y="1331"/>
                    <a:pt x="103" y="1331"/>
                  </a:cubicBezTo>
                  <a:cubicBezTo>
                    <a:pt x="137" y="1331"/>
                    <a:pt x="171" y="1297"/>
                    <a:pt x="171" y="1229"/>
                  </a:cubicBezTo>
                  <a:lnTo>
                    <a:pt x="171" y="1126"/>
                  </a:lnTo>
                  <a:cubicBezTo>
                    <a:pt x="171" y="1092"/>
                    <a:pt x="137" y="1058"/>
                    <a:pt x="103" y="1058"/>
                  </a:cubicBezTo>
                  <a:close/>
                  <a:moveTo>
                    <a:pt x="103" y="2082"/>
                  </a:moveTo>
                  <a:cubicBezTo>
                    <a:pt x="35" y="2082"/>
                    <a:pt x="1" y="2116"/>
                    <a:pt x="1" y="2150"/>
                  </a:cubicBezTo>
                  <a:lnTo>
                    <a:pt x="1" y="2286"/>
                  </a:lnTo>
                  <a:cubicBezTo>
                    <a:pt x="1" y="2321"/>
                    <a:pt x="35" y="2355"/>
                    <a:pt x="103" y="2355"/>
                  </a:cubicBezTo>
                  <a:cubicBezTo>
                    <a:pt x="137" y="2355"/>
                    <a:pt x="171" y="2321"/>
                    <a:pt x="171" y="2286"/>
                  </a:cubicBezTo>
                  <a:lnTo>
                    <a:pt x="171" y="2150"/>
                  </a:lnTo>
                  <a:cubicBezTo>
                    <a:pt x="171" y="2116"/>
                    <a:pt x="137" y="2082"/>
                    <a:pt x="103" y="2082"/>
                  </a:cubicBezTo>
                  <a:close/>
                  <a:moveTo>
                    <a:pt x="103" y="3105"/>
                  </a:moveTo>
                  <a:cubicBezTo>
                    <a:pt x="35" y="3105"/>
                    <a:pt x="1" y="3140"/>
                    <a:pt x="1" y="3174"/>
                  </a:cubicBezTo>
                  <a:lnTo>
                    <a:pt x="1" y="3310"/>
                  </a:lnTo>
                  <a:cubicBezTo>
                    <a:pt x="1" y="3344"/>
                    <a:pt x="35" y="3378"/>
                    <a:pt x="103" y="3378"/>
                  </a:cubicBezTo>
                  <a:cubicBezTo>
                    <a:pt x="137" y="3378"/>
                    <a:pt x="171" y="3344"/>
                    <a:pt x="171" y="3310"/>
                  </a:cubicBezTo>
                  <a:lnTo>
                    <a:pt x="171" y="3174"/>
                  </a:lnTo>
                  <a:cubicBezTo>
                    <a:pt x="171" y="3140"/>
                    <a:pt x="137" y="3105"/>
                    <a:pt x="103" y="3105"/>
                  </a:cubicBezTo>
                  <a:close/>
                  <a:moveTo>
                    <a:pt x="103" y="4129"/>
                  </a:moveTo>
                  <a:cubicBezTo>
                    <a:pt x="35" y="4129"/>
                    <a:pt x="1" y="4163"/>
                    <a:pt x="1" y="4231"/>
                  </a:cubicBezTo>
                  <a:lnTo>
                    <a:pt x="1" y="4334"/>
                  </a:lnTo>
                  <a:cubicBezTo>
                    <a:pt x="1" y="4361"/>
                    <a:pt x="23" y="4411"/>
                    <a:pt x="68" y="4411"/>
                  </a:cubicBezTo>
                  <a:cubicBezTo>
                    <a:pt x="78" y="4411"/>
                    <a:pt x="90" y="4409"/>
                    <a:pt x="103" y="4402"/>
                  </a:cubicBezTo>
                  <a:cubicBezTo>
                    <a:pt x="137" y="4402"/>
                    <a:pt x="171" y="4368"/>
                    <a:pt x="171" y="4334"/>
                  </a:cubicBezTo>
                  <a:lnTo>
                    <a:pt x="171" y="4231"/>
                  </a:lnTo>
                  <a:cubicBezTo>
                    <a:pt x="171" y="4163"/>
                    <a:pt x="137" y="4129"/>
                    <a:pt x="103" y="4129"/>
                  </a:cubicBezTo>
                  <a:close/>
                  <a:moveTo>
                    <a:pt x="103" y="5153"/>
                  </a:moveTo>
                  <a:cubicBezTo>
                    <a:pt x="35" y="5153"/>
                    <a:pt x="1" y="5187"/>
                    <a:pt x="1" y="5255"/>
                  </a:cubicBezTo>
                  <a:lnTo>
                    <a:pt x="1" y="5358"/>
                  </a:lnTo>
                  <a:cubicBezTo>
                    <a:pt x="1" y="5426"/>
                    <a:pt x="35" y="5460"/>
                    <a:pt x="103" y="5460"/>
                  </a:cubicBezTo>
                  <a:cubicBezTo>
                    <a:pt x="137" y="5460"/>
                    <a:pt x="171" y="5426"/>
                    <a:pt x="171" y="5358"/>
                  </a:cubicBezTo>
                  <a:lnTo>
                    <a:pt x="171" y="5255"/>
                  </a:lnTo>
                  <a:cubicBezTo>
                    <a:pt x="171" y="5187"/>
                    <a:pt x="137" y="5153"/>
                    <a:pt x="103" y="5153"/>
                  </a:cubicBezTo>
                  <a:close/>
                  <a:moveTo>
                    <a:pt x="69" y="6211"/>
                  </a:moveTo>
                  <a:cubicBezTo>
                    <a:pt x="35" y="6211"/>
                    <a:pt x="1" y="6245"/>
                    <a:pt x="1" y="6279"/>
                  </a:cubicBezTo>
                  <a:lnTo>
                    <a:pt x="1" y="6381"/>
                  </a:lnTo>
                  <a:cubicBezTo>
                    <a:pt x="1" y="6449"/>
                    <a:pt x="35" y="6484"/>
                    <a:pt x="69" y="6484"/>
                  </a:cubicBezTo>
                  <a:cubicBezTo>
                    <a:pt x="137" y="6484"/>
                    <a:pt x="171" y="6449"/>
                    <a:pt x="171" y="6381"/>
                  </a:cubicBezTo>
                  <a:lnTo>
                    <a:pt x="171" y="6279"/>
                  </a:lnTo>
                  <a:cubicBezTo>
                    <a:pt x="171" y="6245"/>
                    <a:pt x="137" y="6211"/>
                    <a:pt x="69" y="6211"/>
                  </a:cubicBezTo>
                  <a:close/>
                  <a:moveTo>
                    <a:pt x="69" y="7234"/>
                  </a:moveTo>
                  <a:cubicBezTo>
                    <a:pt x="35" y="7234"/>
                    <a:pt x="1" y="7268"/>
                    <a:pt x="1" y="7303"/>
                  </a:cubicBezTo>
                  <a:lnTo>
                    <a:pt x="1" y="7439"/>
                  </a:lnTo>
                  <a:cubicBezTo>
                    <a:pt x="1" y="7473"/>
                    <a:pt x="35" y="7507"/>
                    <a:pt x="69" y="7507"/>
                  </a:cubicBezTo>
                  <a:cubicBezTo>
                    <a:pt x="137" y="7507"/>
                    <a:pt x="171" y="7473"/>
                    <a:pt x="171" y="7439"/>
                  </a:cubicBezTo>
                  <a:lnTo>
                    <a:pt x="171" y="7303"/>
                  </a:lnTo>
                  <a:cubicBezTo>
                    <a:pt x="171" y="7268"/>
                    <a:pt x="137" y="7234"/>
                    <a:pt x="69" y="7234"/>
                  </a:cubicBezTo>
                  <a:close/>
                  <a:moveTo>
                    <a:pt x="69" y="8258"/>
                  </a:moveTo>
                  <a:cubicBezTo>
                    <a:pt x="35" y="8258"/>
                    <a:pt x="1" y="8292"/>
                    <a:pt x="1" y="8326"/>
                  </a:cubicBezTo>
                  <a:lnTo>
                    <a:pt x="1" y="8463"/>
                  </a:lnTo>
                  <a:cubicBezTo>
                    <a:pt x="1" y="8497"/>
                    <a:pt x="35" y="8531"/>
                    <a:pt x="69" y="8531"/>
                  </a:cubicBezTo>
                  <a:cubicBezTo>
                    <a:pt x="137" y="8531"/>
                    <a:pt x="171" y="8497"/>
                    <a:pt x="171" y="8463"/>
                  </a:cubicBezTo>
                  <a:lnTo>
                    <a:pt x="171" y="8326"/>
                  </a:lnTo>
                  <a:cubicBezTo>
                    <a:pt x="171" y="8292"/>
                    <a:pt x="137" y="8258"/>
                    <a:pt x="69" y="8258"/>
                  </a:cubicBezTo>
                  <a:close/>
                  <a:moveTo>
                    <a:pt x="69" y="9282"/>
                  </a:moveTo>
                  <a:cubicBezTo>
                    <a:pt x="35" y="9282"/>
                    <a:pt x="1" y="9316"/>
                    <a:pt x="1" y="9384"/>
                  </a:cubicBezTo>
                  <a:lnTo>
                    <a:pt x="1" y="9486"/>
                  </a:lnTo>
                  <a:cubicBezTo>
                    <a:pt x="1" y="9521"/>
                    <a:pt x="35" y="9555"/>
                    <a:pt x="69" y="9555"/>
                  </a:cubicBezTo>
                  <a:cubicBezTo>
                    <a:pt x="137" y="9555"/>
                    <a:pt x="171" y="9521"/>
                    <a:pt x="171" y="9486"/>
                  </a:cubicBezTo>
                  <a:lnTo>
                    <a:pt x="171" y="9384"/>
                  </a:lnTo>
                  <a:cubicBezTo>
                    <a:pt x="171" y="9316"/>
                    <a:pt x="137" y="9282"/>
                    <a:pt x="69" y="9282"/>
                  </a:cubicBezTo>
                  <a:close/>
                  <a:moveTo>
                    <a:pt x="69" y="10305"/>
                  </a:moveTo>
                  <a:cubicBezTo>
                    <a:pt x="35" y="10305"/>
                    <a:pt x="1" y="10339"/>
                    <a:pt x="1" y="10408"/>
                  </a:cubicBezTo>
                  <a:lnTo>
                    <a:pt x="1" y="10510"/>
                  </a:lnTo>
                  <a:cubicBezTo>
                    <a:pt x="1" y="10578"/>
                    <a:pt x="35" y="10612"/>
                    <a:pt x="69" y="10612"/>
                  </a:cubicBezTo>
                  <a:cubicBezTo>
                    <a:pt x="137" y="10612"/>
                    <a:pt x="171" y="10578"/>
                    <a:pt x="171" y="10510"/>
                  </a:cubicBezTo>
                  <a:lnTo>
                    <a:pt x="171" y="10408"/>
                  </a:lnTo>
                  <a:cubicBezTo>
                    <a:pt x="171" y="10339"/>
                    <a:pt x="137" y="10305"/>
                    <a:pt x="69" y="10305"/>
                  </a:cubicBezTo>
                  <a:close/>
                  <a:moveTo>
                    <a:pt x="69" y="11329"/>
                  </a:moveTo>
                  <a:cubicBezTo>
                    <a:pt x="35" y="11329"/>
                    <a:pt x="1" y="11397"/>
                    <a:pt x="1" y="11431"/>
                  </a:cubicBezTo>
                  <a:lnTo>
                    <a:pt x="1" y="11534"/>
                  </a:lnTo>
                  <a:cubicBezTo>
                    <a:pt x="1" y="11602"/>
                    <a:pt x="35" y="11636"/>
                    <a:pt x="69" y="11636"/>
                  </a:cubicBezTo>
                  <a:cubicBezTo>
                    <a:pt x="137" y="11636"/>
                    <a:pt x="171" y="11602"/>
                    <a:pt x="171" y="11534"/>
                  </a:cubicBezTo>
                  <a:lnTo>
                    <a:pt x="171" y="11431"/>
                  </a:lnTo>
                  <a:cubicBezTo>
                    <a:pt x="171" y="11397"/>
                    <a:pt x="137" y="11329"/>
                    <a:pt x="69" y="11329"/>
                  </a:cubicBezTo>
                  <a:close/>
                  <a:moveTo>
                    <a:pt x="69" y="12387"/>
                  </a:moveTo>
                  <a:cubicBezTo>
                    <a:pt x="35" y="12387"/>
                    <a:pt x="1" y="12421"/>
                    <a:pt x="1" y="12455"/>
                  </a:cubicBezTo>
                  <a:lnTo>
                    <a:pt x="1" y="12592"/>
                  </a:lnTo>
                  <a:cubicBezTo>
                    <a:pt x="1" y="12626"/>
                    <a:pt x="35" y="12660"/>
                    <a:pt x="69" y="12660"/>
                  </a:cubicBezTo>
                  <a:cubicBezTo>
                    <a:pt x="137" y="12660"/>
                    <a:pt x="171" y="12626"/>
                    <a:pt x="171" y="12592"/>
                  </a:cubicBezTo>
                  <a:lnTo>
                    <a:pt x="171" y="12455"/>
                  </a:lnTo>
                  <a:cubicBezTo>
                    <a:pt x="171" y="12421"/>
                    <a:pt x="137" y="12387"/>
                    <a:pt x="69" y="12387"/>
                  </a:cubicBezTo>
                  <a:close/>
                  <a:moveTo>
                    <a:pt x="69" y="13411"/>
                  </a:moveTo>
                  <a:cubicBezTo>
                    <a:pt x="35" y="13411"/>
                    <a:pt x="1" y="13445"/>
                    <a:pt x="1" y="13479"/>
                  </a:cubicBezTo>
                  <a:lnTo>
                    <a:pt x="1" y="13615"/>
                  </a:lnTo>
                  <a:cubicBezTo>
                    <a:pt x="1" y="13649"/>
                    <a:pt x="35" y="13684"/>
                    <a:pt x="69" y="13684"/>
                  </a:cubicBezTo>
                  <a:cubicBezTo>
                    <a:pt x="137" y="13684"/>
                    <a:pt x="171" y="13649"/>
                    <a:pt x="171" y="13615"/>
                  </a:cubicBezTo>
                  <a:lnTo>
                    <a:pt x="171" y="13479"/>
                  </a:lnTo>
                  <a:cubicBezTo>
                    <a:pt x="171" y="13445"/>
                    <a:pt x="137" y="13411"/>
                    <a:pt x="69" y="13411"/>
                  </a:cubicBezTo>
                  <a:close/>
                  <a:moveTo>
                    <a:pt x="69" y="14434"/>
                  </a:moveTo>
                  <a:cubicBezTo>
                    <a:pt x="35" y="14434"/>
                    <a:pt x="1" y="14468"/>
                    <a:pt x="1" y="14537"/>
                  </a:cubicBezTo>
                  <a:lnTo>
                    <a:pt x="1" y="14639"/>
                  </a:lnTo>
                  <a:cubicBezTo>
                    <a:pt x="1" y="14673"/>
                    <a:pt x="35" y="14707"/>
                    <a:pt x="69" y="14707"/>
                  </a:cubicBezTo>
                  <a:cubicBezTo>
                    <a:pt x="137" y="14707"/>
                    <a:pt x="171" y="14673"/>
                    <a:pt x="171" y="14639"/>
                  </a:cubicBezTo>
                  <a:lnTo>
                    <a:pt x="171" y="14537"/>
                  </a:lnTo>
                  <a:cubicBezTo>
                    <a:pt x="171" y="14468"/>
                    <a:pt x="137" y="14434"/>
                    <a:pt x="69" y="14434"/>
                  </a:cubicBezTo>
                  <a:close/>
                  <a:moveTo>
                    <a:pt x="69" y="15458"/>
                  </a:moveTo>
                  <a:cubicBezTo>
                    <a:pt x="35" y="15458"/>
                    <a:pt x="1" y="15492"/>
                    <a:pt x="1" y="15560"/>
                  </a:cubicBezTo>
                  <a:lnTo>
                    <a:pt x="1" y="15663"/>
                  </a:lnTo>
                  <a:cubicBezTo>
                    <a:pt x="1" y="15731"/>
                    <a:pt x="35" y="15765"/>
                    <a:pt x="69" y="15765"/>
                  </a:cubicBezTo>
                  <a:cubicBezTo>
                    <a:pt x="137" y="15765"/>
                    <a:pt x="171" y="15731"/>
                    <a:pt x="171" y="15663"/>
                  </a:cubicBezTo>
                  <a:lnTo>
                    <a:pt x="171" y="15560"/>
                  </a:lnTo>
                  <a:cubicBezTo>
                    <a:pt x="171" y="15492"/>
                    <a:pt x="137" y="15458"/>
                    <a:pt x="69" y="15458"/>
                  </a:cubicBezTo>
                  <a:close/>
                  <a:moveTo>
                    <a:pt x="69" y="16482"/>
                  </a:moveTo>
                  <a:cubicBezTo>
                    <a:pt x="35" y="16482"/>
                    <a:pt x="1" y="16550"/>
                    <a:pt x="1" y="16584"/>
                  </a:cubicBezTo>
                  <a:lnTo>
                    <a:pt x="1" y="16686"/>
                  </a:lnTo>
                  <a:cubicBezTo>
                    <a:pt x="1" y="16755"/>
                    <a:pt x="35" y="16789"/>
                    <a:pt x="69" y="16789"/>
                  </a:cubicBezTo>
                  <a:cubicBezTo>
                    <a:pt x="137" y="16789"/>
                    <a:pt x="171" y="16755"/>
                    <a:pt x="171" y="16686"/>
                  </a:cubicBezTo>
                  <a:lnTo>
                    <a:pt x="171" y="16584"/>
                  </a:lnTo>
                  <a:cubicBezTo>
                    <a:pt x="171" y="16550"/>
                    <a:pt x="137" y="16482"/>
                    <a:pt x="69" y="16482"/>
                  </a:cubicBezTo>
                  <a:close/>
                  <a:moveTo>
                    <a:pt x="69" y="17539"/>
                  </a:moveTo>
                  <a:cubicBezTo>
                    <a:pt x="35" y="17539"/>
                    <a:pt x="1" y="17574"/>
                    <a:pt x="1" y="17608"/>
                  </a:cubicBezTo>
                  <a:lnTo>
                    <a:pt x="1" y="17744"/>
                  </a:lnTo>
                  <a:cubicBezTo>
                    <a:pt x="1" y="17778"/>
                    <a:pt x="35" y="17812"/>
                    <a:pt x="69" y="17812"/>
                  </a:cubicBezTo>
                  <a:cubicBezTo>
                    <a:pt x="137" y="17812"/>
                    <a:pt x="171" y="17778"/>
                    <a:pt x="171" y="17744"/>
                  </a:cubicBezTo>
                  <a:lnTo>
                    <a:pt x="171" y="17608"/>
                  </a:lnTo>
                  <a:cubicBezTo>
                    <a:pt x="171" y="17574"/>
                    <a:pt x="137" y="17539"/>
                    <a:pt x="69" y="17539"/>
                  </a:cubicBezTo>
                  <a:close/>
                  <a:moveTo>
                    <a:pt x="69" y="18563"/>
                  </a:moveTo>
                  <a:cubicBezTo>
                    <a:pt x="35" y="18563"/>
                    <a:pt x="1" y="18597"/>
                    <a:pt x="1" y="18631"/>
                  </a:cubicBezTo>
                  <a:lnTo>
                    <a:pt x="1" y="18768"/>
                  </a:lnTo>
                  <a:cubicBezTo>
                    <a:pt x="1" y="18802"/>
                    <a:pt x="35" y="18836"/>
                    <a:pt x="69" y="18836"/>
                  </a:cubicBezTo>
                  <a:cubicBezTo>
                    <a:pt x="137" y="18836"/>
                    <a:pt x="171" y="18802"/>
                    <a:pt x="171" y="18768"/>
                  </a:cubicBezTo>
                  <a:lnTo>
                    <a:pt x="171" y="18631"/>
                  </a:lnTo>
                  <a:cubicBezTo>
                    <a:pt x="171" y="18597"/>
                    <a:pt x="137" y="18563"/>
                    <a:pt x="69" y="18563"/>
                  </a:cubicBezTo>
                  <a:close/>
                  <a:moveTo>
                    <a:pt x="69" y="19587"/>
                  </a:moveTo>
                  <a:cubicBezTo>
                    <a:pt x="35" y="19587"/>
                    <a:pt x="1" y="19621"/>
                    <a:pt x="1" y="19689"/>
                  </a:cubicBezTo>
                  <a:lnTo>
                    <a:pt x="1" y="19792"/>
                  </a:lnTo>
                  <a:cubicBezTo>
                    <a:pt x="1" y="19826"/>
                    <a:pt x="35" y="19860"/>
                    <a:pt x="69" y="19860"/>
                  </a:cubicBezTo>
                  <a:cubicBezTo>
                    <a:pt x="137" y="19860"/>
                    <a:pt x="171" y="19826"/>
                    <a:pt x="171" y="19792"/>
                  </a:cubicBezTo>
                  <a:lnTo>
                    <a:pt x="171" y="19689"/>
                  </a:lnTo>
                  <a:cubicBezTo>
                    <a:pt x="171" y="19621"/>
                    <a:pt x="137" y="19587"/>
                    <a:pt x="69" y="19587"/>
                  </a:cubicBezTo>
                  <a:close/>
                  <a:moveTo>
                    <a:pt x="69" y="20611"/>
                  </a:moveTo>
                  <a:cubicBezTo>
                    <a:pt x="35" y="20611"/>
                    <a:pt x="1" y="20645"/>
                    <a:pt x="1" y="20713"/>
                  </a:cubicBezTo>
                  <a:lnTo>
                    <a:pt x="1" y="20815"/>
                  </a:lnTo>
                  <a:cubicBezTo>
                    <a:pt x="1" y="20884"/>
                    <a:pt x="35" y="20918"/>
                    <a:pt x="69" y="20918"/>
                  </a:cubicBezTo>
                  <a:cubicBezTo>
                    <a:pt x="137" y="20918"/>
                    <a:pt x="171" y="20884"/>
                    <a:pt x="171" y="20815"/>
                  </a:cubicBezTo>
                  <a:lnTo>
                    <a:pt x="171" y="20713"/>
                  </a:lnTo>
                  <a:cubicBezTo>
                    <a:pt x="171" y="20645"/>
                    <a:pt x="137" y="20611"/>
                    <a:pt x="69" y="20611"/>
                  </a:cubicBezTo>
                  <a:close/>
                  <a:moveTo>
                    <a:pt x="69" y="21634"/>
                  </a:moveTo>
                  <a:cubicBezTo>
                    <a:pt x="35" y="21634"/>
                    <a:pt x="1" y="21702"/>
                    <a:pt x="1" y="21737"/>
                  </a:cubicBezTo>
                  <a:lnTo>
                    <a:pt x="1" y="21839"/>
                  </a:lnTo>
                  <a:cubicBezTo>
                    <a:pt x="1" y="21907"/>
                    <a:pt x="35" y="21941"/>
                    <a:pt x="69" y="21941"/>
                  </a:cubicBezTo>
                  <a:cubicBezTo>
                    <a:pt x="137" y="21941"/>
                    <a:pt x="171" y="21907"/>
                    <a:pt x="171" y="21839"/>
                  </a:cubicBezTo>
                  <a:lnTo>
                    <a:pt x="171" y="21737"/>
                  </a:lnTo>
                  <a:cubicBezTo>
                    <a:pt x="171" y="21702"/>
                    <a:pt x="137" y="21634"/>
                    <a:pt x="69" y="21634"/>
                  </a:cubicBezTo>
                  <a:close/>
                  <a:moveTo>
                    <a:pt x="69" y="22692"/>
                  </a:moveTo>
                  <a:cubicBezTo>
                    <a:pt x="35" y="22692"/>
                    <a:pt x="1" y="22726"/>
                    <a:pt x="1" y="22760"/>
                  </a:cubicBezTo>
                  <a:lnTo>
                    <a:pt x="1" y="22897"/>
                  </a:lnTo>
                  <a:cubicBezTo>
                    <a:pt x="1" y="22931"/>
                    <a:pt x="35" y="22965"/>
                    <a:pt x="69" y="22965"/>
                  </a:cubicBezTo>
                  <a:cubicBezTo>
                    <a:pt x="137" y="22965"/>
                    <a:pt x="171" y="22931"/>
                    <a:pt x="171" y="22897"/>
                  </a:cubicBezTo>
                  <a:lnTo>
                    <a:pt x="171" y="22760"/>
                  </a:lnTo>
                  <a:cubicBezTo>
                    <a:pt x="171" y="22726"/>
                    <a:pt x="137" y="22692"/>
                    <a:pt x="69" y="22692"/>
                  </a:cubicBezTo>
                  <a:close/>
                  <a:moveTo>
                    <a:pt x="69" y="23716"/>
                  </a:moveTo>
                  <a:cubicBezTo>
                    <a:pt x="35" y="23716"/>
                    <a:pt x="1" y="23750"/>
                    <a:pt x="1" y="23784"/>
                  </a:cubicBezTo>
                  <a:lnTo>
                    <a:pt x="1" y="23920"/>
                  </a:lnTo>
                  <a:cubicBezTo>
                    <a:pt x="1" y="23955"/>
                    <a:pt x="35" y="23989"/>
                    <a:pt x="69" y="23989"/>
                  </a:cubicBezTo>
                  <a:cubicBezTo>
                    <a:pt x="137" y="23989"/>
                    <a:pt x="171" y="23955"/>
                    <a:pt x="171" y="23920"/>
                  </a:cubicBezTo>
                  <a:lnTo>
                    <a:pt x="171" y="23784"/>
                  </a:lnTo>
                  <a:cubicBezTo>
                    <a:pt x="171" y="23750"/>
                    <a:pt x="137" y="23716"/>
                    <a:pt x="69" y="23716"/>
                  </a:cubicBezTo>
                  <a:close/>
                  <a:moveTo>
                    <a:pt x="69" y="24739"/>
                  </a:moveTo>
                  <a:cubicBezTo>
                    <a:pt x="35" y="24739"/>
                    <a:pt x="1" y="24774"/>
                    <a:pt x="1" y="24842"/>
                  </a:cubicBezTo>
                  <a:lnTo>
                    <a:pt x="1" y="24944"/>
                  </a:lnTo>
                  <a:cubicBezTo>
                    <a:pt x="1" y="24978"/>
                    <a:pt x="35" y="25012"/>
                    <a:pt x="69" y="25012"/>
                  </a:cubicBezTo>
                  <a:cubicBezTo>
                    <a:pt x="137" y="25012"/>
                    <a:pt x="171" y="24978"/>
                    <a:pt x="171" y="24944"/>
                  </a:cubicBezTo>
                  <a:lnTo>
                    <a:pt x="171" y="24842"/>
                  </a:lnTo>
                  <a:cubicBezTo>
                    <a:pt x="171" y="24774"/>
                    <a:pt x="137" y="24739"/>
                    <a:pt x="69" y="24739"/>
                  </a:cubicBezTo>
                  <a:close/>
                  <a:moveTo>
                    <a:pt x="69" y="25763"/>
                  </a:moveTo>
                  <a:cubicBezTo>
                    <a:pt x="35" y="25763"/>
                    <a:pt x="1" y="25797"/>
                    <a:pt x="1" y="25865"/>
                  </a:cubicBezTo>
                  <a:lnTo>
                    <a:pt x="1" y="25968"/>
                  </a:lnTo>
                  <a:cubicBezTo>
                    <a:pt x="1" y="26036"/>
                    <a:pt x="35" y="26070"/>
                    <a:pt x="69" y="26070"/>
                  </a:cubicBezTo>
                  <a:cubicBezTo>
                    <a:pt x="137" y="26070"/>
                    <a:pt x="171" y="26036"/>
                    <a:pt x="171" y="25968"/>
                  </a:cubicBezTo>
                  <a:lnTo>
                    <a:pt x="171" y="25865"/>
                  </a:lnTo>
                  <a:cubicBezTo>
                    <a:pt x="171" y="25797"/>
                    <a:pt x="137" y="25763"/>
                    <a:pt x="69" y="25763"/>
                  </a:cubicBezTo>
                  <a:close/>
                  <a:moveTo>
                    <a:pt x="69" y="26787"/>
                  </a:moveTo>
                  <a:cubicBezTo>
                    <a:pt x="35" y="26787"/>
                    <a:pt x="1" y="26855"/>
                    <a:pt x="1" y="26889"/>
                  </a:cubicBezTo>
                  <a:lnTo>
                    <a:pt x="1" y="26992"/>
                  </a:lnTo>
                  <a:cubicBezTo>
                    <a:pt x="1" y="27060"/>
                    <a:pt x="35" y="27094"/>
                    <a:pt x="103" y="27094"/>
                  </a:cubicBezTo>
                  <a:cubicBezTo>
                    <a:pt x="137" y="27094"/>
                    <a:pt x="171" y="27060"/>
                    <a:pt x="171" y="26992"/>
                  </a:cubicBezTo>
                  <a:lnTo>
                    <a:pt x="171" y="26889"/>
                  </a:lnTo>
                  <a:cubicBezTo>
                    <a:pt x="171" y="26855"/>
                    <a:pt x="137" y="26787"/>
                    <a:pt x="69" y="26787"/>
                  </a:cubicBezTo>
                  <a:close/>
                  <a:moveTo>
                    <a:pt x="103" y="27845"/>
                  </a:moveTo>
                  <a:cubicBezTo>
                    <a:pt x="35" y="27845"/>
                    <a:pt x="1" y="27879"/>
                    <a:pt x="1" y="27913"/>
                  </a:cubicBezTo>
                  <a:lnTo>
                    <a:pt x="1" y="28049"/>
                  </a:lnTo>
                  <a:cubicBezTo>
                    <a:pt x="1" y="28083"/>
                    <a:pt x="35" y="28118"/>
                    <a:pt x="103" y="28118"/>
                  </a:cubicBezTo>
                  <a:cubicBezTo>
                    <a:pt x="137" y="28118"/>
                    <a:pt x="171" y="28083"/>
                    <a:pt x="171" y="28049"/>
                  </a:cubicBezTo>
                  <a:lnTo>
                    <a:pt x="171" y="27913"/>
                  </a:lnTo>
                  <a:cubicBezTo>
                    <a:pt x="171" y="27879"/>
                    <a:pt x="137" y="27845"/>
                    <a:pt x="103" y="27845"/>
                  </a:cubicBezTo>
                  <a:close/>
                  <a:moveTo>
                    <a:pt x="103" y="28868"/>
                  </a:moveTo>
                  <a:cubicBezTo>
                    <a:pt x="35" y="28868"/>
                    <a:pt x="1" y="28902"/>
                    <a:pt x="1" y="28937"/>
                  </a:cubicBezTo>
                  <a:lnTo>
                    <a:pt x="1" y="29073"/>
                  </a:lnTo>
                  <a:cubicBezTo>
                    <a:pt x="1" y="29107"/>
                    <a:pt x="35" y="29141"/>
                    <a:pt x="103" y="29141"/>
                  </a:cubicBezTo>
                  <a:cubicBezTo>
                    <a:pt x="137" y="29141"/>
                    <a:pt x="171" y="29107"/>
                    <a:pt x="171" y="29073"/>
                  </a:cubicBezTo>
                  <a:lnTo>
                    <a:pt x="171" y="28937"/>
                  </a:lnTo>
                  <a:cubicBezTo>
                    <a:pt x="171" y="28902"/>
                    <a:pt x="137" y="28868"/>
                    <a:pt x="103" y="28868"/>
                  </a:cubicBezTo>
                  <a:close/>
                  <a:moveTo>
                    <a:pt x="103" y="29892"/>
                  </a:moveTo>
                  <a:cubicBezTo>
                    <a:pt x="35" y="29892"/>
                    <a:pt x="1" y="29926"/>
                    <a:pt x="1" y="29994"/>
                  </a:cubicBezTo>
                  <a:lnTo>
                    <a:pt x="1" y="30097"/>
                  </a:lnTo>
                  <a:cubicBezTo>
                    <a:pt x="1" y="30131"/>
                    <a:pt x="35" y="30165"/>
                    <a:pt x="103" y="30165"/>
                  </a:cubicBezTo>
                  <a:cubicBezTo>
                    <a:pt x="137" y="30165"/>
                    <a:pt x="171" y="30131"/>
                    <a:pt x="171" y="30097"/>
                  </a:cubicBezTo>
                  <a:lnTo>
                    <a:pt x="171" y="29994"/>
                  </a:lnTo>
                  <a:cubicBezTo>
                    <a:pt x="171" y="29926"/>
                    <a:pt x="137" y="29892"/>
                    <a:pt x="103" y="29892"/>
                  </a:cubicBezTo>
                  <a:close/>
                  <a:moveTo>
                    <a:pt x="103" y="30916"/>
                  </a:moveTo>
                  <a:cubicBezTo>
                    <a:pt x="35" y="30916"/>
                    <a:pt x="1" y="30950"/>
                    <a:pt x="1" y="31018"/>
                  </a:cubicBezTo>
                  <a:lnTo>
                    <a:pt x="1" y="31120"/>
                  </a:lnTo>
                  <a:cubicBezTo>
                    <a:pt x="1" y="31189"/>
                    <a:pt x="35" y="31223"/>
                    <a:pt x="103" y="31223"/>
                  </a:cubicBezTo>
                  <a:cubicBezTo>
                    <a:pt x="137" y="31223"/>
                    <a:pt x="171" y="31189"/>
                    <a:pt x="171" y="31120"/>
                  </a:cubicBezTo>
                  <a:lnTo>
                    <a:pt x="171" y="31018"/>
                  </a:lnTo>
                  <a:cubicBezTo>
                    <a:pt x="171" y="30950"/>
                    <a:pt x="137" y="30916"/>
                    <a:pt x="103" y="30916"/>
                  </a:cubicBezTo>
                  <a:close/>
                  <a:moveTo>
                    <a:pt x="103" y="31939"/>
                  </a:moveTo>
                  <a:cubicBezTo>
                    <a:pt x="35" y="31939"/>
                    <a:pt x="1" y="32008"/>
                    <a:pt x="1" y="32042"/>
                  </a:cubicBezTo>
                  <a:lnTo>
                    <a:pt x="1" y="32144"/>
                  </a:lnTo>
                  <a:cubicBezTo>
                    <a:pt x="1" y="32212"/>
                    <a:pt x="35" y="32247"/>
                    <a:pt x="103" y="32247"/>
                  </a:cubicBezTo>
                  <a:cubicBezTo>
                    <a:pt x="137" y="32247"/>
                    <a:pt x="171" y="32212"/>
                    <a:pt x="171" y="32144"/>
                  </a:cubicBezTo>
                  <a:lnTo>
                    <a:pt x="171" y="32042"/>
                  </a:lnTo>
                  <a:cubicBezTo>
                    <a:pt x="171" y="32008"/>
                    <a:pt x="137" y="31939"/>
                    <a:pt x="103" y="31939"/>
                  </a:cubicBezTo>
                  <a:close/>
                  <a:moveTo>
                    <a:pt x="103" y="32997"/>
                  </a:moveTo>
                  <a:cubicBezTo>
                    <a:pt x="69" y="32997"/>
                    <a:pt x="1" y="33031"/>
                    <a:pt x="1" y="33065"/>
                  </a:cubicBezTo>
                  <a:lnTo>
                    <a:pt x="1" y="33100"/>
                  </a:lnTo>
                  <a:cubicBezTo>
                    <a:pt x="1" y="33168"/>
                    <a:pt x="69" y="33202"/>
                    <a:pt x="103" y="33202"/>
                  </a:cubicBezTo>
                  <a:cubicBezTo>
                    <a:pt x="137" y="33202"/>
                    <a:pt x="171" y="33168"/>
                    <a:pt x="171" y="33100"/>
                  </a:cubicBezTo>
                  <a:lnTo>
                    <a:pt x="171" y="33065"/>
                  </a:lnTo>
                  <a:cubicBezTo>
                    <a:pt x="171" y="33031"/>
                    <a:pt x="137" y="32997"/>
                    <a:pt x="103" y="3299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9" name="Google Shape;1811;p45">
              <a:extLst>
                <a:ext uri="{FF2B5EF4-FFF2-40B4-BE49-F238E27FC236}">
                  <a16:creationId xmlns:a16="http://schemas.microsoft.com/office/drawing/2014/main" id="{50D84C81-80D3-8835-4E9A-0621D564A08F}"/>
                </a:ext>
              </a:extLst>
            </p:cNvPr>
            <p:cNvSpPr/>
            <p:nvPr/>
          </p:nvSpPr>
          <p:spPr>
            <a:xfrm>
              <a:off x="859157" y="1722881"/>
              <a:ext cx="72270" cy="980206"/>
            </a:xfrm>
            <a:custGeom>
              <a:avLst/>
              <a:gdLst/>
              <a:ahLst/>
              <a:cxnLst/>
              <a:rect l="l" t="t" r="r" b="b"/>
              <a:pathLst>
                <a:path w="3243" h="43985" extrusionOk="0">
                  <a:moveTo>
                    <a:pt x="3106" y="0"/>
                  </a:moveTo>
                  <a:cubicBezTo>
                    <a:pt x="3072" y="0"/>
                    <a:pt x="3038" y="68"/>
                    <a:pt x="3038" y="102"/>
                  </a:cubicBezTo>
                  <a:cubicBezTo>
                    <a:pt x="3038" y="137"/>
                    <a:pt x="3072" y="171"/>
                    <a:pt x="3106" y="171"/>
                  </a:cubicBezTo>
                  <a:lnTo>
                    <a:pt x="3242" y="171"/>
                  </a:lnTo>
                  <a:lnTo>
                    <a:pt x="3242" y="0"/>
                  </a:lnTo>
                  <a:close/>
                  <a:moveTo>
                    <a:pt x="2082" y="34"/>
                  </a:moveTo>
                  <a:cubicBezTo>
                    <a:pt x="2048" y="34"/>
                    <a:pt x="2014" y="68"/>
                    <a:pt x="2014" y="137"/>
                  </a:cubicBezTo>
                  <a:cubicBezTo>
                    <a:pt x="2014" y="171"/>
                    <a:pt x="2048" y="205"/>
                    <a:pt x="2082" y="205"/>
                  </a:cubicBezTo>
                  <a:lnTo>
                    <a:pt x="2219" y="205"/>
                  </a:lnTo>
                  <a:cubicBezTo>
                    <a:pt x="2253" y="205"/>
                    <a:pt x="2287" y="171"/>
                    <a:pt x="2287" y="137"/>
                  </a:cubicBezTo>
                  <a:cubicBezTo>
                    <a:pt x="2287" y="68"/>
                    <a:pt x="2253" y="34"/>
                    <a:pt x="2219" y="34"/>
                  </a:cubicBezTo>
                  <a:close/>
                  <a:moveTo>
                    <a:pt x="1059" y="68"/>
                  </a:moveTo>
                  <a:cubicBezTo>
                    <a:pt x="1024" y="68"/>
                    <a:pt x="990" y="102"/>
                    <a:pt x="990" y="137"/>
                  </a:cubicBezTo>
                  <a:cubicBezTo>
                    <a:pt x="990" y="205"/>
                    <a:pt x="1024" y="239"/>
                    <a:pt x="1059" y="239"/>
                  </a:cubicBezTo>
                  <a:lnTo>
                    <a:pt x="1161" y="239"/>
                  </a:lnTo>
                  <a:cubicBezTo>
                    <a:pt x="1229" y="239"/>
                    <a:pt x="1263" y="171"/>
                    <a:pt x="1263" y="137"/>
                  </a:cubicBezTo>
                  <a:cubicBezTo>
                    <a:pt x="1263" y="102"/>
                    <a:pt x="1229" y="68"/>
                    <a:pt x="1161" y="68"/>
                  </a:cubicBezTo>
                  <a:close/>
                  <a:moveTo>
                    <a:pt x="69" y="68"/>
                  </a:moveTo>
                  <a:cubicBezTo>
                    <a:pt x="35" y="68"/>
                    <a:pt x="1" y="102"/>
                    <a:pt x="1" y="137"/>
                  </a:cubicBezTo>
                  <a:lnTo>
                    <a:pt x="1" y="171"/>
                  </a:lnTo>
                  <a:cubicBezTo>
                    <a:pt x="1" y="239"/>
                    <a:pt x="35" y="273"/>
                    <a:pt x="69" y="273"/>
                  </a:cubicBezTo>
                  <a:cubicBezTo>
                    <a:pt x="103" y="273"/>
                    <a:pt x="137" y="239"/>
                    <a:pt x="137" y="239"/>
                  </a:cubicBezTo>
                  <a:cubicBezTo>
                    <a:pt x="206" y="239"/>
                    <a:pt x="240" y="205"/>
                    <a:pt x="240" y="137"/>
                  </a:cubicBezTo>
                  <a:cubicBezTo>
                    <a:pt x="240" y="102"/>
                    <a:pt x="206" y="68"/>
                    <a:pt x="137" y="68"/>
                  </a:cubicBezTo>
                  <a:close/>
                  <a:moveTo>
                    <a:pt x="69" y="1024"/>
                  </a:moveTo>
                  <a:cubicBezTo>
                    <a:pt x="35" y="1024"/>
                    <a:pt x="1" y="1058"/>
                    <a:pt x="1" y="1092"/>
                  </a:cubicBezTo>
                  <a:lnTo>
                    <a:pt x="1" y="1194"/>
                  </a:lnTo>
                  <a:cubicBezTo>
                    <a:pt x="1" y="1263"/>
                    <a:pt x="35" y="1297"/>
                    <a:pt x="69" y="1297"/>
                  </a:cubicBezTo>
                  <a:cubicBezTo>
                    <a:pt x="103" y="1297"/>
                    <a:pt x="171" y="1263"/>
                    <a:pt x="171" y="1194"/>
                  </a:cubicBezTo>
                  <a:lnTo>
                    <a:pt x="171" y="1092"/>
                  </a:lnTo>
                  <a:cubicBezTo>
                    <a:pt x="171" y="1058"/>
                    <a:pt x="103" y="1024"/>
                    <a:pt x="69" y="1024"/>
                  </a:cubicBezTo>
                  <a:close/>
                  <a:moveTo>
                    <a:pt x="69" y="2047"/>
                  </a:moveTo>
                  <a:cubicBezTo>
                    <a:pt x="35" y="2047"/>
                    <a:pt x="1" y="2082"/>
                    <a:pt x="1" y="2116"/>
                  </a:cubicBezTo>
                  <a:lnTo>
                    <a:pt x="1" y="2252"/>
                  </a:lnTo>
                  <a:cubicBezTo>
                    <a:pt x="1" y="2286"/>
                    <a:pt x="35" y="2320"/>
                    <a:pt x="69" y="2320"/>
                  </a:cubicBezTo>
                  <a:cubicBezTo>
                    <a:pt x="103" y="2320"/>
                    <a:pt x="171" y="2286"/>
                    <a:pt x="171" y="2252"/>
                  </a:cubicBezTo>
                  <a:lnTo>
                    <a:pt x="171" y="2116"/>
                  </a:lnTo>
                  <a:cubicBezTo>
                    <a:pt x="171" y="2082"/>
                    <a:pt x="103" y="2047"/>
                    <a:pt x="69" y="2047"/>
                  </a:cubicBezTo>
                  <a:close/>
                  <a:moveTo>
                    <a:pt x="69" y="3071"/>
                  </a:moveTo>
                  <a:cubicBezTo>
                    <a:pt x="35" y="3071"/>
                    <a:pt x="1" y="3105"/>
                    <a:pt x="1" y="3139"/>
                  </a:cubicBezTo>
                  <a:lnTo>
                    <a:pt x="1" y="3276"/>
                  </a:lnTo>
                  <a:cubicBezTo>
                    <a:pt x="1" y="3310"/>
                    <a:pt x="35" y="3344"/>
                    <a:pt x="69" y="3344"/>
                  </a:cubicBezTo>
                  <a:cubicBezTo>
                    <a:pt x="103" y="3344"/>
                    <a:pt x="171" y="3310"/>
                    <a:pt x="171" y="3276"/>
                  </a:cubicBezTo>
                  <a:lnTo>
                    <a:pt x="171" y="3139"/>
                  </a:lnTo>
                  <a:cubicBezTo>
                    <a:pt x="171" y="3105"/>
                    <a:pt x="103" y="3071"/>
                    <a:pt x="69" y="3071"/>
                  </a:cubicBezTo>
                  <a:close/>
                  <a:moveTo>
                    <a:pt x="69" y="4095"/>
                  </a:moveTo>
                  <a:cubicBezTo>
                    <a:pt x="35" y="4095"/>
                    <a:pt x="1" y="4129"/>
                    <a:pt x="1" y="4197"/>
                  </a:cubicBezTo>
                  <a:lnTo>
                    <a:pt x="1" y="4300"/>
                  </a:lnTo>
                  <a:cubicBezTo>
                    <a:pt x="1" y="4334"/>
                    <a:pt x="35" y="4402"/>
                    <a:pt x="69" y="4402"/>
                  </a:cubicBezTo>
                  <a:cubicBezTo>
                    <a:pt x="103" y="4402"/>
                    <a:pt x="171" y="4334"/>
                    <a:pt x="171" y="4300"/>
                  </a:cubicBezTo>
                  <a:lnTo>
                    <a:pt x="171" y="4197"/>
                  </a:lnTo>
                  <a:cubicBezTo>
                    <a:pt x="171" y="4129"/>
                    <a:pt x="103" y="4095"/>
                    <a:pt x="69" y="4095"/>
                  </a:cubicBezTo>
                  <a:close/>
                  <a:moveTo>
                    <a:pt x="69" y="5119"/>
                  </a:moveTo>
                  <a:cubicBezTo>
                    <a:pt x="35" y="5119"/>
                    <a:pt x="1" y="5153"/>
                    <a:pt x="1" y="5221"/>
                  </a:cubicBezTo>
                  <a:lnTo>
                    <a:pt x="1" y="5323"/>
                  </a:lnTo>
                  <a:cubicBezTo>
                    <a:pt x="1" y="5392"/>
                    <a:pt x="35" y="5426"/>
                    <a:pt x="69" y="5426"/>
                  </a:cubicBezTo>
                  <a:cubicBezTo>
                    <a:pt x="103" y="5426"/>
                    <a:pt x="171" y="5392"/>
                    <a:pt x="171" y="5323"/>
                  </a:cubicBezTo>
                  <a:lnTo>
                    <a:pt x="171" y="5221"/>
                  </a:lnTo>
                  <a:cubicBezTo>
                    <a:pt x="171" y="5153"/>
                    <a:pt x="103" y="5119"/>
                    <a:pt x="69" y="5119"/>
                  </a:cubicBezTo>
                  <a:close/>
                  <a:moveTo>
                    <a:pt x="69" y="6176"/>
                  </a:moveTo>
                  <a:cubicBezTo>
                    <a:pt x="35" y="6176"/>
                    <a:pt x="1" y="6210"/>
                    <a:pt x="1" y="6245"/>
                  </a:cubicBezTo>
                  <a:lnTo>
                    <a:pt x="1" y="6347"/>
                  </a:lnTo>
                  <a:cubicBezTo>
                    <a:pt x="1" y="6415"/>
                    <a:pt x="35" y="6449"/>
                    <a:pt x="69" y="6449"/>
                  </a:cubicBezTo>
                  <a:cubicBezTo>
                    <a:pt x="103" y="6449"/>
                    <a:pt x="171" y="6415"/>
                    <a:pt x="171" y="6347"/>
                  </a:cubicBezTo>
                  <a:lnTo>
                    <a:pt x="171" y="6245"/>
                  </a:lnTo>
                  <a:cubicBezTo>
                    <a:pt x="171" y="6210"/>
                    <a:pt x="103" y="6176"/>
                    <a:pt x="69" y="6176"/>
                  </a:cubicBezTo>
                  <a:close/>
                  <a:moveTo>
                    <a:pt x="69" y="7200"/>
                  </a:moveTo>
                  <a:cubicBezTo>
                    <a:pt x="35" y="7200"/>
                    <a:pt x="1" y="7234"/>
                    <a:pt x="1" y="7268"/>
                  </a:cubicBezTo>
                  <a:lnTo>
                    <a:pt x="1" y="7405"/>
                  </a:lnTo>
                  <a:cubicBezTo>
                    <a:pt x="1" y="7439"/>
                    <a:pt x="35" y="7473"/>
                    <a:pt x="69" y="7473"/>
                  </a:cubicBezTo>
                  <a:cubicBezTo>
                    <a:pt x="103" y="7473"/>
                    <a:pt x="171" y="7439"/>
                    <a:pt x="171" y="7405"/>
                  </a:cubicBezTo>
                  <a:lnTo>
                    <a:pt x="171" y="7268"/>
                  </a:lnTo>
                  <a:cubicBezTo>
                    <a:pt x="171" y="7234"/>
                    <a:pt x="103" y="7200"/>
                    <a:pt x="69" y="7200"/>
                  </a:cubicBezTo>
                  <a:close/>
                  <a:moveTo>
                    <a:pt x="69" y="8224"/>
                  </a:moveTo>
                  <a:cubicBezTo>
                    <a:pt x="35" y="8224"/>
                    <a:pt x="1" y="8258"/>
                    <a:pt x="1" y="8292"/>
                  </a:cubicBezTo>
                  <a:lnTo>
                    <a:pt x="1" y="8428"/>
                  </a:lnTo>
                  <a:cubicBezTo>
                    <a:pt x="1" y="8463"/>
                    <a:pt x="35" y="8497"/>
                    <a:pt x="69" y="8497"/>
                  </a:cubicBezTo>
                  <a:cubicBezTo>
                    <a:pt x="103" y="8497"/>
                    <a:pt x="171" y="8463"/>
                    <a:pt x="171" y="8428"/>
                  </a:cubicBezTo>
                  <a:lnTo>
                    <a:pt x="171" y="8292"/>
                  </a:lnTo>
                  <a:cubicBezTo>
                    <a:pt x="171" y="8258"/>
                    <a:pt x="103" y="8224"/>
                    <a:pt x="69" y="8224"/>
                  </a:cubicBezTo>
                  <a:close/>
                  <a:moveTo>
                    <a:pt x="69" y="9247"/>
                  </a:moveTo>
                  <a:cubicBezTo>
                    <a:pt x="35" y="9247"/>
                    <a:pt x="1" y="9282"/>
                    <a:pt x="1" y="9350"/>
                  </a:cubicBezTo>
                  <a:lnTo>
                    <a:pt x="1" y="9452"/>
                  </a:lnTo>
                  <a:cubicBezTo>
                    <a:pt x="1" y="9486"/>
                    <a:pt x="35" y="9520"/>
                    <a:pt x="69" y="9520"/>
                  </a:cubicBezTo>
                  <a:cubicBezTo>
                    <a:pt x="103" y="9520"/>
                    <a:pt x="171" y="9486"/>
                    <a:pt x="171" y="9452"/>
                  </a:cubicBezTo>
                  <a:lnTo>
                    <a:pt x="171" y="9350"/>
                  </a:lnTo>
                  <a:cubicBezTo>
                    <a:pt x="171" y="9282"/>
                    <a:pt x="103" y="9247"/>
                    <a:pt x="69" y="9247"/>
                  </a:cubicBezTo>
                  <a:close/>
                  <a:moveTo>
                    <a:pt x="69" y="10271"/>
                  </a:moveTo>
                  <a:cubicBezTo>
                    <a:pt x="35" y="10271"/>
                    <a:pt x="1" y="10305"/>
                    <a:pt x="1" y="10373"/>
                  </a:cubicBezTo>
                  <a:lnTo>
                    <a:pt x="1" y="10476"/>
                  </a:lnTo>
                  <a:cubicBezTo>
                    <a:pt x="1" y="10510"/>
                    <a:pt x="35" y="10578"/>
                    <a:pt x="69" y="10578"/>
                  </a:cubicBezTo>
                  <a:cubicBezTo>
                    <a:pt x="103" y="10578"/>
                    <a:pt x="171" y="10510"/>
                    <a:pt x="171" y="10476"/>
                  </a:cubicBezTo>
                  <a:lnTo>
                    <a:pt x="171" y="10373"/>
                  </a:lnTo>
                  <a:cubicBezTo>
                    <a:pt x="171" y="10305"/>
                    <a:pt x="103" y="10271"/>
                    <a:pt x="69" y="10271"/>
                  </a:cubicBezTo>
                  <a:close/>
                  <a:moveTo>
                    <a:pt x="69" y="11295"/>
                  </a:moveTo>
                  <a:cubicBezTo>
                    <a:pt x="35" y="11295"/>
                    <a:pt x="1" y="11363"/>
                    <a:pt x="1" y="11397"/>
                  </a:cubicBezTo>
                  <a:lnTo>
                    <a:pt x="1" y="11500"/>
                  </a:lnTo>
                  <a:cubicBezTo>
                    <a:pt x="1" y="11568"/>
                    <a:pt x="35" y="11602"/>
                    <a:pt x="69" y="11602"/>
                  </a:cubicBezTo>
                  <a:cubicBezTo>
                    <a:pt x="103" y="11602"/>
                    <a:pt x="171" y="11568"/>
                    <a:pt x="171" y="11500"/>
                  </a:cubicBezTo>
                  <a:lnTo>
                    <a:pt x="171" y="11397"/>
                  </a:lnTo>
                  <a:cubicBezTo>
                    <a:pt x="171" y="11363"/>
                    <a:pt x="103" y="11295"/>
                    <a:pt x="69" y="11295"/>
                  </a:cubicBezTo>
                  <a:close/>
                  <a:moveTo>
                    <a:pt x="69" y="12353"/>
                  </a:moveTo>
                  <a:cubicBezTo>
                    <a:pt x="35" y="12353"/>
                    <a:pt x="1" y="12387"/>
                    <a:pt x="1" y="12421"/>
                  </a:cubicBezTo>
                  <a:lnTo>
                    <a:pt x="1" y="12557"/>
                  </a:lnTo>
                  <a:cubicBezTo>
                    <a:pt x="1" y="12591"/>
                    <a:pt x="35" y="12626"/>
                    <a:pt x="69" y="12626"/>
                  </a:cubicBezTo>
                  <a:cubicBezTo>
                    <a:pt x="103" y="12626"/>
                    <a:pt x="171" y="12591"/>
                    <a:pt x="171" y="12557"/>
                  </a:cubicBezTo>
                  <a:lnTo>
                    <a:pt x="171" y="12421"/>
                  </a:lnTo>
                  <a:cubicBezTo>
                    <a:pt x="171" y="12387"/>
                    <a:pt x="103" y="12353"/>
                    <a:pt x="69" y="12353"/>
                  </a:cubicBezTo>
                  <a:close/>
                  <a:moveTo>
                    <a:pt x="69" y="13376"/>
                  </a:moveTo>
                  <a:cubicBezTo>
                    <a:pt x="35" y="13376"/>
                    <a:pt x="1" y="13410"/>
                    <a:pt x="1" y="13445"/>
                  </a:cubicBezTo>
                  <a:lnTo>
                    <a:pt x="1" y="13581"/>
                  </a:lnTo>
                  <a:cubicBezTo>
                    <a:pt x="1" y="13615"/>
                    <a:pt x="35" y="13649"/>
                    <a:pt x="69" y="13649"/>
                  </a:cubicBezTo>
                  <a:cubicBezTo>
                    <a:pt x="103" y="13649"/>
                    <a:pt x="171" y="13615"/>
                    <a:pt x="171" y="13581"/>
                  </a:cubicBezTo>
                  <a:lnTo>
                    <a:pt x="171" y="13445"/>
                  </a:lnTo>
                  <a:cubicBezTo>
                    <a:pt x="171" y="13410"/>
                    <a:pt x="103" y="13376"/>
                    <a:pt x="69" y="13376"/>
                  </a:cubicBezTo>
                  <a:close/>
                  <a:moveTo>
                    <a:pt x="69" y="14400"/>
                  </a:moveTo>
                  <a:cubicBezTo>
                    <a:pt x="35" y="14400"/>
                    <a:pt x="1" y="14434"/>
                    <a:pt x="1" y="14502"/>
                  </a:cubicBezTo>
                  <a:lnTo>
                    <a:pt x="1" y="14605"/>
                  </a:lnTo>
                  <a:cubicBezTo>
                    <a:pt x="1" y="14639"/>
                    <a:pt x="35" y="14673"/>
                    <a:pt x="69" y="14673"/>
                  </a:cubicBezTo>
                  <a:cubicBezTo>
                    <a:pt x="103" y="14673"/>
                    <a:pt x="171" y="14639"/>
                    <a:pt x="171" y="14605"/>
                  </a:cubicBezTo>
                  <a:lnTo>
                    <a:pt x="171" y="14502"/>
                  </a:lnTo>
                  <a:cubicBezTo>
                    <a:pt x="171" y="14434"/>
                    <a:pt x="103" y="14400"/>
                    <a:pt x="69" y="14400"/>
                  </a:cubicBezTo>
                  <a:close/>
                  <a:moveTo>
                    <a:pt x="69" y="15424"/>
                  </a:moveTo>
                  <a:cubicBezTo>
                    <a:pt x="35" y="15424"/>
                    <a:pt x="1" y="15458"/>
                    <a:pt x="1" y="15526"/>
                  </a:cubicBezTo>
                  <a:lnTo>
                    <a:pt x="1" y="15628"/>
                  </a:lnTo>
                  <a:cubicBezTo>
                    <a:pt x="1" y="15663"/>
                    <a:pt x="35" y="15731"/>
                    <a:pt x="69" y="15731"/>
                  </a:cubicBezTo>
                  <a:cubicBezTo>
                    <a:pt x="103" y="15731"/>
                    <a:pt x="171" y="15663"/>
                    <a:pt x="171" y="15628"/>
                  </a:cubicBezTo>
                  <a:lnTo>
                    <a:pt x="171" y="15526"/>
                  </a:lnTo>
                  <a:cubicBezTo>
                    <a:pt x="171" y="15458"/>
                    <a:pt x="103" y="15424"/>
                    <a:pt x="69" y="15424"/>
                  </a:cubicBezTo>
                  <a:close/>
                  <a:moveTo>
                    <a:pt x="69" y="16447"/>
                  </a:moveTo>
                  <a:cubicBezTo>
                    <a:pt x="35" y="16447"/>
                    <a:pt x="1" y="16516"/>
                    <a:pt x="1" y="16550"/>
                  </a:cubicBezTo>
                  <a:lnTo>
                    <a:pt x="1" y="16652"/>
                  </a:lnTo>
                  <a:cubicBezTo>
                    <a:pt x="1" y="16720"/>
                    <a:pt x="35" y="16755"/>
                    <a:pt x="69" y="16755"/>
                  </a:cubicBezTo>
                  <a:cubicBezTo>
                    <a:pt x="103" y="16755"/>
                    <a:pt x="171" y="16720"/>
                    <a:pt x="171" y="16652"/>
                  </a:cubicBezTo>
                  <a:lnTo>
                    <a:pt x="171" y="16550"/>
                  </a:lnTo>
                  <a:cubicBezTo>
                    <a:pt x="171" y="16516"/>
                    <a:pt x="103" y="16447"/>
                    <a:pt x="69" y="16447"/>
                  </a:cubicBezTo>
                  <a:close/>
                  <a:moveTo>
                    <a:pt x="69" y="17505"/>
                  </a:moveTo>
                  <a:cubicBezTo>
                    <a:pt x="35" y="17505"/>
                    <a:pt x="1" y="17539"/>
                    <a:pt x="1" y="17573"/>
                  </a:cubicBezTo>
                  <a:lnTo>
                    <a:pt x="1" y="17676"/>
                  </a:lnTo>
                  <a:cubicBezTo>
                    <a:pt x="1" y="17744"/>
                    <a:pt x="35" y="17778"/>
                    <a:pt x="69" y="17778"/>
                  </a:cubicBezTo>
                  <a:cubicBezTo>
                    <a:pt x="103" y="17778"/>
                    <a:pt x="171" y="17744"/>
                    <a:pt x="171" y="17676"/>
                  </a:cubicBezTo>
                  <a:lnTo>
                    <a:pt x="171" y="17573"/>
                  </a:lnTo>
                  <a:cubicBezTo>
                    <a:pt x="171" y="17539"/>
                    <a:pt x="103" y="17505"/>
                    <a:pt x="69" y="17505"/>
                  </a:cubicBezTo>
                  <a:close/>
                  <a:moveTo>
                    <a:pt x="69" y="18529"/>
                  </a:moveTo>
                  <a:cubicBezTo>
                    <a:pt x="35" y="18529"/>
                    <a:pt x="1" y="18563"/>
                    <a:pt x="1" y="18597"/>
                  </a:cubicBezTo>
                  <a:lnTo>
                    <a:pt x="1" y="18734"/>
                  </a:lnTo>
                  <a:cubicBezTo>
                    <a:pt x="1" y="18768"/>
                    <a:pt x="35" y="18802"/>
                    <a:pt x="69" y="18802"/>
                  </a:cubicBezTo>
                  <a:cubicBezTo>
                    <a:pt x="137" y="18802"/>
                    <a:pt x="171" y="18768"/>
                    <a:pt x="171" y="18734"/>
                  </a:cubicBezTo>
                  <a:lnTo>
                    <a:pt x="171" y="18597"/>
                  </a:lnTo>
                  <a:cubicBezTo>
                    <a:pt x="171" y="18563"/>
                    <a:pt x="137" y="18529"/>
                    <a:pt x="69" y="18529"/>
                  </a:cubicBezTo>
                  <a:close/>
                  <a:moveTo>
                    <a:pt x="69" y="19553"/>
                  </a:moveTo>
                  <a:cubicBezTo>
                    <a:pt x="35" y="19553"/>
                    <a:pt x="1" y="19587"/>
                    <a:pt x="1" y="19655"/>
                  </a:cubicBezTo>
                  <a:lnTo>
                    <a:pt x="1" y="19757"/>
                  </a:lnTo>
                  <a:cubicBezTo>
                    <a:pt x="1" y="19791"/>
                    <a:pt x="35" y="19826"/>
                    <a:pt x="69" y="19826"/>
                  </a:cubicBezTo>
                  <a:cubicBezTo>
                    <a:pt x="137" y="19826"/>
                    <a:pt x="171" y="19791"/>
                    <a:pt x="171" y="19757"/>
                  </a:cubicBezTo>
                  <a:lnTo>
                    <a:pt x="171" y="19655"/>
                  </a:lnTo>
                  <a:cubicBezTo>
                    <a:pt x="171" y="19587"/>
                    <a:pt x="137" y="19553"/>
                    <a:pt x="69" y="19553"/>
                  </a:cubicBezTo>
                  <a:close/>
                  <a:moveTo>
                    <a:pt x="69" y="20576"/>
                  </a:moveTo>
                  <a:cubicBezTo>
                    <a:pt x="35" y="20576"/>
                    <a:pt x="1" y="20610"/>
                    <a:pt x="1" y="20679"/>
                  </a:cubicBezTo>
                  <a:lnTo>
                    <a:pt x="1" y="20781"/>
                  </a:lnTo>
                  <a:cubicBezTo>
                    <a:pt x="1" y="20815"/>
                    <a:pt x="35" y="20883"/>
                    <a:pt x="69" y="20883"/>
                  </a:cubicBezTo>
                  <a:cubicBezTo>
                    <a:pt x="137" y="20883"/>
                    <a:pt x="171" y="20815"/>
                    <a:pt x="171" y="20781"/>
                  </a:cubicBezTo>
                  <a:lnTo>
                    <a:pt x="171" y="20679"/>
                  </a:lnTo>
                  <a:cubicBezTo>
                    <a:pt x="171" y="20610"/>
                    <a:pt x="137" y="20576"/>
                    <a:pt x="69" y="20576"/>
                  </a:cubicBezTo>
                  <a:close/>
                  <a:moveTo>
                    <a:pt x="69" y="21600"/>
                  </a:moveTo>
                  <a:cubicBezTo>
                    <a:pt x="35" y="21600"/>
                    <a:pt x="1" y="21668"/>
                    <a:pt x="1" y="21702"/>
                  </a:cubicBezTo>
                  <a:lnTo>
                    <a:pt x="1" y="21805"/>
                  </a:lnTo>
                  <a:cubicBezTo>
                    <a:pt x="1" y="21873"/>
                    <a:pt x="35" y="21907"/>
                    <a:pt x="69" y="21907"/>
                  </a:cubicBezTo>
                  <a:cubicBezTo>
                    <a:pt x="137" y="21907"/>
                    <a:pt x="171" y="21873"/>
                    <a:pt x="171" y="21805"/>
                  </a:cubicBezTo>
                  <a:lnTo>
                    <a:pt x="171" y="21702"/>
                  </a:lnTo>
                  <a:cubicBezTo>
                    <a:pt x="171" y="21668"/>
                    <a:pt x="137" y="21600"/>
                    <a:pt x="69" y="21600"/>
                  </a:cubicBezTo>
                  <a:close/>
                  <a:moveTo>
                    <a:pt x="69" y="22658"/>
                  </a:moveTo>
                  <a:cubicBezTo>
                    <a:pt x="35" y="22658"/>
                    <a:pt x="1" y="22692"/>
                    <a:pt x="1" y="22726"/>
                  </a:cubicBezTo>
                  <a:lnTo>
                    <a:pt x="1" y="22828"/>
                  </a:lnTo>
                  <a:cubicBezTo>
                    <a:pt x="1" y="22897"/>
                    <a:pt x="35" y="22931"/>
                    <a:pt x="69" y="22931"/>
                  </a:cubicBezTo>
                  <a:cubicBezTo>
                    <a:pt x="137" y="22931"/>
                    <a:pt x="171" y="22897"/>
                    <a:pt x="171" y="22828"/>
                  </a:cubicBezTo>
                  <a:lnTo>
                    <a:pt x="171" y="22726"/>
                  </a:lnTo>
                  <a:cubicBezTo>
                    <a:pt x="171" y="22692"/>
                    <a:pt x="137" y="22658"/>
                    <a:pt x="69" y="22658"/>
                  </a:cubicBezTo>
                  <a:close/>
                  <a:moveTo>
                    <a:pt x="69" y="23681"/>
                  </a:moveTo>
                  <a:cubicBezTo>
                    <a:pt x="35" y="23681"/>
                    <a:pt x="1" y="23716"/>
                    <a:pt x="1" y="23750"/>
                  </a:cubicBezTo>
                  <a:lnTo>
                    <a:pt x="1" y="23886"/>
                  </a:lnTo>
                  <a:cubicBezTo>
                    <a:pt x="1" y="23920"/>
                    <a:pt x="35" y="23954"/>
                    <a:pt x="69" y="23954"/>
                  </a:cubicBezTo>
                  <a:cubicBezTo>
                    <a:pt x="137" y="23954"/>
                    <a:pt x="171" y="23920"/>
                    <a:pt x="171" y="23886"/>
                  </a:cubicBezTo>
                  <a:lnTo>
                    <a:pt x="171" y="23750"/>
                  </a:lnTo>
                  <a:cubicBezTo>
                    <a:pt x="171" y="23716"/>
                    <a:pt x="137" y="23681"/>
                    <a:pt x="69" y="23681"/>
                  </a:cubicBezTo>
                  <a:close/>
                  <a:moveTo>
                    <a:pt x="69" y="24705"/>
                  </a:moveTo>
                  <a:cubicBezTo>
                    <a:pt x="35" y="24705"/>
                    <a:pt x="1" y="24739"/>
                    <a:pt x="1" y="24808"/>
                  </a:cubicBezTo>
                  <a:lnTo>
                    <a:pt x="1" y="24910"/>
                  </a:lnTo>
                  <a:cubicBezTo>
                    <a:pt x="1" y="24944"/>
                    <a:pt x="35" y="24978"/>
                    <a:pt x="69" y="24978"/>
                  </a:cubicBezTo>
                  <a:cubicBezTo>
                    <a:pt x="103" y="24978"/>
                    <a:pt x="171" y="24944"/>
                    <a:pt x="171" y="24910"/>
                  </a:cubicBezTo>
                  <a:lnTo>
                    <a:pt x="171" y="24808"/>
                  </a:lnTo>
                  <a:cubicBezTo>
                    <a:pt x="171" y="24739"/>
                    <a:pt x="137" y="24705"/>
                    <a:pt x="69" y="24705"/>
                  </a:cubicBezTo>
                  <a:close/>
                  <a:moveTo>
                    <a:pt x="69" y="25729"/>
                  </a:moveTo>
                  <a:cubicBezTo>
                    <a:pt x="35" y="25729"/>
                    <a:pt x="1" y="25763"/>
                    <a:pt x="1" y="25831"/>
                  </a:cubicBezTo>
                  <a:lnTo>
                    <a:pt x="1" y="25934"/>
                  </a:lnTo>
                  <a:cubicBezTo>
                    <a:pt x="1" y="25968"/>
                    <a:pt x="35" y="26036"/>
                    <a:pt x="69" y="26036"/>
                  </a:cubicBezTo>
                  <a:cubicBezTo>
                    <a:pt x="137" y="26036"/>
                    <a:pt x="171" y="25968"/>
                    <a:pt x="171" y="25934"/>
                  </a:cubicBezTo>
                  <a:lnTo>
                    <a:pt x="171" y="25831"/>
                  </a:lnTo>
                  <a:cubicBezTo>
                    <a:pt x="171" y="25763"/>
                    <a:pt x="137" y="25729"/>
                    <a:pt x="69" y="25729"/>
                  </a:cubicBezTo>
                  <a:close/>
                  <a:moveTo>
                    <a:pt x="69" y="26753"/>
                  </a:moveTo>
                  <a:cubicBezTo>
                    <a:pt x="35" y="26753"/>
                    <a:pt x="1" y="26821"/>
                    <a:pt x="1" y="26855"/>
                  </a:cubicBezTo>
                  <a:lnTo>
                    <a:pt x="1" y="26957"/>
                  </a:lnTo>
                  <a:cubicBezTo>
                    <a:pt x="1" y="27026"/>
                    <a:pt x="35" y="27060"/>
                    <a:pt x="69" y="27060"/>
                  </a:cubicBezTo>
                  <a:cubicBezTo>
                    <a:pt x="137" y="27060"/>
                    <a:pt x="171" y="27026"/>
                    <a:pt x="171" y="26957"/>
                  </a:cubicBezTo>
                  <a:lnTo>
                    <a:pt x="171" y="26855"/>
                  </a:lnTo>
                  <a:cubicBezTo>
                    <a:pt x="171" y="26821"/>
                    <a:pt x="137" y="26753"/>
                    <a:pt x="69" y="26753"/>
                  </a:cubicBezTo>
                  <a:close/>
                  <a:moveTo>
                    <a:pt x="69" y="27810"/>
                  </a:moveTo>
                  <a:cubicBezTo>
                    <a:pt x="35" y="27810"/>
                    <a:pt x="1" y="27845"/>
                    <a:pt x="1" y="27879"/>
                  </a:cubicBezTo>
                  <a:lnTo>
                    <a:pt x="1" y="28015"/>
                  </a:lnTo>
                  <a:cubicBezTo>
                    <a:pt x="1" y="28049"/>
                    <a:pt x="35" y="28083"/>
                    <a:pt x="69" y="28083"/>
                  </a:cubicBezTo>
                  <a:cubicBezTo>
                    <a:pt x="137" y="28083"/>
                    <a:pt x="171" y="28049"/>
                    <a:pt x="171" y="27981"/>
                  </a:cubicBezTo>
                  <a:lnTo>
                    <a:pt x="171" y="27879"/>
                  </a:lnTo>
                  <a:cubicBezTo>
                    <a:pt x="171" y="27845"/>
                    <a:pt x="137" y="27810"/>
                    <a:pt x="69" y="27810"/>
                  </a:cubicBezTo>
                  <a:close/>
                  <a:moveTo>
                    <a:pt x="69" y="28834"/>
                  </a:moveTo>
                  <a:cubicBezTo>
                    <a:pt x="35" y="28834"/>
                    <a:pt x="1" y="28868"/>
                    <a:pt x="1" y="28902"/>
                  </a:cubicBezTo>
                  <a:lnTo>
                    <a:pt x="1" y="29039"/>
                  </a:lnTo>
                  <a:cubicBezTo>
                    <a:pt x="1" y="29073"/>
                    <a:pt x="35" y="29107"/>
                    <a:pt x="69" y="29107"/>
                  </a:cubicBezTo>
                  <a:cubicBezTo>
                    <a:pt x="137" y="29107"/>
                    <a:pt x="171" y="29073"/>
                    <a:pt x="171" y="29039"/>
                  </a:cubicBezTo>
                  <a:lnTo>
                    <a:pt x="171" y="28902"/>
                  </a:lnTo>
                  <a:cubicBezTo>
                    <a:pt x="171" y="28868"/>
                    <a:pt x="137" y="28834"/>
                    <a:pt x="69" y="28834"/>
                  </a:cubicBezTo>
                  <a:close/>
                  <a:moveTo>
                    <a:pt x="69" y="29858"/>
                  </a:moveTo>
                  <a:cubicBezTo>
                    <a:pt x="35" y="29858"/>
                    <a:pt x="1" y="29892"/>
                    <a:pt x="1" y="29960"/>
                  </a:cubicBezTo>
                  <a:lnTo>
                    <a:pt x="1" y="30063"/>
                  </a:lnTo>
                  <a:cubicBezTo>
                    <a:pt x="1" y="30097"/>
                    <a:pt x="35" y="30131"/>
                    <a:pt x="69" y="30131"/>
                  </a:cubicBezTo>
                  <a:cubicBezTo>
                    <a:pt x="137" y="30131"/>
                    <a:pt x="171" y="30097"/>
                    <a:pt x="171" y="30063"/>
                  </a:cubicBezTo>
                  <a:lnTo>
                    <a:pt x="171" y="29960"/>
                  </a:lnTo>
                  <a:cubicBezTo>
                    <a:pt x="171" y="29892"/>
                    <a:pt x="137" y="29858"/>
                    <a:pt x="69" y="29858"/>
                  </a:cubicBezTo>
                  <a:close/>
                  <a:moveTo>
                    <a:pt x="103" y="30881"/>
                  </a:moveTo>
                  <a:cubicBezTo>
                    <a:pt x="35" y="30881"/>
                    <a:pt x="1" y="30916"/>
                    <a:pt x="1" y="30984"/>
                  </a:cubicBezTo>
                  <a:lnTo>
                    <a:pt x="1" y="31086"/>
                  </a:lnTo>
                  <a:cubicBezTo>
                    <a:pt x="1" y="31154"/>
                    <a:pt x="35" y="31189"/>
                    <a:pt x="103" y="31189"/>
                  </a:cubicBezTo>
                  <a:cubicBezTo>
                    <a:pt x="137" y="31189"/>
                    <a:pt x="171" y="31154"/>
                    <a:pt x="171" y="31086"/>
                  </a:cubicBezTo>
                  <a:lnTo>
                    <a:pt x="171" y="30984"/>
                  </a:lnTo>
                  <a:cubicBezTo>
                    <a:pt x="171" y="30916"/>
                    <a:pt x="137" y="30881"/>
                    <a:pt x="103" y="30881"/>
                  </a:cubicBezTo>
                  <a:close/>
                  <a:moveTo>
                    <a:pt x="103" y="31905"/>
                  </a:moveTo>
                  <a:cubicBezTo>
                    <a:pt x="35" y="31905"/>
                    <a:pt x="1" y="31973"/>
                    <a:pt x="1" y="32008"/>
                  </a:cubicBezTo>
                  <a:lnTo>
                    <a:pt x="1" y="32110"/>
                  </a:lnTo>
                  <a:cubicBezTo>
                    <a:pt x="1" y="32178"/>
                    <a:pt x="35" y="32212"/>
                    <a:pt x="103" y="32212"/>
                  </a:cubicBezTo>
                  <a:cubicBezTo>
                    <a:pt x="137" y="32212"/>
                    <a:pt x="171" y="32178"/>
                    <a:pt x="171" y="32110"/>
                  </a:cubicBezTo>
                  <a:lnTo>
                    <a:pt x="171" y="32008"/>
                  </a:lnTo>
                  <a:cubicBezTo>
                    <a:pt x="171" y="31973"/>
                    <a:pt x="137" y="31905"/>
                    <a:pt x="103" y="31905"/>
                  </a:cubicBezTo>
                  <a:close/>
                  <a:moveTo>
                    <a:pt x="103" y="32963"/>
                  </a:moveTo>
                  <a:cubicBezTo>
                    <a:pt x="35" y="32963"/>
                    <a:pt x="1" y="32997"/>
                    <a:pt x="1" y="33031"/>
                  </a:cubicBezTo>
                  <a:lnTo>
                    <a:pt x="1" y="33168"/>
                  </a:lnTo>
                  <a:cubicBezTo>
                    <a:pt x="1" y="33202"/>
                    <a:pt x="35" y="33236"/>
                    <a:pt x="103" y="33236"/>
                  </a:cubicBezTo>
                  <a:cubicBezTo>
                    <a:pt x="137" y="33236"/>
                    <a:pt x="171" y="33202"/>
                    <a:pt x="171" y="33168"/>
                  </a:cubicBezTo>
                  <a:lnTo>
                    <a:pt x="171" y="33031"/>
                  </a:lnTo>
                  <a:cubicBezTo>
                    <a:pt x="171" y="32997"/>
                    <a:pt x="137" y="32963"/>
                    <a:pt x="103" y="32963"/>
                  </a:cubicBezTo>
                  <a:close/>
                  <a:moveTo>
                    <a:pt x="103" y="33987"/>
                  </a:moveTo>
                  <a:cubicBezTo>
                    <a:pt x="35" y="33987"/>
                    <a:pt x="1" y="34021"/>
                    <a:pt x="1" y="34055"/>
                  </a:cubicBezTo>
                  <a:lnTo>
                    <a:pt x="1" y="34191"/>
                  </a:lnTo>
                  <a:cubicBezTo>
                    <a:pt x="1" y="34226"/>
                    <a:pt x="35" y="34260"/>
                    <a:pt x="103" y="34260"/>
                  </a:cubicBezTo>
                  <a:cubicBezTo>
                    <a:pt x="137" y="34260"/>
                    <a:pt x="171" y="34226"/>
                    <a:pt x="171" y="34191"/>
                  </a:cubicBezTo>
                  <a:lnTo>
                    <a:pt x="171" y="34055"/>
                  </a:lnTo>
                  <a:cubicBezTo>
                    <a:pt x="171" y="34021"/>
                    <a:pt x="137" y="33987"/>
                    <a:pt x="103" y="33987"/>
                  </a:cubicBezTo>
                  <a:close/>
                  <a:moveTo>
                    <a:pt x="103" y="35010"/>
                  </a:moveTo>
                  <a:cubicBezTo>
                    <a:pt x="35" y="35010"/>
                    <a:pt x="1" y="35044"/>
                    <a:pt x="1" y="35113"/>
                  </a:cubicBezTo>
                  <a:lnTo>
                    <a:pt x="1" y="35215"/>
                  </a:lnTo>
                  <a:cubicBezTo>
                    <a:pt x="1" y="35249"/>
                    <a:pt x="35" y="35317"/>
                    <a:pt x="103" y="35317"/>
                  </a:cubicBezTo>
                  <a:cubicBezTo>
                    <a:pt x="137" y="35317"/>
                    <a:pt x="171" y="35249"/>
                    <a:pt x="171" y="35215"/>
                  </a:cubicBezTo>
                  <a:lnTo>
                    <a:pt x="171" y="35113"/>
                  </a:lnTo>
                  <a:cubicBezTo>
                    <a:pt x="171" y="35044"/>
                    <a:pt x="137" y="35010"/>
                    <a:pt x="103" y="35010"/>
                  </a:cubicBezTo>
                  <a:close/>
                  <a:moveTo>
                    <a:pt x="103" y="36034"/>
                  </a:moveTo>
                  <a:cubicBezTo>
                    <a:pt x="35" y="36034"/>
                    <a:pt x="1" y="36068"/>
                    <a:pt x="1" y="36136"/>
                  </a:cubicBezTo>
                  <a:lnTo>
                    <a:pt x="1" y="36239"/>
                  </a:lnTo>
                  <a:cubicBezTo>
                    <a:pt x="1" y="36307"/>
                    <a:pt x="35" y="36341"/>
                    <a:pt x="103" y="36341"/>
                  </a:cubicBezTo>
                  <a:cubicBezTo>
                    <a:pt x="137" y="36341"/>
                    <a:pt x="171" y="36307"/>
                    <a:pt x="171" y="36239"/>
                  </a:cubicBezTo>
                  <a:lnTo>
                    <a:pt x="171" y="36136"/>
                  </a:lnTo>
                  <a:cubicBezTo>
                    <a:pt x="171" y="36068"/>
                    <a:pt x="137" y="36034"/>
                    <a:pt x="103" y="36034"/>
                  </a:cubicBezTo>
                  <a:close/>
                  <a:moveTo>
                    <a:pt x="103" y="37092"/>
                  </a:moveTo>
                  <a:cubicBezTo>
                    <a:pt x="35" y="37092"/>
                    <a:pt x="1" y="37126"/>
                    <a:pt x="1" y="37160"/>
                  </a:cubicBezTo>
                  <a:lnTo>
                    <a:pt x="1" y="37262"/>
                  </a:lnTo>
                  <a:cubicBezTo>
                    <a:pt x="1" y="37331"/>
                    <a:pt x="35" y="37365"/>
                    <a:pt x="103" y="37365"/>
                  </a:cubicBezTo>
                  <a:cubicBezTo>
                    <a:pt x="137" y="37365"/>
                    <a:pt x="171" y="37331"/>
                    <a:pt x="171" y="37262"/>
                  </a:cubicBezTo>
                  <a:lnTo>
                    <a:pt x="171" y="37160"/>
                  </a:lnTo>
                  <a:cubicBezTo>
                    <a:pt x="171" y="37126"/>
                    <a:pt x="137" y="37092"/>
                    <a:pt x="103" y="37092"/>
                  </a:cubicBezTo>
                  <a:close/>
                  <a:moveTo>
                    <a:pt x="137" y="38559"/>
                  </a:moveTo>
                  <a:cubicBezTo>
                    <a:pt x="103" y="38559"/>
                    <a:pt x="69" y="38593"/>
                    <a:pt x="69" y="38627"/>
                  </a:cubicBezTo>
                  <a:lnTo>
                    <a:pt x="69" y="38764"/>
                  </a:lnTo>
                  <a:cubicBezTo>
                    <a:pt x="69" y="38798"/>
                    <a:pt x="103" y="38832"/>
                    <a:pt x="137" y="38832"/>
                  </a:cubicBezTo>
                  <a:cubicBezTo>
                    <a:pt x="206" y="38832"/>
                    <a:pt x="240" y="38798"/>
                    <a:pt x="240" y="38764"/>
                  </a:cubicBezTo>
                  <a:lnTo>
                    <a:pt x="240" y="38627"/>
                  </a:lnTo>
                  <a:cubicBezTo>
                    <a:pt x="240" y="38593"/>
                    <a:pt x="206" y="38559"/>
                    <a:pt x="137" y="38559"/>
                  </a:cubicBezTo>
                  <a:close/>
                  <a:moveTo>
                    <a:pt x="137" y="39583"/>
                  </a:moveTo>
                  <a:cubicBezTo>
                    <a:pt x="103" y="39583"/>
                    <a:pt x="69" y="39617"/>
                    <a:pt x="69" y="39685"/>
                  </a:cubicBezTo>
                  <a:lnTo>
                    <a:pt x="69" y="39788"/>
                  </a:lnTo>
                  <a:cubicBezTo>
                    <a:pt x="69" y="39822"/>
                    <a:pt x="103" y="39890"/>
                    <a:pt x="137" y="39890"/>
                  </a:cubicBezTo>
                  <a:cubicBezTo>
                    <a:pt x="206" y="39890"/>
                    <a:pt x="240" y="39822"/>
                    <a:pt x="240" y="39788"/>
                  </a:cubicBezTo>
                  <a:lnTo>
                    <a:pt x="240" y="39685"/>
                  </a:lnTo>
                  <a:cubicBezTo>
                    <a:pt x="240" y="39617"/>
                    <a:pt x="206" y="39583"/>
                    <a:pt x="137" y="39583"/>
                  </a:cubicBezTo>
                  <a:close/>
                  <a:moveTo>
                    <a:pt x="137" y="40607"/>
                  </a:moveTo>
                  <a:cubicBezTo>
                    <a:pt x="103" y="40607"/>
                    <a:pt x="69" y="40641"/>
                    <a:pt x="69" y="40709"/>
                  </a:cubicBezTo>
                  <a:lnTo>
                    <a:pt x="69" y="40811"/>
                  </a:lnTo>
                  <a:cubicBezTo>
                    <a:pt x="69" y="40880"/>
                    <a:pt x="103" y="40914"/>
                    <a:pt x="137" y="40914"/>
                  </a:cubicBezTo>
                  <a:cubicBezTo>
                    <a:pt x="206" y="40914"/>
                    <a:pt x="240" y="40880"/>
                    <a:pt x="240" y="40811"/>
                  </a:cubicBezTo>
                  <a:lnTo>
                    <a:pt x="240" y="40709"/>
                  </a:lnTo>
                  <a:cubicBezTo>
                    <a:pt x="240" y="40641"/>
                    <a:pt x="206" y="40607"/>
                    <a:pt x="137" y="40607"/>
                  </a:cubicBezTo>
                  <a:close/>
                  <a:moveTo>
                    <a:pt x="137" y="41664"/>
                  </a:moveTo>
                  <a:cubicBezTo>
                    <a:pt x="103" y="41664"/>
                    <a:pt x="69" y="41698"/>
                    <a:pt x="69" y="41733"/>
                  </a:cubicBezTo>
                  <a:lnTo>
                    <a:pt x="69" y="41835"/>
                  </a:lnTo>
                  <a:cubicBezTo>
                    <a:pt x="69" y="41903"/>
                    <a:pt x="103" y="41937"/>
                    <a:pt x="137" y="41937"/>
                  </a:cubicBezTo>
                  <a:cubicBezTo>
                    <a:pt x="206" y="41937"/>
                    <a:pt x="240" y="41903"/>
                    <a:pt x="240" y="41835"/>
                  </a:cubicBezTo>
                  <a:lnTo>
                    <a:pt x="240" y="41733"/>
                  </a:lnTo>
                  <a:cubicBezTo>
                    <a:pt x="240" y="41698"/>
                    <a:pt x="206" y="41664"/>
                    <a:pt x="137" y="41664"/>
                  </a:cubicBezTo>
                  <a:close/>
                  <a:moveTo>
                    <a:pt x="137" y="42688"/>
                  </a:moveTo>
                  <a:cubicBezTo>
                    <a:pt x="103" y="42688"/>
                    <a:pt x="69" y="42722"/>
                    <a:pt x="69" y="42756"/>
                  </a:cubicBezTo>
                  <a:lnTo>
                    <a:pt x="69" y="42893"/>
                  </a:lnTo>
                  <a:cubicBezTo>
                    <a:pt x="69" y="42927"/>
                    <a:pt x="103" y="42961"/>
                    <a:pt x="137" y="42961"/>
                  </a:cubicBezTo>
                  <a:lnTo>
                    <a:pt x="171" y="42961"/>
                  </a:lnTo>
                  <a:cubicBezTo>
                    <a:pt x="206" y="42961"/>
                    <a:pt x="240" y="42927"/>
                    <a:pt x="240" y="42893"/>
                  </a:cubicBezTo>
                  <a:lnTo>
                    <a:pt x="240" y="42756"/>
                  </a:lnTo>
                  <a:cubicBezTo>
                    <a:pt x="240" y="42722"/>
                    <a:pt x="206" y="42688"/>
                    <a:pt x="137" y="42688"/>
                  </a:cubicBezTo>
                  <a:close/>
                  <a:moveTo>
                    <a:pt x="171" y="43712"/>
                  </a:moveTo>
                  <a:cubicBezTo>
                    <a:pt x="103" y="43712"/>
                    <a:pt x="69" y="43746"/>
                    <a:pt x="69" y="43814"/>
                  </a:cubicBezTo>
                  <a:lnTo>
                    <a:pt x="69" y="43916"/>
                  </a:lnTo>
                  <a:cubicBezTo>
                    <a:pt x="69" y="43951"/>
                    <a:pt x="103" y="43985"/>
                    <a:pt x="171" y="43985"/>
                  </a:cubicBezTo>
                  <a:cubicBezTo>
                    <a:pt x="206" y="43985"/>
                    <a:pt x="240" y="43951"/>
                    <a:pt x="240" y="43916"/>
                  </a:cubicBezTo>
                  <a:lnTo>
                    <a:pt x="240" y="43814"/>
                  </a:lnTo>
                  <a:cubicBezTo>
                    <a:pt x="240" y="43746"/>
                    <a:pt x="206" y="43712"/>
                    <a:pt x="171" y="4371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0" name="Google Shape;1812;p45">
              <a:extLst>
                <a:ext uri="{FF2B5EF4-FFF2-40B4-BE49-F238E27FC236}">
                  <a16:creationId xmlns:a16="http://schemas.microsoft.com/office/drawing/2014/main" id="{46272210-AE05-EABE-0EB2-E62D605CF58E}"/>
                </a:ext>
              </a:extLst>
            </p:cNvPr>
            <p:cNvSpPr/>
            <p:nvPr/>
          </p:nvSpPr>
          <p:spPr>
            <a:xfrm>
              <a:off x="2003603" y="1045328"/>
              <a:ext cx="1267660" cy="257815"/>
            </a:xfrm>
            <a:custGeom>
              <a:avLst/>
              <a:gdLst/>
              <a:ahLst/>
              <a:cxnLst/>
              <a:rect l="l" t="t" r="r" b="b"/>
              <a:pathLst>
                <a:path w="56884" h="11569" extrusionOk="0">
                  <a:moveTo>
                    <a:pt x="56782" y="0"/>
                  </a:moveTo>
                  <a:lnTo>
                    <a:pt x="56679" y="34"/>
                  </a:lnTo>
                  <a:cubicBezTo>
                    <a:pt x="56611" y="34"/>
                    <a:pt x="56611" y="69"/>
                    <a:pt x="56611" y="137"/>
                  </a:cubicBezTo>
                  <a:cubicBezTo>
                    <a:pt x="56611" y="171"/>
                    <a:pt x="56645" y="205"/>
                    <a:pt x="56679" y="205"/>
                  </a:cubicBezTo>
                  <a:lnTo>
                    <a:pt x="56713" y="205"/>
                  </a:lnTo>
                  <a:lnTo>
                    <a:pt x="56816" y="171"/>
                  </a:lnTo>
                  <a:cubicBezTo>
                    <a:pt x="56850" y="171"/>
                    <a:pt x="56884" y="137"/>
                    <a:pt x="56884" y="69"/>
                  </a:cubicBezTo>
                  <a:cubicBezTo>
                    <a:pt x="56884" y="34"/>
                    <a:pt x="56850" y="0"/>
                    <a:pt x="56782" y="0"/>
                  </a:cubicBezTo>
                  <a:close/>
                  <a:moveTo>
                    <a:pt x="55758" y="171"/>
                  </a:moveTo>
                  <a:lnTo>
                    <a:pt x="55656" y="205"/>
                  </a:lnTo>
                  <a:cubicBezTo>
                    <a:pt x="55621" y="205"/>
                    <a:pt x="55587" y="273"/>
                    <a:pt x="55587" y="307"/>
                  </a:cubicBezTo>
                  <a:cubicBezTo>
                    <a:pt x="55587" y="342"/>
                    <a:pt x="55621" y="376"/>
                    <a:pt x="55690" y="376"/>
                  </a:cubicBezTo>
                  <a:lnTo>
                    <a:pt x="55792" y="342"/>
                  </a:lnTo>
                  <a:cubicBezTo>
                    <a:pt x="55860" y="342"/>
                    <a:pt x="55894" y="307"/>
                    <a:pt x="55860" y="239"/>
                  </a:cubicBezTo>
                  <a:cubicBezTo>
                    <a:pt x="55860" y="205"/>
                    <a:pt x="55826" y="171"/>
                    <a:pt x="55758" y="171"/>
                  </a:cubicBezTo>
                  <a:close/>
                  <a:moveTo>
                    <a:pt x="54632" y="376"/>
                  </a:moveTo>
                  <a:cubicBezTo>
                    <a:pt x="54598" y="410"/>
                    <a:pt x="54564" y="444"/>
                    <a:pt x="54564" y="478"/>
                  </a:cubicBezTo>
                  <a:cubicBezTo>
                    <a:pt x="54598" y="512"/>
                    <a:pt x="54632" y="546"/>
                    <a:pt x="54666" y="546"/>
                  </a:cubicBezTo>
                  <a:lnTo>
                    <a:pt x="54802" y="546"/>
                  </a:lnTo>
                  <a:cubicBezTo>
                    <a:pt x="54837" y="512"/>
                    <a:pt x="54871" y="478"/>
                    <a:pt x="54871" y="444"/>
                  </a:cubicBezTo>
                  <a:cubicBezTo>
                    <a:pt x="54837" y="376"/>
                    <a:pt x="54802" y="376"/>
                    <a:pt x="54768" y="376"/>
                  </a:cubicBezTo>
                  <a:close/>
                  <a:moveTo>
                    <a:pt x="53745" y="546"/>
                  </a:moveTo>
                  <a:lnTo>
                    <a:pt x="53642" y="580"/>
                  </a:lnTo>
                  <a:cubicBezTo>
                    <a:pt x="53574" y="580"/>
                    <a:pt x="53540" y="615"/>
                    <a:pt x="53574" y="683"/>
                  </a:cubicBezTo>
                  <a:cubicBezTo>
                    <a:pt x="53574" y="717"/>
                    <a:pt x="53608" y="751"/>
                    <a:pt x="53642" y="751"/>
                  </a:cubicBezTo>
                  <a:lnTo>
                    <a:pt x="53676" y="751"/>
                  </a:lnTo>
                  <a:lnTo>
                    <a:pt x="53779" y="717"/>
                  </a:lnTo>
                  <a:cubicBezTo>
                    <a:pt x="53813" y="717"/>
                    <a:pt x="53847" y="683"/>
                    <a:pt x="53847" y="615"/>
                  </a:cubicBezTo>
                  <a:cubicBezTo>
                    <a:pt x="53847" y="580"/>
                    <a:pt x="53779" y="546"/>
                    <a:pt x="53745" y="546"/>
                  </a:cubicBezTo>
                  <a:close/>
                  <a:moveTo>
                    <a:pt x="52769" y="738"/>
                  </a:moveTo>
                  <a:cubicBezTo>
                    <a:pt x="52755" y="738"/>
                    <a:pt x="52739" y="742"/>
                    <a:pt x="52721" y="751"/>
                  </a:cubicBezTo>
                  <a:lnTo>
                    <a:pt x="52619" y="751"/>
                  </a:lnTo>
                  <a:cubicBezTo>
                    <a:pt x="52585" y="785"/>
                    <a:pt x="52550" y="819"/>
                    <a:pt x="52550" y="853"/>
                  </a:cubicBezTo>
                  <a:cubicBezTo>
                    <a:pt x="52550" y="888"/>
                    <a:pt x="52585" y="922"/>
                    <a:pt x="52619" y="922"/>
                  </a:cubicBezTo>
                  <a:lnTo>
                    <a:pt x="52755" y="922"/>
                  </a:lnTo>
                  <a:cubicBezTo>
                    <a:pt x="52789" y="888"/>
                    <a:pt x="52823" y="853"/>
                    <a:pt x="52823" y="819"/>
                  </a:cubicBezTo>
                  <a:cubicBezTo>
                    <a:pt x="52823" y="769"/>
                    <a:pt x="52805" y="738"/>
                    <a:pt x="52769" y="738"/>
                  </a:cubicBezTo>
                  <a:close/>
                  <a:moveTo>
                    <a:pt x="51697" y="922"/>
                  </a:moveTo>
                  <a:lnTo>
                    <a:pt x="51595" y="956"/>
                  </a:lnTo>
                  <a:cubicBezTo>
                    <a:pt x="51561" y="956"/>
                    <a:pt x="51527" y="990"/>
                    <a:pt x="51527" y="1058"/>
                  </a:cubicBezTo>
                  <a:cubicBezTo>
                    <a:pt x="51527" y="1092"/>
                    <a:pt x="51561" y="1126"/>
                    <a:pt x="51629" y="1126"/>
                  </a:cubicBezTo>
                  <a:lnTo>
                    <a:pt x="51731" y="1092"/>
                  </a:lnTo>
                  <a:cubicBezTo>
                    <a:pt x="51800" y="1092"/>
                    <a:pt x="51834" y="1058"/>
                    <a:pt x="51800" y="990"/>
                  </a:cubicBezTo>
                  <a:cubicBezTo>
                    <a:pt x="51800" y="956"/>
                    <a:pt x="51766" y="922"/>
                    <a:pt x="51697" y="922"/>
                  </a:cubicBezTo>
                  <a:close/>
                  <a:moveTo>
                    <a:pt x="50708" y="1126"/>
                  </a:moveTo>
                  <a:lnTo>
                    <a:pt x="50571" y="1161"/>
                  </a:lnTo>
                  <a:cubicBezTo>
                    <a:pt x="50537" y="1161"/>
                    <a:pt x="50503" y="1195"/>
                    <a:pt x="50503" y="1229"/>
                  </a:cubicBezTo>
                  <a:cubicBezTo>
                    <a:pt x="50537" y="1297"/>
                    <a:pt x="50571" y="1331"/>
                    <a:pt x="50605" y="1331"/>
                  </a:cubicBezTo>
                  <a:cubicBezTo>
                    <a:pt x="50605" y="1331"/>
                    <a:pt x="50605" y="1297"/>
                    <a:pt x="50605" y="1297"/>
                  </a:cubicBezTo>
                  <a:lnTo>
                    <a:pt x="50742" y="1297"/>
                  </a:lnTo>
                  <a:cubicBezTo>
                    <a:pt x="50776" y="1297"/>
                    <a:pt x="50810" y="1229"/>
                    <a:pt x="50810" y="1195"/>
                  </a:cubicBezTo>
                  <a:cubicBezTo>
                    <a:pt x="50776" y="1161"/>
                    <a:pt x="50742" y="1126"/>
                    <a:pt x="50708" y="1126"/>
                  </a:cubicBezTo>
                  <a:close/>
                  <a:moveTo>
                    <a:pt x="49717" y="1318"/>
                  </a:moveTo>
                  <a:cubicBezTo>
                    <a:pt x="49705" y="1318"/>
                    <a:pt x="49693" y="1322"/>
                    <a:pt x="49684" y="1331"/>
                  </a:cubicBezTo>
                  <a:lnTo>
                    <a:pt x="49582" y="1331"/>
                  </a:lnTo>
                  <a:cubicBezTo>
                    <a:pt x="49513" y="1331"/>
                    <a:pt x="49513" y="1399"/>
                    <a:pt x="49513" y="1434"/>
                  </a:cubicBezTo>
                  <a:cubicBezTo>
                    <a:pt x="49513" y="1468"/>
                    <a:pt x="49548" y="1502"/>
                    <a:pt x="49582" y="1502"/>
                  </a:cubicBezTo>
                  <a:lnTo>
                    <a:pt x="49616" y="1502"/>
                  </a:lnTo>
                  <a:lnTo>
                    <a:pt x="49718" y="1468"/>
                  </a:lnTo>
                  <a:cubicBezTo>
                    <a:pt x="49752" y="1468"/>
                    <a:pt x="49786" y="1434"/>
                    <a:pt x="49786" y="1399"/>
                  </a:cubicBezTo>
                  <a:cubicBezTo>
                    <a:pt x="49786" y="1349"/>
                    <a:pt x="49750" y="1318"/>
                    <a:pt x="49717" y="1318"/>
                  </a:cubicBezTo>
                  <a:close/>
                  <a:moveTo>
                    <a:pt x="48660" y="1502"/>
                  </a:moveTo>
                  <a:lnTo>
                    <a:pt x="48558" y="1536"/>
                  </a:lnTo>
                  <a:cubicBezTo>
                    <a:pt x="48524" y="1536"/>
                    <a:pt x="48490" y="1570"/>
                    <a:pt x="48490" y="1638"/>
                  </a:cubicBezTo>
                  <a:cubicBezTo>
                    <a:pt x="48490" y="1672"/>
                    <a:pt x="48524" y="1707"/>
                    <a:pt x="48592" y="1707"/>
                  </a:cubicBezTo>
                  <a:lnTo>
                    <a:pt x="48694" y="1672"/>
                  </a:lnTo>
                  <a:cubicBezTo>
                    <a:pt x="48763" y="1672"/>
                    <a:pt x="48797" y="1638"/>
                    <a:pt x="48763" y="1570"/>
                  </a:cubicBezTo>
                  <a:cubicBezTo>
                    <a:pt x="48763" y="1536"/>
                    <a:pt x="48729" y="1502"/>
                    <a:pt x="48660" y="1502"/>
                  </a:cubicBezTo>
                  <a:close/>
                  <a:moveTo>
                    <a:pt x="47671" y="1707"/>
                  </a:moveTo>
                  <a:lnTo>
                    <a:pt x="47534" y="1741"/>
                  </a:lnTo>
                  <a:cubicBezTo>
                    <a:pt x="47500" y="1741"/>
                    <a:pt x="47466" y="1775"/>
                    <a:pt x="47466" y="1843"/>
                  </a:cubicBezTo>
                  <a:cubicBezTo>
                    <a:pt x="47500" y="1877"/>
                    <a:pt x="47534" y="1911"/>
                    <a:pt x="47568" y="1911"/>
                  </a:cubicBezTo>
                  <a:lnTo>
                    <a:pt x="47705" y="1877"/>
                  </a:lnTo>
                  <a:cubicBezTo>
                    <a:pt x="47739" y="1877"/>
                    <a:pt x="47773" y="1809"/>
                    <a:pt x="47773" y="1775"/>
                  </a:cubicBezTo>
                  <a:cubicBezTo>
                    <a:pt x="47739" y="1741"/>
                    <a:pt x="47705" y="1707"/>
                    <a:pt x="47671" y="1707"/>
                  </a:cubicBezTo>
                  <a:close/>
                  <a:moveTo>
                    <a:pt x="46545" y="1911"/>
                  </a:moveTo>
                  <a:cubicBezTo>
                    <a:pt x="46476" y="1945"/>
                    <a:pt x="46476" y="1980"/>
                    <a:pt x="46476" y="2014"/>
                  </a:cubicBezTo>
                  <a:cubicBezTo>
                    <a:pt x="46476" y="2082"/>
                    <a:pt x="46511" y="2082"/>
                    <a:pt x="46545" y="2082"/>
                  </a:cubicBezTo>
                  <a:lnTo>
                    <a:pt x="46681" y="2082"/>
                  </a:lnTo>
                  <a:cubicBezTo>
                    <a:pt x="46715" y="2048"/>
                    <a:pt x="46749" y="2014"/>
                    <a:pt x="46749" y="1980"/>
                  </a:cubicBezTo>
                  <a:cubicBezTo>
                    <a:pt x="46749" y="1911"/>
                    <a:pt x="46681" y="1911"/>
                    <a:pt x="46647" y="1911"/>
                  </a:cubicBezTo>
                  <a:close/>
                  <a:moveTo>
                    <a:pt x="45671" y="2103"/>
                  </a:moveTo>
                  <a:cubicBezTo>
                    <a:pt x="45658" y="2103"/>
                    <a:pt x="45642" y="2107"/>
                    <a:pt x="45623" y="2116"/>
                  </a:cubicBezTo>
                  <a:lnTo>
                    <a:pt x="45521" y="2116"/>
                  </a:lnTo>
                  <a:cubicBezTo>
                    <a:pt x="45487" y="2116"/>
                    <a:pt x="45453" y="2184"/>
                    <a:pt x="45453" y="2218"/>
                  </a:cubicBezTo>
                  <a:cubicBezTo>
                    <a:pt x="45453" y="2252"/>
                    <a:pt x="45487" y="2287"/>
                    <a:pt x="45555" y="2287"/>
                  </a:cubicBezTo>
                  <a:lnTo>
                    <a:pt x="45658" y="2287"/>
                  </a:lnTo>
                  <a:cubicBezTo>
                    <a:pt x="45726" y="2252"/>
                    <a:pt x="45760" y="2218"/>
                    <a:pt x="45726" y="2184"/>
                  </a:cubicBezTo>
                  <a:cubicBezTo>
                    <a:pt x="45726" y="2134"/>
                    <a:pt x="45707" y="2103"/>
                    <a:pt x="45671" y="2103"/>
                  </a:cubicBezTo>
                  <a:close/>
                  <a:moveTo>
                    <a:pt x="44634" y="2287"/>
                  </a:moveTo>
                  <a:lnTo>
                    <a:pt x="44531" y="2321"/>
                  </a:lnTo>
                  <a:cubicBezTo>
                    <a:pt x="44463" y="2321"/>
                    <a:pt x="44429" y="2389"/>
                    <a:pt x="44463" y="2423"/>
                  </a:cubicBezTo>
                  <a:cubicBezTo>
                    <a:pt x="44463" y="2457"/>
                    <a:pt x="44497" y="2491"/>
                    <a:pt x="44531" y="2491"/>
                  </a:cubicBezTo>
                  <a:lnTo>
                    <a:pt x="44668" y="2457"/>
                  </a:lnTo>
                  <a:cubicBezTo>
                    <a:pt x="44702" y="2457"/>
                    <a:pt x="44736" y="2423"/>
                    <a:pt x="44736" y="2355"/>
                  </a:cubicBezTo>
                  <a:cubicBezTo>
                    <a:pt x="44702" y="2321"/>
                    <a:pt x="44668" y="2287"/>
                    <a:pt x="44634" y="2287"/>
                  </a:cubicBezTo>
                  <a:close/>
                  <a:moveTo>
                    <a:pt x="43610" y="2491"/>
                  </a:moveTo>
                  <a:lnTo>
                    <a:pt x="43508" y="2525"/>
                  </a:lnTo>
                  <a:cubicBezTo>
                    <a:pt x="43440" y="2525"/>
                    <a:pt x="43440" y="2594"/>
                    <a:pt x="43440" y="2628"/>
                  </a:cubicBezTo>
                  <a:cubicBezTo>
                    <a:pt x="43440" y="2662"/>
                    <a:pt x="43474" y="2696"/>
                    <a:pt x="43508" y="2696"/>
                  </a:cubicBezTo>
                  <a:lnTo>
                    <a:pt x="43542" y="2696"/>
                  </a:lnTo>
                  <a:lnTo>
                    <a:pt x="43644" y="2662"/>
                  </a:lnTo>
                  <a:cubicBezTo>
                    <a:pt x="43713" y="2662"/>
                    <a:pt x="43713" y="2628"/>
                    <a:pt x="43713" y="2560"/>
                  </a:cubicBezTo>
                  <a:cubicBezTo>
                    <a:pt x="43713" y="2525"/>
                    <a:pt x="43678" y="2491"/>
                    <a:pt x="43610" y="2491"/>
                  </a:cubicBezTo>
                  <a:close/>
                  <a:moveTo>
                    <a:pt x="42621" y="2696"/>
                  </a:moveTo>
                  <a:lnTo>
                    <a:pt x="42484" y="2730"/>
                  </a:lnTo>
                  <a:cubicBezTo>
                    <a:pt x="42450" y="2730"/>
                    <a:pt x="42416" y="2764"/>
                    <a:pt x="42416" y="2833"/>
                  </a:cubicBezTo>
                  <a:cubicBezTo>
                    <a:pt x="42416" y="2867"/>
                    <a:pt x="42484" y="2901"/>
                    <a:pt x="42518" y="2901"/>
                  </a:cubicBezTo>
                  <a:lnTo>
                    <a:pt x="42655" y="2867"/>
                  </a:lnTo>
                  <a:cubicBezTo>
                    <a:pt x="42689" y="2867"/>
                    <a:pt x="42723" y="2798"/>
                    <a:pt x="42689" y="2764"/>
                  </a:cubicBezTo>
                  <a:cubicBezTo>
                    <a:pt x="42689" y="2730"/>
                    <a:pt x="42655" y="2696"/>
                    <a:pt x="42621" y="2696"/>
                  </a:cubicBezTo>
                  <a:close/>
                  <a:moveTo>
                    <a:pt x="41597" y="2901"/>
                  </a:moveTo>
                  <a:lnTo>
                    <a:pt x="41495" y="2935"/>
                  </a:lnTo>
                  <a:cubicBezTo>
                    <a:pt x="41426" y="2935"/>
                    <a:pt x="41392" y="2969"/>
                    <a:pt x="41426" y="3037"/>
                  </a:cubicBezTo>
                  <a:cubicBezTo>
                    <a:pt x="41426" y="3071"/>
                    <a:pt x="41460" y="3106"/>
                    <a:pt x="41495" y="3106"/>
                  </a:cubicBezTo>
                  <a:lnTo>
                    <a:pt x="41529" y="3106"/>
                  </a:lnTo>
                  <a:lnTo>
                    <a:pt x="41631" y="3071"/>
                  </a:lnTo>
                  <a:cubicBezTo>
                    <a:pt x="41665" y="3071"/>
                    <a:pt x="41699" y="3003"/>
                    <a:pt x="41699" y="2969"/>
                  </a:cubicBezTo>
                  <a:cubicBezTo>
                    <a:pt x="41699" y="2935"/>
                    <a:pt x="41631" y="2901"/>
                    <a:pt x="41597" y="2901"/>
                  </a:cubicBezTo>
                  <a:close/>
                  <a:moveTo>
                    <a:pt x="40573" y="3106"/>
                  </a:moveTo>
                  <a:lnTo>
                    <a:pt x="40471" y="3140"/>
                  </a:lnTo>
                  <a:cubicBezTo>
                    <a:pt x="40437" y="3140"/>
                    <a:pt x="40403" y="3174"/>
                    <a:pt x="40403" y="3242"/>
                  </a:cubicBezTo>
                  <a:cubicBezTo>
                    <a:pt x="40403" y="3276"/>
                    <a:pt x="40437" y="3310"/>
                    <a:pt x="40471" y="3310"/>
                  </a:cubicBezTo>
                  <a:lnTo>
                    <a:pt x="40505" y="3310"/>
                  </a:lnTo>
                  <a:lnTo>
                    <a:pt x="40607" y="3276"/>
                  </a:lnTo>
                  <a:cubicBezTo>
                    <a:pt x="40676" y="3276"/>
                    <a:pt x="40676" y="3208"/>
                    <a:pt x="40676" y="3174"/>
                  </a:cubicBezTo>
                  <a:cubicBezTo>
                    <a:pt x="40676" y="3140"/>
                    <a:pt x="40641" y="3106"/>
                    <a:pt x="40573" y="3106"/>
                  </a:cubicBezTo>
                  <a:close/>
                  <a:moveTo>
                    <a:pt x="39584" y="3310"/>
                  </a:moveTo>
                  <a:lnTo>
                    <a:pt x="39447" y="3344"/>
                  </a:lnTo>
                  <a:cubicBezTo>
                    <a:pt x="39413" y="3344"/>
                    <a:pt x="39379" y="3379"/>
                    <a:pt x="39379" y="3447"/>
                  </a:cubicBezTo>
                  <a:cubicBezTo>
                    <a:pt x="39413" y="3481"/>
                    <a:pt x="39447" y="3515"/>
                    <a:pt x="39481" y="3515"/>
                  </a:cubicBezTo>
                  <a:lnTo>
                    <a:pt x="39618" y="3481"/>
                  </a:lnTo>
                  <a:cubicBezTo>
                    <a:pt x="39652" y="3481"/>
                    <a:pt x="39686" y="3413"/>
                    <a:pt x="39686" y="3379"/>
                  </a:cubicBezTo>
                  <a:cubicBezTo>
                    <a:pt x="39652" y="3344"/>
                    <a:pt x="39618" y="3310"/>
                    <a:pt x="39584" y="3310"/>
                  </a:cubicBezTo>
                  <a:close/>
                  <a:moveTo>
                    <a:pt x="38560" y="3515"/>
                  </a:moveTo>
                  <a:lnTo>
                    <a:pt x="38458" y="3549"/>
                  </a:lnTo>
                  <a:cubicBezTo>
                    <a:pt x="38389" y="3549"/>
                    <a:pt x="38355" y="3583"/>
                    <a:pt x="38389" y="3652"/>
                  </a:cubicBezTo>
                  <a:cubicBezTo>
                    <a:pt x="38389" y="3686"/>
                    <a:pt x="38423" y="3720"/>
                    <a:pt x="38458" y="3720"/>
                  </a:cubicBezTo>
                  <a:cubicBezTo>
                    <a:pt x="38458" y="3720"/>
                    <a:pt x="38492" y="3720"/>
                    <a:pt x="38492" y="3686"/>
                  </a:cubicBezTo>
                  <a:lnTo>
                    <a:pt x="38594" y="3686"/>
                  </a:lnTo>
                  <a:cubicBezTo>
                    <a:pt x="38628" y="3686"/>
                    <a:pt x="38662" y="3617"/>
                    <a:pt x="38662" y="3583"/>
                  </a:cubicBezTo>
                  <a:cubicBezTo>
                    <a:pt x="38662" y="3549"/>
                    <a:pt x="38594" y="3515"/>
                    <a:pt x="38560" y="3515"/>
                  </a:cubicBezTo>
                  <a:close/>
                  <a:moveTo>
                    <a:pt x="37536" y="3720"/>
                  </a:moveTo>
                  <a:lnTo>
                    <a:pt x="37434" y="3754"/>
                  </a:lnTo>
                  <a:cubicBezTo>
                    <a:pt x="37400" y="3754"/>
                    <a:pt x="37366" y="3788"/>
                    <a:pt x="37366" y="3856"/>
                  </a:cubicBezTo>
                  <a:cubicBezTo>
                    <a:pt x="37366" y="3890"/>
                    <a:pt x="37400" y="3925"/>
                    <a:pt x="37468" y="3925"/>
                  </a:cubicBezTo>
                  <a:cubicBezTo>
                    <a:pt x="37468" y="3925"/>
                    <a:pt x="37468" y="3925"/>
                    <a:pt x="37468" y="3890"/>
                  </a:cubicBezTo>
                  <a:lnTo>
                    <a:pt x="37570" y="3890"/>
                  </a:lnTo>
                  <a:cubicBezTo>
                    <a:pt x="37639" y="3890"/>
                    <a:pt x="37673" y="3822"/>
                    <a:pt x="37639" y="3788"/>
                  </a:cubicBezTo>
                  <a:cubicBezTo>
                    <a:pt x="37639" y="3720"/>
                    <a:pt x="37604" y="3720"/>
                    <a:pt x="37536" y="3720"/>
                  </a:cubicBezTo>
                  <a:close/>
                  <a:moveTo>
                    <a:pt x="36547" y="3925"/>
                  </a:moveTo>
                  <a:lnTo>
                    <a:pt x="36410" y="3959"/>
                  </a:lnTo>
                  <a:cubicBezTo>
                    <a:pt x="36376" y="3959"/>
                    <a:pt x="36342" y="3993"/>
                    <a:pt x="36376" y="4061"/>
                  </a:cubicBezTo>
                  <a:cubicBezTo>
                    <a:pt x="36376" y="4095"/>
                    <a:pt x="36410" y="4129"/>
                    <a:pt x="36444" y="4129"/>
                  </a:cubicBezTo>
                  <a:cubicBezTo>
                    <a:pt x="36444" y="4129"/>
                    <a:pt x="36444" y="4129"/>
                    <a:pt x="36478" y="4095"/>
                  </a:cubicBezTo>
                  <a:lnTo>
                    <a:pt x="36581" y="4095"/>
                  </a:lnTo>
                  <a:cubicBezTo>
                    <a:pt x="36615" y="4095"/>
                    <a:pt x="36649" y="4027"/>
                    <a:pt x="36649" y="3993"/>
                  </a:cubicBezTo>
                  <a:cubicBezTo>
                    <a:pt x="36615" y="3925"/>
                    <a:pt x="36581" y="3925"/>
                    <a:pt x="36547" y="3925"/>
                  </a:cubicBezTo>
                  <a:close/>
                  <a:moveTo>
                    <a:pt x="35523" y="4129"/>
                  </a:moveTo>
                  <a:lnTo>
                    <a:pt x="35421" y="4163"/>
                  </a:lnTo>
                  <a:cubicBezTo>
                    <a:pt x="35387" y="4163"/>
                    <a:pt x="35352" y="4198"/>
                    <a:pt x="35352" y="4266"/>
                  </a:cubicBezTo>
                  <a:cubicBezTo>
                    <a:pt x="35352" y="4300"/>
                    <a:pt x="35387" y="4334"/>
                    <a:pt x="35421" y="4334"/>
                  </a:cubicBezTo>
                  <a:cubicBezTo>
                    <a:pt x="35455" y="4334"/>
                    <a:pt x="35455" y="4334"/>
                    <a:pt x="35455" y="4300"/>
                  </a:cubicBezTo>
                  <a:lnTo>
                    <a:pt x="35557" y="4300"/>
                  </a:lnTo>
                  <a:cubicBezTo>
                    <a:pt x="35625" y="4300"/>
                    <a:pt x="35625" y="4232"/>
                    <a:pt x="35625" y="4198"/>
                  </a:cubicBezTo>
                  <a:cubicBezTo>
                    <a:pt x="35625" y="4163"/>
                    <a:pt x="35591" y="4129"/>
                    <a:pt x="35523" y="4129"/>
                  </a:cubicBezTo>
                  <a:close/>
                  <a:moveTo>
                    <a:pt x="34533" y="4334"/>
                  </a:moveTo>
                  <a:lnTo>
                    <a:pt x="34397" y="4368"/>
                  </a:lnTo>
                  <a:cubicBezTo>
                    <a:pt x="34363" y="4368"/>
                    <a:pt x="34329" y="4402"/>
                    <a:pt x="34329" y="4470"/>
                  </a:cubicBezTo>
                  <a:cubicBezTo>
                    <a:pt x="34363" y="4505"/>
                    <a:pt x="34397" y="4539"/>
                    <a:pt x="34431" y="4539"/>
                  </a:cubicBezTo>
                  <a:lnTo>
                    <a:pt x="34568" y="4505"/>
                  </a:lnTo>
                  <a:cubicBezTo>
                    <a:pt x="34602" y="4505"/>
                    <a:pt x="34636" y="4436"/>
                    <a:pt x="34636" y="4402"/>
                  </a:cubicBezTo>
                  <a:cubicBezTo>
                    <a:pt x="34602" y="4368"/>
                    <a:pt x="34568" y="4334"/>
                    <a:pt x="34533" y="4334"/>
                  </a:cubicBezTo>
                  <a:close/>
                  <a:moveTo>
                    <a:pt x="33510" y="4539"/>
                  </a:moveTo>
                  <a:lnTo>
                    <a:pt x="33407" y="4573"/>
                  </a:lnTo>
                  <a:cubicBezTo>
                    <a:pt x="33339" y="4573"/>
                    <a:pt x="33305" y="4607"/>
                    <a:pt x="33339" y="4675"/>
                  </a:cubicBezTo>
                  <a:cubicBezTo>
                    <a:pt x="33339" y="4709"/>
                    <a:pt x="33373" y="4743"/>
                    <a:pt x="33407" y="4743"/>
                  </a:cubicBezTo>
                  <a:lnTo>
                    <a:pt x="33441" y="4743"/>
                  </a:lnTo>
                  <a:lnTo>
                    <a:pt x="33544" y="4709"/>
                  </a:lnTo>
                  <a:cubicBezTo>
                    <a:pt x="33578" y="4709"/>
                    <a:pt x="33612" y="4641"/>
                    <a:pt x="33612" y="4607"/>
                  </a:cubicBezTo>
                  <a:cubicBezTo>
                    <a:pt x="33612" y="4573"/>
                    <a:pt x="33544" y="4539"/>
                    <a:pt x="33510" y="4539"/>
                  </a:cubicBezTo>
                  <a:close/>
                  <a:moveTo>
                    <a:pt x="32486" y="4743"/>
                  </a:moveTo>
                  <a:lnTo>
                    <a:pt x="32384" y="4778"/>
                  </a:lnTo>
                  <a:cubicBezTo>
                    <a:pt x="32350" y="4778"/>
                    <a:pt x="32315" y="4812"/>
                    <a:pt x="32315" y="4880"/>
                  </a:cubicBezTo>
                  <a:cubicBezTo>
                    <a:pt x="32315" y="4914"/>
                    <a:pt x="32350" y="4948"/>
                    <a:pt x="32418" y="4948"/>
                  </a:cubicBezTo>
                  <a:lnTo>
                    <a:pt x="32520" y="4914"/>
                  </a:lnTo>
                  <a:cubicBezTo>
                    <a:pt x="32588" y="4914"/>
                    <a:pt x="32623" y="4846"/>
                    <a:pt x="32588" y="4812"/>
                  </a:cubicBezTo>
                  <a:cubicBezTo>
                    <a:pt x="32588" y="4778"/>
                    <a:pt x="32554" y="4743"/>
                    <a:pt x="32486" y="4743"/>
                  </a:cubicBezTo>
                  <a:close/>
                  <a:moveTo>
                    <a:pt x="31496" y="4948"/>
                  </a:moveTo>
                  <a:lnTo>
                    <a:pt x="31360" y="4982"/>
                  </a:lnTo>
                  <a:cubicBezTo>
                    <a:pt x="31326" y="4982"/>
                    <a:pt x="31292" y="5016"/>
                    <a:pt x="31326" y="5085"/>
                  </a:cubicBezTo>
                  <a:cubicBezTo>
                    <a:pt x="31326" y="5119"/>
                    <a:pt x="31360" y="5153"/>
                    <a:pt x="31394" y="5153"/>
                  </a:cubicBezTo>
                  <a:lnTo>
                    <a:pt x="31531" y="5119"/>
                  </a:lnTo>
                  <a:cubicBezTo>
                    <a:pt x="31565" y="5119"/>
                    <a:pt x="31599" y="5051"/>
                    <a:pt x="31599" y="5016"/>
                  </a:cubicBezTo>
                  <a:cubicBezTo>
                    <a:pt x="31565" y="4982"/>
                    <a:pt x="31531" y="4948"/>
                    <a:pt x="31496" y="4948"/>
                  </a:cubicBezTo>
                  <a:close/>
                  <a:moveTo>
                    <a:pt x="30473" y="5153"/>
                  </a:moveTo>
                  <a:lnTo>
                    <a:pt x="30370" y="5187"/>
                  </a:lnTo>
                  <a:cubicBezTo>
                    <a:pt x="30302" y="5187"/>
                    <a:pt x="30302" y="5221"/>
                    <a:pt x="30302" y="5289"/>
                  </a:cubicBezTo>
                  <a:cubicBezTo>
                    <a:pt x="30302" y="5324"/>
                    <a:pt x="30336" y="5358"/>
                    <a:pt x="30370" y="5358"/>
                  </a:cubicBezTo>
                  <a:lnTo>
                    <a:pt x="30405" y="5358"/>
                  </a:lnTo>
                  <a:lnTo>
                    <a:pt x="30507" y="5324"/>
                  </a:lnTo>
                  <a:cubicBezTo>
                    <a:pt x="30541" y="5324"/>
                    <a:pt x="30575" y="5255"/>
                    <a:pt x="30575" y="5221"/>
                  </a:cubicBezTo>
                  <a:cubicBezTo>
                    <a:pt x="30575" y="5187"/>
                    <a:pt x="30507" y="5153"/>
                    <a:pt x="30473" y="5153"/>
                  </a:cubicBezTo>
                  <a:close/>
                  <a:moveTo>
                    <a:pt x="29449" y="5358"/>
                  </a:moveTo>
                  <a:lnTo>
                    <a:pt x="29347" y="5392"/>
                  </a:lnTo>
                  <a:cubicBezTo>
                    <a:pt x="29313" y="5392"/>
                    <a:pt x="29278" y="5460"/>
                    <a:pt x="29278" y="5494"/>
                  </a:cubicBezTo>
                  <a:cubicBezTo>
                    <a:pt x="29278" y="5528"/>
                    <a:pt x="29313" y="5562"/>
                    <a:pt x="29381" y="5562"/>
                  </a:cubicBezTo>
                  <a:lnTo>
                    <a:pt x="29483" y="5528"/>
                  </a:lnTo>
                  <a:cubicBezTo>
                    <a:pt x="29551" y="5528"/>
                    <a:pt x="29586" y="5494"/>
                    <a:pt x="29551" y="5426"/>
                  </a:cubicBezTo>
                  <a:cubicBezTo>
                    <a:pt x="29551" y="5392"/>
                    <a:pt x="29517" y="5358"/>
                    <a:pt x="29449" y="5358"/>
                  </a:cubicBezTo>
                  <a:close/>
                  <a:moveTo>
                    <a:pt x="28460" y="5562"/>
                  </a:moveTo>
                  <a:lnTo>
                    <a:pt x="28357" y="5597"/>
                  </a:lnTo>
                  <a:cubicBezTo>
                    <a:pt x="28289" y="5597"/>
                    <a:pt x="28255" y="5665"/>
                    <a:pt x="28289" y="5699"/>
                  </a:cubicBezTo>
                  <a:cubicBezTo>
                    <a:pt x="28289" y="5733"/>
                    <a:pt x="28323" y="5767"/>
                    <a:pt x="28357" y="5767"/>
                  </a:cubicBezTo>
                  <a:lnTo>
                    <a:pt x="28391" y="5767"/>
                  </a:lnTo>
                  <a:lnTo>
                    <a:pt x="28494" y="5733"/>
                  </a:lnTo>
                  <a:cubicBezTo>
                    <a:pt x="28528" y="5733"/>
                    <a:pt x="28562" y="5699"/>
                    <a:pt x="28562" y="5631"/>
                  </a:cubicBezTo>
                  <a:cubicBezTo>
                    <a:pt x="28528" y="5597"/>
                    <a:pt x="28494" y="5562"/>
                    <a:pt x="28460" y="5562"/>
                  </a:cubicBezTo>
                  <a:close/>
                  <a:moveTo>
                    <a:pt x="27436" y="5767"/>
                  </a:moveTo>
                  <a:lnTo>
                    <a:pt x="27333" y="5801"/>
                  </a:lnTo>
                  <a:cubicBezTo>
                    <a:pt x="27299" y="5801"/>
                    <a:pt x="27265" y="5870"/>
                    <a:pt x="27265" y="5904"/>
                  </a:cubicBezTo>
                  <a:cubicBezTo>
                    <a:pt x="27265" y="5938"/>
                    <a:pt x="27299" y="5972"/>
                    <a:pt x="27333" y="5972"/>
                  </a:cubicBezTo>
                  <a:lnTo>
                    <a:pt x="27368" y="5972"/>
                  </a:lnTo>
                  <a:lnTo>
                    <a:pt x="27470" y="5938"/>
                  </a:lnTo>
                  <a:cubicBezTo>
                    <a:pt x="27538" y="5938"/>
                    <a:pt x="27538" y="5904"/>
                    <a:pt x="27538" y="5835"/>
                  </a:cubicBezTo>
                  <a:cubicBezTo>
                    <a:pt x="27538" y="5801"/>
                    <a:pt x="27504" y="5767"/>
                    <a:pt x="27436" y="5767"/>
                  </a:cubicBezTo>
                  <a:close/>
                  <a:moveTo>
                    <a:pt x="26474" y="5993"/>
                  </a:moveTo>
                  <a:cubicBezTo>
                    <a:pt x="26465" y="5993"/>
                    <a:pt x="26455" y="5997"/>
                    <a:pt x="26446" y="6006"/>
                  </a:cubicBezTo>
                  <a:lnTo>
                    <a:pt x="26310" y="6006"/>
                  </a:lnTo>
                  <a:cubicBezTo>
                    <a:pt x="26276" y="6040"/>
                    <a:pt x="26242" y="6074"/>
                    <a:pt x="26242" y="6108"/>
                  </a:cubicBezTo>
                  <a:cubicBezTo>
                    <a:pt x="26276" y="6143"/>
                    <a:pt x="26310" y="6177"/>
                    <a:pt x="26344" y="6177"/>
                  </a:cubicBezTo>
                  <a:lnTo>
                    <a:pt x="26480" y="6143"/>
                  </a:lnTo>
                  <a:cubicBezTo>
                    <a:pt x="26515" y="6143"/>
                    <a:pt x="26549" y="6108"/>
                    <a:pt x="26549" y="6074"/>
                  </a:cubicBezTo>
                  <a:cubicBezTo>
                    <a:pt x="26524" y="6024"/>
                    <a:pt x="26499" y="5993"/>
                    <a:pt x="26474" y="5993"/>
                  </a:cubicBezTo>
                  <a:close/>
                  <a:moveTo>
                    <a:pt x="25455" y="6197"/>
                  </a:moveTo>
                  <a:cubicBezTo>
                    <a:pt x="25443" y="6197"/>
                    <a:pt x="25432" y="6202"/>
                    <a:pt x="25423" y="6211"/>
                  </a:cubicBezTo>
                  <a:lnTo>
                    <a:pt x="25320" y="6211"/>
                  </a:lnTo>
                  <a:cubicBezTo>
                    <a:pt x="25252" y="6245"/>
                    <a:pt x="25252" y="6279"/>
                    <a:pt x="25252" y="6313"/>
                  </a:cubicBezTo>
                  <a:cubicBezTo>
                    <a:pt x="25252" y="6347"/>
                    <a:pt x="25286" y="6381"/>
                    <a:pt x="25320" y="6381"/>
                  </a:cubicBezTo>
                  <a:lnTo>
                    <a:pt x="25457" y="6381"/>
                  </a:lnTo>
                  <a:cubicBezTo>
                    <a:pt x="25491" y="6347"/>
                    <a:pt x="25525" y="6313"/>
                    <a:pt x="25525" y="6279"/>
                  </a:cubicBezTo>
                  <a:cubicBezTo>
                    <a:pt x="25525" y="6229"/>
                    <a:pt x="25488" y="6197"/>
                    <a:pt x="25455" y="6197"/>
                  </a:cubicBezTo>
                  <a:close/>
                  <a:moveTo>
                    <a:pt x="24297" y="6416"/>
                  </a:moveTo>
                  <a:cubicBezTo>
                    <a:pt x="24262" y="6450"/>
                    <a:pt x="24228" y="6484"/>
                    <a:pt x="24228" y="6518"/>
                  </a:cubicBezTo>
                  <a:cubicBezTo>
                    <a:pt x="24262" y="6586"/>
                    <a:pt x="24297" y="6586"/>
                    <a:pt x="24331" y="6586"/>
                  </a:cubicBezTo>
                  <a:lnTo>
                    <a:pt x="24467" y="6586"/>
                  </a:lnTo>
                  <a:cubicBezTo>
                    <a:pt x="24501" y="6552"/>
                    <a:pt x="24535" y="6518"/>
                    <a:pt x="24501" y="6484"/>
                  </a:cubicBezTo>
                  <a:cubicBezTo>
                    <a:pt x="24501" y="6416"/>
                    <a:pt x="24467" y="6416"/>
                    <a:pt x="24433" y="6416"/>
                  </a:cubicBezTo>
                  <a:close/>
                  <a:moveTo>
                    <a:pt x="23409" y="6620"/>
                  </a:moveTo>
                  <a:lnTo>
                    <a:pt x="23307" y="6654"/>
                  </a:lnTo>
                  <a:cubicBezTo>
                    <a:pt x="23239" y="6654"/>
                    <a:pt x="23239" y="6688"/>
                    <a:pt x="23239" y="6723"/>
                  </a:cubicBezTo>
                  <a:cubicBezTo>
                    <a:pt x="23239" y="6791"/>
                    <a:pt x="23273" y="6791"/>
                    <a:pt x="23307" y="6791"/>
                  </a:cubicBezTo>
                  <a:lnTo>
                    <a:pt x="23443" y="6791"/>
                  </a:lnTo>
                  <a:cubicBezTo>
                    <a:pt x="23478" y="6757"/>
                    <a:pt x="23512" y="6723"/>
                    <a:pt x="23512" y="6688"/>
                  </a:cubicBezTo>
                  <a:cubicBezTo>
                    <a:pt x="23512" y="6620"/>
                    <a:pt x="23443" y="6620"/>
                    <a:pt x="23409" y="6620"/>
                  </a:cubicBezTo>
                  <a:close/>
                  <a:moveTo>
                    <a:pt x="22386" y="6825"/>
                  </a:moveTo>
                  <a:lnTo>
                    <a:pt x="22283" y="6859"/>
                  </a:lnTo>
                  <a:cubicBezTo>
                    <a:pt x="22249" y="6859"/>
                    <a:pt x="22215" y="6893"/>
                    <a:pt x="22215" y="6961"/>
                  </a:cubicBezTo>
                  <a:cubicBezTo>
                    <a:pt x="22215" y="6996"/>
                    <a:pt x="22283" y="7030"/>
                    <a:pt x="22317" y="7030"/>
                  </a:cubicBezTo>
                  <a:lnTo>
                    <a:pt x="22420" y="6996"/>
                  </a:lnTo>
                  <a:cubicBezTo>
                    <a:pt x="22488" y="6996"/>
                    <a:pt x="22522" y="6927"/>
                    <a:pt x="22488" y="6893"/>
                  </a:cubicBezTo>
                  <a:cubicBezTo>
                    <a:pt x="22488" y="6859"/>
                    <a:pt x="22454" y="6825"/>
                    <a:pt x="22386" y="6825"/>
                  </a:cubicBezTo>
                  <a:close/>
                  <a:moveTo>
                    <a:pt x="21396" y="7030"/>
                  </a:moveTo>
                  <a:lnTo>
                    <a:pt x="21294" y="7064"/>
                  </a:lnTo>
                  <a:cubicBezTo>
                    <a:pt x="21225" y="7064"/>
                    <a:pt x="21191" y="7098"/>
                    <a:pt x="21225" y="7166"/>
                  </a:cubicBezTo>
                  <a:cubicBezTo>
                    <a:pt x="21225" y="7200"/>
                    <a:pt x="21260" y="7234"/>
                    <a:pt x="21294" y="7234"/>
                  </a:cubicBezTo>
                  <a:lnTo>
                    <a:pt x="21328" y="7234"/>
                  </a:lnTo>
                  <a:lnTo>
                    <a:pt x="21430" y="7200"/>
                  </a:lnTo>
                  <a:cubicBezTo>
                    <a:pt x="21464" y="7200"/>
                    <a:pt x="21498" y="7132"/>
                    <a:pt x="21498" y="7098"/>
                  </a:cubicBezTo>
                  <a:cubicBezTo>
                    <a:pt x="21498" y="7064"/>
                    <a:pt x="21430" y="7030"/>
                    <a:pt x="21396" y="7030"/>
                  </a:cubicBezTo>
                  <a:close/>
                  <a:moveTo>
                    <a:pt x="20372" y="7234"/>
                  </a:moveTo>
                  <a:lnTo>
                    <a:pt x="20270" y="7269"/>
                  </a:lnTo>
                  <a:cubicBezTo>
                    <a:pt x="20236" y="7269"/>
                    <a:pt x="20202" y="7303"/>
                    <a:pt x="20202" y="7371"/>
                  </a:cubicBezTo>
                  <a:cubicBezTo>
                    <a:pt x="20202" y="7405"/>
                    <a:pt x="20236" y="7439"/>
                    <a:pt x="20304" y="7439"/>
                  </a:cubicBezTo>
                  <a:lnTo>
                    <a:pt x="20406" y="7405"/>
                  </a:lnTo>
                  <a:cubicBezTo>
                    <a:pt x="20475" y="7405"/>
                    <a:pt x="20509" y="7337"/>
                    <a:pt x="20475" y="7303"/>
                  </a:cubicBezTo>
                  <a:cubicBezTo>
                    <a:pt x="20475" y="7269"/>
                    <a:pt x="20441" y="7234"/>
                    <a:pt x="20372" y="7234"/>
                  </a:cubicBezTo>
                  <a:close/>
                  <a:moveTo>
                    <a:pt x="19383" y="7439"/>
                  </a:moveTo>
                  <a:lnTo>
                    <a:pt x="19246" y="7473"/>
                  </a:lnTo>
                  <a:cubicBezTo>
                    <a:pt x="19212" y="7473"/>
                    <a:pt x="19178" y="7542"/>
                    <a:pt x="19178" y="7576"/>
                  </a:cubicBezTo>
                  <a:cubicBezTo>
                    <a:pt x="19212" y="7610"/>
                    <a:pt x="19246" y="7644"/>
                    <a:pt x="19280" y="7644"/>
                  </a:cubicBezTo>
                  <a:lnTo>
                    <a:pt x="19417" y="7610"/>
                  </a:lnTo>
                  <a:cubicBezTo>
                    <a:pt x="19451" y="7610"/>
                    <a:pt x="19485" y="7576"/>
                    <a:pt x="19485" y="7507"/>
                  </a:cubicBezTo>
                  <a:cubicBezTo>
                    <a:pt x="19451" y="7473"/>
                    <a:pt x="19417" y="7439"/>
                    <a:pt x="19383" y="7439"/>
                  </a:cubicBezTo>
                  <a:close/>
                  <a:moveTo>
                    <a:pt x="18359" y="7644"/>
                  </a:moveTo>
                  <a:lnTo>
                    <a:pt x="18257" y="7678"/>
                  </a:lnTo>
                  <a:cubicBezTo>
                    <a:pt x="18188" y="7678"/>
                    <a:pt x="18188" y="7746"/>
                    <a:pt x="18188" y="7780"/>
                  </a:cubicBezTo>
                  <a:cubicBezTo>
                    <a:pt x="18188" y="7815"/>
                    <a:pt x="18223" y="7849"/>
                    <a:pt x="18257" y="7849"/>
                  </a:cubicBezTo>
                  <a:lnTo>
                    <a:pt x="18291" y="7849"/>
                  </a:lnTo>
                  <a:lnTo>
                    <a:pt x="18393" y="7815"/>
                  </a:lnTo>
                  <a:cubicBezTo>
                    <a:pt x="18427" y="7815"/>
                    <a:pt x="18461" y="7780"/>
                    <a:pt x="18461" y="7712"/>
                  </a:cubicBezTo>
                  <a:cubicBezTo>
                    <a:pt x="18461" y="7678"/>
                    <a:pt x="18427" y="7644"/>
                    <a:pt x="18359" y="7644"/>
                  </a:cubicBezTo>
                  <a:close/>
                  <a:moveTo>
                    <a:pt x="17397" y="7869"/>
                  </a:moveTo>
                  <a:cubicBezTo>
                    <a:pt x="17388" y="7869"/>
                    <a:pt x="17379" y="7874"/>
                    <a:pt x="17370" y="7883"/>
                  </a:cubicBezTo>
                  <a:lnTo>
                    <a:pt x="17233" y="7883"/>
                  </a:lnTo>
                  <a:cubicBezTo>
                    <a:pt x="17199" y="7917"/>
                    <a:pt x="17165" y="7951"/>
                    <a:pt x="17165" y="7985"/>
                  </a:cubicBezTo>
                  <a:cubicBezTo>
                    <a:pt x="17199" y="8019"/>
                    <a:pt x="17233" y="8053"/>
                    <a:pt x="17267" y="8053"/>
                  </a:cubicBezTo>
                  <a:lnTo>
                    <a:pt x="17404" y="8019"/>
                  </a:lnTo>
                  <a:cubicBezTo>
                    <a:pt x="17438" y="8019"/>
                    <a:pt x="17472" y="7985"/>
                    <a:pt x="17472" y="7951"/>
                  </a:cubicBezTo>
                  <a:cubicBezTo>
                    <a:pt x="17447" y="7901"/>
                    <a:pt x="17422" y="7869"/>
                    <a:pt x="17397" y="7869"/>
                  </a:cubicBezTo>
                  <a:close/>
                  <a:moveTo>
                    <a:pt x="16379" y="8074"/>
                  </a:moveTo>
                  <a:cubicBezTo>
                    <a:pt x="16367" y="8074"/>
                    <a:pt x="16355" y="8078"/>
                    <a:pt x="16346" y="8088"/>
                  </a:cubicBezTo>
                  <a:lnTo>
                    <a:pt x="16243" y="8088"/>
                  </a:lnTo>
                  <a:cubicBezTo>
                    <a:pt x="16175" y="8122"/>
                    <a:pt x="16141" y="8156"/>
                    <a:pt x="16175" y="8190"/>
                  </a:cubicBezTo>
                  <a:cubicBezTo>
                    <a:pt x="16175" y="8258"/>
                    <a:pt x="16209" y="8258"/>
                    <a:pt x="16243" y="8258"/>
                  </a:cubicBezTo>
                  <a:lnTo>
                    <a:pt x="16380" y="8258"/>
                  </a:lnTo>
                  <a:cubicBezTo>
                    <a:pt x="16414" y="8224"/>
                    <a:pt x="16448" y="8190"/>
                    <a:pt x="16448" y="8156"/>
                  </a:cubicBezTo>
                  <a:cubicBezTo>
                    <a:pt x="16448" y="8106"/>
                    <a:pt x="16412" y="8074"/>
                    <a:pt x="16379" y="8074"/>
                  </a:cubicBezTo>
                  <a:close/>
                  <a:moveTo>
                    <a:pt x="15370" y="8279"/>
                  </a:moveTo>
                  <a:cubicBezTo>
                    <a:pt x="15356" y="8279"/>
                    <a:pt x="15340" y="8283"/>
                    <a:pt x="15322" y="8292"/>
                  </a:cubicBezTo>
                  <a:lnTo>
                    <a:pt x="15220" y="8292"/>
                  </a:lnTo>
                  <a:cubicBezTo>
                    <a:pt x="15186" y="8326"/>
                    <a:pt x="15152" y="8361"/>
                    <a:pt x="15152" y="8395"/>
                  </a:cubicBezTo>
                  <a:cubicBezTo>
                    <a:pt x="15152" y="8463"/>
                    <a:pt x="15186" y="8463"/>
                    <a:pt x="15254" y="8463"/>
                  </a:cubicBezTo>
                  <a:lnTo>
                    <a:pt x="15356" y="8463"/>
                  </a:lnTo>
                  <a:cubicBezTo>
                    <a:pt x="15425" y="8429"/>
                    <a:pt x="15459" y="8395"/>
                    <a:pt x="15425" y="8361"/>
                  </a:cubicBezTo>
                  <a:cubicBezTo>
                    <a:pt x="15425" y="8311"/>
                    <a:pt x="15406" y="8279"/>
                    <a:pt x="15370" y="8279"/>
                  </a:cubicBezTo>
                  <a:close/>
                  <a:moveTo>
                    <a:pt x="14333" y="8497"/>
                  </a:moveTo>
                  <a:lnTo>
                    <a:pt x="14196" y="8531"/>
                  </a:lnTo>
                  <a:cubicBezTo>
                    <a:pt x="14162" y="8531"/>
                    <a:pt x="14128" y="8565"/>
                    <a:pt x="14162" y="8634"/>
                  </a:cubicBezTo>
                  <a:cubicBezTo>
                    <a:pt x="14162" y="8668"/>
                    <a:pt x="14196" y="8702"/>
                    <a:pt x="14230" y="8702"/>
                  </a:cubicBezTo>
                  <a:lnTo>
                    <a:pt x="14367" y="8668"/>
                  </a:lnTo>
                  <a:cubicBezTo>
                    <a:pt x="14401" y="8668"/>
                    <a:pt x="14435" y="8599"/>
                    <a:pt x="14435" y="8565"/>
                  </a:cubicBezTo>
                  <a:cubicBezTo>
                    <a:pt x="14401" y="8531"/>
                    <a:pt x="14367" y="8497"/>
                    <a:pt x="14333" y="8497"/>
                  </a:cubicBezTo>
                  <a:close/>
                  <a:moveTo>
                    <a:pt x="13309" y="8702"/>
                  </a:moveTo>
                  <a:lnTo>
                    <a:pt x="13207" y="8736"/>
                  </a:lnTo>
                  <a:cubicBezTo>
                    <a:pt x="13172" y="8736"/>
                    <a:pt x="13138" y="8770"/>
                    <a:pt x="13138" y="8838"/>
                  </a:cubicBezTo>
                  <a:cubicBezTo>
                    <a:pt x="13138" y="8872"/>
                    <a:pt x="13172" y="8906"/>
                    <a:pt x="13207" y="8906"/>
                  </a:cubicBezTo>
                  <a:lnTo>
                    <a:pt x="13241" y="8906"/>
                  </a:lnTo>
                  <a:lnTo>
                    <a:pt x="13343" y="8872"/>
                  </a:lnTo>
                  <a:cubicBezTo>
                    <a:pt x="13411" y="8872"/>
                    <a:pt x="13411" y="8804"/>
                    <a:pt x="13411" y="8770"/>
                  </a:cubicBezTo>
                  <a:cubicBezTo>
                    <a:pt x="13411" y="8736"/>
                    <a:pt x="13377" y="8702"/>
                    <a:pt x="13309" y="8702"/>
                  </a:cubicBezTo>
                  <a:close/>
                  <a:moveTo>
                    <a:pt x="12319" y="8906"/>
                  </a:moveTo>
                  <a:lnTo>
                    <a:pt x="12183" y="8941"/>
                  </a:lnTo>
                  <a:cubicBezTo>
                    <a:pt x="12149" y="8941"/>
                    <a:pt x="12115" y="8975"/>
                    <a:pt x="12115" y="9043"/>
                  </a:cubicBezTo>
                  <a:cubicBezTo>
                    <a:pt x="12149" y="9077"/>
                    <a:pt x="12183" y="9111"/>
                    <a:pt x="12217" y="9111"/>
                  </a:cubicBezTo>
                  <a:lnTo>
                    <a:pt x="12353" y="9077"/>
                  </a:lnTo>
                  <a:cubicBezTo>
                    <a:pt x="12388" y="9077"/>
                    <a:pt x="12422" y="9009"/>
                    <a:pt x="12422" y="8975"/>
                  </a:cubicBezTo>
                  <a:cubicBezTo>
                    <a:pt x="12388" y="8941"/>
                    <a:pt x="12353" y="8906"/>
                    <a:pt x="12319" y="8906"/>
                  </a:cubicBezTo>
                  <a:close/>
                  <a:moveTo>
                    <a:pt x="11296" y="9111"/>
                  </a:moveTo>
                  <a:lnTo>
                    <a:pt x="11193" y="9145"/>
                  </a:lnTo>
                  <a:cubicBezTo>
                    <a:pt x="11125" y="9145"/>
                    <a:pt x="11091" y="9179"/>
                    <a:pt x="11125" y="9248"/>
                  </a:cubicBezTo>
                  <a:cubicBezTo>
                    <a:pt x="11125" y="9282"/>
                    <a:pt x="11159" y="9316"/>
                    <a:pt x="11193" y="9316"/>
                  </a:cubicBezTo>
                  <a:lnTo>
                    <a:pt x="11227" y="9316"/>
                  </a:lnTo>
                  <a:lnTo>
                    <a:pt x="11330" y="9282"/>
                  </a:lnTo>
                  <a:cubicBezTo>
                    <a:pt x="11364" y="9282"/>
                    <a:pt x="11398" y="9248"/>
                    <a:pt x="11398" y="9179"/>
                  </a:cubicBezTo>
                  <a:cubicBezTo>
                    <a:pt x="11398" y="9145"/>
                    <a:pt x="11330" y="9111"/>
                    <a:pt x="11296" y="9111"/>
                  </a:cubicBezTo>
                  <a:close/>
                  <a:moveTo>
                    <a:pt x="10272" y="9316"/>
                  </a:moveTo>
                  <a:lnTo>
                    <a:pt x="10170" y="9350"/>
                  </a:lnTo>
                  <a:cubicBezTo>
                    <a:pt x="10135" y="9350"/>
                    <a:pt x="10101" y="9418"/>
                    <a:pt x="10101" y="9452"/>
                  </a:cubicBezTo>
                  <a:cubicBezTo>
                    <a:pt x="10101" y="9487"/>
                    <a:pt x="10135" y="9521"/>
                    <a:pt x="10204" y="9521"/>
                  </a:cubicBezTo>
                  <a:lnTo>
                    <a:pt x="10306" y="9487"/>
                  </a:lnTo>
                  <a:cubicBezTo>
                    <a:pt x="10374" y="9487"/>
                    <a:pt x="10408" y="9452"/>
                    <a:pt x="10374" y="9384"/>
                  </a:cubicBezTo>
                  <a:cubicBezTo>
                    <a:pt x="10374" y="9350"/>
                    <a:pt x="10340" y="9316"/>
                    <a:pt x="10272" y="9316"/>
                  </a:cubicBezTo>
                  <a:close/>
                  <a:moveTo>
                    <a:pt x="9282" y="9521"/>
                  </a:moveTo>
                  <a:lnTo>
                    <a:pt x="9180" y="9555"/>
                  </a:lnTo>
                  <a:cubicBezTo>
                    <a:pt x="9112" y="9555"/>
                    <a:pt x="9078" y="9623"/>
                    <a:pt x="9112" y="9657"/>
                  </a:cubicBezTo>
                  <a:cubicBezTo>
                    <a:pt x="9112" y="9691"/>
                    <a:pt x="9146" y="9725"/>
                    <a:pt x="9180" y="9725"/>
                  </a:cubicBezTo>
                  <a:lnTo>
                    <a:pt x="9214" y="9725"/>
                  </a:lnTo>
                  <a:lnTo>
                    <a:pt x="9317" y="9691"/>
                  </a:lnTo>
                  <a:cubicBezTo>
                    <a:pt x="9351" y="9691"/>
                    <a:pt x="9385" y="9657"/>
                    <a:pt x="9385" y="9589"/>
                  </a:cubicBezTo>
                  <a:cubicBezTo>
                    <a:pt x="9385" y="9555"/>
                    <a:pt x="9317" y="9521"/>
                    <a:pt x="9282" y="9521"/>
                  </a:cubicBezTo>
                  <a:close/>
                  <a:moveTo>
                    <a:pt x="8259" y="9725"/>
                  </a:moveTo>
                  <a:lnTo>
                    <a:pt x="8156" y="9760"/>
                  </a:lnTo>
                  <a:cubicBezTo>
                    <a:pt x="8122" y="9760"/>
                    <a:pt x="8088" y="9828"/>
                    <a:pt x="8088" y="9862"/>
                  </a:cubicBezTo>
                  <a:cubicBezTo>
                    <a:pt x="8088" y="9896"/>
                    <a:pt x="8122" y="9930"/>
                    <a:pt x="8156" y="9930"/>
                  </a:cubicBezTo>
                  <a:lnTo>
                    <a:pt x="8190" y="9930"/>
                  </a:lnTo>
                  <a:lnTo>
                    <a:pt x="8293" y="9896"/>
                  </a:lnTo>
                  <a:cubicBezTo>
                    <a:pt x="8361" y="9896"/>
                    <a:pt x="8361" y="9862"/>
                    <a:pt x="8361" y="9794"/>
                  </a:cubicBezTo>
                  <a:cubicBezTo>
                    <a:pt x="8361" y="9760"/>
                    <a:pt x="8327" y="9725"/>
                    <a:pt x="8259" y="9725"/>
                  </a:cubicBezTo>
                  <a:close/>
                  <a:moveTo>
                    <a:pt x="7269" y="9930"/>
                  </a:moveTo>
                  <a:lnTo>
                    <a:pt x="7133" y="9964"/>
                  </a:lnTo>
                  <a:cubicBezTo>
                    <a:pt x="7099" y="9964"/>
                    <a:pt x="7064" y="10033"/>
                    <a:pt x="7064" y="10067"/>
                  </a:cubicBezTo>
                  <a:cubicBezTo>
                    <a:pt x="7099" y="10101"/>
                    <a:pt x="7133" y="10135"/>
                    <a:pt x="7167" y="10135"/>
                  </a:cubicBezTo>
                  <a:lnTo>
                    <a:pt x="7303" y="10101"/>
                  </a:lnTo>
                  <a:cubicBezTo>
                    <a:pt x="7337" y="10101"/>
                    <a:pt x="7372" y="10067"/>
                    <a:pt x="7372" y="9998"/>
                  </a:cubicBezTo>
                  <a:cubicBezTo>
                    <a:pt x="7337" y="9964"/>
                    <a:pt x="7303" y="9930"/>
                    <a:pt x="7269" y="9930"/>
                  </a:cubicBezTo>
                  <a:close/>
                  <a:moveTo>
                    <a:pt x="6245" y="10135"/>
                  </a:moveTo>
                  <a:lnTo>
                    <a:pt x="6143" y="10169"/>
                  </a:lnTo>
                  <a:cubicBezTo>
                    <a:pt x="6075" y="10169"/>
                    <a:pt x="6041" y="10237"/>
                    <a:pt x="6075" y="10271"/>
                  </a:cubicBezTo>
                  <a:cubicBezTo>
                    <a:pt x="6075" y="10306"/>
                    <a:pt x="6109" y="10340"/>
                    <a:pt x="6143" y="10340"/>
                  </a:cubicBezTo>
                  <a:lnTo>
                    <a:pt x="6177" y="10340"/>
                  </a:lnTo>
                  <a:lnTo>
                    <a:pt x="6280" y="10306"/>
                  </a:lnTo>
                  <a:cubicBezTo>
                    <a:pt x="6314" y="10306"/>
                    <a:pt x="6348" y="10271"/>
                    <a:pt x="6348" y="10203"/>
                  </a:cubicBezTo>
                  <a:cubicBezTo>
                    <a:pt x="6348" y="10169"/>
                    <a:pt x="6280" y="10135"/>
                    <a:pt x="6245" y="10135"/>
                  </a:cubicBezTo>
                  <a:close/>
                  <a:moveTo>
                    <a:pt x="5222" y="10340"/>
                  </a:moveTo>
                  <a:lnTo>
                    <a:pt x="5119" y="10374"/>
                  </a:lnTo>
                  <a:cubicBezTo>
                    <a:pt x="5085" y="10374"/>
                    <a:pt x="5051" y="10442"/>
                    <a:pt x="5051" y="10476"/>
                  </a:cubicBezTo>
                  <a:cubicBezTo>
                    <a:pt x="5051" y="10510"/>
                    <a:pt x="5085" y="10544"/>
                    <a:pt x="5154" y="10544"/>
                  </a:cubicBezTo>
                  <a:lnTo>
                    <a:pt x="5256" y="10510"/>
                  </a:lnTo>
                  <a:cubicBezTo>
                    <a:pt x="5324" y="10510"/>
                    <a:pt x="5358" y="10476"/>
                    <a:pt x="5324" y="10408"/>
                  </a:cubicBezTo>
                  <a:cubicBezTo>
                    <a:pt x="5324" y="10374"/>
                    <a:pt x="5290" y="10340"/>
                    <a:pt x="5222" y="10340"/>
                  </a:cubicBezTo>
                  <a:close/>
                  <a:moveTo>
                    <a:pt x="4232" y="10544"/>
                  </a:moveTo>
                  <a:lnTo>
                    <a:pt x="4096" y="10579"/>
                  </a:lnTo>
                  <a:cubicBezTo>
                    <a:pt x="4062" y="10579"/>
                    <a:pt x="4027" y="10647"/>
                    <a:pt x="4062" y="10681"/>
                  </a:cubicBezTo>
                  <a:cubicBezTo>
                    <a:pt x="4062" y="10715"/>
                    <a:pt x="4096" y="10749"/>
                    <a:pt x="4130" y="10749"/>
                  </a:cubicBezTo>
                  <a:lnTo>
                    <a:pt x="4266" y="10715"/>
                  </a:lnTo>
                  <a:cubicBezTo>
                    <a:pt x="4300" y="10715"/>
                    <a:pt x="4335" y="10681"/>
                    <a:pt x="4335" y="10613"/>
                  </a:cubicBezTo>
                  <a:cubicBezTo>
                    <a:pt x="4300" y="10579"/>
                    <a:pt x="4266" y="10544"/>
                    <a:pt x="4232" y="10544"/>
                  </a:cubicBezTo>
                  <a:close/>
                  <a:moveTo>
                    <a:pt x="3208" y="10749"/>
                  </a:moveTo>
                  <a:lnTo>
                    <a:pt x="3106" y="10783"/>
                  </a:lnTo>
                  <a:cubicBezTo>
                    <a:pt x="3038" y="10783"/>
                    <a:pt x="3038" y="10852"/>
                    <a:pt x="3038" y="10886"/>
                  </a:cubicBezTo>
                  <a:cubicBezTo>
                    <a:pt x="3038" y="10920"/>
                    <a:pt x="3072" y="10954"/>
                    <a:pt x="3106" y="10954"/>
                  </a:cubicBezTo>
                  <a:lnTo>
                    <a:pt x="3140" y="10954"/>
                  </a:lnTo>
                  <a:lnTo>
                    <a:pt x="3243" y="10920"/>
                  </a:lnTo>
                  <a:cubicBezTo>
                    <a:pt x="3277" y="10920"/>
                    <a:pt x="3311" y="10886"/>
                    <a:pt x="3311" y="10817"/>
                  </a:cubicBezTo>
                  <a:cubicBezTo>
                    <a:pt x="3311" y="10783"/>
                    <a:pt x="3277" y="10749"/>
                    <a:pt x="3208" y="10749"/>
                  </a:cubicBezTo>
                  <a:close/>
                  <a:moveTo>
                    <a:pt x="2219" y="10954"/>
                  </a:moveTo>
                  <a:lnTo>
                    <a:pt x="2082" y="10988"/>
                  </a:lnTo>
                  <a:cubicBezTo>
                    <a:pt x="2048" y="10988"/>
                    <a:pt x="2014" y="11056"/>
                    <a:pt x="2014" y="11090"/>
                  </a:cubicBezTo>
                  <a:cubicBezTo>
                    <a:pt x="2014" y="11124"/>
                    <a:pt x="2082" y="11159"/>
                    <a:pt x="2117" y="11159"/>
                  </a:cubicBezTo>
                  <a:lnTo>
                    <a:pt x="2253" y="11124"/>
                  </a:lnTo>
                  <a:cubicBezTo>
                    <a:pt x="2287" y="11124"/>
                    <a:pt x="2321" y="11090"/>
                    <a:pt x="2287" y="11022"/>
                  </a:cubicBezTo>
                  <a:cubicBezTo>
                    <a:pt x="2287" y="10988"/>
                    <a:pt x="2253" y="10954"/>
                    <a:pt x="2219" y="10954"/>
                  </a:cubicBezTo>
                  <a:close/>
                  <a:moveTo>
                    <a:pt x="1195" y="11159"/>
                  </a:moveTo>
                  <a:lnTo>
                    <a:pt x="1093" y="11193"/>
                  </a:lnTo>
                  <a:cubicBezTo>
                    <a:pt x="1025" y="11193"/>
                    <a:pt x="990" y="11227"/>
                    <a:pt x="1025" y="11295"/>
                  </a:cubicBezTo>
                  <a:cubicBezTo>
                    <a:pt x="1025" y="11329"/>
                    <a:pt x="1059" y="11363"/>
                    <a:pt x="1093" y="11363"/>
                  </a:cubicBezTo>
                  <a:lnTo>
                    <a:pt x="1127" y="11363"/>
                  </a:lnTo>
                  <a:lnTo>
                    <a:pt x="1229" y="11329"/>
                  </a:lnTo>
                  <a:cubicBezTo>
                    <a:pt x="1263" y="11329"/>
                    <a:pt x="1298" y="11295"/>
                    <a:pt x="1298" y="11227"/>
                  </a:cubicBezTo>
                  <a:cubicBezTo>
                    <a:pt x="1298" y="11193"/>
                    <a:pt x="1229" y="11159"/>
                    <a:pt x="1195" y="11159"/>
                  </a:cubicBezTo>
                  <a:close/>
                  <a:moveTo>
                    <a:pt x="172" y="11363"/>
                  </a:moveTo>
                  <a:lnTo>
                    <a:pt x="69" y="11397"/>
                  </a:lnTo>
                  <a:cubicBezTo>
                    <a:pt x="35" y="11397"/>
                    <a:pt x="1" y="11432"/>
                    <a:pt x="1" y="11500"/>
                  </a:cubicBezTo>
                  <a:cubicBezTo>
                    <a:pt x="1" y="11534"/>
                    <a:pt x="35" y="11568"/>
                    <a:pt x="69" y="11568"/>
                  </a:cubicBezTo>
                  <a:lnTo>
                    <a:pt x="103" y="11568"/>
                  </a:lnTo>
                  <a:lnTo>
                    <a:pt x="206" y="11534"/>
                  </a:lnTo>
                  <a:cubicBezTo>
                    <a:pt x="274" y="11534"/>
                    <a:pt x="274" y="11466"/>
                    <a:pt x="274" y="11432"/>
                  </a:cubicBezTo>
                  <a:cubicBezTo>
                    <a:pt x="274" y="11397"/>
                    <a:pt x="240" y="11363"/>
                    <a:pt x="172" y="1136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1" name="Google Shape;1813;p45">
              <a:extLst>
                <a:ext uri="{FF2B5EF4-FFF2-40B4-BE49-F238E27FC236}">
                  <a16:creationId xmlns:a16="http://schemas.microsoft.com/office/drawing/2014/main" id="{E4D17624-E069-9984-3FB6-FB8EE62C7D22}"/>
                </a:ext>
              </a:extLst>
            </p:cNvPr>
            <p:cNvSpPr/>
            <p:nvPr/>
          </p:nvSpPr>
          <p:spPr>
            <a:xfrm>
              <a:off x="990727" y="1343122"/>
              <a:ext cx="795419" cy="163037"/>
            </a:xfrm>
            <a:custGeom>
              <a:avLst/>
              <a:gdLst/>
              <a:ahLst/>
              <a:cxnLst/>
              <a:rect l="l" t="t" r="r" b="b"/>
              <a:pathLst>
                <a:path w="35693" h="7316" extrusionOk="0">
                  <a:moveTo>
                    <a:pt x="35604" y="0"/>
                  </a:moveTo>
                  <a:cubicBezTo>
                    <a:pt x="35590" y="0"/>
                    <a:pt x="35575" y="4"/>
                    <a:pt x="35556" y="14"/>
                  </a:cubicBezTo>
                  <a:lnTo>
                    <a:pt x="35454" y="14"/>
                  </a:lnTo>
                  <a:cubicBezTo>
                    <a:pt x="35420" y="14"/>
                    <a:pt x="35386" y="82"/>
                    <a:pt x="35386" y="116"/>
                  </a:cubicBezTo>
                  <a:cubicBezTo>
                    <a:pt x="35386" y="150"/>
                    <a:pt x="35420" y="184"/>
                    <a:pt x="35488" y="184"/>
                  </a:cubicBezTo>
                  <a:lnTo>
                    <a:pt x="35590" y="184"/>
                  </a:lnTo>
                  <a:cubicBezTo>
                    <a:pt x="35659" y="150"/>
                    <a:pt x="35693" y="116"/>
                    <a:pt x="35659" y="82"/>
                  </a:cubicBezTo>
                  <a:cubicBezTo>
                    <a:pt x="35659" y="32"/>
                    <a:pt x="35640" y="0"/>
                    <a:pt x="35604" y="0"/>
                  </a:cubicBezTo>
                  <a:close/>
                  <a:moveTo>
                    <a:pt x="34567" y="184"/>
                  </a:moveTo>
                  <a:lnTo>
                    <a:pt x="34430" y="218"/>
                  </a:lnTo>
                  <a:cubicBezTo>
                    <a:pt x="34396" y="218"/>
                    <a:pt x="34362" y="252"/>
                    <a:pt x="34362" y="321"/>
                  </a:cubicBezTo>
                  <a:cubicBezTo>
                    <a:pt x="34396" y="355"/>
                    <a:pt x="34430" y="389"/>
                    <a:pt x="34464" y="389"/>
                  </a:cubicBezTo>
                  <a:lnTo>
                    <a:pt x="34601" y="355"/>
                  </a:lnTo>
                  <a:cubicBezTo>
                    <a:pt x="34635" y="355"/>
                    <a:pt x="34669" y="287"/>
                    <a:pt x="34669" y="252"/>
                  </a:cubicBezTo>
                  <a:cubicBezTo>
                    <a:pt x="34635" y="218"/>
                    <a:pt x="34601" y="184"/>
                    <a:pt x="34567" y="184"/>
                  </a:cubicBezTo>
                  <a:close/>
                  <a:moveTo>
                    <a:pt x="33576" y="376"/>
                  </a:moveTo>
                  <a:cubicBezTo>
                    <a:pt x="33564" y="376"/>
                    <a:pt x="33552" y="380"/>
                    <a:pt x="33543" y="389"/>
                  </a:cubicBezTo>
                  <a:lnTo>
                    <a:pt x="33441" y="389"/>
                  </a:lnTo>
                  <a:cubicBezTo>
                    <a:pt x="33372" y="389"/>
                    <a:pt x="33338" y="457"/>
                    <a:pt x="33372" y="491"/>
                  </a:cubicBezTo>
                  <a:cubicBezTo>
                    <a:pt x="33372" y="525"/>
                    <a:pt x="33406" y="560"/>
                    <a:pt x="33441" y="560"/>
                  </a:cubicBezTo>
                  <a:lnTo>
                    <a:pt x="33577" y="560"/>
                  </a:lnTo>
                  <a:cubicBezTo>
                    <a:pt x="33611" y="525"/>
                    <a:pt x="33645" y="491"/>
                    <a:pt x="33645" y="457"/>
                  </a:cubicBezTo>
                  <a:cubicBezTo>
                    <a:pt x="33645" y="407"/>
                    <a:pt x="33609" y="376"/>
                    <a:pt x="33576" y="376"/>
                  </a:cubicBezTo>
                  <a:close/>
                  <a:moveTo>
                    <a:pt x="32519" y="560"/>
                  </a:moveTo>
                  <a:lnTo>
                    <a:pt x="32417" y="594"/>
                  </a:lnTo>
                  <a:cubicBezTo>
                    <a:pt x="32383" y="594"/>
                    <a:pt x="32349" y="628"/>
                    <a:pt x="32349" y="696"/>
                  </a:cubicBezTo>
                  <a:cubicBezTo>
                    <a:pt x="32349" y="730"/>
                    <a:pt x="32383" y="764"/>
                    <a:pt x="32417" y="764"/>
                  </a:cubicBezTo>
                  <a:lnTo>
                    <a:pt x="32451" y="764"/>
                  </a:lnTo>
                  <a:lnTo>
                    <a:pt x="32553" y="730"/>
                  </a:lnTo>
                  <a:cubicBezTo>
                    <a:pt x="32622" y="730"/>
                    <a:pt x="32622" y="696"/>
                    <a:pt x="32622" y="628"/>
                  </a:cubicBezTo>
                  <a:cubicBezTo>
                    <a:pt x="32622" y="594"/>
                    <a:pt x="32588" y="560"/>
                    <a:pt x="32519" y="560"/>
                  </a:cubicBezTo>
                  <a:close/>
                  <a:moveTo>
                    <a:pt x="31530" y="764"/>
                  </a:moveTo>
                  <a:lnTo>
                    <a:pt x="31393" y="798"/>
                  </a:lnTo>
                  <a:cubicBezTo>
                    <a:pt x="31359" y="798"/>
                    <a:pt x="31325" y="833"/>
                    <a:pt x="31325" y="867"/>
                  </a:cubicBezTo>
                  <a:cubicBezTo>
                    <a:pt x="31325" y="935"/>
                    <a:pt x="31393" y="969"/>
                    <a:pt x="31427" y="969"/>
                  </a:cubicBezTo>
                  <a:cubicBezTo>
                    <a:pt x="31427" y="969"/>
                    <a:pt x="31427" y="969"/>
                    <a:pt x="31427" y="935"/>
                  </a:cubicBezTo>
                  <a:lnTo>
                    <a:pt x="31530" y="935"/>
                  </a:lnTo>
                  <a:cubicBezTo>
                    <a:pt x="31598" y="935"/>
                    <a:pt x="31632" y="867"/>
                    <a:pt x="31598" y="833"/>
                  </a:cubicBezTo>
                  <a:cubicBezTo>
                    <a:pt x="31598" y="798"/>
                    <a:pt x="31564" y="764"/>
                    <a:pt x="31530" y="764"/>
                  </a:cubicBezTo>
                  <a:close/>
                  <a:moveTo>
                    <a:pt x="30539" y="956"/>
                  </a:moveTo>
                  <a:cubicBezTo>
                    <a:pt x="30527" y="956"/>
                    <a:pt x="30515" y="960"/>
                    <a:pt x="30506" y="969"/>
                  </a:cubicBezTo>
                  <a:lnTo>
                    <a:pt x="30404" y="969"/>
                  </a:lnTo>
                  <a:cubicBezTo>
                    <a:pt x="30335" y="1003"/>
                    <a:pt x="30301" y="1037"/>
                    <a:pt x="30335" y="1071"/>
                  </a:cubicBezTo>
                  <a:cubicBezTo>
                    <a:pt x="30335" y="1106"/>
                    <a:pt x="30370" y="1140"/>
                    <a:pt x="30404" y="1140"/>
                  </a:cubicBezTo>
                  <a:lnTo>
                    <a:pt x="30540" y="1140"/>
                  </a:lnTo>
                  <a:cubicBezTo>
                    <a:pt x="30574" y="1106"/>
                    <a:pt x="30608" y="1071"/>
                    <a:pt x="30608" y="1037"/>
                  </a:cubicBezTo>
                  <a:cubicBezTo>
                    <a:pt x="30608" y="987"/>
                    <a:pt x="30572" y="956"/>
                    <a:pt x="30539" y="956"/>
                  </a:cubicBezTo>
                  <a:close/>
                  <a:moveTo>
                    <a:pt x="29534" y="1160"/>
                  </a:moveTo>
                  <a:cubicBezTo>
                    <a:pt x="29519" y="1160"/>
                    <a:pt x="29502" y="1164"/>
                    <a:pt x="29482" y="1174"/>
                  </a:cubicBezTo>
                  <a:lnTo>
                    <a:pt x="29380" y="1174"/>
                  </a:lnTo>
                  <a:cubicBezTo>
                    <a:pt x="29346" y="1174"/>
                    <a:pt x="29312" y="1242"/>
                    <a:pt x="29312" y="1276"/>
                  </a:cubicBezTo>
                  <a:cubicBezTo>
                    <a:pt x="29312" y="1310"/>
                    <a:pt x="29346" y="1344"/>
                    <a:pt x="29380" y="1344"/>
                  </a:cubicBezTo>
                  <a:lnTo>
                    <a:pt x="29414" y="1344"/>
                  </a:lnTo>
                  <a:lnTo>
                    <a:pt x="29516" y="1310"/>
                  </a:lnTo>
                  <a:cubicBezTo>
                    <a:pt x="29585" y="1310"/>
                    <a:pt x="29585" y="1276"/>
                    <a:pt x="29585" y="1208"/>
                  </a:cubicBezTo>
                  <a:cubicBezTo>
                    <a:pt x="29585" y="1184"/>
                    <a:pt x="29568" y="1160"/>
                    <a:pt x="29534" y="1160"/>
                  </a:cubicBezTo>
                  <a:close/>
                  <a:moveTo>
                    <a:pt x="28493" y="1344"/>
                  </a:moveTo>
                  <a:lnTo>
                    <a:pt x="28356" y="1379"/>
                  </a:lnTo>
                  <a:cubicBezTo>
                    <a:pt x="28322" y="1379"/>
                    <a:pt x="28288" y="1447"/>
                    <a:pt x="28288" y="1481"/>
                  </a:cubicBezTo>
                  <a:cubicBezTo>
                    <a:pt x="28322" y="1515"/>
                    <a:pt x="28356" y="1549"/>
                    <a:pt x="28390" y="1549"/>
                  </a:cubicBezTo>
                  <a:lnTo>
                    <a:pt x="28527" y="1515"/>
                  </a:lnTo>
                  <a:cubicBezTo>
                    <a:pt x="28561" y="1515"/>
                    <a:pt x="28595" y="1481"/>
                    <a:pt x="28595" y="1413"/>
                  </a:cubicBezTo>
                  <a:cubicBezTo>
                    <a:pt x="28561" y="1379"/>
                    <a:pt x="28527" y="1344"/>
                    <a:pt x="28493" y="1344"/>
                  </a:cubicBezTo>
                  <a:close/>
                  <a:moveTo>
                    <a:pt x="27469" y="1549"/>
                  </a:moveTo>
                  <a:lnTo>
                    <a:pt x="27367" y="1583"/>
                  </a:lnTo>
                  <a:cubicBezTo>
                    <a:pt x="27298" y="1583"/>
                    <a:pt x="27264" y="1652"/>
                    <a:pt x="27298" y="1686"/>
                  </a:cubicBezTo>
                  <a:cubicBezTo>
                    <a:pt x="27298" y="1720"/>
                    <a:pt x="27333" y="1754"/>
                    <a:pt x="27367" y="1754"/>
                  </a:cubicBezTo>
                  <a:lnTo>
                    <a:pt x="27401" y="1754"/>
                  </a:lnTo>
                  <a:lnTo>
                    <a:pt x="27503" y="1720"/>
                  </a:lnTo>
                  <a:cubicBezTo>
                    <a:pt x="27537" y="1720"/>
                    <a:pt x="27571" y="1686"/>
                    <a:pt x="27571" y="1617"/>
                  </a:cubicBezTo>
                  <a:cubicBezTo>
                    <a:pt x="27571" y="1583"/>
                    <a:pt x="27503" y="1549"/>
                    <a:pt x="27469" y="1549"/>
                  </a:cubicBezTo>
                  <a:close/>
                  <a:moveTo>
                    <a:pt x="26445" y="1754"/>
                  </a:moveTo>
                  <a:lnTo>
                    <a:pt x="26343" y="1788"/>
                  </a:lnTo>
                  <a:cubicBezTo>
                    <a:pt x="26309" y="1788"/>
                    <a:pt x="26275" y="1856"/>
                    <a:pt x="26275" y="1890"/>
                  </a:cubicBezTo>
                  <a:cubicBezTo>
                    <a:pt x="26275" y="1925"/>
                    <a:pt x="26309" y="1959"/>
                    <a:pt x="26377" y="1959"/>
                  </a:cubicBezTo>
                  <a:lnTo>
                    <a:pt x="26480" y="1925"/>
                  </a:lnTo>
                  <a:cubicBezTo>
                    <a:pt x="26548" y="1925"/>
                    <a:pt x="26582" y="1890"/>
                    <a:pt x="26548" y="1822"/>
                  </a:cubicBezTo>
                  <a:cubicBezTo>
                    <a:pt x="26548" y="1788"/>
                    <a:pt x="26514" y="1754"/>
                    <a:pt x="26445" y="1754"/>
                  </a:cubicBezTo>
                  <a:close/>
                  <a:moveTo>
                    <a:pt x="25486" y="1979"/>
                  </a:moveTo>
                  <a:cubicBezTo>
                    <a:pt x="25476" y="1979"/>
                    <a:pt x="25466" y="1983"/>
                    <a:pt x="25456" y="1993"/>
                  </a:cubicBezTo>
                  <a:lnTo>
                    <a:pt x="25319" y="1993"/>
                  </a:lnTo>
                  <a:cubicBezTo>
                    <a:pt x="25285" y="1993"/>
                    <a:pt x="25251" y="2061"/>
                    <a:pt x="25285" y="2095"/>
                  </a:cubicBezTo>
                  <a:cubicBezTo>
                    <a:pt x="25285" y="2129"/>
                    <a:pt x="25319" y="2163"/>
                    <a:pt x="25353" y="2163"/>
                  </a:cubicBezTo>
                  <a:lnTo>
                    <a:pt x="25388" y="2163"/>
                  </a:lnTo>
                  <a:lnTo>
                    <a:pt x="25490" y="2129"/>
                  </a:lnTo>
                  <a:cubicBezTo>
                    <a:pt x="25524" y="2129"/>
                    <a:pt x="25558" y="2095"/>
                    <a:pt x="25558" y="2027"/>
                  </a:cubicBezTo>
                  <a:cubicBezTo>
                    <a:pt x="25534" y="2003"/>
                    <a:pt x="25510" y="1979"/>
                    <a:pt x="25486" y="1979"/>
                  </a:cubicBezTo>
                  <a:close/>
                  <a:moveTo>
                    <a:pt x="24480" y="2184"/>
                  </a:moveTo>
                  <a:cubicBezTo>
                    <a:pt x="24466" y="2184"/>
                    <a:pt x="24450" y="2188"/>
                    <a:pt x="24432" y="2198"/>
                  </a:cubicBezTo>
                  <a:lnTo>
                    <a:pt x="24330" y="2198"/>
                  </a:lnTo>
                  <a:cubicBezTo>
                    <a:pt x="24296" y="2232"/>
                    <a:pt x="24262" y="2266"/>
                    <a:pt x="24262" y="2300"/>
                  </a:cubicBezTo>
                  <a:cubicBezTo>
                    <a:pt x="24262" y="2368"/>
                    <a:pt x="24296" y="2368"/>
                    <a:pt x="24330" y="2368"/>
                  </a:cubicBezTo>
                  <a:lnTo>
                    <a:pt x="24466" y="2368"/>
                  </a:lnTo>
                  <a:cubicBezTo>
                    <a:pt x="24535" y="2334"/>
                    <a:pt x="24535" y="2300"/>
                    <a:pt x="24535" y="2266"/>
                  </a:cubicBezTo>
                  <a:cubicBezTo>
                    <a:pt x="24535" y="2216"/>
                    <a:pt x="24516" y="2184"/>
                    <a:pt x="24480" y="2184"/>
                  </a:cubicBezTo>
                  <a:close/>
                  <a:moveTo>
                    <a:pt x="23306" y="2402"/>
                  </a:moveTo>
                  <a:cubicBezTo>
                    <a:pt x="23272" y="2436"/>
                    <a:pt x="23238" y="2470"/>
                    <a:pt x="23238" y="2505"/>
                  </a:cubicBezTo>
                  <a:cubicBezTo>
                    <a:pt x="23272" y="2573"/>
                    <a:pt x="23306" y="2573"/>
                    <a:pt x="23340" y="2573"/>
                  </a:cubicBezTo>
                  <a:lnTo>
                    <a:pt x="23477" y="2573"/>
                  </a:lnTo>
                  <a:cubicBezTo>
                    <a:pt x="23511" y="2539"/>
                    <a:pt x="23545" y="2505"/>
                    <a:pt x="23545" y="2470"/>
                  </a:cubicBezTo>
                  <a:cubicBezTo>
                    <a:pt x="23511" y="2402"/>
                    <a:pt x="23477" y="2402"/>
                    <a:pt x="23443" y="2402"/>
                  </a:cubicBezTo>
                  <a:close/>
                  <a:moveTo>
                    <a:pt x="22419" y="2607"/>
                  </a:moveTo>
                  <a:lnTo>
                    <a:pt x="22317" y="2641"/>
                  </a:lnTo>
                  <a:cubicBezTo>
                    <a:pt x="22248" y="2641"/>
                    <a:pt x="22248" y="2675"/>
                    <a:pt x="22248" y="2743"/>
                  </a:cubicBezTo>
                  <a:cubicBezTo>
                    <a:pt x="22248" y="2778"/>
                    <a:pt x="22282" y="2812"/>
                    <a:pt x="22317" y="2812"/>
                  </a:cubicBezTo>
                  <a:lnTo>
                    <a:pt x="22351" y="2812"/>
                  </a:lnTo>
                  <a:lnTo>
                    <a:pt x="22453" y="2778"/>
                  </a:lnTo>
                  <a:cubicBezTo>
                    <a:pt x="22487" y="2778"/>
                    <a:pt x="22521" y="2709"/>
                    <a:pt x="22521" y="2675"/>
                  </a:cubicBezTo>
                  <a:cubicBezTo>
                    <a:pt x="22521" y="2641"/>
                    <a:pt x="22453" y="2607"/>
                    <a:pt x="22419" y="2607"/>
                  </a:cubicBezTo>
                  <a:close/>
                  <a:moveTo>
                    <a:pt x="21395" y="2812"/>
                  </a:moveTo>
                  <a:lnTo>
                    <a:pt x="21293" y="2846"/>
                  </a:lnTo>
                  <a:cubicBezTo>
                    <a:pt x="21259" y="2846"/>
                    <a:pt x="21225" y="2914"/>
                    <a:pt x="21225" y="2948"/>
                  </a:cubicBezTo>
                  <a:cubicBezTo>
                    <a:pt x="21259" y="2982"/>
                    <a:pt x="21293" y="3016"/>
                    <a:pt x="21327" y="3016"/>
                  </a:cubicBezTo>
                  <a:lnTo>
                    <a:pt x="21463" y="2982"/>
                  </a:lnTo>
                  <a:cubicBezTo>
                    <a:pt x="21498" y="2982"/>
                    <a:pt x="21532" y="2914"/>
                    <a:pt x="21498" y="2880"/>
                  </a:cubicBezTo>
                  <a:cubicBezTo>
                    <a:pt x="21498" y="2846"/>
                    <a:pt x="21463" y="2812"/>
                    <a:pt x="21395" y="2812"/>
                  </a:cubicBezTo>
                  <a:close/>
                  <a:moveTo>
                    <a:pt x="20406" y="3016"/>
                  </a:moveTo>
                  <a:lnTo>
                    <a:pt x="20303" y="3051"/>
                  </a:lnTo>
                  <a:cubicBezTo>
                    <a:pt x="20235" y="3051"/>
                    <a:pt x="20201" y="3119"/>
                    <a:pt x="20235" y="3153"/>
                  </a:cubicBezTo>
                  <a:cubicBezTo>
                    <a:pt x="20235" y="3187"/>
                    <a:pt x="20269" y="3221"/>
                    <a:pt x="20303" y="3221"/>
                  </a:cubicBezTo>
                  <a:lnTo>
                    <a:pt x="20337" y="3221"/>
                  </a:lnTo>
                  <a:lnTo>
                    <a:pt x="20440" y="3187"/>
                  </a:lnTo>
                  <a:cubicBezTo>
                    <a:pt x="20474" y="3187"/>
                    <a:pt x="20508" y="3153"/>
                    <a:pt x="20508" y="3085"/>
                  </a:cubicBezTo>
                  <a:cubicBezTo>
                    <a:pt x="20508" y="3051"/>
                    <a:pt x="20440" y="3016"/>
                    <a:pt x="20406" y="3016"/>
                  </a:cubicBezTo>
                  <a:close/>
                  <a:moveTo>
                    <a:pt x="19429" y="3242"/>
                  </a:moveTo>
                  <a:cubicBezTo>
                    <a:pt x="19416" y="3242"/>
                    <a:pt x="19400" y="3246"/>
                    <a:pt x="19382" y="3255"/>
                  </a:cubicBezTo>
                  <a:lnTo>
                    <a:pt x="19280" y="3255"/>
                  </a:lnTo>
                  <a:cubicBezTo>
                    <a:pt x="19245" y="3289"/>
                    <a:pt x="19211" y="3324"/>
                    <a:pt x="19211" y="3358"/>
                  </a:cubicBezTo>
                  <a:cubicBezTo>
                    <a:pt x="19211" y="3426"/>
                    <a:pt x="19245" y="3426"/>
                    <a:pt x="19314" y="3426"/>
                  </a:cubicBezTo>
                  <a:lnTo>
                    <a:pt x="19416" y="3426"/>
                  </a:lnTo>
                  <a:cubicBezTo>
                    <a:pt x="19484" y="3392"/>
                    <a:pt x="19518" y="3358"/>
                    <a:pt x="19484" y="3324"/>
                  </a:cubicBezTo>
                  <a:cubicBezTo>
                    <a:pt x="19484" y="3274"/>
                    <a:pt x="19466" y="3242"/>
                    <a:pt x="19429" y="3242"/>
                  </a:cubicBezTo>
                  <a:close/>
                  <a:moveTo>
                    <a:pt x="18392" y="3460"/>
                  </a:moveTo>
                  <a:lnTo>
                    <a:pt x="18290" y="3494"/>
                  </a:lnTo>
                  <a:cubicBezTo>
                    <a:pt x="18222" y="3494"/>
                    <a:pt x="18188" y="3528"/>
                    <a:pt x="18222" y="3597"/>
                  </a:cubicBezTo>
                  <a:cubicBezTo>
                    <a:pt x="18222" y="3631"/>
                    <a:pt x="18256" y="3665"/>
                    <a:pt x="18290" y="3665"/>
                  </a:cubicBezTo>
                  <a:lnTo>
                    <a:pt x="18324" y="3665"/>
                  </a:lnTo>
                  <a:lnTo>
                    <a:pt x="18426" y="3631"/>
                  </a:lnTo>
                  <a:cubicBezTo>
                    <a:pt x="18461" y="3631"/>
                    <a:pt x="18495" y="3562"/>
                    <a:pt x="18495" y="3528"/>
                  </a:cubicBezTo>
                  <a:cubicBezTo>
                    <a:pt x="18495" y="3494"/>
                    <a:pt x="18426" y="3460"/>
                    <a:pt x="18392" y="3460"/>
                  </a:cubicBezTo>
                  <a:close/>
                  <a:moveTo>
                    <a:pt x="17369" y="3665"/>
                  </a:moveTo>
                  <a:lnTo>
                    <a:pt x="17266" y="3699"/>
                  </a:lnTo>
                  <a:cubicBezTo>
                    <a:pt x="17232" y="3699"/>
                    <a:pt x="17198" y="3767"/>
                    <a:pt x="17198" y="3801"/>
                  </a:cubicBezTo>
                  <a:cubicBezTo>
                    <a:pt x="17198" y="3835"/>
                    <a:pt x="17232" y="3870"/>
                    <a:pt x="17300" y="3870"/>
                  </a:cubicBezTo>
                  <a:lnTo>
                    <a:pt x="17403" y="3835"/>
                  </a:lnTo>
                  <a:cubicBezTo>
                    <a:pt x="17471" y="3835"/>
                    <a:pt x="17505" y="3801"/>
                    <a:pt x="17471" y="3733"/>
                  </a:cubicBezTo>
                  <a:cubicBezTo>
                    <a:pt x="17471" y="3699"/>
                    <a:pt x="17437" y="3665"/>
                    <a:pt x="17369" y="3665"/>
                  </a:cubicBezTo>
                  <a:close/>
                  <a:moveTo>
                    <a:pt x="16379" y="3870"/>
                  </a:moveTo>
                  <a:lnTo>
                    <a:pt x="16243" y="3904"/>
                  </a:lnTo>
                  <a:cubicBezTo>
                    <a:pt x="16208" y="3904"/>
                    <a:pt x="16174" y="3972"/>
                    <a:pt x="16174" y="4006"/>
                  </a:cubicBezTo>
                  <a:cubicBezTo>
                    <a:pt x="16208" y="4040"/>
                    <a:pt x="16243" y="4074"/>
                    <a:pt x="16277" y="4074"/>
                  </a:cubicBezTo>
                  <a:lnTo>
                    <a:pt x="16413" y="4040"/>
                  </a:lnTo>
                  <a:cubicBezTo>
                    <a:pt x="16447" y="4040"/>
                    <a:pt x="16481" y="4006"/>
                    <a:pt x="16481" y="3938"/>
                  </a:cubicBezTo>
                  <a:cubicBezTo>
                    <a:pt x="16447" y="3904"/>
                    <a:pt x="16413" y="3870"/>
                    <a:pt x="16379" y="3870"/>
                  </a:cubicBezTo>
                  <a:close/>
                  <a:moveTo>
                    <a:pt x="15403" y="4095"/>
                  </a:moveTo>
                  <a:cubicBezTo>
                    <a:pt x="15390" y="4095"/>
                    <a:pt x="15374" y="4099"/>
                    <a:pt x="15355" y="4108"/>
                  </a:cubicBezTo>
                  <a:lnTo>
                    <a:pt x="15253" y="4108"/>
                  </a:lnTo>
                  <a:cubicBezTo>
                    <a:pt x="15219" y="4143"/>
                    <a:pt x="15185" y="4177"/>
                    <a:pt x="15185" y="4211"/>
                  </a:cubicBezTo>
                  <a:cubicBezTo>
                    <a:pt x="15185" y="4279"/>
                    <a:pt x="15219" y="4279"/>
                    <a:pt x="15253" y="4279"/>
                  </a:cubicBezTo>
                  <a:lnTo>
                    <a:pt x="15390" y="4279"/>
                  </a:lnTo>
                  <a:cubicBezTo>
                    <a:pt x="15458" y="4245"/>
                    <a:pt x="15458" y="4211"/>
                    <a:pt x="15458" y="4177"/>
                  </a:cubicBezTo>
                  <a:cubicBezTo>
                    <a:pt x="15458" y="4127"/>
                    <a:pt x="15440" y="4095"/>
                    <a:pt x="15403" y="4095"/>
                  </a:cubicBezTo>
                  <a:close/>
                  <a:moveTo>
                    <a:pt x="14366" y="4313"/>
                  </a:moveTo>
                  <a:lnTo>
                    <a:pt x="14229" y="4347"/>
                  </a:lnTo>
                  <a:cubicBezTo>
                    <a:pt x="14195" y="4347"/>
                    <a:pt x="14161" y="4381"/>
                    <a:pt x="14161" y="4450"/>
                  </a:cubicBezTo>
                  <a:cubicBezTo>
                    <a:pt x="14195" y="4484"/>
                    <a:pt x="14229" y="4518"/>
                    <a:pt x="14263" y="4518"/>
                  </a:cubicBezTo>
                  <a:lnTo>
                    <a:pt x="14400" y="4484"/>
                  </a:lnTo>
                  <a:cubicBezTo>
                    <a:pt x="14434" y="4484"/>
                    <a:pt x="14468" y="4416"/>
                    <a:pt x="14468" y="4381"/>
                  </a:cubicBezTo>
                  <a:cubicBezTo>
                    <a:pt x="14434" y="4313"/>
                    <a:pt x="14400" y="4313"/>
                    <a:pt x="14366" y="4313"/>
                  </a:cubicBezTo>
                  <a:close/>
                  <a:moveTo>
                    <a:pt x="13342" y="4518"/>
                  </a:moveTo>
                  <a:lnTo>
                    <a:pt x="13240" y="4552"/>
                  </a:lnTo>
                  <a:cubicBezTo>
                    <a:pt x="13172" y="4552"/>
                    <a:pt x="13172" y="4586"/>
                    <a:pt x="13172" y="4654"/>
                  </a:cubicBezTo>
                  <a:cubicBezTo>
                    <a:pt x="13172" y="4688"/>
                    <a:pt x="13206" y="4723"/>
                    <a:pt x="13240" y="4723"/>
                  </a:cubicBezTo>
                  <a:lnTo>
                    <a:pt x="13274" y="4723"/>
                  </a:lnTo>
                  <a:lnTo>
                    <a:pt x="13376" y="4688"/>
                  </a:lnTo>
                  <a:cubicBezTo>
                    <a:pt x="13410" y="4688"/>
                    <a:pt x="13445" y="4620"/>
                    <a:pt x="13445" y="4586"/>
                  </a:cubicBezTo>
                  <a:cubicBezTo>
                    <a:pt x="13445" y="4552"/>
                    <a:pt x="13376" y="4518"/>
                    <a:pt x="13342" y="4518"/>
                  </a:cubicBezTo>
                  <a:close/>
                  <a:moveTo>
                    <a:pt x="12353" y="4723"/>
                  </a:moveTo>
                  <a:lnTo>
                    <a:pt x="12216" y="4757"/>
                  </a:lnTo>
                  <a:cubicBezTo>
                    <a:pt x="12182" y="4757"/>
                    <a:pt x="12148" y="4825"/>
                    <a:pt x="12148" y="4859"/>
                  </a:cubicBezTo>
                  <a:cubicBezTo>
                    <a:pt x="12182" y="4893"/>
                    <a:pt x="12216" y="4927"/>
                    <a:pt x="12250" y="4927"/>
                  </a:cubicBezTo>
                  <a:lnTo>
                    <a:pt x="12387" y="4893"/>
                  </a:lnTo>
                  <a:cubicBezTo>
                    <a:pt x="12421" y="4893"/>
                    <a:pt x="12455" y="4859"/>
                    <a:pt x="12421" y="4791"/>
                  </a:cubicBezTo>
                  <a:cubicBezTo>
                    <a:pt x="12421" y="4757"/>
                    <a:pt x="12387" y="4723"/>
                    <a:pt x="12353" y="4723"/>
                  </a:cubicBezTo>
                  <a:close/>
                  <a:moveTo>
                    <a:pt x="11329" y="4927"/>
                  </a:moveTo>
                  <a:lnTo>
                    <a:pt x="11227" y="4961"/>
                  </a:lnTo>
                  <a:cubicBezTo>
                    <a:pt x="11158" y="4961"/>
                    <a:pt x="11124" y="5030"/>
                    <a:pt x="11158" y="5064"/>
                  </a:cubicBezTo>
                  <a:cubicBezTo>
                    <a:pt x="11158" y="5098"/>
                    <a:pt x="11192" y="5132"/>
                    <a:pt x="11227" y="5132"/>
                  </a:cubicBezTo>
                  <a:lnTo>
                    <a:pt x="11261" y="5132"/>
                  </a:lnTo>
                  <a:lnTo>
                    <a:pt x="11363" y="5098"/>
                  </a:lnTo>
                  <a:cubicBezTo>
                    <a:pt x="11397" y="5098"/>
                    <a:pt x="11431" y="5064"/>
                    <a:pt x="11431" y="4996"/>
                  </a:cubicBezTo>
                  <a:cubicBezTo>
                    <a:pt x="11431" y="4961"/>
                    <a:pt x="11363" y="4927"/>
                    <a:pt x="11329" y="4927"/>
                  </a:cubicBezTo>
                  <a:close/>
                  <a:moveTo>
                    <a:pt x="10356" y="5152"/>
                  </a:moveTo>
                  <a:cubicBezTo>
                    <a:pt x="10342" y="5152"/>
                    <a:pt x="10325" y="5156"/>
                    <a:pt x="10305" y="5166"/>
                  </a:cubicBezTo>
                  <a:lnTo>
                    <a:pt x="10203" y="5166"/>
                  </a:lnTo>
                  <a:cubicBezTo>
                    <a:pt x="10169" y="5166"/>
                    <a:pt x="10135" y="5234"/>
                    <a:pt x="10135" y="5269"/>
                  </a:cubicBezTo>
                  <a:cubicBezTo>
                    <a:pt x="10135" y="5303"/>
                    <a:pt x="10169" y="5337"/>
                    <a:pt x="10237" y="5337"/>
                  </a:cubicBezTo>
                  <a:lnTo>
                    <a:pt x="10339" y="5303"/>
                  </a:lnTo>
                  <a:cubicBezTo>
                    <a:pt x="10408" y="5303"/>
                    <a:pt x="10442" y="5269"/>
                    <a:pt x="10408" y="5200"/>
                  </a:cubicBezTo>
                  <a:cubicBezTo>
                    <a:pt x="10408" y="5176"/>
                    <a:pt x="10391" y="5152"/>
                    <a:pt x="10356" y="5152"/>
                  </a:cubicBezTo>
                  <a:close/>
                  <a:moveTo>
                    <a:pt x="9348" y="5358"/>
                  </a:moveTo>
                  <a:cubicBezTo>
                    <a:pt x="9336" y="5358"/>
                    <a:pt x="9325" y="5362"/>
                    <a:pt x="9316" y="5371"/>
                  </a:cubicBezTo>
                  <a:lnTo>
                    <a:pt x="9213" y="5371"/>
                  </a:lnTo>
                  <a:cubicBezTo>
                    <a:pt x="9145" y="5405"/>
                    <a:pt x="9111" y="5439"/>
                    <a:pt x="9145" y="5473"/>
                  </a:cubicBezTo>
                  <a:cubicBezTo>
                    <a:pt x="9145" y="5507"/>
                    <a:pt x="9179" y="5542"/>
                    <a:pt x="9213" y="5542"/>
                  </a:cubicBezTo>
                  <a:lnTo>
                    <a:pt x="9350" y="5542"/>
                  </a:lnTo>
                  <a:cubicBezTo>
                    <a:pt x="9384" y="5507"/>
                    <a:pt x="9418" y="5473"/>
                    <a:pt x="9418" y="5439"/>
                  </a:cubicBezTo>
                  <a:cubicBezTo>
                    <a:pt x="9418" y="5389"/>
                    <a:pt x="9381" y="5358"/>
                    <a:pt x="9348" y="5358"/>
                  </a:cubicBezTo>
                  <a:close/>
                  <a:moveTo>
                    <a:pt x="8339" y="5562"/>
                  </a:moveTo>
                  <a:cubicBezTo>
                    <a:pt x="8326" y="5562"/>
                    <a:pt x="8310" y="5567"/>
                    <a:pt x="8292" y="5576"/>
                  </a:cubicBezTo>
                  <a:lnTo>
                    <a:pt x="8190" y="5576"/>
                  </a:lnTo>
                  <a:cubicBezTo>
                    <a:pt x="8155" y="5610"/>
                    <a:pt x="8121" y="5644"/>
                    <a:pt x="8121" y="5678"/>
                  </a:cubicBezTo>
                  <a:cubicBezTo>
                    <a:pt x="8121" y="5712"/>
                    <a:pt x="8155" y="5746"/>
                    <a:pt x="8190" y="5746"/>
                  </a:cubicBezTo>
                  <a:lnTo>
                    <a:pt x="8326" y="5746"/>
                  </a:lnTo>
                  <a:cubicBezTo>
                    <a:pt x="8394" y="5712"/>
                    <a:pt x="8394" y="5678"/>
                    <a:pt x="8394" y="5644"/>
                  </a:cubicBezTo>
                  <a:cubicBezTo>
                    <a:pt x="8394" y="5594"/>
                    <a:pt x="8376" y="5562"/>
                    <a:pt x="8339" y="5562"/>
                  </a:cubicBezTo>
                  <a:close/>
                  <a:moveTo>
                    <a:pt x="7332" y="5766"/>
                  </a:moveTo>
                  <a:cubicBezTo>
                    <a:pt x="7322" y="5766"/>
                    <a:pt x="7312" y="5770"/>
                    <a:pt x="7302" y="5780"/>
                  </a:cubicBezTo>
                  <a:lnTo>
                    <a:pt x="7166" y="5780"/>
                  </a:lnTo>
                  <a:cubicBezTo>
                    <a:pt x="7132" y="5780"/>
                    <a:pt x="7098" y="5849"/>
                    <a:pt x="7098" y="5883"/>
                  </a:cubicBezTo>
                  <a:cubicBezTo>
                    <a:pt x="7132" y="5917"/>
                    <a:pt x="7166" y="5951"/>
                    <a:pt x="7200" y="5951"/>
                  </a:cubicBezTo>
                  <a:lnTo>
                    <a:pt x="7337" y="5917"/>
                  </a:lnTo>
                  <a:cubicBezTo>
                    <a:pt x="7371" y="5917"/>
                    <a:pt x="7405" y="5883"/>
                    <a:pt x="7405" y="5815"/>
                  </a:cubicBezTo>
                  <a:cubicBezTo>
                    <a:pt x="7381" y="5790"/>
                    <a:pt x="7357" y="5766"/>
                    <a:pt x="7332" y="5766"/>
                  </a:cubicBezTo>
                  <a:close/>
                  <a:moveTo>
                    <a:pt x="6279" y="5951"/>
                  </a:moveTo>
                  <a:lnTo>
                    <a:pt x="6176" y="5985"/>
                  </a:lnTo>
                  <a:cubicBezTo>
                    <a:pt x="6108" y="5985"/>
                    <a:pt x="6074" y="6053"/>
                    <a:pt x="6108" y="6088"/>
                  </a:cubicBezTo>
                  <a:cubicBezTo>
                    <a:pt x="6108" y="6122"/>
                    <a:pt x="6142" y="6156"/>
                    <a:pt x="6176" y="6156"/>
                  </a:cubicBezTo>
                  <a:lnTo>
                    <a:pt x="6210" y="6156"/>
                  </a:lnTo>
                  <a:lnTo>
                    <a:pt x="6313" y="6122"/>
                  </a:lnTo>
                  <a:cubicBezTo>
                    <a:pt x="6347" y="6122"/>
                    <a:pt x="6381" y="6088"/>
                    <a:pt x="6381" y="6019"/>
                  </a:cubicBezTo>
                  <a:cubicBezTo>
                    <a:pt x="6381" y="5985"/>
                    <a:pt x="6313" y="5951"/>
                    <a:pt x="6279" y="5951"/>
                  </a:cubicBezTo>
                  <a:close/>
                  <a:moveTo>
                    <a:pt x="5255" y="6156"/>
                  </a:moveTo>
                  <a:lnTo>
                    <a:pt x="5153" y="6190"/>
                  </a:lnTo>
                  <a:cubicBezTo>
                    <a:pt x="5119" y="6190"/>
                    <a:pt x="5084" y="6224"/>
                    <a:pt x="5084" y="6292"/>
                  </a:cubicBezTo>
                  <a:cubicBezTo>
                    <a:pt x="5084" y="6326"/>
                    <a:pt x="5119" y="6361"/>
                    <a:pt x="5187" y="6361"/>
                  </a:cubicBezTo>
                  <a:lnTo>
                    <a:pt x="5289" y="6326"/>
                  </a:lnTo>
                  <a:cubicBezTo>
                    <a:pt x="5357" y="6326"/>
                    <a:pt x="5391" y="6292"/>
                    <a:pt x="5357" y="6224"/>
                  </a:cubicBezTo>
                  <a:cubicBezTo>
                    <a:pt x="5357" y="6190"/>
                    <a:pt x="5323" y="6156"/>
                    <a:pt x="5255" y="6156"/>
                  </a:cubicBezTo>
                  <a:close/>
                  <a:moveTo>
                    <a:pt x="4265" y="6361"/>
                  </a:moveTo>
                  <a:lnTo>
                    <a:pt x="4129" y="6395"/>
                  </a:lnTo>
                  <a:cubicBezTo>
                    <a:pt x="4095" y="6395"/>
                    <a:pt x="4061" y="6429"/>
                    <a:pt x="4061" y="6497"/>
                  </a:cubicBezTo>
                  <a:cubicBezTo>
                    <a:pt x="4095" y="6531"/>
                    <a:pt x="4129" y="6565"/>
                    <a:pt x="4163" y="6565"/>
                  </a:cubicBezTo>
                  <a:lnTo>
                    <a:pt x="4300" y="6531"/>
                  </a:lnTo>
                  <a:cubicBezTo>
                    <a:pt x="4334" y="6531"/>
                    <a:pt x="4368" y="6463"/>
                    <a:pt x="4368" y="6429"/>
                  </a:cubicBezTo>
                  <a:cubicBezTo>
                    <a:pt x="4334" y="6395"/>
                    <a:pt x="4300" y="6361"/>
                    <a:pt x="4265" y="6361"/>
                  </a:cubicBezTo>
                  <a:close/>
                  <a:moveTo>
                    <a:pt x="3289" y="6552"/>
                  </a:moveTo>
                  <a:cubicBezTo>
                    <a:pt x="3276" y="6552"/>
                    <a:pt x="3260" y="6556"/>
                    <a:pt x="3242" y="6565"/>
                  </a:cubicBezTo>
                  <a:lnTo>
                    <a:pt x="3139" y="6565"/>
                  </a:lnTo>
                  <a:cubicBezTo>
                    <a:pt x="3071" y="6565"/>
                    <a:pt x="3071" y="6634"/>
                    <a:pt x="3071" y="6668"/>
                  </a:cubicBezTo>
                  <a:cubicBezTo>
                    <a:pt x="3071" y="6702"/>
                    <a:pt x="3105" y="6736"/>
                    <a:pt x="3139" y="6736"/>
                  </a:cubicBezTo>
                  <a:lnTo>
                    <a:pt x="3276" y="6736"/>
                  </a:lnTo>
                  <a:cubicBezTo>
                    <a:pt x="3310" y="6702"/>
                    <a:pt x="3344" y="6668"/>
                    <a:pt x="3344" y="6634"/>
                  </a:cubicBezTo>
                  <a:cubicBezTo>
                    <a:pt x="3344" y="6584"/>
                    <a:pt x="3326" y="6552"/>
                    <a:pt x="3289" y="6552"/>
                  </a:cubicBezTo>
                  <a:close/>
                  <a:moveTo>
                    <a:pt x="2218" y="6736"/>
                  </a:moveTo>
                  <a:lnTo>
                    <a:pt x="2116" y="6770"/>
                  </a:lnTo>
                  <a:cubicBezTo>
                    <a:pt x="2082" y="6770"/>
                    <a:pt x="2047" y="6804"/>
                    <a:pt x="2047" y="6872"/>
                  </a:cubicBezTo>
                  <a:cubicBezTo>
                    <a:pt x="2047" y="6906"/>
                    <a:pt x="2082" y="6941"/>
                    <a:pt x="2150" y="6941"/>
                  </a:cubicBezTo>
                  <a:lnTo>
                    <a:pt x="2252" y="6906"/>
                  </a:lnTo>
                  <a:cubicBezTo>
                    <a:pt x="2320" y="6906"/>
                    <a:pt x="2355" y="6872"/>
                    <a:pt x="2320" y="6804"/>
                  </a:cubicBezTo>
                  <a:cubicBezTo>
                    <a:pt x="2320" y="6770"/>
                    <a:pt x="2286" y="6736"/>
                    <a:pt x="2218" y="6736"/>
                  </a:cubicBezTo>
                  <a:close/>
                  <a:moveTo>
                    <a:pt x="1256" y="6927"/>
                  </a:moveTo>
                  <a:cubicBezTo>
                    <a:pt x="1247" y="6927"/>
                    <a:pt x="1238" y="6931"/>
                    <a:pt x="1228" y="6941"/>
                  </a:cubicBezTo>
                  <a:lnTo>
                    <a:pt x="1092" y="6941"/>
                  </a:lnTo>
                  <a:cubicBezTo>
                    <a:pt x="1058" y="6941"/>
                    <a:pt x="1024" y="7009"/>
                    <a:pt x="1024" y="7043"/>
                  </a:cubicBezTo>
                  <a:cubicBezTo>
                    <a:pt x="1058" y="7077"/>
                    <a:pt x="1092" y="7111"/>
                    <a:pt x="1126" y="7111"/>
                  </a:cubicBezTo>
                  <a:lnTo>
                    <a:pt x="1263" y="7111"/>
                  </a:lnTo>
                  <a:cubicBezTo>
                    <a:pt x="1297" y="7077"/>
                    <a:pt x="1331" y="7043"/>
                    <a:pt x="1331" y="7009"/>
                  </a:cubicBezTo>
                  <a:cubicBezTo>
                    <a:pt x="1306" y="6959"/>
                    <a:pt x="1281" y="6927"/>
                    <a:pt x="1256" y="6927"/>
                  </a:cubicBezTo>
                  <a:close/>
                  <a:moveTo>
                    <a:pt x="205" y="7111"/>
                  </a:moveTo>
                  <a:lnTo>
                    <a:pt x="102" y="7145"/>
                  </a:lnTo>
                  <a:cubicBezTo>
                    <a:pt x="34" y="7145"/>
                    <a:pt x="0" y="7179"/>
                    <a:pt x="34" y="7248"/>
                  </a:cubicBezTo>
                  <a:cubicBezTo>
                    <a:pt x="34" y="7282"/>
                    <a:pt x="68" y="7316"/>
                    <a:pt x="102" y="7316"/>
                  </a:cubicBezTo>
                  <a:lnTo>
                    <a:pt x="137" y="7316"/>
                  </a:lnTo>
                  <a:lnTo>
                    <a:pt x="239" y="7282"/>
                  </a:lnTo>
                  <a:cubicBezTo>
                    <a:pt x="273" y="7282"/>
                    <a:pt x="307" y="7214"/>
                    <a:pt x="307" y="7179"/>
                  </a:cubicBezTo>
                  <a:cubicBezTo>
                    <a:pt x="307" y="7145"/>
                    <a:pt x="239" y="7111"/>
                    <a:pt x="205" y="71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2" name="Google Shape;1814;p45">
              <a:extLst>
                <a:ext uri="{FF2B5EF4-FFF2-40B4-BE49-F238E27FC236}">
                  <a16:creationId xmlns:a16="http://schemas.microsoft.com/office/drawing/2014/main" id="{3C5CEF5C-82BB-6CAE-50D1-27E6F686BDA7}"/>
                </a:ext>
              </a:extLst>
            </p:cNvPr>
            <p:cNvSpPr/>
            <p:nvPr/>
          </p:nvSpPr>
          <p:spPr>
            <a:xfrm>
              <a:off x="3771606" y="1398166"/>
              <a:ext cx="595455" cy="233480"/>
            </a:xfrm>
            <a:custGeom>
              <a:avLst/>
              <a:gdLst/>
              <a:ahLst/>
              <a:cxnLst/>
              <a:rect l="l" t="t" r="r" b="b"/>
              <a:pathLst>
                <a:path w="26720" h="10477" extrusionOk="0">
                  <a:moveTo>
                    <a:pt x="103" y="0"/>
                  </a:moveTo>
                  <a:cubicBezTo>
                    <a:pt x="69" y="0"/>
                    <a:pt x="35" y="35"/>
                    <a:pt x="1" y="69"/>
                  </a:cubicBezTo>
                  <a:cubicBezTo>
                    <a:pt x="1" y="103"/>
                    <a:pt x="35" y="171"/>
                    <a:pt x="69" y="171"/>
                  </a:cubicBezTo>
                  <a:lnTo>
                    <a:pt x="172" y="205"/>
                  </a:lnTo>
                  <a:lnTo>
                    <a:pt x="206" y="205"/>
                  </a:lnTo>
                  <a:cubicBezTo>
                    <a:pt x="240" y="205"/>
                    <a:pt x="274" y="205"/>
                    <a:pt x="274" y="171"/>
                  </a:cubicBezTo>
                  <a:cubicBezTo>
                    <a:pt x="308" y="103"/>
                    <a:pt x="274" y="69"/>
                    <a:pt x="240" y="35"/>
                  </a:cubicBezTo>
                  <a:lnTo>
                    <a:pt x="103" y="0"/>
                  </a:lnTo>
                  <a:close/>
                  <a:moveTo>
                    <a:pt x="619" y="191"/>
                  </a:moveTo>
                  <a:cubicBezTo>
                    <a:pt x="595" y="191"/>
                    <a:pt x="571" y="215"/>
                    <a:pt x="547" y="239"/>
                  </a:cubicBezTo>
                  <a:cubicBezTo>
                    <a:pt x="547" y="273"/>
                    <a:pt x="547" y="342"/>
                    <a:pt x="615" y="342"/>
                  </a:cubicBezTo>
                  <a:lnTo>
                    <a:pt x="718" y="376"/>
                  </a:lnTo>
                  <a:cubicBezTo>
                    <a:pt x="718" y="410"/>
                    <a:pt x="752" y="410"/>
                    <a:pt x="752" y="410"/>
                  </a:cubicBezTo>
                  <a:cubicBezTo>
                    <a:pt x="786" y="410"/>
                    <a:pt x="820" y="376"/>
                    <a:pt x="820" y="342"/>
                  </a:cubicBezTo>
                  <a:cubicBezTo>
                    <a:pt x="854" y="308"/>
                    <a:pt x="820" y="239"/>
                    <a:pt x="786" y="239"/>
                  </a:cubicBezTo>
                  <a:lnTo>
                    <a:pt x="649" y="205"/>
                  </a:lnTo>
                  <a:cubicBezTo>
                    <a:pt x="639" y="195"/>
                    <a:pt x="629" y="191"/>
                    <a:pt x="619" y="191"/>
                  </a:cubicBezTo>
                  <a:close/>
                  <a:moveTo>
                    <a:pt x="1195" y="376"/>
                  </a:moveTo>
                  <a:cubicBezTo>
                    <a:pt x="1161" y="376"/>
                    <a:pt x="1127" y="376"/>
                    <a:pt x="1093" y="444"/>
                  </a:cubicBezTo>
                  <a:cubicBezTo>
                    <a:pt x="1093" y="478"/>
                    <a:pt x="1093" y="512"/>
                    <a:pt x="1161" y="546"/>
                  </a:cubicBezTo>
                  <a:lnTo>
                    <a:pt x="1264" y="581"/>
                  </a:lnTo>
                  <a:lnTo>
                    <a:pt x="1298" y="581"/>
                  </a:lnTo>
                  <a:cubicBezTo>
                    <a:pt x="1332" y="581"/>
                    <a:pt x="1366" y="546"/>
                    <a:pt x="1366" y="512"/>
                  </a:cubicBezTo>
                  <a:cubicBezTo>
                    <a:pt x="1366" y="478"/>
                    <a:pt x="1366" y="444"/>
                    <a:pt x="1298" y="410"/>
                  </a:cubicBezTo>
                  <a:lnTo>
                    <a:pt x="1195" y="376"/>
                  </a:lnTo>
                  <a:close/>
                  <a:moveTo>
                    <a:pt x="1705" y="566"/>
                  </a:moveTo>
                  <a:cubicBezTo>
                    <a:pt x="1673" y="566"/>
                    <a:pt x="1639" y="591"/>
                    <a:pt x="1639" y="615"/>
                  </a:cubicBezTo>
                  <a:cubicBezTo>
                    <a:pt x="1605" y="649"/>
                    <a:pt x="1639" y="717"/>
                    <a:pt x="1673" y="717"/>
                  </a:cubicBezTo>
                  <a:lnTo>
                    <a:pt x="1809" y="751"/>
                  </a:lnTo>
                  <a:cubicBezTo>
                    <a:pt x="1809" y="751"/>
                    <a:pt x="1809" y="785"/>
                    <a:pt x="1844" y="785"/>
                  </a:cubicBezTo>
                  <a:cubicBezTo>
                    <a:pt x="1878" y="785"/>
                    <a:pt x="1912" y="751"/>
                    <a:pt x="1912" y="717"/>
                  </a:cubicBezTo>
                  <a:cubicBezTo>
                    <a:pt x="1912" y="683"/>
                    <a:pt x="1912" y="615"/>
                    <a:pt x="1844" y="615"/>
                  </a:cubicBezTo>
                  <a:lnTo>
                    <a:pt x="1741" y="581"/>
                  </a:lnTo>
                  <a:cubicBezTo>
                    <a:pt x="1731" y="571"/>
                    <a:pt x="1718" y="566"/>
                    <a:pt x="1705" y="566"/>
                  </a:cubicBezTo>
                  <a:close/>
                  <a:moveTo>
                    <a:pt x="2287" y="751"/>
                  </a:moveTo>
                  <a:cubicBezTo>
                    <a:pt x="2253" y="751"/>
                    <a:pt x="2185" y="751"/>
                    <a:pt x="2185" y="819"/>
                  </a:cubicBezTo>
                  <a:cubicBezTo>
                    <a:pt x="2151" y="854"/>
                    <a:pt x="2185" y="888"/>
                    <a:pt x="2219" y="922"/>
                  </a:cubicBezTo>
                  <a:lnTo>
                    <a:pt x="2321" y="956"/>
                  </a:lnTo>
                  <a:lnTo>
                    <a:pt x="2355" y="956"/>
                  </a:lnTo>
                  <a:cubicBezTo>
                    <a:pt x="2390" y="956"/>
                    <a:pt x="2424" y="956"/>
                    <a:pt x="2458" y="922"/>
                  </a:cubicBezTo>
                  <a:cubicBezTo>
                    <a:pt x="2458" y="854"/>
                    <a:pt x="2424" y="819"/>
                    <a:pt x="2390" y="785"/>
                  </a:cubicBezTo>
                  <a:lnTo>
                    <a:pt x="2287" y="751"/>
                  </a:lnTo>
                  <a:close/>
                  <a:moveTo>
                    <a:pt x="2797" y="942"/>
                  </a:moveTo>
                  <a:cubicBezTo>
                    <a:pt x="2765" y="942"/>
                    <a:pt x="2731" y="966"/>
                    <a:pt x="2731" y="990"/>
                  </a:cubicBezTo>
                  <a:cubicBezTo>
                    <a:pt x="2697" y="1058"/>
                    <a:pt x="2731" y="1092"/>
                    <a:pt x="2765" y="1127"/>
                  </a:cubicBezTo>
                  <a:lnTo>
                    <a:pt x="2867" y="1161"/>
                  </a:lnTo>
                  <a:lnTo>
                    <a:pt x="2901" y="1161"/>
                  </a:lnTo>
                  <a:cubicBezTo>
                    <a:pt x="2936" y="1161"/>
                    <a:pt x="2970" y="1127"/>
                    <a:pt x="2970" y="1092"/>
                  </a:cubicBezTo>
                  <a:cubicBezTo>
                    <a:pt x="3004" y="1058"/>
                    <a:pt x="2970" y="1024"/>
                    <a:pt x="2936" y="990"/>
                  </a:cubicBezTo>
                  <a:lnTo>
                    <a:pt x="2833" y="956"/>
                  </a:lnTo>
                  <a:cubicBezTo>
                    <a:pt x="2823" y="946"/>
                    <a:pt x="2810" y="942"/>
                    <a:pt x="2797" y="942"/>
                  </a:cubicBezTo>
                  <a:close/>
                  <a:moveTo>
                    <a:pt x="3327" y="1147"/>
                  </a:moveTo>
                  <a:cubicBezTo>
                    <a:pt x="3291" y="1147"/>
                    <a:pt x="3267" y="1171"/>
                    <a:pt x="3243" y="1195"/>
                  </a:cubicBezTo>
                  <a:cubicBezTo>
                    <a:pt x="3243" y="1229"/>
                    <a:pt x="3243" y="1297"/>
                    <a:pt x="3311" y="1297"/>
                  </a:cubicBezTo>
                  <a:lnTo>
                    <a:pt x="3413" y="1365"/>
                  </a:lnTo>
                  <a:lnTo>
                    <a:pt x="3447" y="1365"/>
                  </a:lnTo>
                  <a:cubicBezTo>
                    <a:pt x="3481" y="1365"/>
                    <a:pt x="3516" y="1331"/>
                    <a:pt x="3516" y="1297"/>
                  </a:cubicBezTo>
                  <a:cubicBezTo>
                    <a:pt x="3550" y="1263"/>
                    <a:pt x="3516" y="1195"/>
                    <a:pt x="3481" y="1195"/>
                  </a:cubicBezTo>
                  <a:lnTo>
                    <a:pt x="3379" y="1161"/>
                  </a:lnTo>
                  <a:cubicBezTo>
                    <a:pt x="3359" y="1151"/>
                    <a:pt x="3342" y="1147"/>
                    <a:pt x="3327" y="1147"/>
                  </a:cubicBezTo>
                  <a:close/>
                  <a:moveTo>
                    <a:pt x="3861" y="1351"/>
                  </a:moveTo>
                  <a:cubicBezTo>
                    <a:pt x="3837" y="1351"/>
                    <a:pt x="3813" y="1375"/>
                    <a:pt x="3789" y="1400"/>
                  </a:cubicBezTo>
                  <a:cubicBezTo>
                    <a:pt x="3789" y="1434"/>
                    <a:pt x="3789" y="1502"/>
                    <a:pt x="3857" y="1502"/>
                  </a:cubicBezTo>
                  <a:lnTo>
                    <a:pt x="3959" y="1536"/>
                  </a:lnTo>
                  <a:cubicBezTo>
                    <a:pt x="3959" y="1570"/>
                    <a:pt x="3959" y="1570"/>
                    <a:pt x="3993" y="1570"/>
                  </a:cubicBezTo>
                  <a:cubicBezTo>
                    <a:pt x="4027" y="1570"/>
                    <a:pt x="4062" y="1536"/>
                    <a:pt x="4062" y="1502"/>
                  </a:cubicBezTo>
                  <a:cubicBezTo>
                    <a:pt x="4062" y="1468"/>
                    <a:pt x="4062" y="1400"/>
                    <a:pt x="3993" y="1400"/>
                  </a:cubicBezTo>
                  <a:lnTo>
                    <a:pt x="3891" y="1365"/>
                  </a:lnTo>
                  <a:cubicBezTo>
                    <a:pt x="3881" y="1355"/>
                    <a:pt x="3871" y="1351"/>
                    <a:pt x="3861" y="1351"/>
                  </a:cubicBezTo>
                  <a:close/>
                  <a:moveTo>
                    <a:pt x="4640" y="1727"/>
                  </a:moveTo>
                  <a:cubicBezTo>
                    <a:pt x="4608" y="1727"/>
                    <a:pt x="4573" y="1751"/>
                    <a:pt x="4573" y="1775"/>
                  </a:cubicBezTo>
                  <a:cubicBezTo>
                    <a:pt x="4539" y="1843"/>
                    <a:pt x="4573" y="1877"/>
                    <a:pt x="4608" y="1911"/>
                  </a:cubicBezTo>
                  <a:lnTo>
                    <a:pt x="4744" y="1946"/>
                  </a:lnTo>
                  <a:cubicBezTo>
                    <a:pt x="4778" y="1946"/>
                    <a:pt x="4812" y="1911"/>
                    <a:pt x="4846" y="1877"/>
                  </a:cubicBezTo>
                  <a:cubicBezTo>
                    <a:pt x="4846" y="1843"/>
                    <a:pt x="4846" y="1775"/>
                    <a:pt x="4778" y="1775"/>
                  </a:cubicBezTo>
                  <a:lnTo>
                    <a:pt x="4676" y="1741"/>
                  </a:lnTo>
                  <a:cubicBezTo>
                    <a:pt x="4666" y="1731"/>
                    <a:pt x="4653" y="1727"/>
                    <a:pt x="4640" y="1727"/>
                  </a:cubicBezTo>
                  <a:close/>
                  <a:moveTo>
                    <a:pt x="5222" y="1911"/>
                  </a:moveTo>
                  <a:cubicBezTo>
                    <a:pt x="5188" y="1911"/>
                    <a:pt x="5119" y="1911"/>
                    <a:pt x="5119" y="1980"/>
                  </a:cubicBezTo>
                  <a:cubicBezTo>
                    <a:pt x="5085" y="2014"/>
                    <a:pt x="5119" y="2048"/>
                    <a:pt x="5154" y="2082"/>
                  </a:cubicBezTo>
                  <a:lnTo>
                    <a:pt x="5290" y="2116"/>
                  </a:lnTo>
                  <a:cubicBezTo>
                    <a:pt x="5324" y="2116"/>
                    <a:pt x="5358" y="2082"/>
                    <a:pt x="5392" y="2048"/>
                  </a:cubicBezTo>
                  <a:cubicBezTo>
                    <a:pt x="5392" y="2014"/>
                    <a:pt x="5358" y="1980"/>
                    <a:pt x="5324" y="1946"/>
                  </a:cubicBezTo>
                  <a:lnTo>
                    <a:pt x="5222" y="1911"/>
                  </a:lnTo>
                  <a:close/>
                  <a:moveTo>
                    <a:pt x="5732" y="2102"/>
                  </a:moveTo>
                  <a:cubicBezTo>
                    <a:pt x="5699" y="2102"/>
                    <a:pt x="5665" y="2126"/>
                    <a:pt x="5665" y="2150"/>
                  </a:cubicBezTo>
                  <a:cubicBezTo>
                    <a:pt x="5631" y="2184"/>
                    <a:pt x="5665" y="2253"/>
                    <a:pt x="5699" y="2253"/>
                  </a:cubicBezTo>
                  <a:lnTo>
                    <a:pt x="5802" y="2287"/>
                  </a:lnTo>
                  <a:cubicBezTo>
                    <a:pt x="5836" y="2287"/>
                    <a:pt x="5836" y="2321"/>
                    <a:pt x="5836" y="2321"/>
                  </a:cubicBezTo>
                  <a:cubicBezTo>
                    <a:pt x="5870" y="2321"/>
                    <a:pt x="5904" y="2287"/>
                    <a:pt x="5938" y="2253"/>
                  </a:cubicBezTo>
                  <a:cubicBezTo>
                    <a:pt x="5938" y="2184"/>
                    <a:pt x="5904" y="2150"/>
                    <a:pt x="5870" y="2150"/>
                  </a:cubicBezTo>
                  <a:lnTo>
                    <a:pt x="5768" y="2116"/>
                  </a:lnTo>
                  <a:cubicBezTo>
                    <a:pt x="5758" y="2106"/>
                    <a:pt x="5745" y="2102"/>
                    <a:pt x="5732" y="2102"/>
                  </a:cubicBezTo>
                  <a:close/>
                  <a:moveTo>
                    <a:pt x="6314" y="2287"/>
                  </a:moveTo>
                  <a:cubicBezTo>
                    <a:pt x="6245" y="2287"/>
                    <a:pt x="6211" y="2287"/>
                    <a:pt x="6177" y="2355"/>
                  </a:cubicBezTo>
                  <a:cubicBezTo>
                    <a:pt x="6177" y="2389"/>
                    <a:pt x="6211" y="2423"/>
                    <a:pt x="6245" y="2457"/>
                  </a:cubicBezTo>
                  <a:lnTo>
                    <a:pt x="6348" y="2491"/>
                  </a:lnTo>
                  <a:lnTo>
                    <a:pt x="6382" y="2491"/>
                  </a:lnTo>
                  <a:cubicBezTo>
                    <a:pt x="6416" y="2491"/>
                    <a:pt x="6450" y="2457"/>
                    <a:pt x="6450" y="2423"/>
                  </a:cubicBezTo>
                  <a:cubicBezTo>
                    <a:pt x="6484" y="2389"/>
                    <a:pt x="6450" y="2355"/>
                    <a:pt x="6416" y="2321"/>
                  </a:cubicBezTo>
                  <a:lnTo>
                    <a:pt x="6314" y="2287"/>
                  </a:lnTo>
                  <a:close/>
                  <a:moveTo>
                    <a:pt x="6808" y="2477"/>
                  </a:moveTo>
                  <a:cubicBezTo>
                    <a:pt x="6771" y="2477"/>
                    <a:pt x="6747" y="2501"/>
                    <a:pt x="6723" y="2526"/>
                  </a:cubicBezTo>
                  <a:cubicBezTo>
                    <a:pt x="6723" y="2594"/>
                    <a:pt x="6757" y="2628"/>
                    <a:pt x="6791" y="2628"/>
                  </a:cubicBezTo>
                  <a:lnTo>
                    <a:pt x="6894" y="2696"/>
                  </a:lnTo>
                  <a:lnTo>
                    <a:pt x="6928" y="2696"/>
                  </a:lnTo>
                  <a:cubicBezTo>
                    <a:pt x="6962" y="2696"/>
                    <a:pt x="6996" y="2662"/>
                    <a:pt x="6996" y="2628"/>
                  </a:cubicBezTo>
                  <a:cubicBezTo>
                    <a:pt x="7030" y="2594"/>
                    <a:pt x="6996" y="2526"/>
                    <a:pt x="6962" y="2526"/>
                  </a:cubicBezTo>
                  <a:lnTo>
                    <a:pt x="6860" y="2491"/>
                  </a:lnTo>
                  <a:cubicBezTo>
                    <a:pt x="6840" y="2481"/>
                    <a:pt x="6823" y="2477"/>
                    <a:pt x="6808" y="2477"/>
                  </a:cubicBezTo>
                  <a:close/>
                  <a:moveTo>
                    <a:pt x="7372" y="2662"/>
                  </a:moveTo>
                  <a:cubicBezTo>
                    <a:pt x="7337" y="2662"/>
                    <a:pt x="7303" y="2696"/>
                    <a:pt x="7269" y="2730"/>
                  </a:cubicBezTo>
                  <a:cubicBezTo>
                    <a:pt x="7269" y="2764"/>
                    <a:pt x="7269" y="2833"/>
                    <a:pt x="7337" y="2833"/>
                  </a:cubicBezTo>
                  <a:lnTo>
                    <a:pt x="7440" y="2867"/>
                  </a:lnTo>
                  <a:lnTo>
                    <a:pt x="7474" y="2867"/>
                  </a:lnTo>
                  <a:cubicBezTo>
                    <a:pt x="7508" y="2867"/>
                    <a:pt x="7542" y="2867"/>
                    <a:pt x="7542" y="2833"/>
                  </a:cubicBezTo>
                  <a:cubicBezTo>
                    <a:pt x="7542" y="2764"/>
                    <a:pt x="7542" y="2730"/>
                    <a:pt x="7474" y="2730"/>
                  </a:cubicBezTo>
                  <a:lnTo>
                    <a:pt x="7372" y="2662"/>
                  </a:lnTo>
                  <a:close/>
                  <a:moveTo>
                    <a:pt x="7917" y="2867"/>
                  </a:moveTo>
                  <a:cubicBezTo>
                    <a:pt x="7883" y="2867"/>
                    <a:pt x="7815" y="2867"/>
                    <a:pt x="7815" y="2935"/>
                  </a:cubicBezTo>
                  <a:cubicBezTo>
                    <a:pt x="7781" y="2969"/>
                    <a:pt x="7815" y="3003"/>
                    <a:pt x="7849" y="3037"/>
                  </a:cubicBezTo>
                  <a:lnTo>
                    <a:pt x="7986" y="3072"/>
                  </a:lnTo>
                  <a:cubicBezTo>
                    <a:pt x="8020" y="3072"/>
                    <a:pt x="8054" y="3072"/>
                    <a:pt x="8088" y="3037"/>
                  </a:cubicBezTo>
                  <a:cubicBezTo>
                    <a:pt x="8088" y="2969"/>
                    <a:pt x="8088" y="2935"/>
                    <a:pt x="8020" y="2901"/>
                  </a:cubicBezTo>
                  <a:lnTo>
                    <a:pt x="7917" y="2867"/>
                  </a:lnTo>
                  <a:close/>
                  <a:moveTo>
                    <a:pt x="8463" y="3072"/>
                  </a:moveTo>
                  <a:cubicBezTo>
                    <a:pt x="8429" y="3072"/>
                    <a:pt x="8361" y="3072"/>
                    <a:pt x="8361" y="3140"/>
                  </a:cubicBezTo>
                  <a:cubicBezTo>
                    <a:pt x="8327" y="3174"/>
                    <a:pt x="8361" y="3208"/>
                    <a:pt x="8395" y="3242"/>
                  </a:cubicBezTo>
                  <a:lnTo>
                    <a:pt x="8498" y="3276"/>
                  </a:lnTo>
                  <a:lnTo>
                    <a:pt x="8532" y="3276"/>
                  </a:lnTo>
                  <a:cubicBezTo>
                    <a:pt x="8566" y="3276"/>
                    <a:pt x="8600" y="3276"/>
                    <a:pt x="8600" y="3242"/>
                  </a:cubicBezTo>
                  <a:cubicBezTo>
                    <a:pt x="8634" y="3174"/>
                    <a:pt x="8600" y="3140"/>
                    <a:pt x="8566" y="3106"/>
                  </a:cubicBezTo>
                  <a:lnTo>
                    <a:pt x="8463" y="3072"/>
                  </a:lnTo>
                  <a:close/>
                  <a:moveTo>
                    <a:pt x="9009" y="3276"/>
                  </a:moveTo>
                  <a:cubicBezTo>
                    <a:pt x="8941" y="3276"/>
                    <a:pt x="8907" y="3276"/>
                    <a:pt x="8873" y="3345"/>
                  </a:cubicBezTo>
                  <a:cubicBezTo>
                    <a:pt x="8873" y="3379"/>
                    <a:pt x="8873" y="3413"/>
                    <a:pt x="8941" y="3447"/>
                  </a:cubicBezTo>
                  <a:lnTo>
                    <a:pt x="9044" y="3481"/>
                  </a:lnTo>
                  <a:lnTo>
                    <a:pt x="9078" y="3481"/>
                  </a:lnTo>
                  <a:cubicBezTo>
                    <a:pt x="9112" y="3481"/>
                    <a:pt x="9146" y="3481"/>
                    <a:pt x="9146" y="3447"/>
                  </a:cubicBezTo>
                  <a:cubicBezTo>
                    <a:pt x="9180" y="3379"/>
                    <a:pt x="9146" y="3345"/>
                    <a:pt x="9112" y="3310"/>
                  </a:cubicBezTo>
                  <a:lnTo>
                    <a:pt x="9009" y="3276"/>
                  </a:lnTo>
                  <a:close/>
                  <a:moveTo>
                    <a:pt x="9521" y="3481"/>
                  </a:moveTo>
                  <a:cubicBezTo>
                    <a:pt x="9487" y="3481"/>
                    <a:pt x="9419" y="3481"/>
                    <a:pt x="9419" y="3549"/>
                  </a:cubicBezTo>
                  <a:cubicBezTo>
                    <a:pt x="9385" y="3583"/>
                    <a:pt x="9419" y="3618"/>
                    <a:pt x="9453" y="3652"/>
                  </a:cubicBezTo>
                  <a:lnTo>
                    <a:pt x="9590" y="3686"/>
                  </a:lnTo>
                  <a:cubicBezTo>
                    <a:pt x="9624" y="3686"/>
                    <a:pt x="9658" y="3686"/>
                    <a:pt x="9692" y="3652"/>
                  </a:cubicBezTo>
                  <a:cubicBezTo>
                    <a:pt x="9692" y="3583"/>
                    <a:pt x="9692" y="3549"/>
                    <a:pt x="9624" y="3515"/>
                  </a:cubicBezTo>
                  <a:lnTo>
                    <a:pt x="9521" y="3481"/>
                  </a:lnTo>
                  <a:close/>
                  <a:moveTo>
                    <a:pt x="10067" y="3686"/>
                  </a:moveTo>
                  <a:cubicBezTo>
                    <a:pt x="10033" y="3686"/>
                    <a:pt x="9965" y="3686"/>
                    <a:pt x="9965" y="3754"/>
                  </a:cubicBezTo>
                  <a:cubicBezTo>
                    <a:pt x="9931" y="3788"/>
                    <a:pt x="9965" y="3822"/>
                    <a:pt x="9999" y="3856"/>
                  </a:cubicBezTo>
                  <a:lnTo>
                    <a:pt x="10101" y="3891"/>
                  </a:lnTo>
                  <a:lnTo>
                    <a:pt x="10135" y="3891"/>
                  </a:lnTo>
                  <a:cubicBezTo>
                    <a:pt x="10170" y="3891"/>
                    <a:pt x="10204" y="3891"/>
                    <a:pt x="10204" y="3856"/>
                  </a:cubicBezTo>
                  <a:cubicBezTo>
                    <a:pt x="10238" y="3788"/>
                    <a:pt x="10204" y="3754"/>
                    <a:pt x="10170" y="3720"/>
                  </a:cubicBezTo>
                  <a:lnTo>
                    <a:pt x="10067" y="3686"/>
                  </a:lnTo>
                  <a:close/>
                  <a:moveTo>
                    <a:pt x="10579" y="3891"/>
                  </a:moveTo>
                  <a:cubicBezTo>
                    <a:pt x="10545" y="3891"/>
                    <a:pt x="10511" y="3891"/>
                    <a:pt x="10477" y="3959"/>
                  </a:cubicBezTo>
                  <a:cubicBezTo>
                    <a:pt x="10477" y="3993"/>
                    <a:pt x="10477" y="4027"/>
                    <a:pt x="10545" y="4061"/>
                  </a:cubicBezTo>
                  <a:lnTo>
                    <a:pt x="10647" y="4095"/>
                  </a:lnTo>
                  <a:lnTo>
                    <a:pt x="10681" y="4095"/>
                  </a:lnTo>
                  <a:cubicBezTo>
                    <a:pt x="10716" y="4095"/>
                    <a:pt x="10750" y="4095"/>
                    <a:pt x="10750" y="4061"/>
                  </a:cubicBezTo>
                  <a:cubicBezTo>
                    <a:pt x="10784" y="3993"/>
                    <a:pt x="10750" y="3959"/>
                    <a:pt x="10716" y="3959"/>
                  </a:cubicBezTo>
                  <a:lnTo>
                    <a:pt x="10579" y="3891"/>
                  </a:lnTo>
                  <a:close/>
                  <a:moveTo>
                    <a:pt x="11125" y="4095"/>
                  </a:moveTo>
                  <a:cubicBezTo>
                    <a:pt x="11091" y="4095"/>
                    <a:pt x="11023" y="4129"/>
                    <a:pt x="11023" y="4164"/>
                  </a:cubicBezTo>
                  <a:cubicBezTo>
                    <a:pt x="10989" y="4198"/>
                    <a:pt x="11023" y="4266"/>
                    <a:pt x="11057" y="4266"/>
                  </a:cubicBezTo>
                  <a:lnTo>
                    <a:pt x="11159" y="4300"/>
                  </a:lnTo>
                  <a:cubicBezTo>
                    <a:pt x="11193" y="4300"/>
                    <a:pt x="11193" y="4334"/>
                    <a:pt x="11193" y="4334"/>
                  </a:cubicBezTo>
                  <a:cubicBezTo>
                    <a:pt x="11227" y="4334"/>
                    <a:pt x="11262" y="4300"/>
                    <a:pt x="11296" y="4266"/>
                  </a:cubicBezTo>
                  <a:cubicBezTo>
                    <a:pt x="11296" y="4232"/>
                    <a:pt x="11296" y="4164"/>
                    <a:pt x="11227" y="4164"/>
                  </a:cubicBezTo>
                  <a:lnTo>
                    <a:pt x="11125" y="4095"/>
                  </a:lnTo>
                  <a:close/>
                  <a:moveTo>
                    <a:pt x="11619" y="4320"/>
                  </a:moveTo>
                  <a:cubicBezTo>
                    <a:pt x="11583" y="4320"/>
                    <a:pt x="11559" y="4344"/>
                    <a:pt x="11535" y="4368"/>
                  </a:cubicBezTo>
                  <a:cubicBezTo>
                    <a:pt x="11535" y="4402"/>
                    <a:pt x="11569" y="4471"/>
                    <a:pt x="11603" y="4471"/>
                  </a:cubicBezTo>
                  <a:lnTo>
                    <a:pt x="11705" y="4539"/>
                  </a:lnTo>
                  <a:lnTo>
                    <a:pt x="11739" y="4539"/>
                  </a:lnTo>
                  <a:cubicBezTo>
                    <a:pt x="11773" y="4539"/>
                    <a:pt x="11808" y="4505"/>
                    <a:pt x="11808" y="4471"/>
                  </a:cubicBezTo>
                  <a:cubicBezTo>
                    <a:pt x="11842" y="4436"/>
                    <a:pt x="11808" y="4368"/>
                    <a:pt x="11773" y="4368"/>
                  </a:cubicBezTo>
                  <a:lnTo>
                    <a:pt x="11671" y="4334"/>
                  </a:lnTo>
                  <a:cubicBezTo>
                    <a:pt x="11651" y="4324"/>
                    <a:pt x="11634" y="4320"/>
                    <a:pt x="11619" y="4320"/>
                  </a:cubicBezTo>
                  <a:close/>
                  <a:moveTo>
                    <a:pt x="12153" y="4525"/>
                  </a:moveTo>
                  <a:cubicBezTo>
                    <a:pt x="12129" y="4525"/>
                    <a:pt x="12105" y="4549"/>
                    <a:pt x="12080" y="4573"/>
                  </a:cubicBezTo>
                  <a:cubicBezTo>
                    <a:pt x="12080" y="4607"/>
                    <a:pt x="12080" y="4675"/>
                    <a:pt x="12115" y="4675"/>
                  </a:cubicBezTo>
                  <a:lnTo>
                    <a:pt x="12251" y="4744"/>
                  </a:lnTo>
                  <a:cubicBezTo>
                    <a:pt x="12285" y="4744"/>
                    <a:pt x="12319" y="4709"/>
                    <a:pt x="12353" y="4675"/>
                  </a:cubicBezTo>
                  <a:cubicBezTo>
                    <a:pt x="12353" y="4641"/>
                    <a:pt x="12353" y="4607"/>
                    <a:pt x="12285" y="4573"/>
                  </a:cubicBezTo>
                  <a:lnTo>
                    <a:pt x="12183" y="4539"/>
                  </a:lnTo>
                  <a:cubicBezTo>
                    <a:pt x="12173" y="4529"/>
                    <a:pt x="12163" y="4525"/>
                    <a:pt x="12153" y="4525"/>
                  </a:cubicBezTo>
                  <a:close/>
                  <a:moveTo>
                    <a:pt x="12693" y="4729"/>
                  </a:moveTo>
                  <a:cubicBezTo>
                    <a:pt x="12661" y="4729"/>
                    <a:pt x="12626" y="4754"/>
                    <a:pt x="12626" y="4778"/>
                  </a:cubicBezTo>
                  <a:cubicBezTo>
                    <a:pt x="12592" y="4846"/>
                    <a:pt x="12626" y="4880"/>
                    <a:pt x="12661" y="4914"/>
                  </a:cubicBezTo>
                  <a:lnTo>
                    <a:pt x="12763" y="4948"/>
                  </a:lnTo>
                  <a:lnTo>
                    <a:pt x="12797" y="4948"/>
                  </a:lnTo>
                  <a:cubicBezTo>
                    <a:pt x="12831" y="4948"/>
                    <a:pt x="12865" y="4914"/>
                    <a:pt x="12865" y="4914"/>
                  </a:cubicBezTo>
                  <a:cubicBezTo>
                    <a:pt x="12899" y="4846"/>
                    <a:pt x="12865" y="4812"/>
                    <a:pt x="12831" y="4778"/>
                  </a:cubicBezTo>
                  <a:lnTo>
                    <a:pt x="12729" y="4744"/>
                  </a:lnTo>
                  <a:cubicBezTo>
                    <a:pt x="12719" y="4734"/>
                    <a:pt x="12706" y="4729"/>
                    <a:pt x="12693" y="4729"/>
                  </a:cubicBezTo>
                  <a:close/>
                  <a:moveTo>
                    <a:pt x="13241" y="4948"/>
                  </a:moveTo>
                  <a:cubicBezTo>
                    <a:pt x="13207" y="4948"/>
                    <a:pt x="13172" y="4948"/>
                    <a:pt x="13138" y="5017"/>
                  </a:cubicBezTo>
                  <a:cubicBezTo>
                    <a:pt x="13138" y="5051"/>
                    <a:pt x="13138" y="5085"/>
                    <a:pt x="13207" y="5119"/>
                  </a:cubicBezTo>
                  <a:lnTo>
                    <a:pt x="13309" y="5153"/>
                  </a:lnTo>
                  <a:lnTo>
                    <a:pt x="13343" y="5153"/>
                  </a:lnTo>
                  <a:cubicBezTo>
                    <a:pt x="13377" y="5153"/>
                    <a:pt x="13411" y="5153"/>
                    <a:pt x="13411" y="5119"/>
                  </a:cubicBezTo>
                  <a:cubicBezTo>
                    <a:pt x="13445" y="5051"/>
                    <a:pt x="13411" y="5017"/>
                    <a:pt x="13377" y="4982"/>
                  </a:cubicBezTo>
                  <a:lnTo>
                    <a:pt x="13241" y="4948"/>
                  </a:lnTo>
                  <a:close/>
                  <a:moveTo>
                    <a:pt x="13787" y="5153"/>
                  </a:moveTo>
                  <a:cubicBezTo>
                    <a:pt x="13753" y="5153"/>
                    <a:pt x="13684" y="5153"/>
                    <a:pt x="13684" y="5221"/>
                  </a:cubicBezTo>
                  <a:cubicBezTo>
                    <a:pt x="13650" y="5255"/>
                    <a:pt x="13684" y="5290"/>
                    <a:pt x="13718" y="5324"/>
                  </a:cubicBezTo>
                  <a:lnTo>
                    <a:pt x="13821" y="5358"/>
                  </a:lnTo>
                  <a:lnTo>
                    <a:pt x="13855" y="5358"/>
                  </a:lnTo>
                  <a:cubicBezTo>
                    <a:pt x="13889" y="5358"/>
                    <a:pt x="13923" y="5358"/>
                    <a:pt x="13957" y="5324"/>
                  </a:cubicBezTo>
                  <a:cubicBezTo>
                    <a:pt x="13957" y="5290"/>
                    <a:pt x="13923" y="5221"/>
                    <a:pt x="13889" y="5221"/>
                  </a:cubicBezTo>
                  <a:lnTo>
                    <a:pt x="13787" y="5153"/>
                  </a:lnTo>
                  <a:close/>
                  <a:moveTo>
                    <a:pt x="14333" y="5358"/>
                  </a:moveTo>
                  <a:cubicBezTo>
                    <a:pt x="14264" y="5358"/>
                    <a:pt x="14230" y="5392"/>
                    <a:pt x="14196" y="5426"/>
                  </a:cubicBezTo>
                  <a:cubicBezTo>
                    <a:pt x="14196" y="5460"/>
                    <a:pt x="14230" y="5528"/>
                    <a:pt x="14264" y="5528"/>
                  </a:cubicBezTo>
                  <a:lnTo>
                    <a:pt x="14367" y="5563"/>
                  </a:lnTo>
                  <a:cubicBezTo>
                    <a:pt x="14367" y="5597"/>
                    <a:pt x="14401" y="5597"/>
                    <a:pt x="14401" y="5597"/>
                  </a:cubicBezTo>
                  <a:cubicBezTo>
                    <a:pt x="14435" y="5597"/>
                    <a:pt x="14469" y="5563"/>
                    <a:pt x="14469" y="5528"/>
                  </a:cubicBezTo>
                  <a:cubicBezTo>
                    <a:pt x="14503" y="5494"/>
                    <a:pt x="14469" y="5426"/>
                    <a:pt x="14435" y="5426"/>
                  </a:cubicBezTo>
                  <a:lnTo>
                    <a:pt x="14333" y="5358"/>
                  </a:lnTo>
                  <a:close/>
                  <a:moveTo>
                    <a:pt x="14814" y="5583"/>
                  </a:moveTo>
                  <a:cubicBezTo>
                    <a:pt x="14790" y="5583"/>
                    <a:pt x="14766" y="5607"/>
                    <a:pt x="14742" y="5631"/>
                  </a:cubicBezTo>
                  <a:cubicBezTo>
                    <a:pt x="14742" y="5665"/>
                    <a:pt x="14742" y="5733"/>
                    <a:pt x="14776" y="5733"/>
                  </a:cubicBezTo>
                  <a:lnTo>
                    <a:pt x="14913" y="5801"/>
                  </a:lnTo>
                  <a:cubicBezTo>
                    <a:pt x="14947" y="5801"/>
                    <a:pt x="14981" y="5767"/>
                    <a:pt x="15015" y="5733"/>
                  </a:cubicBezTo>
                  <a:cubicBezTo>
                    <a:pt x="15015" y="5699"/>
                    <a:pt x="15015" y="5631"/>
                    <a:pt x="14947" y="5631"/>
                  </a:cubicBezTo>
                  <a:lnTo>
                    <a:pt x="14844" y="5597"/>
                  </a:lnTo>
                  <a:cubicBezTo>
                    <a:pt x="14834" y="5587"/>
                    <a:pt x="14824" y="5583"/>
                    <a:pt x="14814" y="5583"/>
                  </a:cubicBezTo>
                  <a:close/>
                  <a:moveTo>
                    <a:pt x="15354" y="5787"/>
                  </a:moveTo>
                  <a:cubicBezTo>
                    <a:pt x="15322" y="5787"/>
                    <a:pt x="15288" y="5811"/>
                    <a:pt x="15288" y="5836"/>
                  </a:cubicBezTo>
                  <a:cubicBezTo>
                    <a:pt x="15254" y="5870"/>
                    <a:pt x="15288" y="5938"/>
                    <a:pt x="15322" y="5938"/>
                  </a:cubicBezTo>
                  <a:lnTo>
                    <a:pt x="15425" y="6006"/>
                  </a:lnTo>
                  <a:lnTo>
                    <a:pt x="15459" y="6006"/>
                  </a:lnTo>
                  <a:cubicBezTo>
                    <a:pt x="15493" y="6006"/>
                    <a:pt x="15527" y="5972"/>
                    <a:pt x="15527" y="5938"/>
                  </a:cubicBezTo>
                  <a:cubicBezTo>
                    <a:pt x="15561" y="5904"/>
                    <a:pt x="15527" y="5836"/>
                    <a:pt x="15493" y="5836"/>
                  </a:cubicBezTo>
                  <a:lnTo>
                    <a:pt x="15390" y="5801"/>
                  </a:lnTo>
                  <a:cubicBezTo>
                    <a:pt x="15380" y="5791"/>
                    <a:pt x="15368" y="5787"/>
                    <a:pt x="15354" y="5787"/>
                  </a:cubicBezTo>
                  <a:close/>
                  <a:moveTo>
                    <a:pt x="15884" y="5992"/>
                  </a:moveTo>
                  <a:cubicBezTo>
                    <a:pt x="15848" y="5992"/>
                    <a:pt x="15824" y="6016"/>
                    <a:pt x="15800" y="6040"/>
                  </a:cubicBezTo>
                  <a:cubicBezTo>
                    <a:pt x="15800" y="6074"/>
                    <a:pt x="15800" y="6143"/>
                    <a:pt x="15868" y="6143"/>
                  </a:cubicBezTo>
                  <a:lnTo>
                    <a:pt x="15971" y="6211"/>
                  </a:lnTo>
                  <a:lnTo>
                    <a:pt x="16005" y="6211"/>
                  </a:lnTo>
                  <a:cubicBezTo>
                    <a:pt x="16039" y="6211"/>
                    <a:pt x="16073" y="6177"/>
                    <a:pt x="16073" y="6143"/>
                  </a:cubicBezTo>
                  <a:cubicBezTo>
                    <a:pt x="16107" y="6109"/>
                    <a:pt x="16073" y="6040"/>
                    <a:pt x="16039" y="6040"/>
                  </a:cubicBezTo>
                  <a:lnTo>
                    <a:pt x="15936" y="6006"/>
                  </a:lnTo>
                  <a:cubicBezTo>
                    <a:pt x="15916" y="5996"/>
                    <a:pt x="15899" y="5992"/>
                    <a:pt x="15884" y="5992"/>
                  </a:cubicBezTo>
                  <a:close/>
                  <a:moveTo>
                    <a:pt x="16412" y="6197"/>
                  </a:moveTo>
                  <a:cubicBezTo>
                    <a:pt x="16380" y="6197"/>
                    <a:pt x="16346" y="6221"/>
                    <a:pt x="16346" y="6245"/>
                  </a:cubicBezTo>
                  <a:cubicBezTo>
                    <a:pt x="16312" y="6279"/>
                    <a:pt x="16346" y="6347"/>
                    <a:pt x="16380" y="6347"/>
                  </a:cubicBezTo>
                  <a:lnTo>
                    <a:pt x="16516" y="6416"/>
                  </a:lnTo>
                  <a:cubicBezTo>
                    <a:pt x="16551" y="6416"/>
                    <a:pt x="16585" y="6382"/>
                    <a:pt x="16619" y="6347"/>
                  </a:cubicBezTo>
                  <a:cubicBezTo>
                    <a:pt x="16619" y="6313"/>
                    <a:pt x="16619" y="6245"/>
                    <a:pt x="16551" y="6245"/>
                  </a:cubicBezTo>
                  <a:lnTo>
                    <a:pt x="16448" y="6211"/>
                  </a:lnTo>
                  <a:cubicBezTo>
                    <a:pt x="16438" y="6201"/>
                    <a:pt x="16425" y="6197"/>
                    <a:pt x="16412" y="6197"/>
                  </a:cubicBezTo>
                  <a:close/>
                  <a:moveTo>
                    <a:pt x="16958" y="6401"/>
                  </a:moveTo>
                  <a:cubicBezTo>
                    <a:pt x="16926" y="6401"/>
                    <a:pt x="16892" y="6426"/>
                    <a:pt x="16892" y="6450"/>
                  </a:cubicBezTo>
                  <a:cubicBezTo>
                    <a:pt x="16858" y="6484"/>
                    <a:pt x="16892" y="6552"/>
                    <a:pt x="16926" y="6552"/>
                  </a:cubicBezTo>
                  <a:lnTo>
                    <a:pt x="17028" y="6586"/>
                  </a:lnTo>
                  <a:cubicBezTo>
                    <a:pt x="17062" y="6620"/>
                    <a:pt x="17062" y="6620"/>
                    <a:pt x="17062" y="6620"/>
                  </a:cubicBezTo>
                  <a:cubicBezTo>
                    <a:pt x="17097" y="6620"/>
                    <a:pt x="17131" y="6586"/>
                    <a:pt x="17131" y="6552"/>
                  </a:cubicBezTo>
                  <a:cubicBezTo>
                    <a:pt x="17165" y="6518"/>
                    <a:pt x="17131" y="6450"/>
                    <a:pt x="17097" y="6450"/>
                  </a:cubicBezTo>
                  <a:lnTo>
                    <a:pt x="16994" y="6416"/>
                  </a:lnTo>
                  <a:cubicBezTo>
                    <a:pt x="16984" y="6406"/>
                    <a:pt x="16971" y="6401"/>
                    <a:pt x="16958" y="6401"/>
                  </a:cubicBezTo>
                  <a:close/>
                  <a:moveTo>
                    <a:pt x="17540" y="6586"/>
                  </a:moveTo>
                  <a:cubicBezTo>
                    <a:pt x="17472" y="6586"/>
                    <a:pt x="17438" y="6620"/>
                    <a:pt x="17404" y="6654"/>
                  </a:cubicBezTo>
                  <a:cubicBezTo>
                    <a:pt x="17404" y="6689"/>
                    <a:pt x="17438" y="6757"/>
                    <a:pt x="17472" y="6757"/>
                  </a:cubicBezTo>
                  <a:lnTo>
                    <a:pt x="17574" y="6791"/>
                  </a:lnTo>
                  <a:cubicBezTo>
                    <a:pt x="17574" y="6825"/>
                    <a:pt x="17574" y="6825"/>
                    <a:pt x="17608" y="6825"/>
                  </a:cubicBezTo>
                  <a:cubicBezTo>
                    <a:pt x="17643" y="6825"/>
                    <a:pt x="17677" y="6791"/>
                    <a:pt x="17677" y="6757"/>
                  </a:cubicBezTo>
                  <a:cubicBezTo>
                    <a:pt x="17711" y="6723"/>
                    <a:pt x="17677" y="6654"/>
                    <a:pt x="17643" y="6654"/>
                  </a:cubicBezTo>
                  <a:lnTo>
                    <a:pt x="17540" y="6586"/>
                  </a:lnTo>
                  <a:close/>
                  <a:moveTo>
                    <a:pt x="18052" y="6825"/>
                  </a:moveTo>
                  <a:cubicBezTo>
                    <a:pt x="18018" y="6825"/>
                    <a:pt x="17950" y="6825"/>
                    <a:pt x="17950" y="6893"/>
                  </a:cubicBezTo>
                  <a:cubicBezTo>
                    <a:pt x="17916" y="6927"/>
                    <a:pt x="17950" y="6962"/>
                    <a:pt x="17984" y="6996"/>
                  </a:cubicBezTo>
                  <a:lnTo>
                    <a:pt x="18086" y="7030"/>
                  </a:lnTo>
                  <a:cubicBezTo>
                    <a:pt x="18086" y="7030"/>
                    <a:pt x="18120" y="7064"/>
                    <a:pt x="18120" y="7064"/>
                  </a:cubicBezTo>
                  <a:cubicBezTo>
                    <a:pt x="18154" y="7064"/>
                    <a:pt x="18189" y="7030"/>
                    <a:pt x="18189" y="6996"/>
                  </a:cubicBezTo>
                  <a:cubicBezTo>
                    <a:pt x="18223" y="6962"/>
                    <a:pt x="18189" y="6893"/>
                    <a:pt x="18154" y="6893"/>
                  </a:cubicBezTo>
                  <a:lnTo>
                    <a:pt x="18052" y="6825"/>
                  </a:lnTo>
                  <a:close/>
                  <a:moveTo>
                    <a:pt x="18564" y="7064"/>
                  </a:moveTo>
                  <a:cubicBezTo>
                    <a:pt x="18530" y="7064"/>
                    <a:pt x="18496" y="7064"/>
                    <a:pt x="18462" y="7098"/>
                  </a:cubicBezTo>
                  <a:cubicBezTo>
                    <a:pt x="18427" y="7166"/>
                    <a:pt x="18462" y="7200"/>
                    <a:pt x="18496" y="7235"/>
                  </a:cubicBezTo>
                  <a:lnTo>
                    <a:pt x="18598" y="7269"/>
                  </a:lnTo>
                  <a:lnTo>
                    <a:pt x="18632" y="7269"/>
                  </a:lnTo>
                  <a:cubicBezTo>
                    <a:pt x="18666" y="7269"/>
                    <a:pt x="18700" y="7269"/>
                    <a:pt x="18734" y="7235"/>
                  </a:cubicBezTo>
                  <a:cubicBezTo>
                    <a:pt x="18734" y="7200"/>
                    <a:pt x="18734" y="7132"/>
                    <a:pt x="18666" y="7132"/>
                  </a:cubicBezTo>
                  <a:lnTo>
                    <a:pt x="18564" y="7064"/>
                  </a:lnTo>
                  <a:close/>
                  <a:moveTo>
                    <a:pt x="19058" y="7289"/>
                  </a:moveTo>
                  <a:cubicBezTo>
                    <a:pt x="19022" y="7289"/>
                    <a:pt x="18997" y="7313"/>
                    <a:pt x="18973" y="7337"/>
                  </a:cubicBezTo>
                  <a:cubicBezTo>
                    <a:pt x="18973" y="7371"/>
                    <a:pt x="18973" y="7439"/>
                    <a:pt x="19042" y="7439"/>
                  </a:cubicBezTo>
                  <a:lnTo>
                    <a:pt x="19144" y="7508"/>
                  </a:lnTo>
                  <a:lnTo>
                    <a:pt x="19178" y="7508"/>
                  </a:lnTo>
                  <a:cubicBezTo>
                    <a:pt x="19212" y="7508"/>
                    <a:pt x="19246" y="7473"/>
                    <a:pt x="19246" y="7439"/>
                  </a:cubicBezTo>
                  <a:cubicBezTo>
                    <a:pt x="19280" y="7405"/>
                    <a:pt x="19246" y="7371"/>
                    <a:pt x="19212" y="7337"/>
                  </a:cubicBezTo>
                  <a:lnTo>
                    <a:pt x="19110" y="7303"/>
                  </a:lnTo>
                  <a:cubicBezTo>
                    <a:pt x="19090" y="7293"/>
                    <a:pt x="19073" y="7289"/>
                    <a:pt x="19058" y="7289"/>
                  </a:cubicBezTo>
                  <a:close/>
                  <a:moveTo>
                    <a:pt x="19622" y="7508"/>
                  </a:moveTo>
                  <a:cubicBezTo>
                    <a:pt x="19588" y="7508"/>
                    <a:pt x="19519" y="7508"/>
                    <a:pt x="19519" y="7576"/>
                  </a:cubicBezTo>
                  <a:cubicBezTo>
                    <a:pt x="19485" y="7610"/>
                    <a:pt x="19519" y="7644"/>
                    <a:pt x="19553" y="7678"/>
                  </a:cubicBezTo>
                  <a:lnTo>
                    <a:pt x="19656" y="7712"/>
                  </a:lnTo>
                  <a:cubicBezTo>
                    <a:pt x="19690" y="7712"/>
                    <a:pt x="19690" y="7746"/>
                    <a:pt x="19690" y="7746"/>
                  </a:cubicBezTo>
                  <a:cubicBezTo>
                    <a:pt x="19724" y="7746"/>
                    <a:pt x="19758" y="7712"/>
                    <a:pt x="19792" y="7678"/>
                  </a:cubicBezTo>
                  <a:cubicBezTo>
                    <a:pt x="19792" y="7644"/>
                    <a:pt x="19758" y="7576"/>
                    <a:pt x="19724" y="7576"/>
                  </a:cubicBezTo>
                  <a:lnTo>
                    <a:pt x="19622" y="7508"/>
                  </a:lnTo>
                  <a:close/>
                  <a:moveTo>
                    <a:pt x="20116" y="7732"/>
                  </a:moveTo>
                  <a:cubicBezTo>
                    <a:pt x="20079" y="7732"/>
                    <a:pt x="20055" y="7756"/>
                    <a:pt x="20031" y="7781"/>
                  </a:cubicBezTo>
                  <a:cubicBezTo>
                    <a:pt x="20031" y="7815"/>
                    <a:pt x="20031" y="7883"/>
                    <a:pt x="20099" y="7883"/>
                  </a:cubicBezTo>
                  <a:lnTo>
                    <a:pt x="20202" y="7951"/>
                  </a:lnTo>
                  <a:lnTo>
                    <a:pt x="20236" y="7951"/>
                  </a:lnTo>
                  <a:cubicBezTo>
                    <a:pt x="20270" y="7951"/>
                    <a:pt x="20304" y="7917"/>
                    <a:pt x="20304" y="7883"/>
                  </a:cubicBezTo>
                  <a:cubicBezTo>
                    <a:pt x="20338" y="7849"/>
                    <a:pt x="20304" y="7815"/>
                    <a:pt x="20270" y="7781"/>
                  </a:cubicBezTo>
                  <a:lnTo>
                    <a:pt x="20168" y="7746"/>
                  </a:lnTo>
                  <a:cubicBezTo>
                    <a:pt x="20148" y="7736"/>
                    <a:pt x="20131" y="7732"/>
                    <a:pt x="20116" y="7732"/>
                  </a:cubicBezTo>
                  <a:close/>
                  <a:moveTo>
                    <a:pt x="20680" y="7951"/>
                  </a:moveTo>
                  <a:cubicBezTo>
                    <a:pt x="20645" y="7951"/>
                    <a:pt x="20577" y="7951"/>
                    <a:pt x="20577" y="8019"/>
                  </a:cubicBezTo>
                  <a:cubicBezTo>
                    <a:pt x="20543" y="8054"/>
                    <a:pt x="20577" y="8088"/>
                    <a:pt x="20611" y="8122"/>
                  </a:cubicBezTo>
                  <a:lnTo>
                    <a:pt x="20714" y="8156"/>
                  </a:lnTo>
                  <a:lnTo>
                    <a:pt x="20748" y="8156"/>
                  </a:lnTo>
                  <a:cubicBezTo>
                    <a:pt x="20782" y="8156"/>
                    <a:pt x="20816" y="8156"/>
                    <a:pt x="20850" y="8122"/>
                  </a:cubicBezTo>
                  <a:cubicBezTo>
                    <a:pt x="20850" y="8054"/>
                    <a:pt x="20816" y="8019"/>
                    <a:pt x="20782" y="7985"/>
                  </a:cubicBezTo>
                  <a:lnTo>
                    <a:pt x="20680" y="7951"/>
                  </a:lnTo>
                  <a:close/>
                  <a:moveTo>
                    <a:pt x="21225" y="8156"/>
                  </a:moveTo>
                  <a:cubicBezTo>
                    <a:pt x="21157" y="8156"/>
                    <a:pt x="21123" y="8190"/>
                    <a:pt x="21089" y="8224"/>
                  </a:cubicBezTo>
                  <a:cubicBezTo>
                    <a:pt x="21089" y="8258"/>
                    <a:pt x="21089" y="8327"/>
                    <a:pt x="21157" y="8327"/>
                  </a:cubicBezTo>
                  <a:lnTo>
                    <a:pt x="21260" y="8361"/>
                  </a:lnTo>
                  <a:cubicBezTo>
                    <a:pt x="21260" y="8361"/>
                    <a:pt x="21260" y="8395"/>
                    <a:pt x="21294" y="8395"/>
                  </a:cubicBezTo>
                  <a:cubicBezTo>
                    <a:pt x="21328" y="8395"/>
                    <a:pt x="21362" y="8361"/>
                    <a:pt x="21362" y="8327"/>
                  </a:cubicBezTo>
                  <a:cubicBezTo>
                    <a:pt x="21396" y="8292"/>
                    <a:pt x="21362" y="8224"/>
                    <a:pt x="21328" y="8224"/>
                  </a:cubicBezTo>
                  <a:lnTo>
                    <a:pt x="21225" y="8156"/>
                  </a:lnTo>
                  <a:close/>
                  <a:moveTo>
                    <a:pt x="21701" y="8381"/>
                  </a:moveTo>
                  <a:cubicBezTo>
                    <a:pt x="21669" y="8381"/>
                    <a:pt x="21635" y="8405"/>
                    <a:pt x="21635" y="8429"/>
                  </a:cubicBezTo>
                  <a:cubicBezTo>
                    <a:pt x="21601" y="8463"/>
                    <a:pt x="21635" y="8531"/>
                    <a:pt x="21669" y="8531"/>
                  </a:cubicBezTo>
                  <a:lnTo>
                    <a:pt x="21771" y="8600"/>
                  </a:lnTo>
                  <a:lnTo>
                    <a:pt x="21806" y="8600"/>
                  </a:lnTo>
                  <a:cubicBezTo>
                    <a:pt x="21840" y="8600"/>
                    <a:pt x="21874" y="8565"/>
                    <a:pt x="21908" y="8531"/>
                  </a:cubicBezTo>
                  <a:cubicBezTo>
                    <a:pt x="21908" y="8497"/>
                    <a:pt x="21908" y="8429"/>
                    <a:pt x="21840" y="8429"/>
                  </a:cubicBezTo>
                  <a:lnTo>
                    <a:pt x="21737" y="8395"/>
                  </a:lnTo>
                  <a:cubicBezTo>
                    <a:pt x="21727" y="8385"/>
                    <a:pt x="21714" y="8381"/>
                    <a:pt x="21701" y="8381"/>
                  </a:cubicBezTo>
                  <a:close/>
                  <a:moveTo>
                    <a:pt x="22247" y="8585"/>
                  </a:moveTo>
                  <a:cubicBezTo>
                    <a:pt x="22215" y="8585"/>
                    <a:pt x="22181" y="8610"/>
                    <a:pt x="22181" y="8634"/>
                  </a:cubicBezTo>
                  <a:cubicBezTo>
                    <a:pt x="22147" y="8668"/>
                    <a:pt x="22181" y="8736"/>
                    <a:pt x="22215" y="8736"/>
                  </a:cubicBezTo>
                  <a:lnTo>
                    <a:pt x="22317" y="8804"/>
                  </a:lnTo>
                  <a:lnTo>
                    <a:pt x="22352" y="8804"/>
                  </a:lnTo>
                  <a:cubicBezTo>
                    <a:pt x="22386" y="8804"/>
                    <a:pt x="22420" y="8770"/>
                    <a:pt x="22420" y="8736"/>
                  </a:cubicBezTo>
                  <a:cubicBezTo>
                    <a:pt x="22454" y="8702"/>
                    <a:pt x="22420" y="8668"/>
                    <a:pt x="22386" y="8634"/>
                  </a:cubicBezTo>
                  <a:lnTo>
                    <a:pt x="22283" y="8600"/>
                  </a:lnTo>
                  <a:cubicBezTo>
                    <a:pt x="22273" y="8590"/>
                    <a:pt x="22260" y="8585"/>
                    <a:pt x="22247" y="8585"/>
                  </a:cubicBezTo>
                  <a:close/>
                  <a:moveTo>
                    <a:pt x="22765" y="8790"/>
                  </a:moveTo>
                  <a:cubicBezTo>
                    <a:pt x="22741" y="8790"/>
                    <a:pt x="22717" y="8814"/>
                    <a:pt x="22693" y="8838"/>
                  </a:cubicBezTo>
                  <a:cubicBezTo>
                    <a:pt x="22693" y="8907"/>
                    <a:pt x="22693" y="8941"/>
                    <a:pt x="22761" y="8975"/>
                  </a:cubicBezTo>
                  <a:lnTo>
                    <a:pt x="22863" y="9009"/>
                  </a:lnTo>
                  <a:lnTo>
                    <a:pt x="22897" y="9009"/>
                  </a:lnTo>
                  <a:cubicBezTo>
                    <a:pt x="22932" y="9009"/>
                    <a:pt x="22966" y="8975"/>
                    <a:pt x="22966" y="8941"/>
                  </a:cubicBezTo>
                  <a:cubicBezTo>
                    <a:pt x="23000" y="8907"/>
                    <a:pt x="22966" y="8872"/>
                    <a:pt x="22932" y="8838"/>
                  </a:cubicBezTo>
                  <a:lnTo>
                    <a:pt x="22795" y="8804"/>
                  </a:lnTo>
                  <a:cubicBezTo>
                    <a:pt x="22785" y="8794"/>
                    <a:pt x="22775" y="8790"/>
                    <a:pt x="22765" y="8790"/>
                  </a:cubicBezTo>
                  <a:close/>
                  <a:moveTo>
                    <a:pt x="23305" y="8995"/>
                  </a:moveTo>
                  <a:cubicBezTo>
                    <a:pt x="23273" y="8995"/>
                    <a:pt x="23239" y="9019"/>
                    <a:pt x="23239" y="9043"/>
                  </a:cubicBezTo>
                  <a:cubicBezTo>
                    <a:pt x="23205" y="9111"/>
                    <a:pt x="23239" y="9145"/>
                    <a:pt x="23273" y="9180"/>
                  </a:cubicBezTo>
                  <a:lnTo>
                    <a:pt x="23375" y="9214"/>
                  </a:lnTo>
                  <a:lnTo>
                    <a:pt x="23409" y="9214"/>
                  </a:lnTo>
                  <a:cubicBezTo>
                    <a:pt x="23443" y="9214"/>
                    <a:pt x="23478" y="9180"/>
                    <a:pt x="23512" y="9145"/>
                  </a:cubicBezTo>
                  <a:cubicBezTo>
                    <a:pt x="23512" y="9111"/>
                    <a:pt x="23478" y="9077"/>
                    <a:pt x="23443" y="9043"/>
                  </a:cubicBezTo>
                  <a:lnTo>
                    <a:pt x="23341" y="9009"/>
                  </a:lnTo>
                  <a:cubicBezTo>
                    <a:pt x="23331" y="8999"/>
                    <a:pt x="23318" y="8995"/>
                    <a:pt x="23305" y="8995"/>
                  </a:cubicBezTo>
                  <a:close/>
                  <a:moveTo>
                    <a:pt x="23887" y="9214"/>
                  </a:moveTo>
                  <a:cubicBezTo>
                    <a:pt x="23819" y="9214"/>
                    <a:pt x="23785" y="9214"/>
                    <a:pt x="23751" y="9248"/>
                  </a:cubicBezTo>
                  <a:cubicBezTo>
                    <a:pt x="23751" y="9316"/>
                    <a:pt x="23785" y="9350"/>
                    <a:pt x="23819" y="9384"/>
                  </a:cubicBezTo>
                  <a:lnTo>
                    <a:pt x="23921" y="9418"/>
                  </a:lnTo>
                  <a:lnTo>
                    <a:pt x="23955" y="9418"/>
                  </a:lnTo>
                  <a:cubicBezTo>
                    <a:pt x="23989" y="9418"/>
                    <a:pt x="24024" y="9384"/>
                    <a:pt x="24024" y="9350"/>
                  </a:cubicBezTo>
                  <a:cubicBezTo>
                    <a:pt x="24058" y="9316"/>
                    <a:pt x="24024" y="9282"/>
                    <a:pt x="23989" y="9248"/>
                  </a:cubicBezTo>
                  <a:lnTo>
                    <a:pt x="23887" y="9214"/>
                  </a:lnTo>
                  <a:close/>
                  <a:moveTo>
                    <a:pt x="24399" y="9418"/>
                  </a:moveTo>
                  <a:cubicBezTo>
                    <a:pt x="24365" y="9418"/>
                    <a:pt x="24331" y="9418"/>
                    <a:pt x="24297" y="9487"/>
                  </a:cubicBezTo>
                  <a:cubicBezTo>
                    <a:pt x="24297" y="9521"/>
                    <a:pt x="24297" y="9555"/>
                    <a:pt x="24365" y="9589"/>
                  </a:cubicBezTo>
                  <a:lnTo>
                    <a:pt x="24467" y="9623"/>
                  </a:lnTo>
                  <a:lnTo>
                    <a:pt x="24501" y="9623"/>
                  </a:lnTo>
                  <a:cubicBezTo>
                    <a:pt x="24535" y="9623"/>
                    <a:pt x="24570" y="9623"/>
                    <a:pt x="24570" y="9589"/>
                  </a:cubicBezTo>
                  <a:cubicBezTo>
                    <a:pt x="24570" y="9521"/>
                    <a:pt x="24570" y="9487"/>
                    <a:pt x="24535" y="9453"/>
                  </a:cubicBezTo>
                  <a:lnTo>
                    <a:pt x="24399" y="9418"/>
                  </a:lnTo>
                  <a:close/>
                  <a:moveTo>
                    <a:pt x="24945" y="9623"/>
                  </a:moveTo>
                  <a:cubicBezTo>
                    <a:pt x="24911" y="9623"/>
                    <a:pt x="24843" y="9623"/>
                    <a:pt x="24843" y="9691"/>
                  </a:cubicBezTo>
                  <a:cubicBezTo>
                    <a:pt x="24808" y="9726"/>
                    <a:pt x="24843" y="9760"/>
                    <a:pt x="24877" y="9794"/>
                  </a:cubicBezTo>
                  <a:lnTo>
                    <a:pt x="24979" y="9828"/>
                  </a:lnTo>
                  <a:lnTo>
                    <a:pt x="25013" y="9828"/>
                  </a:lnTo>
                  <a:cubicBezTo>
                    <a:pt x="25047" y="9828"/>
                    <a:pt x="25081" y="9828"/>
                    <a:pt x="25115" y="9794"/>
                  </a:cubicBezTo>
                  <a:cubicBezTo>
                    <a:pt x="25115" y="9726"/>
                    <a:pt x="25081" y="9691"/>
                    <a:pt x="25047" y="9657"/>
                  </a:cubicBezTo>
                  <a:lnTo>
                    <a:pt x="24945" y="9623"/>
                  </a:lnTo>
                  <a:close/>
                  <a:moveTo>
                    <a:pt x="25491" y="9828"/>
                  </a:moveTo>
                  <a:cubicBezTo>
                    <a:pt x="25423" y="9828"/>
                    <a:pt x="25388" y="9828"/>
                    <a:pt x="25354" y="9896"/>
                  </a:cubicBezTo>
                  <a:cubicBezTo>
                    <a:pt x="25354" y="9930"/>
                    <a:pt x="25388" y="9964"/>
                    <a:pt x="25423" y="9999"/>
                  </a:cubicBezTo>
                  <a:lnTo>
                    <a:pt x="25525" y="10033"/>
                  </a:lnTo>
                  <a:lnTo>
                    <a:pt x="25559" y="10033"/>
                  </a:lnTo>
                  <a:cubicBezTo>
                    <a:pt x="25593" y="10033"/>
                    <a:pt x="25627" y="10033"/>
                    <a:pt x="25627" y="9999"/>
                  </a:cubicBezTo>
                  <a:cubicBezTo>
                    <a:pt x="25661" y="9930"/>
                    <a:pt x="25627" y="9896"/>
                    <a:pt x="25593" y="9862"/>
                  </a:cubicBezTo>
                  <a:lnTo>
                    <a:pt x="25491" y="9828"/>
                  </a:lnTo>
                  <a:close/>
                  <a:moveTo>
                    <a:pt x="26003" y="10033"/>
                  </a:moveTo>
                  <a:cubicBezTo>
                    <a:pt x="25969" y="10033"/>
                    <a:pt x="25934" y="10033"/>
                    <a:pt x="25900" y="10101"/>
                  </a:cubicBezTo>
                  <a:cubicBezTo>
                    <a:pt x="25900" y="10135"/>
                    <a:pt x="25900" y="10203"/>
                    <a:pt x="25934" y="10203"/>
                  </a:cubicBezTo>
                  <a:lnTo>
                    <a:pt x="26071" y="10237"/>
                  </a:lnTo>
                  <a:lnTo>
                    <a:pt x="26105" y="10237"/>
                  </a:lnTo>
                  <a:cubicBezTo>
                    <a:pt x="26139" y="10237"/>
                    <a:pt x="26173" y="10237"/>
                    <a:pt x="26173" y="10203"/>
                  </a:cubicBezTo>
                  <a:cubicBezTo>
                    <a:pt x="26173" y="10169"/>
                    <a:pt x="26173" y="10101"/>
                    <a:pt x="26105" y="10101"/>
                  </a:cubicBezTo>
                  <a:lnTo>
                    <a:pt x="26003" y="10033"/>
                  </a:lnTo>
                  <a:close/>
                  <a:moveTo>
                    <a:pt x="26512" y="10257"/>
                  </a:moveTo>
                  <a:cubicBezTo>
                    <a:pt x="26480" y="10257"/>
                    <a:pt x="26446" y="10282"/>
                    <a:pt x="26446" y="10306"/>
                  </a:cubicBezTo>
                  <a:cubicBezTo>
                    <a:pt x="26412" y="10340"/>
                    <a:pt x="26446" y="10408"/>
                    <a:pt x="26480" y="10408"/>
                  </a:cubicBezTo>
                  <a:lnTo>
                    <a:pt x="26583" y="10442"/>
                  </a:lnTo>
                  <a:cubicBezTo>
                    <a:pt x="26617" y="10476"/>
                    <a:pt x="26617" y="10476"/>
                    <a:pt x="26617" y="10476"/>
                  </a:cubicBezTo>
                  <a:cubicBezTo>
                    <a:pt x="26651" y="10476"/>
                    <a:pt x="26685" y="10442"/>
                    <a:pt x="26685" y="10408"/>
                  </a:cubicBezTo>
                  <a:cubicBezTo>
                    <a:pt x="26719" y="10374"/>
                    <a:pt x="26685" y="10306"/>
                    <a:pt x="26651" y="10306"/>
                  </a:cubicBezTo>
                  <a:lnTo>
                    <a:pt x="26549" y="10272"/>
                  </a:lnTo>
                  <a:cubicBezTo>
                    <a:pt x="26539" y="10262"/>
                    <a:pt x="26526" y="10257"/>
                    <a:pt x="26512" y="1025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3" name="Google Shape;1815;p45">
              <a:extLst>
                <a:ext uri="{FF2B5EF4-FFF2-40B4-BE49-F238E27FC236}">
                  <a16:creationId xmlns:a16="http://schemas.microsoft.com/office/drawing/2014/main" id="{4879543A-7391-BBF3-5B63-53F1394765CF}"/>
                </a:ext>
              </a:extLst>
            </p:cNvPr>
            <p:cNvSpPr/>
            <p:nvPr/>
          </p:nvSpPr>
          <p:spPr>
            <a:xfrm>
              <a:off x="2807378" y="1021438"/>
              <a:ext cx="948294" cy="371424"/>
            </a:xfrm>
            <a:custGeom>
              <a:avLst/>
              <a:gdLst/>
              <a:ahLst/>
              <a:cxnLst/>
              <a:rect l="l" t="t" r="r" b="b"/>
              <a:pathLst>
                <a:path w="42553" h="16667" extrusionOk="0">
                  <a:moveTo>
                    <a:pt x="101" y="0"/>
                  </a:moveTo>
                  <a:cubicBezTo>
                    <a:pt x="69" y="0"/>
                    <a:pt x="35" y="25"/>
                    <a:pt x="35" y="49"/>
                  </a:cubicBezTo>
                  <a:cubicBezTo>
                    <a:pt x="1" y="83"/>
                    <a:pt x="35" y="151"/>
                    <a:pt x="69" y="151"/>
                  </a:cubicBezTo>
                  <a:lnTo>
                    <a:pt x="172" y="219"/>
                  </a:lnTo>
                  <a:lnTo>
                    <a:pt x="206" y="219"/>
                  </a:lnTo>
                  <a:cubicBezTo>
                    <a:pt x="240" y="219"/>
                    <a:pt x="274" y="185"/>
                    <a:pt x="274" y="151"/>
                  </a:cubicBezTo>
                  <a:cubicBezTo>
                    <a:pt x="308" y="117"/>
                    <a:pt x="274" y="83"/>
                    <a:pt x="240" y="49"/>
                  </a:cubicBezTo>
                  <a:lnTo>
                    <a:pt x="137" y="15"/>
                  </a:lnTo>
                  <a:cubicBezTo>
                    <a:pt x="127" y="5"/>
                    <a:pt x="115" y="0"/>
                    <a:pt x="101" y="0"/>
                  </a:cubicBezTo>
                  <a:close/>
                  <a:moveTo>
                    <a:pt x="1057" y="376"/>
                  </a:moveTo>
                  <a:cubicBezTo>
                    <a:pt x="1025" y="376"/>
                    <a:pt x="991" y="400"/>
                    <a:pt x="991" y="424"/>
                  </a:cubicBezTo>
                  <a:cubicBezTo>
                    <a:pt x="956" y="492"/>
                    <a:pt x="991" y="526"/>
                    <a:pt x="1025" y="561"/>
                  </a:cubicBezTo>
                  <a:lnTo>
                    <a:pt x="1127" y="595"/>
                  </a:lnTo>
                  <a:lnTo>
                    <a:pt x="1161" y="595"/>
                  </a:lnTo>
                  <a:cubicBezTo>
                    <a:pt x="1195" y="595"/>
                    <a:pt x="1229" y="561"/>
                    <a:pt x="1264" y="526"/>
                  </a:cubicBezTo>
                  <a:cubicBezTo>
                    <a:pt x="1264" y="492"/>
                    <a:pt x="1229" y="458"/>
                    <a:pt x="1195" y="424"/>
                  </a:cubicBezTo>
                  <a:lnTo>
                    <a:pt x="1093" y="390"/>
                  </a:lnTo>
                  <a:cubicBezTo>
                    <a:pt x="1083" y="380"/>
                    <a:pt x="1070" y="376"/>
                    <a:pt x="1057" y="376"/>
                  </a:cubicBezTo>
                  <a:close/>
                  <a:moveTo>
                    <a:pt x="2048" y="765"/>
                  </a:moveTo>
                  <a:cubicBezTo>
                    <a:pt x="2014" y="765"/>
                    <a:pt x="1946" y="765"/>
                    <a:pt x="1946" y="799"/>
                  </a:cubicBezTo>
                  <a:cubicBezTo>
                    <a:pt x="1912" y="868"/>
                    <a:pt x="1946" y="902"/>
                    <a:pt x="1980" y="936"/>
                  </a:cubicBezTo>
                  <a:lnTo>
                    <a:pt x="2082" y="970"/>
                  </a:lnTo>
                  <a:lnTo>
                    <a:pt x="2117" y="970"/>
                  </a:lnTo>
                  <a:cubicBezTo>
                    <a:pt x="2151" y="970"/>
                    <a:pt x="2185" y="970"/>
                    <a:pt x="2219" y="936"/>
                  </a:cubicBezTo>
                  <a:cubicBezTo>
                    <a:pt x="2219" y="868"/>
                    <a:pt x="2185" y="834"/>
                    <a:pt x="2151" y="799"/>
                  </a:cubicBezTo>
                  <a:lnTo>
                    <a:pt x="2048" y="765"/>
                  </a:lnTo>
                  <a:close/>
                  <a:moveTo>
                    <a:pt x="3004" y="1141"/>
                  </a:moveTo>
                  <a:cubicBezTo>
                    <a:pt x="2970" y="1141"/>
                    <a:pt x="2901" y="1141"/>
                    <a:pt x="2901" y="1209"/>
                  </a:cubicBezTo>
                  <a:cubicBezTo>
                    <a:pt x="2867" y="1243"/>
                    <a:pt x="2901" y="1277"/>
                    <a:pt x="2936" y="1311"/>
                  </a:cubicBezTo>
                  <a:lnTo>
                    <a:pt x="3038" y="1345"/>
                  </a:lnTo>
                  <a:lnTo>
                    <a:pt x="3072" y="1345"/>
                  </a:lnTo>
                  <a:cubicBezTo>
                    <a:pt x="3106" y="1345"/>
                    <a:pt x="3140" y="1345"/>
                    <a:pt x="3174" y="1311"/>
                  </a:cubicBezTo>
                  <a:cubicBezTo>
                    <a:pt x="3174" y="1243"/>
                    <a:pt x="3174" y="1209"/>
                    <a:pt x="3106" y="1175"/>
                  </a:cubicBezTo>
                  <a:lnTo>
                    <a:pt x="3004" y="1141"/>
                  </a:lnTo>
                  <a:close/>
                  <a:moveTo>
                    <a:pt x="3959" y="1516"/>
                  </a:moveTo>
                  <a:cubicBezTo>
                    <a:pt x="3925" y="1516"/>
                    <a:pt x="3891" y="1516"/>
                    <a:pt x="3857" y="1584"/>
                  </a:cubicBezTo>
                  <a:cubicBezTo>
                    <a:pt x="3857" y="1618"/>
                    <a:pt x="3857" y="1652"/>
                    <a:pt x="3891" y="1687"/>
                  </a:cubicBezTo>
                  <a:lnTo>
                    <a:pt x="4027" y="1721"/>
                  </a:lnTo>
                  <a:cubicBezTo>
                    <a:pt x="4062" y="1721"/>
                    <a:pt x="4096" y="1721"/>
                    <a:pt x="4130" y="1687"/>
                  </a:cubicBezTo>
                  <a:cubicBezTo>
                    <a:pt x="4130" y="1618"/>
                    <a:pt x="4130" y="1584"/>
                    <a:pt x="4062" y="1550"/>
                  </a:cubicBezTo>
                  <a:lnTo>
                    <a:pt x="3959" y="1516"/>
                  </a:lnTo>
                  <a:close/>
                  <a:moveTo>
                    <a:pt x="4915" y="1891"/>
                  </a:moveTo>
                  <a:cubicBezTo>
                    <a:pt x="4881" y="1891"/>
                    <a:pt x="4846" y="1891"/>
                    <a:pt x="4812" y="1960"/>
                  </a:cubicBezTo>
                  <a:cubicBezTo>
                    <a:pt x="4812" y="1994"/>
                    <a:pt x="4812" y="2028"/>
                    <a:pt x="4881" y="2062"/>
                  </a:cubicBezTo>
                  <a:lnTo>
                    <a:pt x="4983" y="2096"/>
                  </a:lnTo>
                  <a:lnTo>
                    <a:pt x="5017" y="2096"/>
                  </a:lnTo>
                  <a:cubicBezTo>
                    <a:pt x="5051" y="2096"/>
                    <a:pt x="5085" y="2096"/>
                    <a:pt x="5085" y="2062"/>
                  </a:cubicBezTo>
                  <a:cubicBezTo>
                    <a:pt x="5085" y="1994"/>
                    <a:pt x="5085" y="1960"/>
                    <a:pt x="5017" y="1925"/>
                  </a:cubicBezTo>
                  <a:lnTo>
                    <a:pt x="4915" y="1891"/>
                  </a:lnTo>
                  <a:close/>
                  <a:moveTo>
                    <a:pt x="5870" y="2267"/>
                  </a:moveTo>
                  <a:cubicBezTo>
                    <a:pt x="5836" y="2267"/>
                    <a:pt x="5802" y="2267"/>
                    <a:pt x="5768" y="2335"/>
                  </a:cubicBezTo>
                  <a:cubicBezTo>
                    <a:pt x="5768" y="2369"/>
                    <a:pt x="5768" y="2403"/>
                    <a:pt x="5836" y="2437"/>
                  </a:cubicBezTo>
                  <a:lnTo>
                    <a:pt x="5938" y="2471"/>
                  </a:lnTo>
                  <a:lnTo>
                    <a:pt x="5972" y="2471"/>
                  </a:lnTo>
                  <a:cubicBezTo>
                    <a:pt x="6007" y="2471"/>
                    <a:pt x="6041" y="2471"/>
                    <a:pt x="6041" y="2437"/>
                  </a:cubicBezTo>
                  <a:cubicBezTo>
                    <a:pt x="6075" y="2369"/>
                    <a:pt x="6041" y="2335"/>
                    <a:pt x="6007" y="2335"/>
                  </a:cubicBezTo>
                  <a:lnTo>
                    <a:pt x="5870" y="2267"/>
                  </a:lnTo>
                  <a:close/>
                  <a:moveTo>
                    <a:pt x="6860" y="2642"/>
                  </a:moveTo>
                  <a:cubicBezTo>
                    <a:pt x="6791" y="2642"/>
                    <a:pt x="6757" y="2642"/>
                    <a:pt x="6723" y="2710"/>
                  </a:cubicBezTo>
                  <a:cubicBezTo>
                    <a:pt x="6723" y="2744"/>
                    <a:pt x="6757" y="2779"/>
                    <a:pt x="6791" y="2813"/>
                  </a:cubicBezTo>
                  <a:lnTo>
                    <a:pt x="6894" y="2847"/>
                  </a:lnTo>
                  <a:lnTo>
                    <a:pt x="6928" y="2847"/>
                  </a:lnTo>
                  <a:cubicBezTo>
                    <a:pt x="6962" y="2847"/>
                    <a:pt x="6996" y="2847"/>
                    <a:pt x="6996" y="2813"/>
                  </a:cubicBezTo>
                  <a:cubicBezTo>
                    <a:pt x="7030" y="2744"/>
                    <a:pt x="6996" y="2710"/>
                    <a:pt x="6962" y="2676"/>
                  </a:cubicBezTo>
                  <a:lnTo>
                    <a:pt x="6860" y="2642"/>
                  </a:lnTo>
                  <a:close/>
                  <a:moveTo>
                    <a:pt x="7815" y="3017"/>
                  </a:moveTo>
                  <a:cubicBezTo>
                    <a:pt x="7747" y="3017"/>
                    <a:pt x="7713" y="3017"/>
                    <a:pt x="7713" y="3086"/>
                  </a:cubicBezTo>
                  <a:cubicBezTo>
                    <a:pt x="7679" y="3120"/>
                    <a:pt x="7713" y="3154"/>
                    <a:pt x="7747" y="3188"/>
                  </a:cubicBezTo>
                  <a:lnTo>
                    <a:pt x="7849" y="3222"/>
                  </a:lnTo>
                  <a:lnTo>
                    <a:pt x="7883" y="3222"/>
                  </a:lnTo>
                  <a:cubicBezTo>
                    <a:pt x="7918" y="3222"/>
                    <a:pt x="7952" y="3222"/>
                    <a:pt x="7952" y="3188"/>
                  </a:cubicBezTo>
                  <a:cubicBezTo>
                    <a:pt x="7986" y="3120"/>
                    <a:pt x="7952" y="3086"/>
                    <a:pt x="7918" y="3052"/>
                  </a:cubicBezTo>
                  <a:lnTo>
                    <a:pt x="7815" y="3017"/>
                  </a:lnTo>
                  <a:close/>
                  <a:moveTo>
                    <a:pt x="8771" y="3393"/>
                  </a:moveTo>
                  <a:cubicBezTo>
                    <a:pt x="8736" y="3393"/>
                    <a:pt x="8668" y="3393"/>
                    <a:pt x="8668" y="3461"/>
                  </a:cubicBezTo>
                  <a:cubicBezTo>
                    <a:pt x="8634" y="3495"/>
                    <a:pt x="8668" y="3529"/>
                    <a:pt x="8702" y="3563"/>
                  </a:cubicBezTo>
                  <a:lnTo>
                    <a:pt x="8805" y="3597"/>
                  </a:lnTo>
                  <a:lnTo>
                    <a:pt x="8839" y="3597"/>
                  </a:lnTo>
                  <a:cubicBezTo>
                    <a:pt x="8873" y="3597"/>
                    <a:pt x="8907" y="3597"/>
                    <a:pt x="8907" y="3563"/>
                  </a:cubicBezTo>
                  <a:cubicBezTo>
                    <a:pt x="8941" y="3495"/>
                    <a:pt x="8907" y="3461"/>
                    <a:pt x="8873" y="3427"/>
                  </a:cubicBezTo>
                  <a:lnTo>
                    <a:pt x="8771" y="3393"/>
                  </a:lnTo>
                  <a:close/>
                  <a:moveTo>
                    <a:pt x="9726" y="3768"/>
                  </a:moveTo>
                  <a:cubicBezTo>
                    <a:pt x="9692" y="3768"/>
                    <a:pt x="9624" y="3768"/>
                    <a:pt x="9624" y="3836"/>
                  </a:cubicBezTo>
                  <a:cubicBezTo>
                    <a:pt x="9590" y="3870"/>
                    <a:pt x="9624" y="3905"/>
                    <a:pt x="9658" y="3939"/>
                  </a:cubicBezTo>
                  <a:lnTo>
                    <a:pt x="9760" y="3973"/>
                  </a:lnTo>
                  <a:lnTo>
                    <a:pt x="9794" y="3973"/>
                  </a:lnTo>
                  <a:cubicBezTo>
                    <a:pt x="9828" y="3973"/>
                    <a:pt x="9863" y="3973"/>
                    <a:pt x="9897" y="3939"/>
                  </a:cubicBezTo>
                  <a:cubicBezTo>
                    <a:pt x="9897" y="3870"/>
                    <a:pt x="9863" y="3836"/>
                    <a:pt x="9828" y="3802"/>
                  </a:cubicBezTo>
                  <a:lnTo>
                    <a:pt x="9726" y="3768"/>
                  </a:lnTo>
                  <a:close/>
                  <a:moveTo>
                    <a:pt x="10681" y="4143"/>
                  </a:moveTo>
                  <a:cubicBezTo>
                    <a:pt x="10647" y="4143"/>
                    <a:pt x="10579" y="4143"/>
                    <a:pt x="10579" y="4212"/>
                  </a:cubicBezTo>
                  <a:cubicBezTo>
                    <a:pt x="10545" y="4246"/>
                    <a:pt x="10579" y="4280"/>
                    <a:pt x="10613" y="4314"/>
                  </a:cubicBezTo>
                  <a:lnTo>
                    <a:pt x="10750" y="4348"/>
                  </a:lnTo>
                  <a:cubicBezTo>
                    <a:pt x="10784" y="4348"/>
                    <a:pt x="10818" y="4348"/>
                    <a:pt x="10852" y="4314"/>
                  </a:cubicBezTo>
                  <a:cubicBezTo>
                    <a:pt x="10852" y="4246"/>
                    <a:pt x="10852" y="4212"/>
                    <a:pt x="10784" y="4178"/>
                  </a:cubicBezTo>
                  <a:lnTo>
                    <a:pt x="10681" y="4143"/>
                  </a:lnTo>
                  <a:close/>
                  <a:moveTo>
                    <a:pt x="11637" y="4519"/>
                  </a:moveTo>
                  <a:cubicBezTo>
                    <a:pt x="11603" y="4519"/>
                    <a:pt x="11569" y="4519"/>
                    <a:pt x="11535" y="4553"/>
                  </a:cubicBezTo>
                  <a:cubicBezTo>
                    <a:pt x="11535" y="4621"/>
                    <a:pt x="11535" y="4655"/>
                    <a:pt x="11603" y="4689"/>
                  </a:cubicBezTo>
                  <a:lnTo>
                    <a:pt x="11705" y="4724"/>
                  </a:lnTo>
                  <a:lnTo>
                    <a:pt x="11739" y="4724"/>
                  </a:lnTo>
                  <a:cubicBezTo>
                    <a:pt x="11773" y="4724"/>
                    <a:pt x="11808" y="4689"/>
                    <a:pt x="11808" y="4655"/>
                  </a:cubicBezTo>
                  <a:cubicBezTo>
                    <a:pt x="11808" y="4621"/>
                    <a:pt x="11808" y="4587"/>
                    <a:pt x="11773" y="4553"/>
                  </a:cubicBezTo>
                  <a:lnTo>
                    <a:pt x="11637" y="4519"/>
                  </a:lnTo>
                  <a:close/>
                  <a:moveTo>
                    <a:pt x="12574" y="4880"/>
                  </a:moveTo>
                  <a:cubicBezTo>
                    <a:pt x="12538" y="4880"/>
                    <a:pt x="12514" y="4904"/>
                    <a:pt x="12490" y="4928"/>
                  </a:cubicBezTo>
                  <a:cubicBezTo>
                    <a:pt x="12490" y="4997"/>
                    <a:pt x="12490" y="5031"/>
                    <a:pt x="12558" y="5065"/>
                  </a:cubicBezTo>
                  <a:lnTo>
                    <a:pt x="12661" y="5099"/>
                  </a:lnTo>
                  <a:lnTo>
                    <a:pt x="12695" y="5099"/>
                  </a:lnTo>
                  <a:cubicBezTo>
                    <a:pt x="12729" y="5099"/>
                    <a:pt x="12763" y="5065"/>
                    <a:pt x="12763" y="5031"/>
                  </a:cubicBezTo>
                  <a:cubicBezTo>
                    <a:pt x="12797" y="4997"/>
                    <a:pt x="12763" y="4962"/>
                    <a:pt x="12729" y="4928"/>
                  </a:cubicBezTo>
                  <a:lnTo>
                    <a:pt x="12626" y="4894"/>
                  </a:lnTo>
                  <a:cubicBezTo>
                    <a:pt x="12606" y="4884"/>
                    <a:pt x="12589" y="4880"/>
                    <a:pt x="12574" y="4880"/>
                  </a:cubicBezTo>
                  <a:close/>
                  <a:moveTo>
                    <a:pt x="13530" y="5255"/>
                  </a:moveTo>
                  <a:cubicBezTo>
                    <a:pt x="13494" y="5255"/>
                    <a:pt x="13470" y="5280"/>
                    <a:pt x="13445" y="5304"/>
                  </a:cubicBezTo>
                  <a:cubicBezTo>
                    <a:pt x="13445" y="5372"/>
                    <a:pt x="13480" y="5406"/>
                    <a:pt x="13514" y="5406"/>
                  </a:cubicBezTo>
                  <a:lnTo>
                    <a:pt x="13616" y="5474"/>
                  </a:lnTo>
                  <a:lnTo>
                    <a:pt x="13650" y="5474"/>
                  </a:lnTo>
                  <a:cubicBezTo>
                    <a:pt x="13684" y="5474"/>
                    <a:pt x="13718" y="5440"/>
                    <a:pt x="13718" y="5406"/>
                  </a:cubicBezTo>
                  <a:cubicBezTo>
                    <a:pt x="13753" y="5372"/>
                    <a:pt x="13718" y="5338"/>
                    <a:pt x="13684" y="5304"/>
                  </a:cubicBezTo>
                  <a:lnTo>
                    <a:pt x="13582" y="5270"/>
                  </a:lnTo>
                  <a:cubicBezTo>
                    <a:pt x="13562" y="5260"/>
                    <a:pt x="13545" y="5255"/>
                    <a:pt x="13530" y="5255"/>
                  </a:cubicBezTo>
                  <a:close/>
                  <a:moveTo>
                    <a:pt x="14501" y="5631"/>
                  </a:moveTo>
                  <a:cubicBezTo>
                    <a:pt x="14469" y="5631"/>
                    <a:pt x="14435" y="5655"/>
                    <a:pt x="14435" y="5679"/>
                  </a:cubicBezTo>
                  <a:cubicBezTo>
                    <a:pt x="14401" y="5713"/>
                    <a:pt x="14435" y="5781"/>
                    <a:pt x="14469" y="5781"/>
                  </a:cubicBezTo>
                  <a:lnTo>
                    <a:pt x="14571" y="5850"/>
                  </a:lnTo>
                  <a:lnTo>
                    <a:pt x="14606" y="5850"/>
                  </a:lnTo>
                  <a:cubicBezTo>
                    <a:pt x="14640" y="5850"/>
                    <a:pt x="14674" y="5815"/>
                    <a:pt x="14674" y="5781"/>
                  </a:cubicBezTo>
                  <a:cubicBezTo>
                    <a:pt x="14708" y="5747"/>
                    <a:pt x="14674" y="5679"/>
                    <a:pt x="14640" y="5679"/>
                  </a:cubicBezTo>
                  <a:lnTo>
                    <a:pt x="14537" y="5645"/>
                  </a:lnTo>
                  <a:cubicBezTo>
                    <a:pt x="14527" y="5635"/>
                    <a:pt x="14514" y="5631"/>
                    <a:pt x="14501" y="5631"/>
                  </a:cubicBezTo>
                  <a:close/>
                  <a:moveTo>
                    <a:pt x="15457" y="6006"/>
                  </a:moveTo>
                  <a:cubicBezTo>
                    <a:pt x="15425" y="6006"/>
                    <a:pt x="15390" y="6030"/>
                    <a:pt x="15390" y="6054"/>
                  </a:cubicBezTo>
                  <a:cubicBezTo>
                    <a:pt x="15356" y="6088"/>
                    <a:pt x="15390" y="6157"/>
                    <a:pt x="15425" y="6157"/>
                  </a:cubicBezTo>
                  <a:lnTo>
                    <a:pt x="15527" y="6191"/>
                  </a:lnTo>
                  <a:cubicBezTo>
                    <a:pt x="15561" y="6225"/>
                    <a:pt x="15561" y="6225"/>
                    <a:pt x="15561" y="6225"/>
                  </a:cubicBezTo>
                  <a:cubicBezTo>
                    <a:pt x="15595" y="6225"/>
                    <a:pt x="15629" y="6191"/>
                    <a:pt x="15663" y="6157"/>
                  </a:cubicBezTo>
                  <a:cubicBezTo>
                    <a:pt x="15663" y="6123"/>
                    <a:pt x="15629" y="6054"/>
                    <a:pt x="15595" y="6054"/>
                  </a:cubicBezTo>
                  <a:lnTo>
                    <a:pt x="15493" y="6020"/>
                  </a:lnTo>
                  <a:cubicBezTo>
                    <a:pt x="15483" y="6010"/>
                    <a:pt x="15470" y="6006"/>
                    <a:pt x="15457" y="6006"/>
                  </a:cubicBezTo>
                  <a:close/>
                  <a:moveTo>
                    <a:pt x="16448" y="6361"/>
                  </a:moveTo>
                  <a:cubicBezTo>
                    <a:pt x="16414" y="6361"/>
                    <a:pt x="16346" y="6396"/>
                    <a:pt x="16346" y="6430"/>
                  </a:cubicBezTo>
                  <a:cubicBezTo>
                    <a:pt x="16346" y="6464"/>
                    <a:pt x="16346" y="6532"/>
                    <a:pt x="16380" y="6532"/>
                  </a:cubicBezTo>
                  <a:lnTo>
                    <a:pt x="16517" y="6566"/>
                  </a:lnTo>
                  <a:cubicBezTo>
                    <a:pt x="16517" y="6566"/>
                    <a:pt x="16517" y="6600"/>
                    <a:pt x="16517" y="6600"/>
                  </a:cubicBezTo>
                  <a:cubicBezTo>
                    <a:pt x="16551" y="6600"/>
                    <a:pt x="16585" y="6566"/>
                    <a:pt x="16619" y="6532"/>
                  </a:cubicBezTo>
                  <a:cubicBezTo>
                    <a:pt x="16619" y="6498"/>
                    <a:pt x="16619" y="6430"/>
                    <a:pt x="16551" y="6430"/>
                  </a:cubicBezTo>
                  <a:lnTo>
                    <a:pt x="16448" y="6361"/>
                  </a:lnTo>
                  <a:close/>
                  <a:moveTo>
                    <a:pt x="17404" y="6737"/>
                  </a:moveTo>
                  <a:cubicBezTo>
                    <a:pt x="17370" y="6737"/>
                    <a:pt x="17335" y="6737"/>
                    <a:pt x="17301" y="6805"/>
                  </a:cubicBezTo>
                  <a:cubicBezTo>
                    <a:pt x="17301" y="6839"/>
                    <a:pt x="17301" y="6873"/>
                    <a:pt x="17370" y="6907"/>
                  </a:cubicBezTo>
                  <a:lnTo>
                    <a:pt x="17472" y="6942"/>
                  </a:lnTo>
                  <a:lnTo>
                    <a:pt x="17506" y="6942"/>
                  </a:lnTo>
                  <a:cubicBezTo>
                    <a:pt x="17540" y="6942"/>
                    <a:pt x="17574" y="6942"/>
                    <a:pt x="17574" y="6907"/>
                  </a:cubicBezTo>
                  <a:cubicBezTo>
                    <a:pt x="17608" y="6839"/>
                    <a:pt x="17574" y="6805"/>
                    <a:pt x="17540" y="6771"/>
                  </a:cubicBezTo>
                  <a:lnTo>
                    <a:pt x="17404" y="6737"/>
                  </a:lnTo>
                  <a:close/>
                  <a:moveTo>
                    <a:pt x="18393" y="7112"/>
                  </a:moveTo>
                  <a:cubicBezTo>
                    <a:pt x="18325" y="7112"/>
                    <a:pt x="18291" y="7112"/>
                    <a:pt x="18257" y="7180"/>
                  </a:cubicBezTo>
                  <a:cubicBezTo>
                    <a:pt x="18257" y="7215"/>
                    <a:pt x="18257" y="7249"/>
                    <a:pt x="18325" y="7283"/>
                  </a:cubicBezTo>
                  <a:lnTo>
                    <a:pt x="18427" y="7317"/>
                  </a:lnTo>
                  <a:lnTo>
                    <a:pt x="18462" y="7317"/>
                  </a:lnTo>
                  <a:cubicBezTo>
                    <a:pt x="18496" y="7317"/>
                    <a:pt x="18530" y="7317"/>
                    <a:pt x="18530" y="7283"/>
                  </a:cubicBezTo>
                  <a:cubicBezTo>
                    <a:pt x="18564" y="7215"/>
                    <a:pt x="18530" y="7180"/>
                    <a:pt x="18496" y="7146"/>
                  </a:cubicBezTo>
                  <a:lnTo>
                    <a:pt x="18393" y="7112"/>
                  </a:lnTo>
                  <a:close/>
                  <a:moveTo>
                    <a:pt x="19349" y="7488"/>
                  </a:moveTo>
                  <a:cubicBezTo>
                    <a:pt x="19280" y="7488"/>
                    <a:pt x="19246" y="7488"/>
                    <a:pt x="19246" y="7522"/>
                  </a:cubicBezTo>
                  <a:cubicBezTo>
                    <a:pt x="19212" y="7590"/>
                    <a:pt x="19246" y="7624"/>
                    <a:pt x="19280" y="7658"/>
                  </a:cubicBezTo>
                  <a:lnTo>
                    <a:pt x="19383" y="7692"/>
                  </a:lnTo>
                  <a:lnTo>
                    <a:pt x="19417" y="7692"/>
                  </a:lnTo>
                  <a:cubicBezTo>
                    <a:pt x="19451" y="7692"/>
                    <a:pt x="19485" y="7658"/>
                    <a:pt x="19485" y="7624"/>
                  </a:cubicBezTo>
                  <a:cubicBezTo>
                    <a:pt x="19519" y="7590"/>
                    <a:pt x="19485" y="7556"/>
                    <a:pt x="19451" y="7522"/>
                  </a:cubicBezTo>
                  <a:lnTo>
                    <a:pt x="19349" y="7488"/>
                  </a:lnTo>
                  <a:close/>
                  <a:moveTo>
                    <a:pt x="20268" y="7849"/>
                  </a:moveTo>
                  <a:cubicBezTo>
                    <a:pt x="20236" y="7849"/>
                    <a:pt x="20202" y="7873"/>
                    <a:pt x="20202" y="7897"/>
                  </a:cubicBezTo>
                  <a:cubicBezTo>
                    <a:pt x="20168" y="7965"/>
                    <a:pt x="20202" y="7999"/>
                    <a:pt x="20236" y="8033"/>
                  </a:cubicBezTo>
                  <a:lnTo>
                    <a:pt x="20338" y="8068"/>
                  </a:lnTo>
                  <a:lnTo>
                    <a:pt x="20372" y="8068"/>
                  </a:lnTo>
                  <a:cubicBezTo>
                    <a:pt x="20407" y="8068"/>
                    <a:pt x="20441" y="8033"/>
                    <a:pt x="20475" y="7999"/>
                  </a:cubicBezTo>
                  <a:cubicBezTo>
                    <a:pt x="20475" y="7965"/>
                    <a:pt x="20441" y="7931"/>
                    <a:pt x="20407" y="7897"/>
                  </a:cubicBezTo>
                  <a:lnTo>
                    <a:pt x="20304" y="7863"/>
                  </a:lnTo>
                  <a:cubicBezTo>
                    <a:pt x="20294" y="7853"/>
                    <a:pt x="20281" y="7849"/>
                    <a:pt x="20268" y="7849"/>
                  </a:cubicBezTo>
                  <a:close/>
                  <a:moveTo>
                    <a:pt x="21223" y="8224"/>
                  </a:moveTo>
                  <a:cubicBezTo>
                    <a:pt x="21191" y="8224"/>
                    <a:pt x="21157" y="8248"/>
                    <a:pt x="21157" y="8272"/>
                  </a:cubicBezTo>
                  <a:cubicBezTo>
                    <a:pt x="21123" y="8306"/>
                    <a:pt x="21157" y="8375"/>
                    <a:pt x="21191" y="8375"/>
                  </a:cubicBezTo>
                  <a:lnTo>
                    <a:pt x="21294" y="8443"/>
                  </a:lnTo>
                  <a:lnTo>
                    <a:pt x="21328" y="8443"/>
                  </a:lnTo>
                  <a:cubicBezTo>
                    <a:pt x="21362" y="8443"/>
                    <a:pt x="21396" y="8409"/>
                    <a:pt x="21430" y="8375"/>
                  </a:cubicBezTo>
                  <a:cubicBezTo>
                    <a:pt x="21430" y="8341"/>
                    <a:pt x="21430" y="8272"/>
                    <a:pt x="21362" y="8272"/>
                  </a:cubicBezTo>
                  <a:lnTo>
                    <a:pt x="21260" y="8238"/>
                  </a:lnTo>
                  <a:cubicBezTo>
                    <a:pt x="21250" y="8228"/>
                    <a:pt x="21237" y="8224"/>
                    <a:pt x="21223" y="8224"/>
                  </a:cubicBezTo>
                  <a:close/>
                  <a:moveTo>
                    <a:pt x="22185" y="8599"/>
                  </a:moveTo>
                  <a:cubicBezTo>
                    <a:pt x="22161" y="8599"/>
                    <a:pt x="22137" y="8624"/>
                    <a:pt x="22113" y="8648"/>
                  </a:cubicBezTo>
                  <a:cubicBezTo>
                    <a:pt x="22113" y="8682"/>
                    <a:pt x="22113" y="8750"/>
                    <a:pt x="22181" y="8750"/>
                  </a:cubicBezTo>
                  <a:lnTo>
                    <a:pt x="22283" y="8784"/>
                  </a:lnTo>
                  <a:cubicBezTo>
                    <a:pt x="22283" y="8818"/>
                    <a:pt x="22283" y="8818"/>
                    <a:pt x="22317" y="8818"/>
                  </a:cubicBezTo>
                  <a:cubicBezTo>
                    <a:pt x="22352" y="8818"/>
                    <a:pt x="22386" y="8784"/>
                    <a:pt x="22386" y="8750"/>
                  </a:cubicBezTo>
                  <a:cubicBezTo>
                    <a:pt x="22386" y="8716"/>
                    <a:pt x="22386" y="8648"/>
                    <a:pt x="22317" y="8648"/>
                  </a:cubicBezTo>
                  <a:lnTo>
                    <a:pt x="22215" y="8614"/>
                  </a:lnTo>
                  <a:cubicBezTo>
                    <a:pt x="22205" y="8604"/>
                    <a:pt x="22195" y="8599"/>
                    <a:pt x="22185" y="8599"/>
                  </a:cubicBezTo>
                  <a:close/>
                  <a:moveTo>
                    <a:pt x="23205" y="8955"/>
                  </a:moveTo>
                  <a:cubicBezTo>
                    <a:pt x="23136" y="8955"/>
                    <a:pt x="23102" y="8989"/>
                    <a:pt x="23068" y="9023"/>
                  </a:cubicBezTo>
                  <a:cubicBezTo>
                    <a:pt x="23068" y="9057"/>
                    <a:pt x="23068" y="9125"/>
                    <a:pt x="23136" y="9125"/>
                  </a:cubicBezTo>
                  <a:lnTo>
                    <a:pt x="23239" y="9160"/>
                  </a:lnTo>
                  <a:lnTo>
                    <a:pt x="23273" y="9160"/>
                  </a:lnTo>
                  <a:cubicBezTo>
                    <a:pt x="23307" y="9160"/>
                    <a:pt x="23341" y="9160"/>
                    <a:pt x="23341" y="9125"/>
                  </a:cubicBezTo>
                  <a:cubicBezTo>
                    <a:pt x="23375" y="9091"/>
                    <a:pt x="23341" y="9023"/>
                    <a:pt x="23307" y="9023"/>
                  </a:cubicBezTo>
                  <a:lnTo>
                    <a:pt x="23205" y="8955"/>
                  </a:lnTo>
                  <a:close/>
                  <a:moveTo>
                    <a:pt x="24160" y="9330"/>
                  </a:moveTo>
                  <a:cubicBezTo>
                    <a:pt x="24092" y="9330"/>
                    <a:pt x="24058" y="9330"/>
                    <a:pt x="24024" y="9398"/>
                  </a:cubicBezTo>
                  <a:cubicBezTo>
                    <a:pt x="24024" y="9433"/>
                    <a:pt x="24058" y="9467"/>
                    <a:pt x="24092" y="9501"/>
                  </a:cubicBezTo>
                  <a:lnTo>
                    <a:pt x="24194" y="9535"/>
                  </a:lnTo>
                  <a:lnTo>
                    <a:pt x="24228" y="9535"/>
                  </a:lnTo>
                  <a:cubicBezTo>
                    <a:pt x="24262" y="9535"/>
                    <a:pt x="24297" y="9535"/>
                    <a:pt x="24297" y="9501"/>
                  </a:cubicBezTo>
                  <a:cubicBezTo>
                    <a:pt x="24331" y="9433"/>
                    <a:pt x="24297" y="9398"/>
                    <a:pt x="24262" y="9364"/>
                  </a:cubicBezTo>
                  <a:lnTo>
                    <a:pt x="24160" y="9330"/>
                  </a:lnTo>
                  <a:close/>
                  <a:moveTo>
                    <a:pt x="25116" y="9706"/>
                  </a:moveTo>
                  <a:cubicBezTo>
                    <a:pt x="25081" y="9706"/>
                    <a:pt x="25013" y="9706"/>
                    <a:pt x="25013" y="9774"/>
                  </a:cubicBezTo>
                  <a:cubicBezTo>
                    <a:pt x="24979" y="9808"/>
                    <a:pt x="25013" y="9842"/>
                    <a:pt x="25047" y="9876"/>
                  </a:cubicBezTo>
                  <a:lnTo>
                    <a:pt x="25150" y="9910"/>
                  </a:lnTo>
                  <a:lnTo>
                    <a:pt x="25184" y="9910"/>
                  </a:lnTo>
                  <a:cubicBezTo>
                    <a:pt x="25218" y="9910"/>
                    <a:pt x="25252" y="9910"/>
                    <a:pt x="25252" y="9876"/>
                  </a:cubicBezTo>
                  <a:cubicBezTo>
                    <a:pt x="25286" y="9808"/>
                    <a:pt x="25252" y="9774"/>
                    <a:pt x="25218" y="9740"/>
                  </a:cubicBezTo>
                  <a:lnTo>
                    <a:pt x="25116" y="9706"/>
                  </a:lnTo>
                  <a:close/>
                  <a:moveTo>
                    <a:pt x="26035" y="10067"/>
                  </a:moveTo>
                  <a:cubicBezTo>
                    <a:pt x="26003" y="10067"/>
                    <a:pt x="25969" y="10091"/>
                    <a:pt x="25969" y="10115"/>
                  </a:cubicBezTo>
                  <a:cubicBezTo>
                    <a:pt x="25934" y="10183"/>
                    <a:pt x="25969" y="10217"/>
                    <a:pt x="26003" y="10251"/>
                  </a:cubicBezTo>
                  <a:lnTo>
                    <a:pt x="26105" y="10286"/>
                  </a:lnTo>
                  <a:lnTo>
                    <a:pt x="26139" y="10286"/>
                  </a:lnTo>
                  <a:cubicBezTo>
                    <a:pt x="26173" y="10286"/>
                    <a:pt x="26207" y="10251"/>
                    <a:pt x="26242" y="10217"/>
                  </a:cubicBezTo>
                  <a:cubicBezTo>
                    <a:pt x="26242" y="10183"/>
                    <a:pt x="26207" y="10149"/>
                    <a:pt x="26173" y="10115"/>
                  </a:cubicBezTo>
                  <a:lnTo>
                    <a:pt x="26071" y="10081"/>
                  </a:lnTo>
                  <a:cubicBezTo>
                    <a:pt x="26061" y="10071"/>
                    <a:pt x="26048" y="10067"/>
                    <a:pt x="26035" y="10067"/>
                  </a:cubicBezTo>
                  <a:close/>
                  <a:moveTo>
                    <a:pt x="26990" y="10442"/>
                  </a:moveTo>
                  <a:cubicBezTo>
                    <a:pt x="26958" y="10442"/>
                    <a:pt x="26924" y="10466"/>
                    <a:pt x="26924" y="10490"/>
                  </a:cubicBezTo>
                  <a:cubicBezTo>
                    <a:pt x="26890" y="10559"/>
                    <a:pt x="26924" y="10593"/>
                    <a:pt x="26958" y="10627"/>
                  </a:cubicBezTo>
                  <a:lnTo>
                    <a:pt x="27061" y="10661"/>
                  </a:lnTo>
                  <a:lnTo>
                    <a:pt x="27095" y="10661"/>
                  </a:lnTo>
                  <a:cubicBezTo>
                    <a:pt x="27129" y="10661"/>
                    <a:pt x="27163" y="10627"/>
                    <a:pt x="27197" y="10593"/>
                  </a:cubicBezTo>
                  <a:cubicBezTo>
                    <a:pt x="27197" y="10559"/>
                    <a:pt x="27197" y="10524"/>
                    <a:pt x="27129" y="10490"/>
                  </a:cubicBezTo>
                  <a:lnTo>
                    <a:pt x="27026" y="10456"/>
                  </a:lnTo>
                  <a:cubicBezTo>
                    <a:pt x="27016" y="10446"/>
                    <a:pt x="27003" y="10442"/>
                    <a:pt x="26990" y="10442"/>
                  </a:cubicBezTo>
                  <a:close/>
                  <a:moveTo>
                    <a:pt x="27952" y="10817"/>
                  </a:moveTo>
                  <a:cubicBezTo>
                    <a:pt x="27928" y="10817"/>
                    <a:pt x="27904" y="10842"/>
                    <a:pt x="27879" y="10866"/>
                  </a:cubicBezTo>
                  <a:cubicBezTo>
                    <a:pt x="27879" y="10900"/>
                    <a:pt x="27879" y="10968"/>
                    <a:pt x="27948" y="10968"/>
                  </a:cubicBezTo>
                  <a:lnTo>
                    <a:pt x="28050" y="11036"/>
                  </a:lnTo>
                  <a:lnTo>
                    <a:pt x="28084" y="11036"/>
                  </a:lnTo>
                  <a:cubicBezTo>
                    <a:pt x="28118" y="11036"/>
                    <a:pt x="28152" y="11002"/>
                    <a:pt x="28152" y="10968"/>
                  </a:cubicBezTo>
                  <a:cubicBezTo>
                    <a:pt x="28152" y="10934"/>
                    <a:pt x="28152" y="10866"/>
                    <a:pt x="28084" y="10866"/>
                  </a:cubicBezTo>
                  <a:lnTo>
                    <a:pt x="27982" y="10832"/>
                  </a:lnTo>
                  <a:cubicBezTo>
                    <a:pt x="27972" y="10822"/>
                    <a:pt x="27962" y="10817"/>
                    <a:pt x="27952" y="10817"/>
                  </a:cubicBezTo>
                  <a:close/>
                  <a:moveTo>
                    <a:pt x="28919" y="11193"/>
                  </a:moveTo>
                  <a:cubicBezTo>
                    <a:pt x="28883" y="11193"/>
                    <a:pt x="28859" y="11217"/>
                    <a:pt x="28835" y="11241"/>
                  </a:cubicBezTo>
                  <a:cubicBezTo>
                    <a:pt x="28835" y="11275"/>
                    <a:pt x="28835" y="11343"/>
                    <a:pt x="28903" y="11343"/>
                  </a:cubicBezTo>
                  <a:lnTo>
                    <a:pt x="29006" y="11412"/>
                  </a:lnTo>
                  <a:lnTo>
                    <a:pt x="29040" y="11412"/>
                  </a:lnTo>
                  <a:cubicBezTo>
                    <a:pt x="29074" y="11412"/>
                    <a:pt x="29108" y="11378"/>
                    <a:pt x="29108" y="11343"/>
                  </a:cubicBezTo>
                  <a:cubicBezTo>
                    <a:pt x="29142" y="11309"/>
                    <a:pt x="29108" y="11241"/>
                    <a:pt x="29074" y="11241"/>
                  </a:cubicBezTo>
                  <a:lnTo>
                    <a:pt x="28971" y="11207"/>
                  </a:lnTo>
                  <a:cubicBezTo>
                    <a:pt x="28951" y="11197"/>
                    <a:pt x="28934" y="11193"/>
                    <a:pt x="28919" y="11193"/>
                  </a:cubicBezTo>
                  <a:close/>
                  <a:moveTo>
                    <a:pt x="29875" y="11568"/>
                  </a:moveTo>
                  <a:cubicBezTo>
                    <a:pt x="29839" y="11568"/>
                    <a:pt x="29814" y="11592"/>
                    <a:pt x="29790" y="11616"/>
                  </a:cubicBezTo>
                  <a:cubicBezTo>
                    <a:pt x="29790" y="11651"/>
                    <a:pt x="29824" y="11719"/>
                    <a:pt x="29859" y="11719"/>
                  </a:cubicBezTo>
                  <a:lnTo>
                    <a:pt x="29961" y="11753"/>
                  </a:lnTo>
                  <a:cubicBezTo>
                    <a:pt x="29961" y="11787"/>
                    <a:pt x="29995" y="11787"/>
                    <a:pt x="29995" y="11787"/>
                  </a:cubicBezTo>
                  <a:cubicBezTo>
                    <a:pt x="30029" y="11787"/>
                    <a:pt x="30063" y="11753"/>
                    <a:pt x="30063" y="11719"/>
                  </a:cubicBezTo>
                  <a:cubicBezTo>
                    <a:pt x="30097" y="11685"/>
                    <a:pt x="30063" y="11616"/>
                    <a:pt x="30029" y="11616"/>
                  </a:cubicBezTo>
                  <a:lnTo>
                    <a:pt x="29927" y="11582"/>
                  </a:lnTo>
                  <a:cubicBezTo>
                    <a:pt x="29907" y="11572"/>
                    <a:pt x="29890" y="11568"/>
                    <a:pt x="29875" y="11568"/>
                  </a:cubicBezTo>
                  <a:close/>
                  <a:moveTo>
                    <a:pt x="30882" y="11924"/>
                  </a:moveTo>
                  <a:cubicBezTo>
                    <a:pt x="30848" y="11924"/>
                    <a:pt x="30780" y="11958"/>
                    <a:pt x="30780" y="11992"/>
                  </a:cubicBezTo>
                  <a:cubicBezTo>
                    <a:pt x="30746" y="12026"/>
                    <a:pt x="30780" y="12094"/>
                    <a:pt x="30814" y="12094"/>
                  </a:cubicBezTo>
                  <a:lnTo>
                    <a:pt x="30916" y="12128"/>
                  </a:lnTo>
                  <a:cubicBezTo>
                    <a:pt x="30916" y="12162"/>
                    <a:pt x="30951" y="12162"/>
                    <a:pt x="30951" y="12162"/>
                  </a:cubicBezTo>
                  <a:cubicBezTo>
                    <a:pt x="30985" y="12162"/>
                    <a:pt x="31019" y="12128"/>
                    <a:pt x="31019" y="12094"/>
                  </a:cubicBezTo>
                  <a:cubicBezTo>
                    <a:pt x="31053" y="12060"/>
                    <a:pt x="31019" y="11992"/>
                    <a:pt x="30985" y="11992"/>
                  </a:cubicBezTo>
                  <a:lnTo>
                    <a:pt x="30882" y="11924"/>
                  </a:lnTo>
                  <a:close/>
                  <a:moveTo>
                    <a:pt x="31838" y="12299"/>
                  </a:moveTo>
                  <a:cubicBezTo>
                    <a:pt x="31804" y="12299"/>
                    <a:pt x="31735" y="12333"/>
                    <a:pt x="31735" y="12367"/>
                  </a:cubicBezTo>
                  <a:cubicBezTo>
                    <a:pt x="31701" y="12401"/>
                    <a:pt x="31735" y="12469"/>
                    <a:pt x="31769" y="12469"/>
                  </a:cubicBezTo>
                  <a:lnTo>
                    <a:pt x="31872" y="12504"/>
                  </a:lnTo>
                  <a:cubicBezTo>
                    <a:pt x="31906" y="12504"/>
                    <a:pt x="31906" y="12538"/>
                    <a:pt x="31906" y="12538"/>
                  </a:cubicBezTo>
                  <a:cubicBezTo>
                    <a:pt x="31940" y="12538"/>
                    <a:pt x="31974" y="12504"/>
                    <a:pt x="31974" y="12469"/>
                  </a:cubicBezTo>
                  <a:cubicBezTo>
                    <a:pt x="32008" y="12435"/>
                    <a:pt x="31974" y="12367"/>
                    <a:pt x="31940" y="12367"/>
                  </a:cubicBezTo>
                  <a:lnTo>
                    <a:pt x="31838" y="12299"/>
                  </a:lnTo>
                  <a:close/>
                  <a:moveTo>
                    <a:pt x="32793" y="12674"/>
                  </a:moveTo>
                  <a:cubicBezTo>
                    <a:pt x="32759" y="12674"/>
                    <a:pt x="32691" y="12674"/>
                    <a:pt x="32691" y="12742"/>
                  </a:cubicBezTo>
                  <a:cubicBezTo>
                    <a:pt x="32657" y="12777"/>
                    <a:pt x="32691" y="12845"/>
                    <a:pt x="32725" y="12845"/>
                  </a:cubicBezTo>
                  <a:lnTo>
                    <a:pt x="32827" y="12879"/>
                  </a:lnTo>
                  <a:lnTo>
                    <a:pt x="32861" y="12879"/>
                  </a:lnTo>
                  <a:cubicBezTo>
                    <a:pt x="32896" y="12879"/>
                    <a:pt x="32930" y="12879"/>
                    <a:pt x="32964" y="12845"/>
                  </a:cubicBezTo>
                  <a:cubicBezTo>
                    <a:pt x="32964" y="12811"/>
                    <a:pt x="32930" y="12742"/>
                    <a:pt x="32896" y="12742"/>
                  </a:cubicBezTo>
                  <a:lnTo>
                    <a:pt x="32793" y="12674"/>
                  </a:lnTo>
                  <a:close/>
                  <a:moveTo>
                    <a:pt x="33749" y="13050"/>
                  </a:moveTo>
                  <a:cubicBezTo>
                    <a:pt x="33715" y="13050"/>
                    <a:pt x="33646" y="13050"/>
                    <a:pt x="33646" y="13118"/>
                  </a:cubicBezTo>
                  <a:cubicBezTo>
                    <a:pt x="33612" y="13152"/>
                    <a:pt x="33646" y="13220"/>
                    <a:pt x="33680" y="13220"/>
                  </a:cubicBezTo>
                  <a:lnTo>
                    <a:pt x="33783" y="13254"/>
                  </a:lnTo>
                  <a:lnTo>
                    <a:pt x="33817" y="13254"/>
                  </a:lnTo>
                  <a:cubicBezTo>
                    <a:pt x="33851" y="13254"/>
                    <a:pt x="33885" y="13254"/>
                    <a:pt x="33919" y="13220"/>
                  </a:cubicBezTo>
                  <a:cubicBezTo>
                    <a:pt x="33919" y="13186"/>
                    <a:pt x="33919" y="13118"/>
                    <a:pt x="33851" y="13118"/>
                  </a:cubicBezTo>
                  <a:lnTo>
                    <a:pt x="33749" y="13050"/>
                  </a:lnTo>
                  <a:close/>
                  <a:moveTo>
                    <a:pt x="34704" y="13425"/>
                  </a:moveTo>
                  <a:cubicBezTo>
                    <a:pt x="34670" y="13425"/>
                    <a:pt x="34636" y="13425"/>
                    <a:pt x="34602" y="13493"/>
                  </a:cubicBezTo>
                  <a:cubicBezTo>
                    <a:pt x="34602" y="13527"/>
                    <a:pt x="34602" y="13596"/>
                    <a:pt x="34636" y="13596"/>
                  </a:cubicBezTo>
                  <a:lnTo>
                    <a:pt x="34772" y="13630"/>
                  </a:lnTo>
                  <a:lnTo>
                    <a:pt x="34806" y="13630"/>
                  </a:lnTo>
                  <a:cubicBezTo>
                    <a:pt x="34841" y="13630"/>
                    <a:pt x="34841" y="13630"/>
                    <a:pt x="34875" y="13596"/>
                  </a:cubicBezTo>
                  <a:cubicBezTo>
                    <a:pt x="34875" y="13561"/>
                    <a:pt x="34875" y="13493"/>
                    <a:pt x="34806" y="13493"/>
                  </a:cubicBezTo>
                  <a:lnTo>
                    <a:pt x="34704" y="13425"/>
                  </a:lnTo>
                  <a:close/>
                  <a:moveTo>
                    <a:pt x="35660" y="13800"/>
                  </a:moveTo>
                  <a:cubicBezTo>
                    <a:pt x="35625" y="13800"/>
                    <a:pt x="35591" y="13800"/>
                    <a:pt x="35557" y="13869"/>
                  </a:cubicBezTo>
                  <a:cubicBezTo>
                    <a:pt x="35557" y="13903"/>
                    <a:pt x="35557" y="13971"/>
                    <a:pt x="35625" y="13971"/>
                  </a:cubicBezTo>
                  <a:lnTo>
                    <a:pt x="35728" y="14005"/>
                  </a:lnTo>
                  <a:lnTo>
                    <a:pt x="35762" y="14005"/>
                  </a:lnTo>
                  <a:cubicBezTo>
                    <a:pt x="35796" y="14005"/>
                    <a:pt x="35830" y="14005"/>
                    <a:pt x="35830" y="13971"/>
                  </a:cubicBezTo>
                  <a:cubicBezTo>
                    <a:pt x="35830" y="13937"/>
                    <a:pt x="35830" y="13869"/>
                    <a:pt x="35796" y="13869"/>
                  </a:cubicBezTo>
                  <a:lnTo>
                    <a:pt x="35660" y="13800"/>
                  </a:lnTo>
                  <a:close/>
                  <a:moveTo>
                    <a:pt x="36649" y="14176"/>
                  </a:moveTo>
                  <a:cubicBezTo>
                    <a:pt x="36581" y="14176"/>
                    <a:pt x="36547" y="14210"/>
                    <a:pt x="36513" y="14244"/>
                  </a:cubicBezTo>
                  <a:cubicBezTo>
                    <a:pt x="36513" y="14278"/>
                    <a:pt x="36513" y="14346"/>
                    <a:pt x="36581" y="14346"/>
                  </a:cubicBezTo>
                  <a:lnTo>
                    <a:pt x="36683" y="14380"/>
                  </a:lnTo>
                  <a:lnTo>
                    <a:pt x="36717" y="14380"/>
                  </a:lnTo>
                  <a:cubicBezTo>
                    <a:pt x="36751" y="14380"/>
                    <a:pt x="36786" y="14380"/>
                    <a:pt x="36786" y="14346"/>
                  </a:cubicBezTo>
                  <a:cubicBezTo>
                    <a:pt x="36820" y="14312"/>
                    <a:pt x="36786" y="14244"/>
                    <a:pt x="36751" y="14244"/>
                  </a:cubicBezTo>
                  <a:lnTo>
                    <a:pt x="36649" y="14176"/>
                  </a:lnTo>
                  <a:close/>
                  <a:moveTo>
                    <a:pt x="37605" y="14551"/>
                  </a:moveTo>
                  <a:cubicBezTo>
                    <a:pt x="37536" y="14551"/>
                    <a:pt x="37502" y="14585"/>
                    <a:pt x="37468" y="14619"/>
                  </a:cubicBezTo>
                  <a:cubicBezTo>
                    <a:pt x="37468" y="14653"/>
                    <a:pt x="37468" y="14722"/>
                    <a:pt x="37536" y="14722"/>
                  </a:cubicBezTo>
                  <a:lnTo>
                    <a:pt x="37639" y="14756"/>
                  </a:lnTo>
                  <a:cubicBezTo>
                    <a:pt x="37639" y="14756"/>
                    <a:pt x="37639" y="14790"/>
                    <a:pt x="37673" y="14790"/>
                  </a:cubicBezTo>
                  <a:cubicBezTo>
                    <a:pt x="37707" y="14790"/>
                    <a:pt x="37741" y="14756"/>
                    <a:pt x="37741" y="14722"/>
                  </a:cubicBezTo>
                  <a:cubicBezTo>
                    <a:pt x="37775" y="14687"/>
                    <a:pt x="37741" y="14619"/>
                    <a:pt x="37707" y="14619"/>
                  </a:cubicBezTo>
                  <a:lnTo>
                    <a:pt x="37605" y="14551"/>
                  </a:lnTo>
                  <a:close/>
                  <a:moveTo>
                    <a:pt x="38508" y="14946"/>
                  </a:moveTo>
                  <a:cubicBezTo>
                    <a:pt x="38472" y="14946"/>
                    <a:pt x="38448" y="14970"/>
                    <a:pt x="38423" y="14995"/>
                  </a:cubicBezTo>
                  <a:cubicBezTo>
                    <a:pt x="38423" y="15029"/>
                    <a:pt x="38458" y="15097"/>
                    <a:pt x="38492" y="15097"/>
                  </a:cubicBezTo>
                  <a:lnTo>
                    <a:pt x="38594" y="15131"/>
                  </a:lnTo>
                  <a:cubicBezTo>
                    <a:pt x="38594" y="15165"/>
                    <a:pt x="38628" y="15165"/>
                    <a:pt x="38628" y="15165"/>
                  </a:cubicBezTo>
                  <a:cubicBezTo>
                    <a:pt x="38662" y="15165"/>
                    <a:pt x="38696" y="15131"/>
                    <a:pt x="38696" y="15097"/>
                  </a:cubicBezTo>
                  <a:cubicBezTo>
                    <a:pt x="38731" y="15063"/>
                    <a:pt x="38696" y="14995"/>
                    <a:pt x="38662" y="14995"/>
                  </a:cubicBezTo>
                  <a:lnTo>
                    <a:pt x="38560" y="14960"/>
                  </a:lnTo>
                  <a:cubicBezTo>
                    <a:pt x="38540" y="14950"/>
                    <a:pt x="38523" y="14946"/>
                    <a:pt x="38508" y="14946"/>
                  </a:cubicBezTo>
                  <a:close/>
                  <a:moveTo>
                    <a:pt x="39463" y="15322"/>
                  </a:moveTo>
                  <a:cubicBezTo>
                    <a:pt x="39427" y="15322"/>
                    <a:pt x="39403" y="15346"/>
                    <a:pt x="39379" y="15370"/>
                  </a:cubicBezTo>
                  <a:cubicBezTo>
                    <a:pt x="39379" y="15404"/>
                    <a:pt x="39413" y="15472"/>
                    <a:pt x="39447" y="15472"/>
                  </a:cubicBezTo>
                  <a:lnTo>
                    <a:pt x="39550" y="15541"/>
                  </a:lnTo>
                  <a:lnTo>
                    <a:pt x="39584" y="15541"/>
                  </a:lnTo>
                  <a:cubicBezTo>
                    <a:pt x="39618" y="15541"/>
                    <a:pt x="39652" y="15506"/>
                    <a:pt x="39652" y="15472"/>
                  </a:cubicBezTo>
                  <a:cubicBezTo>
                    <a:pt x="39686" y="15438"/>
                    <a:pt x="39652" y="15370"/>
                    <a:pt x="39618" y="15370"/>
                  </a:cubicBezTo>
                  <a:lnTo>
                    <a:pt x="39515" y="15336"/>
                  </a:lnTo>
                  <a:cubicBezTo>
                    <a:pt x="39495" y="15326"/>
                    <a:pt x="39478" y="15322"/>
                    <a:pt x="39463" y="15322"/>
                  </a:cubicBezTo>
                  <a:close/>
                  <a:moveTo>
                    <a:pt x="40435" y="15697"/>
                  </a:moveTo>
                  <a:cubicBezTo>
                    <a:pt x="40403" y="15697"/>
                    <a:pt x="40368" y="15721"/>
                    <a:pt x="40368" y="15745"/>
                  </a:cubicBezTo>
                  <a:cubicBezTo>
                    <a:pt x="40334" y="15779"/>
                    <a:pt x="40368" y="15848"/>
                    <a:pt x="40403" y="15848"/>
                  </a:cubicBezTo>
                  <a:lnTo>
                    <a:pt x="40505" y="15916"/>
                  </a:lnTo>
                  <a:lnTo>
                    <a:pt x="40539" y="15916"/>
                  </a:lnTo>
                  <a:cubicBezTo>
                    <a:pt x="40573" y="15916"/>
                    <a:pt x="40607" y="15882"/>
                    <a:pt x="40607" y="15848"/>
                  </a:cubicBezTo>
                  <a:cubicBezTo>
                    <a:pt x="40641" y="15814"/>
                    <a:pt x="40607" y="15779"/>
                    <a:pt x="40573" y="15745"/>
                  </a:cubicBezTo>
                  <a:lnTo>
                    <a:pt x="40471" y="15711"/>
                  </a:lnTo>
                  <a:cubicBezTo>
                    <a:pt x="40461" y="15701"/>
                    <a:pt x="40448" y="15697"/>
                    <a:pt x="40435" y="15697"/>
                  </a:cubicBezTo>
                  <a:close/>
                  <a:moveTo>
                    <a:pt x="41390" y="16072"/>
                  </a:moveTo>
                  <a:cubicBezTo>
                    <a:pt x="41358" y="16072"/>
                    <a:pt x="41324" y="16097"/>
                    <a:pt x="41324" y="16121"/>
                  </a:cubicBezTo>
                  <a:cubicBezTo>
                    <a:pt x="41290" y="16189"/>
                    <a:pt x="41324" y="16223"/>
                    <a:pt x="41358" y="16257"/>
                  </a:cubicBezTo>
                  <a:lnTo>
                    <a:pt x="41460" y="16291"/>
                  </a:lnTo>
                  <a:lnTo>
                    <a:pt x="41495" y="16291"/>
                  </a:lnTo>
                  <a:cubicBezTo>
                    <a:pt x="41529" y="16291"/>
                    <a:pt x="41563" y="16257"/>
                    <a:pt x="41563" y="16223"/>
                  </a:cubicBezTo>
                  <a:cubicBezTo>
                    <a:pt x="41597" y="16189"/>
                    <a:pt x="41563" y="16155"/>
                    <a:pt x="41529" y="16121"/>
                  </a:cubicBezTo>
                  <a:lnTo>
                    <a:pt x="41426" y="16087"/>
                  </a:lnTo>
                  <a:cubicBezTo>
                    <a:pt x="41416" y="16077"/>
                    <a:pt x="41403" y="16072"/>
                    <a:pt x="41390" y="16072"/>
                  </a:cubicBezTo>
                  <a:close/>
                  <a:moveTo>
                    <a:pt x="42382" y="16462"/>
                  </a:moveTo>
                  <a:cubicBezTo>
                    <a:pt x="42348" y="16462"/>
                    <a:pt x="42279" y="16462"/>
                    <a:pt x="42279" y="16530"/>
                  </a:cubicBezTo>
                  <a:cubicBezTo>
                    <a:pt x="42245" y="16564"/>
                    <a:pt x="42279" y="16598"/>
                    <a:pt x="42314" y="16633"/>
                  </a:cubicBezTo>
                  <a:lnTo>
                    <a:pt x="42416" y="16667"/>
                  </a:lnTo>
                  <a:lnTo>
                    <a:pt x="42450" y="16667"/>
                  </a:lnTo>
                  <a:cubicBezTo>
                    <a:pt x="42484" y="16667"/>
                    <a:pt x="42518" y="16667"/>
                    <a:pt x="42518" y="16633"/>
                  </a:cubicBezTo>
                  <a:cubicBezTo>
                    <a:pt x="42552" y="16564"/>
                    <a:pt x="42518" y="16530"/>
                    <a:pt x="42484" y="16496"/>
                  </a:cubicBezTo>
                  <a:lnTo>
                    <a:pt x="42382" y="16462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4" name="Google Shape;1816;p45">
              <a:extLst>
                <a:ext uri="{FF2B5EF4-FFF2-40B4-BE49-F238E27FC236}">
                  <a16:creationId xmlns:a16="http://schemas.microsoft.com/office/drawing/2014/main" id="{84484510-F3DA-54AC-4986-A01EB3F12C16}"/>
                </a:ext>
              </a:extLst>
            </p:cNvPr>
            <p:cNvSpPr/>
            <p:nvPr/>
          </p:nvSpPr>
          <p:spPr>
            <a:xfrm>
              <a:off x="1379288" y="3150213"/>
              <a:ext cx="70755" cy="353618"/>
            </a:xfrm>
            <a:custGeom>
              <a:avLst/>
              <a:gdLst/>
              <a:ahLst/>
              <a:cxnLst/>
              <a:rect l="l" t="t" r="r" b="b"/>
              <a:pathLst>
                <a:path w="3175" h="15868" extrusionOk="0">
                  <a:moveTo>
                    <a:pt x="137" y="0"/>
                  </a:moveTo>
                  <a:cubicBezTo>
                    <a:pt x="103" y="0"/>
                    <a:pt x="69" y="68"/>
                    <a:pt x="69" y="103"/>
                  </a:cubicBezTo>
                  <a:lnTo>
                    <a:pt x="69" y="205"/>
                  </a:lnTo>
                  <a:cubicBezTo>
                    <a:pt x="69" y="273"/>
                    <a:pt x="103" y="307"/>
                    <a:pt x="137" y="307"/>
                  </a:cubicBezTo>
                  <a:cubicBezTo>
                    <a:pt x="206" y="307"/>
                    <a:pt x="240" y="273"/>
                    <a:pt x="240" y="205"/>
                  </a:cubicBezTo>
                  <a:lnTo>
                    <a:pt x="240" y="103"/>
                  </a:lnTo>
                  <a:cubicBezTo>
                    <a:pt x="240" y="68"/>
                    <a:pt x="206" y="0"/>
                    <a:pt x="137" y="0"/>
                  </a:cubicBezTo>
                  <a:close/>
                  <a:moveTo>
                    <a:pt x="115" y="1049"/>
                  </a:moveTo>
                  <a:cubicBezTo>
                    <a:pt x="80" y="1049"/>
                    <a:pt x="35" y="1099"/>
                    <a:pt x="35" y="1126"/>
                  </a:cubicBezTo>
                  <a:lnTo>
                    <a:pt x="35" y="1263"/>
                  </a:lnTo>
                  <a:cubicBezTo>
                    <a:pt x="35" y="1297"/>
                    <a:pt x="103" y="1331"/>
                    <a:pt x="137" y="1331"/>
                  </a:cubicBezTo>
                  <a:cubicBezTo>
                    <a:pt x="172" y="1331"/>
                    <a:pt x="206" y="1297"/>
                    <a:pt x="206" y="1263"/>
                  </a:cubicBezTo>
                  <a:lnTo>
                    <a:pt x="206" y="1126"/>
                  </a:lnTo>
                  <a:cubicBezTo>
                    <a:pt x="206" y="1092"/>
                    <a:pt x="172" y="1058"/>
                    <a:pt x="137" y="1058"/>
                  </a:cubicBezTo>
                  <a:cubicBezTo>
                    <a:pt x="131" y="1051"/>
                    <a:pt x="123" y="1049"/>
                    <a:pt x="115" y="1049"/>
                  </a:cubicBezTo>
                  <a:close/>
                  <a:moveTo>
                    <a:pt x="137" y="2082"/>
                  </a:moveTo>
                  <a:cubicBezTo>
                    <a:pt x="69" y="2082"/>
                    <a:pt x="35" y="2116"/>
                    <a:pt x="35" y="2150"/>
                  </a:cubicBezTo>
                  <a:lnTo>
                    <a:pt x="35" y="2286"/>
                  </a:lnTo>
                  <a:cubicBezTo>
                    <a:pt x="35" y="2321"/>
                    <a:pt x="69" y="2355"/>
                    <a:pt x="137" y="2355"/>
                  </a:cubicBezTo>
                  <a:cubicBezTo>
                    <a:pt x="172" y="2355"/>
                    <a:pt x="206" y="2321"/>
                    <a:pt x="206" y="2286"/>
                  </a:cubicBezTo>
                  <a:lnTo>
                    <a:pt x="206" y="2150"/>
                  </a:lnTo>
                  <a:cubicBezTo>
                    <a:pt x="206" y="2116"/>
                    <a:pt x="172" y="2082"/>
                    <a:pt x="137" y="2082"/>
                  </a:cubicBezTo>
                  <a:close/>
                  <a:moveTo>
                    <a:pt x="103" y="3105"/>
                  </a:moveTo>
                  <a:cubicBezTo>
                    <a:pt x="69" y="3105"/>
                    <a:pt x="35" y="3139"/>
                    <a:pt x="35" y="3208"/>
                  </a:cubicBezTo>
                  <a:lnTo>
                    <a:pt x="35" y="3310"/>
                  </a:lnTo>
                  <a:cubicBezTo>
                    <a:pt x="35" y="3344"/>
                    <a:pt x="69" y="3412"/>
                    <a:pt x="103" y="3412"/>
                  </a:cubicBezTo>
                  <a:cubicBezTo>
                    <a:pt x="172" y="3412"/>
                    <a:pt x="206" y="3344"/>
                    <a:pt x="206" y="3310"/>
                  </a:cubicBezTo>
                  <a:lnTo>
                    <a:pt x="206" y="3208"/>
                  </a:lnTo>
                  <a:cubicBezTo>
                    <a:pt x="206" y="3139"/>
                    <a:pt x="172" y="3105"/>
                    <a:pt x="103" y="3105"/>
                  </a:cubicBezTo>
                  <a:close/>
                  <a:moveTo>
                    <a:pt x="103" y="4129"/>
                  </a:moveTo>
                  <a:cubicBezTo>
                    <a:pt x="69" y="4129"/>
                    <a:pt x="35" y="4163"/>
                    <a:pt x="35" y="4231"/>
                  </a:cubicBezTo>
                  <a:lnTo>
                    <a:pt x="35" y="4334"/>
                  </a:lnTo>
                  <a:cubicBezTo>
                    <a:pt x="35" y="4402"/>
                    <a:pt x="69" y="4436"/>
                    <a:pt x="103" y="4436"/>
                  </a:cubicBezTo>
                  <a:cubicBezTo>
                    <a:pt x="172" y="4436"/>
                    <a:pt x="206" y="4402"/>
                    <a:pt x="206" y="4334"/>
                  </a:cubicBezTo>
                  <a:lnTo>
                    <a:pt x="206" y="4231"/>
                  </a:lnTo>
                  <a:cubicBezTo>
                    <a:pt x="206" y="4163"/>
                    <a:pt x="172" y="4129"/>
                    <a:pt x="103" y="4129"/>
                  </a:cubicBezTo>
                  <a:close/>
                  <a:moveTo>
                    <a:pt x="103" y="5187"/>
                  </a:moveTo>
                  <a:cubicBezTo>
                    <a:pt x="69" y="5187"/>
                    <a:pt x="35" y="5221"/>
                    <a:pt x="35" y="5255"/>
                  </a:cubicBezTo>
                  <a:lnTo>
                    <a:pt x="35" y="5357"/>
                  </a:lnTo>
                  <a:cubicBezTo>
                    <a:pt x="35" y="5426"/>
                    <a:pt x="69" y="5460"/>
                    <a:pt x="103" y="5460"/>
                  </a:cubicBezTo>
                  <a:cubicBezTo>
                    <a:pt x="137" y="5460"/>
                    <a:pt x="206" y="5426"/>
                    <a:pt x="206" y="5357"/>
                  </a:cubicBezTo>
                  <a:lnTo>
                    <a:pt x="206" y="5255"/>
                  </a:lnTo>
                  <a:cubicBezTo>
                    <a:pt x="206" y="5221"/>
                    <a:pt x="137" y="5187"/>
                    <a:pt x="103" y="5187"/>
                  </a:cubicBezTo>
                  <a:close/>
                  <a:moveTo>
                    <a:pt x="103" y="6211"/>
                  </a:moveTo>
                  <a:cubicBezTo>
                    <a:pt x="69" y="6211"/>
                    <a:pt x="1" y="6245"/>
                    <a:pt x="1" y="6279"/>
                  </a:cubicBezTo>
                  <a:lnTo>
                    <a:pt x="1" y="6415"/>
                  </a:lnTo>
                  <a:cubicBezTo>
                    <a:pt x="1" y="6449"/>
                    <a:pt x="69" y="6484"/>
                    <a:pt x="103" y="6484"/>
                  </a:cubicBezTo>
                  <a:cubicBezTo>
                    <a:pt x="137" y="6484"/>
                    <a:pt x="172" y="6449"/>
                    <a:pt x="172" y="6415"/>
                  </a:cubicBezTo>
                  <a:lnTo>
                    <a:pt x="172" y="6279"/>
                  </a:lnTo>
                  <a:cubicBezTo>
                    <a:pt x="172" y="6245"/>
                    <a:pt x="137" y="6211"/>
                    <a:pt x="103" y="6211"/>
                  </a:cubicBezTo>
                  <a:close/>
                  <a:moveTo>
                    <a:pt x="103" y="7234"/>
                  </a:moveTo>
                  <a:cubicBezTo>
                    <a:pt x="35" y="7234"/>
                    <a:pt x="1" y="7268"/>
                    <a:pt x="1" y="7302"/>
                  </a:cubicBezTo>
                  <a:lnTo>
                    <a:pt x="1" y="7439"/>
                  </a:lnTo>
                  <a:cubicBezTo>
                    <a:pt x="1" y="7473"/>
                    <a:pt x="35" y="7507"/>
                    <a:pt x="103" y="7507"/>
                  </a:cubicBezTo>
                  <a:cubicBezTo>
                    <a:pt x="137" y="7507"/>
                    <a:pt x="172" y="7473"/>
                    <a:pt x="172" y="7439"/>
                  </a:cubicBezTo>
                  <a:lnTo>
                    <a:pt x="172" y="7302"/>
                  </a:lnTo>
                  <a:cubicBezTo>
                    <a:pt x="172" y="7268"/>
                    <a:pt x="137" y="7234"/>
                    <a:pt x="103" y="7234"/>
                  </a:cubicBezTo>
                  <a:close/>
                  <a:moveTo>
                    <a:pt x="103" y="8258"/>
                  </a:moveTo>
                  <a:cubicBezTo>
                    <a:pt x="35" y="8258"/>
                    <a:pt x="1" y="8292"/>
                    <a:pt x="1" y="8360"/>
                  </a:cubicBezTo>
                  <a:lnTo>
                    <a:pt x="1" y="8463"/>
                  </a:lnTo>
                  <a:cubicBezTo>
                    <a:pt x="1" y="8497"/>
                    <a:pt x="35" y="8531"/>
                    <a:pt x="103" y="8565"/>
                  </a:cubicBezTo>
                  <a:cubicBezTo>
                    <a:pt x="137" y="8565"/>
                    <a:pt x="172" y="8497"/>
                    <a:pt x="172" y="8463"/>
                  </a:cubicBezTo>
                  <a:lnTo>
                    <a:pt x="172" y="8360"/>
                  </a:lnTo>
                  <a:cubicBezTo>
                    <a:pt x="172" y="8292"/>
                    <a:pt x="137" y="8258"/>
                    <a:pt x="103" y="8258"/>
                  </a:cubicBezTo>
                  <a:close/>
                  <a:moveTo>
                    <a:pt x="103" y="9282"/>
                  </a:moveTo>
                  <a:cubicBezTo>
                    <a:pt x="35" y="9282"/>
                    <a:pt x="1" y="9316"/>
                    <a:pt x="1" y="9384"/>
                  </a:cubicBezTo>
                  <a:lnTo>
                    <a:pt x="1" y="9486"/>
                  </a:lnTo>
                  <a:cubicBezTo>
                    <a:pt x="1" y="9555"/>
                    <a:pt x="35" y="9589"/>
                    <a:pt x="103" y="9589"/>
                  </a:cubicBezTo>
                  <a:cubicBezTo>
                    <a:pt x="137" y="9589"/>
                    <a:pt x="172" y="9555"/>
                    <a:pt x="172" y="9486"/>
                  </a:cubicBezTo>
                  <a:lnTo>
                    <a:pt x="172" y="9384"/>
                  </a:lnTo>
                  <a:cubicBezTo>
                    <a:pt x="172" y="9316"/>
                    <a:pt x="137" y="9282"/>
                    <a:pt x="103" y="9282"/>
                  </a:cubicBezTo>
                  <a:close/>
                  <a:moveTo>
                    <a:pt x="103" y="10339"/>
                  </a:moveTo>
                  <a:cubicBezTo>
                    <a:pt x="35" y="10339"/>
                    <a:pt x="1" y="10374"/>
                    <a:pt x="1" y="10408"/>
                  </a:cubicBezTo>
                  <a:lnTo>
                    <a:pt x="1" y="10510"/>
                  </a:lnTo>
                  <a:cubicBezTo>
                    <a:pt x="1" y="10578"/>
                    <a:pt x="35" y="10612"/>
                    <a:pt x="103" y="10612"/>
                  </a:cubicBezTo>
                  <a:cubicBezTo>
                    <a:pt x="137" y="10612"/>
                    <a:pt x="172" y="10578"/>
                    <a:pt x="172" y="10510"/>
                  </a:cubicBezTo>
                  <a:lnTo>
                    <a:pt x="172" y="10408"/>
                  </a:lnTo>
                  <a:cubicBezTo>
                    <a:pt x="172" y="10374"/>
                    <a:pt x="137" y="10339"/>
                    <a:pt x="103" y="10339"/>
                  </a:cubicBezTo>
                  <a:close/>
                  <a:moveTo>
                    <a:pt x="103" y="11363"/>
                  </a:moveTo>
                  <a:cubicBezTo>
                    <a:pt x="35" y="11363"/>
                    <a:pt x="1" y="11397"/>
                    <a:pt x="1" y="11431"/>
                  </a:cubicBezTo>
                  <a:lnTo>
                    <a:pt x="1" y="11568"/>
                  </a:lnTo>
                  <a:cubicBezTo>
                    <a:pt x="1" y="11602"/>
                    <a:pt x="35" y="11636"/>
                    <a:pt x="103" y="11636"/>
                  </a:cubicBezTo>
                  <a:cubicBezTo>
                    <a:pt x="137" y="11636"/>
                    <a:pt x="172" y="11602"/>
                    <a:pt x="172" y="11568"/>
                  </a:cubicBezTo>
                  <a:lnTo>
                    <a:pt x="172" y="11431"/>
                  </a:lnTo>
                  <a:cubicBezTo>
                    <a:pt x="172" y="11397"/>
                    <a:pt x="137" y="11363"/>
                    <a:pt x="103" y="11363"/>
                  </a:cubicBezTo>
                  <a:close/>
                  <a:moveTo>
                    <a:pt x="103" y="12387"/>
                  </a:moveTo>
                  <a:cubicBezTo>
                    <a:pt x="35" y="12387"/>
                    <a:pt x="1" y="12421"/>
                    <a:pt x="1" y="12455"/>
                  </a:cubicBezTo>
                  <a:lnTo>
                    <a:pt x="1" y="12592"/>
                  </a:lnTo>
                  <a:cubicBezTo>
                    <a:pt x="1" y="12626"/>
                    <a:pt x="35" y="12660"/>
                    <a:pt x="103" y="12660"/>
                  </a:cubicBezTo>
                  <a:cubicBezTo>
                    <a:pt x="137" y="12660"/>
                    <a:pt x="172" y="12626"/>
                    <a:pt x="172" y="12592"/>
                  </a:cubicBezTo>
                  <a:lnTo>
                    <a:pt x="172" y="12455"/>
                  </a:lnTo>
                  <a:cubicBezTo>
                    <a:pt x="172" y="12421"/>
                    <a:pt x="137" y="12387"/>
                    <a:pt x="103" y="12387"/>
                  </a:cubicBezTo>
                  <a:close/>
                  <a:moveTo>
                    <a:pt x="103" y="13411"/>
                  </a:moveTo>
                  <a:cubicBezTo>
                    <a:pt x="35" y="13411"/>
                    <a:pt x="1" y="13445"/>
                    <a:pt x="1" y="13513"/>
                  </a:cubicBezTo>
                  <a:lnTo>
                    <a:pt x="1" y="13615"/>
                  </a:lnTo>
                  <a:cubicBezTo>
                    <a:pt x="1" y="13649"/>
                    <a:pt x="35" y="13683"/>
                    <a:pt x="103" y="13683"/>
                  </a:cubicBezTo>
                  <a:cubicBezTo>
                    <a:pt x="137" y="13683"/>
                    <a:pt x="172" y="13649"/>
                    <a:pt x="172" y="13615"/>
                  </a:cubicBezTo>
                  <a:lnTo>
                    <a:pt x="172" y="13513"/>
                  </a:lnTo>
                  <a:cubicBezTo>
                    <a:pt x="172" y="13445"/>
                    <a:pt x="137" y="13411"/>
                    <a:pt x="103" y="13411"/>
                  </a:cubicBezTo>
                  <a:close/>
                  <a:moveTo>
                    <a:pt x="103" y="14434"/>
                  </a:moveTo>
                  <a:cubicBezTo>
                    <a:pt x="35" y="14434"/>
                    <a:pt x="1" y="14468"/>
                    <a:pt x="1" y="14537"/>
                  </a:cubicBezTo>
                  <a:lnTo>
                    <a:pt x="1" y="14639"/>
                  </a:lnTo>
                  <a:cubicBezTo>
                    <a:pt x="1" y="14707"/>
                    <a:pt x="35" y="14741"/>
                    <a:pt x="103" y="14741"/>
                  </a:cubicBezTo>
                  <a:cubicBezTo>
                    <a:pt x="137" y="14741"/>
                    <a:pt x="172" y="14707"/>
                    <a:pt x="172" y="14639"/>
                  </a:cubicBezTo>
                  <a:lnTo>
                    <a:pt x="172" y="14537"/>
                  </a:lnTo>
                  <a:cubicBezTo>
                    <a:pt x="172" y="14468"/>
                    <a:pt x="137" y="14434"/>
                    <a:pt x="103" y="14434"/>
                  </a:cubicBezTo>
                  <a:close/>
                  <a:moveTo>
                    <a:pt x="103" y="15458"/>
                  </a:moveTo>
                  <a:cubicBezTo>
                    <a:pt x="35" y="15458"/>
                    <a:pt x="1" y="15526"/>
                    <a:pt x="1" y="15560"/>
                  </a:cubicBezTo>
                  <a:lnTo>
                    <a:pt x="1" y="15663"/>
                  </a:lnTo>
                  <a:cubicBezTo>
                    <a:pt x="1" y="15731"/>
                    <a:pt x="35" y="15765"/>
                    <a:pt x="103" y="15765"/>
                  </a:cubicBezTo>
                  <a:cubicBezTo>
                    <a:pt x="137" y="15765"/>
                    <a:pt x="172" y="15731"/>
                    <a:pt x="172" y="15663"/>
                  </a:cubicBezTo>
                  <a:lnTo>
                    <a:pt x="172" y="15560"/>
                  </a:lnTo>
                  <a:cubicBezTo>
                    <a:pt x="172" y="15526"/>
                    <a:pt x="137" y="15458"/>
                    <a:pt x="103" y="15458"/>
                  </a:cubicBezTo>
                  <a:close/>
                  <a:moveTo>
                    <a:pt x="2970" y="15663"/>
                  </a:moveTo>
                  <a:cubicBezTo>
                    <a:pt x="2901" y="15663"/>
                    <a:pt x="2867" y="15697"/>
                    <a:pt x="2867" y="15765"/>
                  </a:cubicBezTo>
                  <a:cubicBezTo>
                    <a:pt x="2867" y="15799"/>
                    <a:pt x="2901" y="15833"/>
                    <a:pt x="2970" y="15833"/>
                  </a:cubicBezTo>
                  <a:lnTo>
                    <a:pt x="3072" y="15833"/>
                  </a:lnTo>
                  <a:cubicBezTo>
                    <a:pt x="3106" y="15833"/>
                    <a:pt x="3174" y="15799"/>
                    <a:pt x="3174" y="15765"/>
                  </a:cubicBezTo>
                  <a:cubicBezTo>
                    <a:pt x="3140" y="15697"/>
                    <a:pt x="3140" y="15663"/>
                    <a:pt x="3072" y="15663"/>
                  </a:cubicBezTo>
                  <a:close/>
                  <a:moveTo>
                    <a:pt x="888" y="15697"/>
                  </a:moveTo>
                  <a:cubicBezTo>
                    <a:pt x="854" y="15697"/>
                    <a:pt x="820" y="15731"/>
                    <a:pt x="820" y="15799"/>
                  </a:cubicBezTo>
                  <a:cubicBezTo>
                    <a:pt x="820" y="15833"/>
                    <a:pt x="854" y="15867"/>
                    <a:pt x="888" y="15867"/>
                  </a:cubicBezTo>
                  <a:lnTo>
                    <a:pt x="1025" y="15867"/>
                  </a:lnTo>
                  <a:cubicBezTo>
                    <a:pt x="1059" y="15867"/>
                    <a:pt x="1093" y="15833"/>
                    <a:pt x="1093" y="15765"/>
                  </a:cubicBezTo>
                  <a:cubicBezTo>
                    <a:pt x="1093" y="15731"/>
                    <a:pt x="1059" y="15697"/>
                    <a:pt x="1025" y="15697"/>
                  </a:cubicBezTo>
                  <a:close/>
                  <a:moveTo>
                    <a:pt x="1912" y="15697"/>
                  </a:moveTo>
                  <a:cubicBezTo>
                    <a:pt x="1878" y="15697"/>
                    <a:pt x="1844" y="15731"/>
                    <a:pt x="1844" y="15765"/>
                  </a:cubicBezTo>
                  <a:cubicBezTo>
                    <a:pt x="1844" y="15833"/>
                    <a:pt x="1878" y="15867"/>
                    <a:pt x="1912" y="15867"/>
                  </a:cubicBezTo>
                  <a:lnTo>
                    <a:pt x="2048" y="15867"/>
                  </a:lnTo>
                  <a:cubicBezTo>
                    <a:pt x="2082" y="15867"/>
                    <a:pt x="2117" y="15833"/>
                    <a:pt x="2117" y="15765"/>
                  </a:cubicBezTo>
                  <a:cubicBezTo>
                    <a:pt x="2117" y="15731"/>
                    <a:pt x="2082" y="15697"/>
                    <a:pt x="2048" y="1569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" name="Google Shape;1817;p45">
              <a:extLst>
                <a:ext uri="{FF2B5EF4-FFF2-40B4-BE49-F238E27FC236}">
                  <a16:creationId xmlns:a16="http://schemas.microsoft.com/office/drawing/2014/main" id="{5E5B2AEB-5EEC-91BA-FAD6-61D4D163442A}"/>
                </a:ext>
              </a:extLst>
            </p:cNvPr>
            <p:cNvSpPr/>
            <p:nvPr/>
          </p:nvSpPr>
          <p:spPr>
            <a:xfrm>
              <a:off x="1379288" y="2617891"/>
              <a:ext cx="74543" cy="517123"/>
            </a:xfrm>
            <a:custGeom>
              <a:avLst/>
              <a:gdLst/>
              <a:ahLst/>
              <a:cxnLst/>
              <a:rect l="l" t="t" r="r" b="b"/>
              <a:pathLst>
                <a:path w="3345" h="23205" extrusionOk="0">
                  <a:moveTo>
                    <a:pt x="1093" y="1"/>
                  </a:moveTo>
                  <a:cubicBezTo>
                    <a:pt x="1025" y="1"/>
                    <a:pt x="990" y="35"/>
                    <a:pt x="990" y="69"/>
                  </a:cubicBezTo>
                  <a:cubicBezTo>
                    <a:pt x="990" y="137"/>
                    <a:pt x="1025" y="172"/>
                    <a:pt x="1093" y="172"/>
                  </a:cubicBezTo>
                  <a:lnTo>
                    <a:pt x="1195" y="172"/>
                  </a:lnTo>
                  <a:cubicBezTo>
                    <a:pt x="1229" y="172"/>
                    <a:pt x="1298" y="137"/>
                    <a:pt x="1298" y="69"/>
                  </a:cubicBezTo>
                  <a:cubicBezTo>
                    <a:pt x="1298" y="35"/>
                    <a:pt x="1229" y="1"/>
                    <a:pt x="1195" y="1"/>
                  </a:cubicBezTo>
                  <a:close/>
                  <a:moveTo>
                    <a:pt x="2117" y="35"/>
                  </a:moveTo>
                  <a:cubicBezTo>
                    <a:pt x="2082" y="35"/>
                    <a:pt x="2014" y="69"/>
                    <a:pt x="2014" y="137"/>
                  </a:cubicBezTo>
                  <a:cubicBezTo>
                    <a:pt x="2014" y="172"/>
                    <a:pt x="2048" y="206"/>
                    <a:pt x="2117" y="206"/>
                  </a:cubicBezTo>
                  <a:lnTo>
                    <a:pt x="2219" y="240"/>
                  </a:lnTo>
                  <a:cubicBezTo>
                    <a:pt x="2253" y="240"/>
                    <a:pt x="2321" y="206"/>
                    <a:pt x="2321" y="172"/>
                  </a:cubicBezTo>
                  <a:cubicBezTo>
                    <a:pt x="2321" y="103"/>
                    <a:pt x="2287" y="69"/>
                    <a:pt x="2219" y="69"/>
                  </a:cubicBezTo>
                  <a:lnTo>
                    <a:pt x="2117" y="35"/>
                  </a:lnTo>
                  <a:close/>
                  <a:moveTo>
                    <a:pt x="3243" y="69"/>
                  </a:moveTo>
                  <a:cubicBezTo>
                    <a:pt x="3208" y="69"/>
                    <a:pt x="3174" y="69"/>
                    <a:pt x="3140" y="103"/>
                  </a:cubicBezTo>
                  <a:cubicBezTo>
                    <a:pt x="3072" y="103"/>
                    <a:pt x="3038" y="137"/>
                    <a:pt x="3038" y="172"/>
                  </a:cubicBezTo>
                  <a:cubicBezTo>
                    <a:pt x="3072" y="240"/>
                    <a:pt x="3106" y="274"/>
                    <a:pt x="3140" y="274"/>
                  </a:cubicBezTo>
                  <a:cubicBezTo>
                    <a:pt x="3174" y="240"/>
                    <a:pt x="3208" y="240"/>
                    <a:pt x="3277" y="240"/>
                  </a:cubicBezTo>
                  <a:cubicBezTo>
                    <a:pt x="3311" y="240"/>
                    <a:pt x="3345" y="206"/>
                    <a:pt x="3345" y="137"/>
                  </a:cubicBezTo>
                  <a:cubicBezTo>
                    <a:pt x="3345" y="103"/>
                    <a:pt x="3277" y="69"/>
                    <a:pt x="3243" y="69"/>
                  </a:cubicBezTo>
                  <a:close/>
                  <a:moveTo>
                    <a:pt x="202" y="157"/>
                  </a:moveTo>
                  <a:cubicBezTo>
                    <a:pt x="192" y="157"/>
                    <a:pt x="182" y="162"/>
                    <a:pt x="172" y="172"/>
                  </a:cubicBezTo>
                  <a:cubicBezTo>
                    <a:pt x="137" y="172"/>
                    <a:pt x="103" y="206"/>
                    <a:pt x="69" y="206"/>
                  </a:cubicBezTo>
                  <a:cubicBezTo>
                    <a:pt x="35" y="206"/>
                    <a:pt x="1" y="240"/>
                    <a:pt x="1" y="274"/>
                  </a:cubicBezTo>
                  <a:cubicBezTo>
                    <a:pt x="1" y="342"/>
                    <a:pt x="35" y="376"/>
                    <a:pt x="103" y="376"/>
                  </a:cubicBezTo>
                  <a:cubicBezTo>
                    <a:pt x="103" y="376"/>
                    <a:pt x="137" y="376"/>
                    <a:pt x="137" y="342"/>
                  </a:cubicBezTo>
                  <a:lnTo>
                    <a:pt x="206" y="342"/>
                  </a:lnTo>
                  <a:cubicBezTo>
                    <a:pt x="274" y="308"/>
                    <a:pt x="274" y="274"/>
                    <a:pt x="274" y="206"/>
                  </a:cubicBezTo>
                  <a:cubicBezTo>
                    <a:pt x="250" y="182"/>
                    <a:pt x="226" y="157"/>
                    <a:pt x="202" y="157"/>
                  </a:cubicBezTo>
                  <a:close/>
                  <a:moveTo>
                    <a:pt x="103" y="1127"/>
                  </a:moveTo>
                  <a:cubicBezTo>
                    <a:pt x="35" y="1127"/>
                    <a:pt x="1" y="1161"/>
                    <a:pt x="1" y="1195"/>
                  </a:cubicBezTo>
                  <a:lnTo>
                    <a:pt x="1" y="1332"/>
                  </a:lnTo>
                  <a:cubicBezTo>
                    <a:pt x="1" y="1366"/>
                    <a:pt x="35" y="1400"/>
                    <a:pt x="103" y="1400"/>
                  </a:cubicBezTo>
                  <a:cubicBezTo>
                    <a:pt x="137" y="1400"/>
                    <a:pt x="172" y="1366"/>
                    <a:pt x="172" y="1332"/>
                  </a:cubicBezTo>
                  <a:lnTo>
                    <a:pt x="172" y="1195"/>
                  </a:lnTo>
                  <a:cubicBezTo>
                    <a:pt x="172" y="1161"/>
                    <a:pt x="137" y="1127"/>
                    <a:pt x="103" y="1127"/>
                  </a:cubicBezTo>
                  <a:close/>
                  <a:moveTo>
                    <a:pt x="103" y="2151"/>
                  </a:moveTo>
                  <a:cubicBezTo>
                    <a:pt x="35" y="2151"/>
                    <a:pt x="1" y="2185"/>
                    <a:pt x="1" y="2253"/>
                  </a:cubicBezTo>
                  <a:lnTo>
                    <a:pt x="1" y="2355"/>
                  </a:lnTo>
                  <a:cubicBezTo>
                    <a:pt x="1" y="2390"/>
                    <a:pt x="35" y="2424"/>
                    <a:pt x="103" y="2424"/>
                  </a:cubicBezTo>
                  <a:cubicBezTo>
                    <a:pt x="137" y="2424"/>
                    <a:pt x="172" y="2390"/>
                    <a:pt x="172" y="2355"/>
                  </a:cubicBezTo>
                  <a:lnTo>
                    <a:pt x="172" y="2253"/>
                  </a:lnTo>
                  <a:cubicBezTo>
                    <a:pt x="172" y="2185"/>
                    <a:pt x="137" y="2151"/>
                    <a:pt x="103" y="2151"/>
                  </a:cubicBezTo>
                  <a:close/>
                  <a:moveTo>
                    <a:pt x="103" y="3174"/>
                  </a:moveTo>
                  <a:cubicBezTo>
                    <a:pt x="35" y="3174"/>
                    <a:pt x="1" y="3209"/>
                    <a:pt x="1" y="3277"/>
                  </a:cubicBezTo>
                  <a:lnTo>
                    <a:pt x="1" y="3379"/>
                  </a:lnTo>
                  <a:cubicBezTo>
                    <a:pt x="1" y="3447"/>
                    <a:pt x="35" y="3482"/>
                    <a:pt x="103" y="3482"/>
                  </a:cubicBezTo>
                  <a:cubicBezTo>
                    <a:pt x="137" y="3482"/>
                    <a:pt x="172" y="3447"/>
                    <a:pt x="172" y="3379"/>
                  </a:cubicBezTo>
                  <a:lnTo>
                    <a:pt x="172" y="3277"/>
                  </a:lnTo>
                  <a:cubicBezTo>
                    <a:pt x="172" y="3209"/>
                    <a:pt x="137" y="3174"/>
                    <a:pt x="103" y="3174"/>
                  </a:cubicBezTo>
                  <a:close/>
                  <a:moveTo>
                    <a:pt x="103" y="4198"/>
                  </a:moveTo>
                  <a:cubicBezTo>
                    <a:pt x="35" y="4198"/>
                    <a:pt x="1" y="4266"/>
                    <a:pt x="1" y="4300"/>
                  </a:cubicBezTo>
                  <a:lnTo>
                    <a:pt x="1" y="4403"/>
                  </a:lnTo>
                  <a:cubicBezTo>
                    <a:pt x="1" y="4471"/>
                    <a:pt x="35" y="4505"/>
                    <a:pt x="103" y="4505"/>
                  </a:cubicBezTo>
                  <a:cubicBezTo>
                    <a:pt x="137" y="4505"/>
                    <a:pt x="172" y="4471"/>
                    <a:pt x="172" y="4403"/>
                  </a:cubicBezTo>
                  <a:lnTo>
                    <a:pt x="172" y="4300"/>
                  </a:lnTo>
                  <a:cubicBezTo>
                    <a:pt x="172" y="4266"/>
                    <a:pt x="137" y="4198"/>
                    <a:pt x="103" y="4198"/>
                  </a:cubicBezTo>
                  <a:close/>
                  <a:moveTo>
                    <a:pt x="103" y="5256"/>
                  </a:moveTo>
                  <a:cubicBezTo>
                    <a:pt x="35" y="5256"/>
                    <a:pt x="1" y="5290"/>
                    <a:pt x="1" y="5324"/>
                  </a:cubicBezTo>
                  <a:lnTo>
                    <a:pt x="1" y="5461"/>
                  </a:lnTo>
                  <a:cubicBezTo>
                    <a:pt x="1" y="5495"/>
                    <a:pt x="35" y="5529"/>
                    <a:pt x="103" y="5529"/>
                  </a:cubicBezTo>
                  <a:cubicBezTo>
                    <a:pt x="137" y="5529"/>
                    <a:pt x="172" y="5495"/>
                    <a:pt x="172" y="5461"/>
                  </a:cubicBezTo>
                  <a:lnTo>
                    <a:pt x="172" y="5324"/>
                  </a:lnTo>
                  <a:cubicBezTo>
                    <a:pt x="172" y="5290"/>
                    <a:pt x="137" y="5256"/>
                    <a:pt x="103" y="5256"/>
                  </a:cubicBezTo>
                  <a:close/>
                  <a:moveTo>
                    <a:pt x="103" y="6280"/>
                  </a:moveTo>
                  <a:cubicBezTo>
                    <a:pt x="35" y="6280"/>
                    <a:pt x="1" y="6314"/>
                    <a:pt x="1" y="6348"/>
                  </a:cubicBezTo>
                  <a:lnTo>
                    <a:pt x="1" y="6484"/>
                  </a:lnTo>
                  <a:cubicBezTo>
                    <a:pt x="1" y="6518"/>
                    <a:pt x="35" y="6553"/>
                    <a:pt x="103" y="6553"/>
                  </a:cubicBezTo>
                  <a:cubicBezTo>
                    <a:pt x="137" y="6553"/>
                    <a:pt x="172" y="6518"/>
                    <a:pt x="172" y="6484"/>
                  </a:cubicBezTo>
                  <a:lnTo>
                    <a:pt x="172" y="6348"/>
                  </a:lnTo>
                  <a:cubicBezTo>
                    <a:pt x="172" y="6314"/>
                    <a:pt x="137" y="6280"/>
                    <a:pt x="103" y="6280"/>
                  </a:cubicBezTo>
                  <a:close/>
                  <a:moveTo>
                    <a:pt x="103" y="7303"/>
                  </a:moveTo>
                  <a:cubicBezTo>
                    <a:pt x="35" y="7303"/>
                    <a:pt x="1" y="7337"/>
                    <a:pt x="1" y="7406"/>
                  </a:cubicBezTo>
                  <a:lnTo>
                    <a:pt x="1" y="7508"/>
                  </a:lnTo>
                  <a:cubicBezTo>
                    <a:pt x="1" y="7542"/>
                    <a:pt x="35" y="7576"/>
                    <a:pt x="103" y="7576"/>
                  </a:cubicBezTo>
                  <a:cubicBezTo>
                    <a:pt x="137" y="7576"/>
                    <a:pt x="172" y="7542"/>
                    <a:pt x="172" y="7508"/>
                  </a:cubicBezTo>
                  <a:lnTo>
                    <a:pt x="172" y="7406"/>
                  </a:lnTo>
                  <a:cubicBezTo>
                    <a:pt x="172" y="7337"/>
                    <a:pt x="137" y="7303"/>
                    <a:pt x="103" y="7303"/>
                  </a:cubicBezTo>
                  <a:close/>
                  <a:moveTo>
                    <a:pt x="103" y="8327"/>
                  </a:moveTo>
                  <a:cubicBezTo>
                    <a:pt x="35" y="8327"/>
                    <a:pt x="1" y="8361"/>
                    <a:pt x="1" y="8429"/>
                  </a:cubicBezTo>
                  <a:lnTo>
                    <a:pt x="1" y="8532"/>
                  </a:lnTo>
                  <a:cubicBezTo>
                    <a:pt x="1" y="8600"/>
                    <a:pt x="35" y="8634"/>
                    <a:pt x="103" y="8634"/>
                  </a:cubicBezTo>
                  <a:cubicBezTo>
                    <a:pt x="137" y="8634"/>
                    <a:pt x="172" y="8600"/>
                    <a:pt x="172" y="8532"/>
                  </a:cubicBezTo>
                  <a:lnTo>
                    <a:pt x="172" y="8429"/>
                  </a:lnTo>
                  <a:cubicBezTo>
                    <a:pt x="172" y="8361"/>
                    <a:pt x="137" y="8327"/>
                    <a:pt x="103" y="8327"/>
                  </a:cubicBezTo>
                  <a:close/>
                  <a:moveTo>
                    <a:pt x="103" y="9351"/>
                  </a:moveTo>
                  <a:cubicBezTo>
                    <a:pt x="35" y="9351"/>
                    <a:pt x="1" y="9419"/>
                    <a:pt x="1" y="9453"/>
                  </a:cubicBezTo>
                  <a:lnTo>
                    <a:pt x="1" y="9555"/>
                  </a:lnTo>
                  <a:cubicBezTo>
                    <a:pt x="1" y="9624"/>
                    <a:pt x="69" y="9658"/>
                    <a:pt x="103" y="9658"/>
                  </a:cubicBezTo>
                  <a:cubicBezTo>
                    <a:pt x="137" y="9658"/>
                    <a:pt x="172" y="9624"/>
                    <a:pt x="172" y="9555"/>
                  </a:cubicBezTo>
                  <a:lnTo>
                    <a:pt x="172" y="9453"/>
                  </a:lnTo>
                  <a:cubicBezTo>
                    <a:pt x="172" y="9419"/>
                    <a:pt x="137" y="9351"/>
                    <a:pt x="103" y="9351"/>
                  </a:cubicBezTo>
                  <a:close/>
                  <a:moveTo>
                    <a:pt x="103" y="10409"/>
                  </a:moveTo>
                  <a:cubicBezTo>
                    <a:pt x="69" y="10409"/>
                    <a:pt x="35" y="10443"/>
                    <a:pt x="35" y="10477"/>
                  </a:cubicBezTo>
                  <a:lnTo>
                    <a:pt x="35" y="10613"/>
                  </a:lnTo>
                  <a:cubicBezTo>
                    <a:pt x="35" y="10647"/>
                    <a:pt x="69" y="10681"/>
                    <a:pt x="103" y="10681"/>
                  </a:cubicBezTo>
                  <a:cubicBezTo>
                    <a:pt x="137" y="10681"/>
                    <a:pt x="206" y="10647"/>
                    <a:pt x="206" y="10579"/>
                  </a:cubicBezTo>
                  <a:lnTo>
                    <a:pt x="206" y="10477"/>
                  </a:lnTo>
                  <a:cubicBezTo>
                    <a:pt x="206" y="10443"/>
                    <a:pt x="137" y="10409"/>
                    <a:pt x="103" y="10409"/>
                  </a:cubicBezTo>
                  <a:close/>
                  <a:moveTo>
                    <a:pt x="103" y="11432"/>
                  </a:moveTo>
                  <a:cubicBezTo>
                    <a:pt x="69" y="11432"/>
                    <a:pt x="35" y="11466"/>
                    <a:pt x="35" y="11500"/>
                  </a:cubicBezTo>
                  <a:lnTo>
                    <a:pt x="35" y="11637"/>
                  </a:lnTo>
                  <a:cubicBezTo>
                    <a:pt x="35" y="11671"/>
                    <a:pt x="69" y="11705"/>
                    <a:pt x="103" y="11705"/>
                  </a:cubicBezTo>
                  <a:cubicBezTo>
                    <a:pt x="172" y="11705"/>
                    <a:pt x="206" y="11671"/>
                    <a:pt x="206" y="11637"/>
                  </a:cubicBezTo>
                  <a:lnTo>
                    <a:pt x="206" y="11500"/>
                  </a:lnTo>
                  <a:cubicBezTo>
                    <a:pt x="206" y="11466"/>
                    <a:pt x="172" y="11432"/>
                    <a:pt x="103" y="11432"/>
                  </a:cubicBezTo>
                  <a:close/>
                  <a:moveTo>
                    <a:pt x="103" y="12456"/>
                  </a:moveTo>
                  <a:cubicBezTo>
                    <a:pt x="69" y="12456"/>
                    <a:pt x="35" y="12490"/>
                    <a:pt x="35" y="12558"/>
                  </a:cubicBezTo>
                  <a:lnTo>
                    <a:pt x="35" y="12661"/>
                  </a:lnTo>
                  <a:cubicBezTo>
                    <a:pt x="35" y="12695"/>
                    <a:pt x="69" y="12729"/>
                    <a:pt x="103" y="12729"/>
                  </a:cubicBezTo>
                  <a:cubicBezTo>
                    <a:pt x="172" y="12729"/>
                    <a:pt x="206" y="12695"/>
                    <a:pt x="206" y="12661"/>
                  </a:cubicBezTo>
                  <a:lnTo>
                    <a:pt x="206" y="12558"/>
                  </a:lnTo>
                  <a:cubicBezTo>
                    <a:pt x="206" y="12490"/>
                    <a:pt x="172" y="12456"/>
                    <a:pt x="103" y="12456"/>
                  </a:cubicBezTo>
                  <a:close/>
                  <a:moveTo>
                    <a:pt x="137" y="13480"/>
                  </a:moveTo>
                  <a:cubicBezTo>
                    <a:pt x="69" y="13480"/>
                    <a:pt x="35" y="13514"/>
                    <a:pt x="35" y="13582"/>
                  </a:cubicBezTo>
                  <a:lnTo>
                    <a:pt x="35" y="13684"/>
                  </a:lnTo>
                  <a:cubicBezTo>
                    <a:pt x="35" y="13718"/>
                    <a:pt x="69" y="13787"/>
                    <a:pt x="137" y="13787"/>
                  </a:cubicBezTo>
                  <a:cubicBezTo>
                    <a:pt x="172" y="13787"/>
                    <a:pt x="206" y="13718"/>
                    <a:pt x="206" y="13684"/>
                  </a:cubicBezTo>
                  <a:lnTo>
                    <a:pt x="206" y="13582"/>
                  </a:lnTo>
                  <a:cubicBezTo>
                    <a:pt x="206" y="13514"/>
                    <a:pt x="172" y="13480"/>
                    <a:pt x="137" y="13480"/>
                  </a:cubicBezTo>
                  <a:close/>
                  <a:moveTo>
                    <a:pt x="137" y="14503"/>
                  </a:moveTo>
                  <a:cubicBezTo>
                    <a:pt x="69" y="14503"/>
                    <a:pt x="35" y="14572"/>
                    <a:pt x="35" y="14606"/>
                  </a:cubicBezTo>
                  <a:lnTo>
                    <a:pt x="35" y="14708"/>
                  </a:lnTo>
                  <a:cubicBezTo>
                    <a:pt x="35" y="14776"/>
                    <a:pt x="103" y="14810"/>
                    <a:pt x="137" y="14810"/>
                  </a:cubicBezTo>
                  <a:cubicBezTo>
                    <a:pt x="172" y="14810"/>
                    <a:pt x="206" y="14776"/>
                    <a:pt x="206" y="14708"/>
                  </a:cubicBezTo>
                  <a:lnTo>
                    <a:pt x="206" y="14606"/>
                  </a:lnTo>
                  <a:cubicBezTo>
                    <a:pt x="206" y="14572"/>
                    <a:pt x="172" y="14503"/>
                    <a:pt x="137" y="14503"/>
                  </a:cubicBezTo>
                  <a:close/>
                  <a:moveTo>
                    <a:pt x="173" y="15552"/>
                  </a:moveTo>
                  <a:cubicBezTo>
                    <a:pt x="162" y="15552"/>
                    <a:pt x="150" y="15555"/>
                    <a:pt x="137" y="15561"/>
                  </a:cubicBezTo>
                  <a:cubicBezTo>
                    <a:pt x="103" y="15561"/>
                    <a:pt x="69" y="15595"/>
                    <a:pt x="69" y="15629"/>
                  </a:cubicBezTo>
                  <a:lnTo>
                    <a:pt x="69" y="15766"/>
                  </a:lnTo>
                  <a:cubicBezTo>
                    <a:pt x="69" y="15800"/>
                    <a:pt x="103" y="15834"/>
                    <a:pt x="137" y="15834"/>
                  </a:cubicBezTo>
                  <a:cubicBezTo>
                    <a:pt x="206" y="15834"/>
                    <a:pt x="240" y="15800"/>
                    <a:pt x="240" y="15732"/>
                  </a:cubicBezTo>
                  <a:lnTo>
                    <a:pt x="240" y="15629"/>
                  </a:lnTo>
                  <a:cubicBezTo>
                    <a:pt x="240" y="15602"/>
                    <a:pt x="217" y="15552"/>
                    <a:pt x="173" y="15552"/>
                  </a:cubicBezTo>
                  <a:close/>
                  <a:moveTo>
                    <a:pt x="103" y="16721"/>
                  </a:moveTo>
                  <a:cubicBezTo>
                    <a:pt x="35" y="16721"/>
                    <a:pt x="1" y="16755"/>
                    <a:pt x="1" y="16824"/>
                  </a:cubicBezTo>
                  <a:lnTo>
                    <a:pt x="1" y="16926"/>
                  </a:lnTo>
                  <a:cubicBezTo>
                    <a:pt x="1" y="16994"/>
                    <a:pt x="69" y="17028"/>
                    <a:pt x="103" y="17028"/>
                  </a:cubicBezTo>
                  <a:cubicBezTo>
                    <a:pt x="137" y="17028"/>
                    <a:pt x="172" y="16994"/>
                    <a:pt x="172" y="16926"/>
                  </a:cubicBezTo>
                  <a:lnTo>
                    <a:pt x="172" y="16824"/>
                  </a:lnTo>
                  <a:cubicBezTo>
                    <a:pt x="172" y="16755"/>
                    <a:pt x="137" y="16721"/>
                    <a:pt x="103" y="16721"/>
                  </a:cubicBezTo>
                  <a:close/>
                  <a:moveTo>
                    <a:pt x="103" y="17779"/>
                  </a:moveTo>
                  <a:cubicBezTo>
                    <a:pt x="69" y="17779"/>
                    <a:pt x="35" y="17813"/>
                    <a:pt x="35" y="17847"/>
                  </a:cubicBezTo>
                  <a:lnTo>
                    <a:pt x="35" y="17950"/>
                  </a:lnTo>
                  <a:cubicBezTo>
                    <a:pt x="35" y="18018"/>
                    <a:pt x="69" y="18052"/>
                    <a:pt x="103" y="18052"/>
                  </a:cubicBezTo>
                  <a:cubicBezTo>
                    <a:pt x="137" y="18052"/>
                    <a:pt x="206" y="18018"/>
                    <a:pt x="206" y="17950"/>
                  </a:cubicBezTo>
                  <a:lnTo>
                    <a:pt x="206" y="17847"/>
                  </a:lnTo>
                  <a:cubicBezTo>
                    <a:pt x="206" y="17813"/>
                    <a:pt x="137" y="17779"/>
                    <a:pt x="103" y="17779"/>
                  </a:cubicBezTo>
                  <a:close/>
                  <a:moveTo>
                    <a:pt x="103" y="18803"/>
                  </a:moveTo>
                  <a:cubicBezTo>
                    <a:pt x="69" y="18803"/>
                    <a:pt x="35" y="18837"/>
                    <a:pt x="35" y="18871"/>
                  </a:cubicBezTo>
                  <a:lnTo>
                    <a:pt x="35" y="19008"/>
                  </a:lnTo>
                  <a:cubicBezTo>
                    <a:pt x="35" y="19042"/>
                    <a:pt x="69" y="19076"/>
                    <a:pt x="103" y="19076"/>
                  </a:cubicBezTo>
                  <a:cubicBezTo>
                    <a:pt x="172" y="19076"/>
                    <a:pt x="206" y="19042"/>
                    <a:pt x="206" y="19008"/>
                  </a:cubicBezTo>
                  <a:lnTo>
                    <a:pt x="206" y="18871"/>
                  </a:lnTo>
                  <a:cubicBezTo>
                    <a:pt x="206" y="18837"/>
                    <a:pt x="172" y="18803"/>
                    <a:pt x="103" y="18803"/>
                  </a:cubicBezTo>
                  <a:close/>
                  <a:moveTo>
                    <a:pt x="103" y="19826"/>
                  </a:moveTo>
                  <a:cubicBezTo>
                    <a:pt x="69" y="19826"/>
                    <a:pt x="35" y="19861"/>
                    <a:pt x="35" y="19895"/>
                  </a:cubicBezTo>
                  <a:lnTo>
                    <a:pt x="35" y="20031"/>
                  </a:lnTo>
                  <a:cubicBezTo>
                    <a:pt x="35" y="20065"/>
                    <a:pt x="69" y="20099"/>
                    <a:pt x="103" y="20099"/>
                  </a:cubicBezTo>
                  <a:cubicBezTo>
                    <a:pt x="172" y="20099"/>
                    <a:pt x="206" y="20065"/>
                    <a:pt x="206" y="20031"/>
                  </a:cubicBezTo>
                  <a:lnTo>
                    <a:pt x="206" y="19895"/>
                  </a:lnTo>
                  <a:cubicBezTo>
                    <a:pt x="206" y="19861"/>
                    <a:pt x="172" y="19826"/>
                    <a:pt x="103" y="19826"/>
                  </a:cubicBezTo>
                  <a:close/>
                  <a:moveTo>
                    <a:pt x="137" y="20850"/>
                  </a:moveTo>
                  <a:cubicBezTo>
                    <a:pt x="69" y="20850"/>
                    <a:pt x="35" y="20884"/>
                    <a:pt x="35" y="20953"/>
                  </a:cubicBezTo>
                  <a:lnTo>
                    <a:pt x="35" y="21055"/>
                  </a:lnTo>
                  <a:cubicBezTo>
                    <a:pt x="35" y="21089"/>
                    <a:pt x="69" y="21123"/>
                    <a:pt x="137" y="21123"/>
                  </a:cubicBezTo>
                  <a:cubicBezTo>
                    <a:pt x="172" y="21123"/>
                    <a:pt x="206" y="21089"/>
                    <a:pt x="206" y="21055"/>
                  </a:cubicBezTo>
                  <a:lnTo>
                    <a:pt x="206" y="20953"/>
                  </a:lnTo>
                  <a:cubicBezTo>
                    <a:pt x="206" y="20884"/>
                    <a:pt x="172" y="20850"/>
                    <a:pt x="137" y="20850"/>
                  </a:cubicBezTo>
                  <a:close/>
                  <a:moveTo>
                    <a:pt x="137" y="21874"/>
                  </a:moveTo>
                  <a:cubicBezTo>
                    <a:pt x="69" y="21874"/>
                    <a:pt x="35" y="21908"/>
                    <a:pt x="35" y="21976"/>
                  </a:cubicBezTo>
                  <a:lnTo>
                    <a:pt x="35" y="22079"/>
                  </a:lnTo>
                  <a:cubicBezTo>
                    <a:pt x="35" y="22147"/>
                    <a:pt x="103" y="22181"/>
                    <a:pt x="137" y="22181"/>
                  </a:cubicBezTo>
                  <a:cubicBezTo>
                    <a:pt x="172" y="22181"/>
                    <a:pt x="206" y="22147"/>
                    <a:pt x="206" y="22079"/>
                  </a:cubicBezTo>
                  <a:lnTo>
                    <a:pt x="206" y="21976"/>
                  </a:lnTo>
                  <a:cubicBezTo>
                    <a:pt x="206" y="21908"/>
                    <a:pt x="172" y="21874"/>
                    <a:pt x="137" y="21874"/>
                  </a:cubicBezTo>
                  <a:close/>
                  <a:moveTo>
                    <a:pt x="137" y="22898"/>
                  </a:moveTo>
                  <a:cubicBezTo>
                    <a:pt x="103" y="22898"/>
                    <a:pt x="69" y="22966"/>
                    <a:pt x="69" y="23000"/>
                  </a:cubicBezTo>
                  <a:lnTo>
                    <a:pt x="69" y="23102"/>
                  </a:lnTo>
                  <a:cubicBezTo>
                    <a:pt x="69" y="23171"/>
                    <a:pt x="103" y="23205"/>
                    <a:pt x="137" y="23205"/>
                  </a:cubicBezTo>
                  <a:cubicBezTo>
                    <a:pt x="206" y="23205"/>
                    <a:pt x="240" y="23171"/>
                    <a:pt x="240" y="23102"/>
                  </a:cubicBezTo>
                  <a:lnTo>
                    <a:pt x="240" y="23000"/>
                  </a:lnTo>
                  <a:cubicBezTo>
                    <a:pt x="240" y="22966"/>
                    <a:pt x="206" y="22898"/>
                    <a:pt x="137" y="2289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6" name="Google Shape;1818;p45">
              <a:extLst>
                <a:ext uri="{FF2B5EF4-FFF2-40B4-BE49-F238E27FC236}">
                  <a16:creationId xmlns:a16="http://schemas.microsoft.com/office/drawing/2014/main" id="{6A6D1AB8-B5A9-4ADA-131E-582F472B8DA4}"/>
                </a:ext>
              </a:extLst>
            </p:cNvPr>
            <p:cNvSpPr/>
            <p:nvPr/>
          </p:nvSpPr>
          <p:spPr>
            <a:xfrm>
              <a:off x="3576946" y="3039189"/>
              <a:ext cx="253247" cy="202281"/>
            </a:xfrm>
            <a:custGeom>
              <a:avLst/>
              <a:gdLst/>
              <a:ahLst/>
              <a:cxnLst/>
              <a:rect l="l" t="t" r="r" b="b"/>
              <a:pathLst>
                <a:path w="11364" h="9077" extrusionOk="0">
                  <a:moveTo>
                    <a:pt x="11193" y="0"/>
                  </a:moveTo>
                  <a:cubicBezTo>
                    <a:pt x="11159" y="0"/>
                    <a:pt x="11125" y="34"/>
                    <a:pt x="11125" y="103"/>
                  </a:cubicBezTo>
                  <a:lnTo>
                    <a:pt x="11125" y="205"/>
                  </a:lnTo>
                  <a:cubicBezTo>
                    <a:pt x="11125" y="239"/>
                    <a:pt x="11159" y="307"/>
                    <a:pt x="11193" y="307"/>
                  </a:cubicBezTo>
                  <a:cubicBezTo>
                    <a:pt x="11261" y="307"/>
                    <a:pt x="11295" y="273"/>
                    <a:pt x="11295" y="205"/>
                  </a:cubicBezTo>
                  <a:lnTo>
                    <a:pt x="11295" y="103"/>
                  </a:lnTo>
                  <a:cubicBezTo>
                    <a:pt x="11295" y="34"/>
                    <a:pt x="11261" y="0"/>
                    <a:pt x="11227" y="0"/>
                  </a:cubicBezTo>
                  <a:close/>
                  <a:moveTo>
                    <a:pt x="11193" y="1024"/>
                  </a:moveTo>
                  <a:cubicBezTo>
                    <a:pt x="11159" y="1024"/>
                    <a:pt x="11125" y="1092"/>
                    <a:pt x="11125" y="1126"/>
                  </a:cubicBezTo>
                  <a:lnTo>
                    <a:pt x="11125" y="1229"/>
                  </a:lnTo>
                  <a:cubicBezTo>
                    <a:pt x="11125" y="1297"/>
                    <a:pt x="11159" y="1331"/>
                    <a:pt x="11193" y="1331"/>
                  </a:cubicBezTo>
                  <a:cubicBezTo>
                    <a:pt x="11261" y="1331"/>
                    <a:pt x="11295" y="1297"/>
                    <a:pt x="11295" y="1229"/>
                  </a:cubicBezTo>
                  <a:lnTo>
                    <a:pt x="11295" y="1126"/>
                  </a:lnTo>
                  <a:cubicBezTo>
                    <a:pt x="11295" y="1092"/>
                    <a:pt x="11261" y="1024"/>
                    <a:pt x="11193" y="1024"/>
                  </a:cubicBezTo>
                  <a:close/>
                  <a:moveTo>
                    <a:pt x="11227" y="2082"/>
                  </a:moveTo>
                  <a:cubicBezTo>
                    <a:pt x="11159" y="2082"/>
                    <a:pt x="11125" y="2116"/>
                    <a:pt x="11125" y="2150"/>
                  </a:cubicBezTo>
                  <a:lnTo>
                    <a:pt x="11125" y="2286"/>
                  </a:lnTo>
                  <a:cubicBezTo>
                    <a:pt x="11125" y="2321"/>
                    <a:pt x="11159" y="2355"/>
                    <a:pt x="11227" y="2355"/>
                  </a:cubicBezTo>
                  <a:cubicBezTo>
                    <a:pt x="11261" y="2355"/>
                    <a:pt x="11295" y="2321"/>
                    <a:pt x="11295" y="2252"/>
                  </a:cubicBezTo>
                  <a:lnTo>
                    <a:pt x="11295" y="2150"/>
                  </a:lnTo>
                  <a:cubicBezTo>
                    <a:pt x="11295" y="2116"/>
                    <a:pt x="11261" y="2082"/>
                    <a:pt x="11227" y="2082"/>
                  </a:cubicBezTo>
                  <a:close/>
                  <a:moveTo>
                    <a:pt x="11227" y="3105"/>
                  </a:moveTo>
                  <a:cubicBezTo>
                    <a:pt x="11193" y="3105"/>
                    <a:pt x="11159" y="3139"/>
                    <a:pt x="11159" y="3174"/>
                  </a:cubicBezTo>
                  <a:lnTo>
                    <a:pt x="11159" y="3310"/>
                  </a:lnTo>
                  <a:cubicBezTo>
                    <a:pt x="11159" y="3344"/>
                    <a:pt x="11193" y="3378"/>
                    <a:pt x="11227" y="3378"/>
                  </a:cubicBezTo>
                  <a:cubicBezTo>
                    <a:pt x="11295" y="3378"/>
                    <a:pt x="11329" y="3344"/>
                    <a:pt x="11329" y="3310"/>
                  </a:cubicBezTo>
                  <a:lnTo>
                    <a:pt x="11329" y="3174"/>
                  </a:lnTo>
                  <a:cubicBezTo>
                    <a:pt x="11329" y="3139"/>
                    <a:pt x="11295" y="3105"/>
                    <a:pt x="11227" y="3105"/>
                  </a:cubicBezTo>
                  <a:close/>
                  <a:moveTo>
                    <a:pt x="11261" y="4129"/>
                  </a:moveTo>
                  <a:cubicBezTo>
                    <a:pt x="11193" y="4129"/>
                    <a:pt x="11159" y="4163"/>
                    <a:pt x="11159" y="4231"/>
                  </a:cubicBezTo>
                  <a:lnTo>
                    <a:pt x="11159" y="4334"/>
                  </a:lnTo>
                  <a:cubicBezTo>
                    <a:pt x="11159" y="4368"/>
                    <a:pt x="11227" y="4402"/>
                    <a:pt x="11261" y="4402"/>
                  </a:cubicBezTo>
                  <a:cubicBezTo>
                    <a:pt x="11295" y="4402"/>
                    <a:pt x="11329" y="4368"/>
                    <a:pt x="11329" y="4334"/>
                  </a:cubicBezTo>
                  <a:lnTo>
                    <a:pt x="11329" y="4231"/>
                  </a:lnTo>
                  <a:cubicBezTo>
                    <a:pt x="11329" y="4163"/>
                    <a:pt x="11295" y="4129"/>
                    <a:pt x="11261" y="4129"/>
                  </a:cubicBezTo>
                  <a:close/>
                  <a:moveTo>
                    <a:pt x="11261" y="5153"/>
                  </a:moveTo>
                  <a:cubicBezTo>
                    <a:pt x="11227" y="5153"/>
                    <a:pt x="11193" y="5187"/>
                    <a:pt x="11193" y="5255"/>
                  </a:cubicBezTo>
                  <a:lnTo>
                    <a:pt x="11159" y="5357"/>
                  </a:lnTo>
                  <a:cubicBezTo>
                    <a:pt x="11159" y="5392"/>
                    <a:pt x="11227" y="5460"/>
                    <a:pt x="11261" y="5460"/>
                  </a:cubicBezTo>
                  <a:cubicBezTo>
                    <a:pt x="11295" y="5460"/>
                    <a:pt x="11329" y="5426"/>
                    <a:pt x="11329" y="5357"/>
                  </a:cubicBezTo>
                  <a:lnTo>
                    <a:pt x="11363" y="5255"/>
                  </a:lnTo>
                  <a:cubicBezTo>
                    <a:pt x="11363" y="5187"/>
                    <a:pt x="11295" y="5153"/>
                    <a:pt x="11261" y="5153"/>
                  </a:cubicBezTo>
                  <a:close/>
                  <a:moveTo>
                    <a:pt x="11227" y="6176"/>
                  </a:moveTo>
                  <a:cubicBezTo>
                    <a:pt x="11193" y="6176"/>
                    <a:pt x="11159" y="6211"/>
                    <a:pt x="11159" y="6279"/>
                  </a:cubicBezTo>
                  <a:lnTo>
                    <a:pt x="11159" y="6381"/>
                  </a:lnTo>
                  <a:cubicBezTo>
                    <a:pt x="11159" y="6449"/>
                    <a:pt x="11193" y="6484"/>
                    <a:pt x="11227" y="6484"/>
                  </a:cubicBezTo>
                  <a:cubicBezTo>
                    <a:pt x="11295" y="6484"/>
                    <a:pt x="11329" y="6449"/>
                    <a:pt x="11329" y="6381"/>
                  </a:cubicBezTo>
                  <a:lnTo>
                    <a:pt x="11329" y="6279"/>
                  </a:lnTo>
                  <a:cubicBezTo>
                    <a:pt x="11329" y="6245"/>
                    <a:pt x="11295" y="6211"/>
                    <a:pt x="11227" y="6176"/>
                  </a:cubicBezTo>
                  <a:close/>
                  <a:moveTo>
                    <a:pt x="11157" y="7225"/>
                  </a:moveTo>
                  <a:cubicBezTo>
                    <a:pt x="11113" y="7225"/>
                    <a:pt x="11090" y="7275"/>
                    <a:pt x="11090" y="7303"/>
                  </a:cubicBezTo>
                  <a:lnTo>
                    <a:pt x="11090" y="7405"/>
                  </a:lnTo>
                  <a:cubicBezTo>
                    <a:pt x="11090" y="7473"/>
                    <a:pt x="11125" y="7507"/>
                    <a:pt x="11159" y="7507"/>
                  </a:cubicBezTo>
                  <a:cubicBezTo>
                    <a:pt x="11193" y="7507"/>
                    <a:pt x="11261" y="7473"/>
                    <a:pt x="11261" y="7439"/>
                  </a:cubicBezTo>
                  <a:lnTo>
                    <a:pt x="11261" y="7303"/>
                  </a:lnTo>
                  <a:cubicBezTo>
                    <a:pt x="11261" y="7268"/>
                    <a:pt x="11227" y="7234"/>
                    <a:pt x="11193" y="7234"/>
                  </a:cubicBezTo>
                  <a:cubicBezTo>
                    <a:pt x="11180" y="7228"/>
                    <a:pt x="11168" y="7225"/>
                    <a:pt x="11157" y="7225"/>
                  </a:cubicBezTo>
                  <a:close/>
                  <a:moveTo>
                    <a:pt x="10438" y="7800"/>
                  </a:moveTo>
                  <a:cubicBezTo>
                    <a:pt x="10428" y="7800"/>
                    <a:pt x="10418" y="7804"/>
                    <a:pt x="10408" y="7814"/>
                  </a:cubicBezTo>
                  <a:lnTo>
                    <a:pt x="10306" y="7814"/>
                  </a:lnTo>
                  <a:cubicBezTo>
                    <a:pt x="10237" y="7848"/>
                    <a:pt x="10203" y="7883"/>
                    <a:pt x="10237" y="7917"/>
                  </a:cubicBezTo>
                  <a:cubicBezTo>
                    <a:pt x="10237" y="7985"/>
                    <a:pt x="10271" y="7985"/>
                    <a:pt x="10306" y="7985"/>
                  </a:cubicBezTo>
                  <a:lnTo>
                    <a:pt x="10442" y="7985"/>
                  </a:lnTo>
                  <a:cubicBezTo>
                    <a:pt x="10476" y="7951"/>
                    <a:pt x="10510" y="7917"/>
                    <a:pt x="10510" y="7848"/>
                  </a:cubicBezTo>
                  <a:cubicBezTo>
                    <a:pt x="10486" y="7824"/>
                    <a:pt x="10462" y="7800"/>
                    <a:pt x="10438" y="7800"/>
                  </a:cubicBezTo>
                  <a:close/>
                  <a:moveTo>
                    <a:pt x="9420" y="7907"/>
                  </a:moveTo>
                  <a:cubicBezTo>
                    <a:pt x="9409" y="7907"/>
                    <a:pt x="9397" y="7910"/>
                    <a:pt x="9384" y="7917"/>
                  </a:cubicBezTo>
                  <a:lnTo>
                    <a:pt x="9282" y="7917"/>
                  </a:lnTo>
                  <a:cubicBezTo>
                    <a:pt x="9214" y="7917"/>
                    <a:pt x="9180" y="7951"/>
                    <a:pt x="9180" y="8019"/>
                  </a:cubicBezTo>
                  <a:cubicBezTo>
                    <a:pt x="9214" y="8053"/>
                    <a:pt x="9248" y="8087"/>
                    <a:pt x="9282" y="8087"/>
                  </a:cubicBezTo>
                  <a:lnTo>
                    <a:pt x="9384" y="8087"/>
                  </a:lnTo>
                  <a:cubicBezTo>
                    <a:pt x="9453" y="8087"/>
                    <a:pt x="9487" y="8019"/>
                    <a:pt x="9487" y="7985"/>
                  </a:cubicBezTo>
                  <a:cubicBezTo>
                    <a:pt x="9487" y="7957"/>
                    <a:pt x="9464" y="7907"/>
                    <a:pt x="9420" y="7907"/>
                  </a:cubicBezTo>
                  <a:close/>
                  <a:moveTo>
                    <a:pt x="8258" y="7985"/>
                  </a:moveTo>
                  <a:cubicBezTo>
                    <a:pt x="8190" y="8019"/>
                    <a:pt x="8156" y="8053"/>
                    <a:pt x="8156" y="8087"/>
                  </a:cubicBezTo>
                  <a:cubicBezTo>
                    <a:pt x="8190" y="8121"/>
                    <a:pt x="8224" y="8156"/>
                    <a:pt x="8258" y="8156"/>
                  </a:cubicBezTo>
                  <a:lnTo>
                    <a:pt x="8361" y="8156"/>
                  </a:lnTo>
                  <a:cubicBezTo>
                    <a:pt x="8429" y="8156"/>
                    <a:pt x="8463" y="8121"/>
                    <a:pt x="8463" y="8053"/>
                  </a:cubicBezTo>
                  <a:cubicBezTo>
                    <a:pt x="8463" y="8019"/>
                    <a:pt x="8429" y="7985"/>
                    <a:pt x="8361" y="7985"/>
                  </a:cubicBezTo>
                  <a:close/>
                  <a:moveTo>
                    <a:pt x="7235" y="8087"/>
                  </a:moveTo>
                  <a:cubicBezTo>
                    <a:pt x="7166" y="8121"/>
                    <a:pt x="7132" y="8156"/>
                    <a:pt x="7132" y="8190"/>
                  </a:cubicBezTo>
                  <a:cubicBezTo>
                    <a:pt x="7132" y="8224"/>
                    <a:pt x="7200" y="8258"/>
                    <a:pt x="7235" y="8258"/>
                  </a:cubicBezTo>
                  <a:lnTo>
                    <a:pt x="7337" y="8258"/>
                  </a:lnTo>
                  <a:cubicBezTo>
                    <a:pt x="7405" y="8258"/>
                    <a:pt x="7439" y="8224"/>
                    <a:pt x="7439" y="8156"/>
                  </a:cubicBezTo>
                  <a:cubicBezTo>
                    <a:pt x="7439" y="8121"/>
                    <a:pt x="7371" y="8087"/>
                    <a:pt x="7337" y="8087"/>
                  </a:cubicBezTo>
                  <a:close/>
                  <a:moveTo>
                    <a:pt x="6313" y="8190"/>
                  </a:moveTo>
                  <a:lnTo>
                    <a:pt x="6211" y="8224"/>
                  </a:lnTo>
                  <a:cubicBezTo>
                    <a:pt x="6143" y="8224"/>
                    <a:pt x="6108" y="8258"/>
                    <a:pt x="6108" y="8292"/>
                  </a:cubicBezTo>
                  <a:cubicBezTo>
                    <a:pt x="6108" y="8360"/>
                    <a:pt x="6177" y="8394"/>
                    <a:pt x="6211" y="8394"/>
                  </a:cubicBezTo>
                  <a:lnTo>
                    <a:pt x="6313" y="8360"/>
                  </a:lnTo>
                  <a:cubicBezTo>
                    <a:pt x="6381" y="8360"/>
                    <a:pt x="6416" y="8326"/>
                    <a:pt x="6416" y="8258"/>
                  </a:cubicBezTo>
                  <a:cubicBezTo>
                    <a:pt x="6416" y="8224"/>
                    <a:pt x="6347" y="8190"/>
                    <a:pt x="6313" y="8190"/>
                  </a:cubicBezTo>
                  <a:close/>
                  <a:moveTo>
                    <a:pt x="5290" y="8292"/>
                  </a:moveTo>
                  <a:lnTo>
                    <a:pt x="5187" y="8326"/>
                  </a:lnTo>
                  <a:cubicBezTo>
                    <a:pt x="5119" y="8326"/>
                    <a:pt x="5085" y="8360"/>
                    <a:pt x="5085" y="8429"/>
                  </a:cubicBezTo>
                  <a:cubicBezTo>
                    <a:pt x="5085" y="8463"/>
                    <a:pt x="5153" y="8497"/>
                    <a:pt x="5187" y="8497"/>
                  </a:cubicBezTo>
                  <a:lnTo>
                    <a:pt x="5290" y="8463"/>
                  </a:lnTo>
                  <a:cubicBezTo>
                    <a:pt x="5358" y="8463"/>
                    <a:pt x="5392" y="8429"/>
                    <a:pt x="5392" y="8394"/>
                  </a:cubicBezTo>
                  <a:cubicBezTo>
                    <a:pt x="5392" y="8326"/>
                    <a:pt x="5324" y="8292"/>
                    <a:pt x="5290" y="8292"/>
                  </a:cubicBezTo>
                  <a:close/>
                  <a:moveTo>
                    <a:pt x="4163" y="8429"/>
                  </a:moveTo>
                  <a:cubicBezTo>
                    <a:pt x="4095" y="8429"/>
                    <a:pt x="4061" y="8497"/>
                    <a:pt x="4061" y="8531"/>
                  </a:cubicBezTo>
                  <a:cubicBezTo>
                    <a:pt x="4061" y="8565"/>
                    <a:pt x="4129" y="8599"/>
                    <a:pt x="4163" y="8599"/>
                  </a:cubicBezTo>
                  <a:lnTo>
                    <a:pt x="4266" y="8599"/>
                  </a:lnTo>
                  <a:cubicBezTo>
                    <a:pt x="4334" y="8599"/>
                    <a:pt x="4368" y="8565"/>
                    <a:pt x="4368" y="8497"/>
                  </a:cubicBezTo>
                  <a:cubicBezTo>
                    <a:pt x="4334" y="8463"/>
                    <a:pt x="4300" y="8429"/>
                    <a:pt x="4266" y="8429"/>
                  </a:cubicBezTo>
                  <a:close/>
                  <a:moveTo>
                    <a:pt x="3242" y="8531"/>
                  </a:moveTo>
                  <a:lnTo>
                    <a:pt x="3140" y="8565"/>
                  </a:lnTo>
                  <a:cubicBezTo>
                    <a:pt x="3072" y="8565"/>
                    <a:pt x="3037" y="8599"/>
                    <a:pt x="3037" y="8667"/>
                  </a:cubicBezTo>
                  <a:cubicBezTo>
                    <a:pt x="3037" y="8702"/>
                    <a:pt x="3106" y="8736"/>
                    <a:pt x="3140" y="8736"/>
                  </a:cubicBezTo>
                  <a:lnTo>
                    <a:pt x="3242" y="8702"/>
                  </a:lnTo>
                  <a:cubicBezTo>
                    <a:pt x="3310" y="8702"/>
                    <a:pt x="3345" y="8667"/>
                    <a:pt x="3345" y="8633"/>
                  </a:cubicBezTo>
                  <a:cubicBezTo>
                    <a:pt x="3310" y="8565"/>
                    <a:pt x="3276" y="8531"/>
                    <a:pt x="3242" y="8531"/>
                  </a:cubicBezTo>
                  <a:close/>
                  <a:moveTo>
                    <a:pt x="2116" y="8667"/>
                  </a:moveTo>
                  <a:cubicBezTo>
                    <a:pt x="2048" y="8702"/>
                    <a:pt x="2014" y="8736"/>
                    <a:pt x="2014" y="8770"/>
                  </a:cubicBezTo>
                  <a:cubicBezTo>
                    <a:pt x="2014" y="8838"/>
                    <a:pt x="2082" y="8838"/>
                    <a:pt x="2116" y="8838"/>
                  </a:cubicBezTo>
                  <a:lnTo>
                    <a:pt x="2218" y="8838"/>
                  </a:lnTo>
                  <a:cubicBezTo>
                    <a:pt x="2287" y="8838"/>
                    <a:pt x="2321" y="8804"/>
                    <a:pt x="2321" y="8736"/>
                  </a:cubicBezTo>
                  <a:cubicBezTo>
                    <a:pt x="2287" y="8702"/>
                    <a:pt x="2253" y="8667"/>
                    <a:pt x="2218" y="8667"/>
                  </a:cubicBezTo>
                  <a:close/>
                  <a:moveTo>
                    <a:pt x="1222" y="8791"/>
                  </a:moveTo>
                  <a:cubicBezTo>
                    <a:pt x="1213" y="8791"/>
                    <a:pt x="1204" y="8795"/>
                    <a:pt x="1195" y="8804"/>
                  </a:cubicBezTo>
                  <a:lnTo>
                    <a:pt x="1092" y="8804"/>
                  </a:lnTo>
                  <a:cubicBezTo>
                    <a:pt x="1024" y="8804"/>
                    <a:pt x="990" y="8838"/>
                    <a:pt x="990" y="8906"/>
                  </a:cubicBezTo>
                  <a:cubicBezTo>
                    <a:pt x="990" y="8940"/>
                    <a:pt x="1058" y="8975"/>
                    <a:pt x="1092" y="8975"/>
                  </a:cubicBezTo>
                  <a:lnTo>
                    <a:pt x="1195" y="8975"/>
                  </a:lnTo>
                  <a:cubicBezTo>
                    <a:pt x="1263" y="8940"/>
                    <a:pt x="1297" y="8906"/>
                    <a:pt x="1297" y="8872"/>
                  </a:cubicBezTo>
                  <a:cubicBezTo>
                    <a:pt x="1272" y="8822"/>
                    <a:pt x="1247" y="8791"/>
                    <a:pt x="1222" y="8791"/>
                  </a:cubicBezTo>
                  <a:close/>
                  <a:moveTo>
                    <a:pt x="103" y="8906"/>
                  </a:moveTo>
                  <a:cubicBezTo>
                    <a:pt x="35" y="8940"/>
                    <a:pt x="0" y="8975"/>
                    <a:pt x="0" y="9009"/>
                  </a:cubicBezTo>
                  <a:cubicBezTo>
                    <a:pt x="0" y="9043"/>
                    <a:pt x="69" y="9077"/>
                    <a:pt x="103" y="9077"/>
                  </a:cubicBezTo>
                  <a:lnTo>
                    <a:pt x="171" y="9077"/>
                  </a:lnTo>
                  <a:cubicBezTo>
                    <a:pt x="239" y="9077"/>
                    <a:pt x="273" y="9043"/>
                    <a:pt x="273" y="8975"/>
                  </a:cubicBezTo>
                  <a:cubicBezTo>
                    <a:pt x="239" y="8940"/>
                    <a:pt x="205" y="8906"/>
                    <a:pt x="171" y="890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7" name="Google Shape;1819;p45">
              <a:extLst>
                <a:ext uri="{FF2B5EF4-FFF2-40B4-BE49-F238E27FC236}">
                  <a16:creationId xmlns:a16="http://schemas.microsoft.com/office/drawing/2014/main" id="{BD920237-597C-FE4B-9DF3-24D7C52A2E53}"/>
                </a:ext>
              </a:extLst>
            </p:cNvPr>
            <p:cNvSpPr/>
            <p:nvPr/>
          </p:nvSpPr>
          <p:spPr>
            <a:xfrm>
              <a:off x="3576946" y="2659720"/>
              <a:ext cx="251731" cy="358187"/>
            </a:xfrm>
            <a:custGeom>
              <a:avLst/>
              <a:gdLst/>
              <a:ahLst/>
              <a:cxnLst/>
              <a:rect l="l" t="t" r="r" b="b"/>
              <a:pathLst>
                <a:path w="11296" h="16073" extrusionOk="0">
                  <a:moveTo>
                    <a:pt x="9350" y="1"/>
                  </a:moveTo>
                  <a:cubicBezTo>
                    <a:pt x="9316" y="1"/>
                    <a:pt x="9282" y="35"/>
                    <a:pt x="9282" y="69"/>
                  </a:cubicBezTo>
                  <a:cubicBezTo>
                    <a:pt x="9282" y="137"/>
                    <a:pt x="9316" y="171"/>
                    <a:pt x="9350" y="171"/>
                  </a:cubicBezTo>
                  <a:lnTo>
                    <a:pt x="9487" y="171"/>
                  </a:lnTo>
                  <a:cubicBezTo>
                    <a:pt x="9521" y="171"/>
                    <a:pt x="9555" y="137"/>
                    <a:pt x="9555" y="69"/>
                  </a:cubicBezTo>
                  <a:cubicBezTo>
                    <a:pt x="9555" y="35"/>
                    <a:pt x="9521" y="1"/>
                    <a:pt x="9487" y="1"/>
                  </a:cubicBezTo>
                  <a:close/>
                  <a:moveTo>
                    <a:pt x="10408" y="1"/>
                  </a:moveTo>
                  <a:cubicBezTo>
                    <a:pt x="10340" y="1"/>
                    <a:pt x="10306" y="35"/>
                    <a:pt x="10306" y="69"/>
                  </a:cubicBezTo>
                  <a:cubicBezTo>
                    <a:pt x="10306" y="103"/>
                    <a:pt x="10340" y="171"/>
                    <a:pt x="10408" y="171"/>
                  </a:cubicBezTo>
                  <a:lnTo>
                    <a:pt x="10510" y="171"/>
                  </a:lnTo>
                  <a:cubicBezTo>
                    <a:pt x="10544" y="171"/>
                    <a:pt x="10613" y="103"/>
                    <a:pt x="10613" y="69"/>
                  </a:cubicBezTo>
                  <a:cubicBezTo>
                    <a:pt x="10613" y="35"/>
                    <a:pt x="10544" y="1"/>
                    <a:pt x="10510" y="1"/>
                  </a:cubicBezTo>
                  <a:close/>
                  <a:moveTo>
                    <a:pt x="8326" y="35"/>
                  </a:moveTo>
                  <a:cubicBezTo>
                    <a:pt x="8292" y="35"/>
                    <a:pt x="8258" y="69"/>
                    <a:pt x="8258" y="103"/>
                  </a:cubicBezTo>
                  <a:cubicBezTo>
                    <a:pt x="8258" y="171"/>
                    <a:pt x="8292" y="205"/>
                    <a:pt x="8326" y="205"/>
                  </a:cubicBezTo>
                  <a:lnTo>
                    <a:pt x="8463" y="205"/>
                  </a:lnTo>
                  <a:cubicBezTo>
                    <a:pt x="8497" y="205"/>
                    <a:pt x="8531" y="137"/>
                    <a:pt x="8531" y="103"/>
                  </a:cubicBezTo>
                  <a:cubicBezTo>
                    <a:pt x="8531" y="69"/>
                    <a:pt x="8497" y="35"/>
                    <a:pt x="8463" y="35"/>
                  </a:cubicBezTo>
                  <a:close/>
                  <a:moveTo>
                    <a:pt x="7303" y="69"/>
                  </a:moveTo>
                  <a:cubicBezTo>
                    <a:pt x="7269" y="69"/>
                    <a:pt x="7235" y="103"/>
                    <a:pt x="7235" y="137"/>
                  </a:cubicBezTo>
                  <a:cubicBezTo>
                    <a:pt x="7235" y="205"/>
                    <a:pt x="7269" y="240"/>
                    <a:pt x="7303" y="240"/>
                  </a:cubicBezTo>
                  <a:lnTo>
                    <a:pt x="7439" y="240"/>
                  </a:lnTo>
                  <a:cubicBezTo>
                    <a:pt x="7473" y="240"/>
                    <a:pt x="7508" y="171"/>
                    <a:pt x="7508" y="137"/>
                  </a:cubicBezTo>
                  <a:cubicBezTo>
                    <a:pt x="7508" y="103"/>
                    <a:pt x="7473" y="69"/>
                    <a:pt x="7405" y="69"/>
                  </a:cubicBezTo>
                  <a:close/>
                  <a:moveTo>
                    <a:pt x="103" y="103"/>
                  </a:moveTo>
                  <a:cubicBezTo>
                    <a:pt x="35" y="103"/>
                    <a:pt x="0" y="137"/>
                    <a:pt x="0" y="171"/>
                  </a:cubicBezTo>
                  <a:cubicBezTo>
                    <a:pt x="0" y="240"/>
                    <a:pt x="35" y="274"/>
                    <a:pt x="103" y="274"/>
                  </a:cubicBezTo>
                  <a:lnTo>
                    <a:pt x="205" y="274"/>
                  </a:lnTo>
                  <a:cubicBezTo>
                    <a:pt x="273" y="274"/>
                    <a:pt x="308" y="240"/>
                    <a:pt x="308" y="205"/>
                  </a:cubicBezTo>
                  <a:cubicBezTo>
                    <a:pt x="308" y="137"/>
                    <a:pt x="273" y="103"/>
                    <a:pt x="205" y="103"/>
                  </a:cubicBezTo>
                  <a:close/>
                  <a:moveTo>
                    <a:pt x="6279" y="103"/>
                  </a:moveTo>
                  <a:cubicBezTo>
                    <a:pt x="6211" y="103"/>
                    <a:pt x="6177" y="137"/>
                    <a:pt x="6177" y="205"/>
                  </a:cubicBezTo>
                  <a:cubicBezTo>
                    <a:pt x="6177" y="240"/>
                    <a:pt x="6245" y="274"/>
                    <a:pt x="6279" y="274"/>
                  </a:cubicBezTo>
                  <a:lnTo>
                    <a:pt x="6381" y="274"/>
                  </a:lnTo>
                  <a:cubicBezTo>
                    <a:pt x="6450" y="274"/>
                    <a:pt x="6484" y="240"/>
                    <a:pt x="6484" y="171"/>
                  </a:cubicBezTo>
                  <a:cubicBezTo>
                    <a:pt x="6484" y="137"/>
                    <a:pt x="6450" y="103"/>
                    <a:pt x="6381" y="103"/>
                  </a:cubicBezTo>
                  <a:close/>
                  <a:moveTo>
                    <a:pt x="5255" y="137"/>
                  </a:moveTo>
                  <a:cubicBezTo>
                    <a:pt x="5187" y="137"/>
                    <a:pt x="5153" y="171"/>
                    <a:pt x="5153" y="240"/>
                  </a:cubicBezTo>
                  <a:cubicBezTo>
                    <a:pt x="5153" y="274"/>
                    <a:pt x="5187" y="308"/>
                    <a:pt x="5255" y="308"/>
                  </a:cubicBezTo>
                  <a:lnTo>
                    <a:pt x="5358" y="308"/>
                  </a:lnTo>
                  <a:cubicBezTo>
                    <a:pt x="5426" y="308"/>
                    <a:pt x="5460" y="274"/>
                    <a:pt x="5460" y="205"/>
                  </a:cubicBezTo>
                  <a:cubicBezTo>
                    <a:pt x="5460" y="171"/>
                    <a:pt x="5426" y="137"/>
                    <a:pt x="5358" y="137"/>
                  </a:cubicBezTo>
                  <a:close/>
                  <a:moveTo>
                    <a:pt x="1127" y="171"/>
                  </a:moveTo>
                  <a:cubicBezTo>
                    <a:pt x="1092" y="171"/>
                    <a:pt x="1058" y="205"/>
                    <a:pt x="1024" y="240"/>
                  </a:cubicBezTo>
                  <a:cubicBezTo>
                    <a:pt x="1024" y="274"/>
                    <a:pt x="1092" y="342"/>
                    <a:pt x="1127" y="342"/>
                  </a:cubicBezTo>
                  <a:lnTo>
                    <a:pt x="1229" y="342"/>
                  </a:lnTo>
                  <a:cubicBezTo>
                    <a:pt x="1297" y="342"/>
                    <a:pt x="1331" y="308"/>
                    <a:pt x="1331" y="240"/>
                  </a:cubicBezTo>
                  <a:cubicBezTo>
                    <a:pt x="1331" y="205"/>
                    <a:pt x="1297" y="171"/>
                    <a:pt x="1229" y="171"/>
                  </a:cubicBezTo>
                  <a:close/>
                  <a:moveTo>
                    <a:pt x="2150" y="171"/>
                  </a:moveTo>
                  <a:cubicBezTo>
                    <a:pt x="2116" y="171"/>
                    <a:pt x="2082" y="240"/>
                    <a:pt x="2082" y="274"/>
                  </a:cubicBezTo>
                  <a:cubicBezTo>
                    <a:pt x="2082" y="308"/>
                    <a:pt x="2116" y="342"/>
                    <a:pt x="2150" y="342"/>
                  </a:cubicBezTo>
                  <a:lnTo>
                    <a:pt x="2287" y="342"/>
                  </a:lnTo>
                  <a:cubicBezTo>
                    <a:pt x="2321" y="342"/>
                    <a:pt x="2355" y="308"/>
                    <a:pt x="2355" y="274"/>
                  </a:cubicBezTo>
                  <a:cubicBezTo>
                    <a:pt x="2355" y="240"/>
                    <a:pt x="2321" y="171"/>
                    <a:pt x="2287" y="171"/>
                  </a:cubicBezTo>
                  <a:close/>
                  <a:moveTo>
                    <a:pt x="4232" y="171"/>
                  </a:moveTo>
                  <a:cubicBezTo>
                    <a:pt x="4163" y="171"/>
                    <a:pt x="4129" y="205"/>
                    <a:pt x="4129" y="274"/>
                  </a:cubicBezTo>
                  <a:cubicBezTo>
                    <a:pt x="4129" y="308"/>
                    <a:pt x="4163" y="342"/>
                    <a:pt x="4232" y="342"/>
                  </a:cubicBezTo>
                  <a:lnTo>
                    <a:pt x="4334" y="342"/>
                  </a:lnTo>
                  <a:cubicBezTo>
                    <a:pt x="4368" y="342"/>
                    <a:pt x="4402" y="308"/>
                    <a:pt x="4402" y="240"/>
                  </a:cubicBezTo>
                  <a:cubicBezTo>
                    <a:pt x="4402" y="205"/>
                    <a:pt x="4368" y="171"/>
                    <a:pt x="4334" y="171"/>
                  </a:cubicBezTo>
                  <a:close/>
                  <a:moveTo>
                    <a:pt x="3310" y="171"/>
                  </a:moveTo>
                  <a:lnTo>
                    <a:pt x="3174" y="205"/>
                  </a:lnTo>
                  <a:cubicBezTo>
                    <a:pt x="3140" y="205"/>
                    <a:pt x="3106" y="240"/>
                    <a:pt x="3106" y="274"/>
                  </a:cubicBezTo>
                  <a:cubicBezTo>
                    <a:pt x="3106" y="308"/>
                    <a:pt x="3140" y="376"/>
                    <a:pt x="3174" y="376"/>
                  </a:cubicBezTo>
                  <a:lnTo>
                    <a:pt x="3310" y="376"/>
                  </a:lnTo>
                  <a:cubicBezTo>
                    <a:pt x="3345" y="342"/>
                    <a:pt x="3379" y="308"/>
                    <a:pt x="3379" y="274"/>
                  </a:cubicBezTo>
                  <a:cubicBezTo>
                    <a:pt x="3379" y="240"/>
                    <a:pt x="3345" y="171"/>
                    <a:pt x="3310" y="171"/>
                  </a:cubicBezTo>
                  <a:close/>
                  <a:moveTo>
                    <a:pt x="11193" y="205"/>
                  </a:moveTo>
                  <a:cubicBezTo>
                    <a:pt x="11159" y="205"/>
                    <a:pt x="11125" y="240"/>
                    <a:pt x="11125" y="308"/>
                  </a:cubicBezTo>
                  <a:cubicBezTo>
                    <a:pt x="11125" y="308"/>
                    <a:pt x="11125" y="342"/>
                    <a:pt x="11125" y="342"/>
                  </a:cubicBezTo>
                  <a:cubicBezTo>
                    <a:pt x="11125" y="342"/>
                    <a:pt x="11125" y="342"/>
                    <a:pt x="11125" y="376"/>
                  </a:cubicBezTo>
                  <a:lnTo>
                    <a:pt x="11125" y="478"/>
                  </a:lnTo>
                  <a:cubicBezTo>
                    <a:pt x="11125" y="513"/>
                    <a:pt x="11159" y="547"/>
                    <a:pt x="11193" y="547"/>
                  </a:cubicBezTo>
                  <a:cubicBezTo>
                    <a:pt x="11261" y="547"/>
                    <a:pt x="11295" y="513"/>
                    <a:pt x="11295" y="478"/>
                  </a:cubicBezTo>
                  <a:lnTo>
                    <a:pt x="11295" y="410"/>
                  </a:lnTo>
                  <a:cubicBezTo>
                    <a:pt x="11295" y="376"/>
                    <a:pt x="11295" y="342"/>
                    <a:pt x="11295" y="308"/>
                  </a:cubicBezTo>
                  <a:cubicBezTo>
                    <a:pt x="11295" y="240"/>
                    <a:pt x="11261" y="205"/>
                    <a:pt x="11193" y="205"/>
                  </a:cubicBezTo>
                  <a:close/>
                  <a:moveTo>
                    <a:pt x="10988" y="547"/>
                  </a:moveTo>
                  <a:cubicBezTo>
                    <a:pt x="10954" y="547"/>
                    <a:pt x="10920" y="581"/>
                    <a:pt x="10920" y="615"/>
                  </a:cubicBezTo>
                  <a:cubicBezTo>
                    <a:pt x="10920" y="649"/>
                    <a:pt x="10920" y="717"/>
                    <a:pt x="10920" y="751"/>
                  </a:cubicBezTo>
                  <a:cubicBezTo>
                    <a:pt x="10920" y="786"/>
                    <a:pt x="10988" y="820"/>
                    <a:pt x="11022" y="820"/>
                  </a:cubicBezTo>
                  <a:cubicBezTo>
                    <a:pt x="11056" y="820"/>
                    <a:pt x="11090" y="786"/>
                    <a:pt x="11090" y="717"/>
                  </a:cubicBezTo>
                  <a:cubicBezTo>
                    <a:pt x="11090" y="683"/>
                    <a:pt x="11090" y="649"/>
                    <a:pt x="11090" y="615"/>
                  </a:cubicBezTo>
                  <a:cubicBezTo>
                    <a:pt x="11090" y="581"/>
                    <a:pt x="11056" y="547"/>
                    <a:pt x="10988" y="547"/>
                  </a:cubicBezTo>
                  <a:close/>
                  <a:moveTo>
                    <a:pt x="11193" y="1297"/>
                  </a:moveTo>
                  <a:cubicBezTo>
                    <a:pt x="11125" y="1297"/>
                    <a:pt x="11090" y="1332"/>
                    <a:pt x="11090" y="1400"/>
                  </a:cubicBezTo>
                  <a:lnTo>
                    <a:pt x="11090" y="1502"/>
                  </a:lnTo>
                  <a:cubicBezTo>
                    <a:pt x="11090" y="1536"/>
                    <a:pt x="11125" y="1605"/>
                    <a:pt x="11193" y="1605"/>
                  </a:cubicBezTo>
                  <a:cubicBezTo>
                    <a:pt x="11227" y="1605"/>
                    <a:pt x="11261" y="1570"/>
                    <a:pt x="11261" y="1502"/>
                  </a:cubicBezTo>
                  <a:lnTo>
                    <a:pt x="11261" y="1400"/>
                  </a:lnTo>
                  <a:cubicBezTo>
                    <a:pt x="11261" y="1332"/>
                    <a:pt x="11227" y="1297"/>
                    <a:pt x="11193" y="1297"/>
                  </a:cubicBezTo>
                  <a:close/>
                  <a:moveTo>
                    <a:pt x="11193" y="2321"/>
                  </a:moveTo>
                  <a:cubicBezTo>
                    <a:pt x="11125" y="2321"/>
                    <a:pt x="11090" y="2389"/>
                    <a:pt x="11090" y="2423"/>
                  </a:cubicBezTo>
                  <a:lnTo>
                    <a:pt x="11090" y="2526"/>
                  </a:lnTo>
                  <a:cubicBezTo>
                    <a:pt x="11090" y="2594"/>
                    <a:pt x="11125" y="2628"/>
                    <a:pt x="11193" y="2628"/>
                  </a:cubicBezTo>
                  <a:cubicBezTo>
                    <a:pt x="11227" y="2628"/>
                    <a:pt x="11261" y="2594"/>
                    <a:pt x="11261" y="2526"/>
                  </a:cubicBezTo>
                  <a:lnTo>
                    <a:pt x="11261" y="2423"/>
                  </a:lnTo>
                  <a:cubicBezTo>
                    <a:pt x="11261" y="2389"/>
                    <a:pt x="11227" y="2321"/>
                    <a:pt x="11193" y="2321"/>
                  </a:cubicBezTo>
                  <a:close/>
                  <a:moveTo>
                    <a:pt x="11194" y="3370"/>
                  </a:moveTo>
                  <a:cubicBezTo>
                    <a:pt x="11184" y="3370"/>
                    <a:pt x="11172" y="3372"/>
                    <a:pt x="11159" y="3379"/>
                  </a:cubicBezTo>
                  <a:cubicBezTo>
                    <a:pt x="11125" y="3379"/>
                    <a:pt x="11090" y="3413"/>
                    <a:pt x="11090" y="3447"/>
                  </a:cubicBezTo>
                  <a:lnTo>
                    <a:pt x="11090" y="3584"/>
                  </a:lnTo>
                  <a:cubicBezTo>
                    <a:pt x="11090" y="3618"/>
                    <a:pt x="11125" y="3652"/>
                    <a:pt x="11159" y="3652"/>
                  </a:cubicBezTo>
                  <a:cubicBezTo>
                    <a:pt x="11227" y="3652"/>
                    <a:pt x="11261" y="3618"/>
                    <a:pt x="11261" y="3584"/>
                  </a:cubicBezTo>
                  <a:lnTo>
                    <a:pt x="11261" y="3447"/>
                  </a:lnTo>
                  <a:cubicBezTo>
                    <a:pt x="11261" y="3420"/>
                    <a:pt x="11239" y="3370"/>
                    <a:pt x="11194" y="3370"/>
                  </a:cubicBezTo>
                  <a:close/>
                  <a:moveTo>
                    <a:pt x="11159" y="4403"/>
                  </a:moveTo>
                  <a:cubicBezTo>
                    <a:pt x="11125" y="4403"/>
                    <a:pt x="11090" y="4437"/>
                    <a:pt x="11090" y="4471"/>
                  </a:cubicBezTo>
                  <a:lnTo>
                    <a:pt x="11090" y="4607"/>
                  </a:lnTo>
                  <a:cubicBezTo>
                    <a:pt x="11090" y="4635"/>
                    <a:pt x="11113" y="4685"/>
                    <a:pt x="11139" y="4685"/>
                  </a:cubicBezTo>
                  <a:cubicBezTo>
                    <a:pt x="11146" y="4685"/>
                    <a:pt x="11152" y="4682"/>
                    <a:pt x="11159" y="4676"/>
                  </a:cubicBezTo>
                  <a:cubicBezTo>
                    <a:pt x="11227" y="4676"/>
                    <a:pt x="11261" y="4641"/>
                    <a:pt x="11261" y="4607"/>
                  </a:cubicBezTo>
                  <a:lnTo>
                    <a:pt x="11261" y="4471"/>
                  </a:lnTo>
                  <a:cubicBezTo>
                    <a:pt x="11261" y="4437"/>
                    <a:pt x="11227" y="4403"/>
                    <a:pt x="11159" y="4403"/>
                  </a:cubicBezTo>
                  <a:close/>
                  <a:moveTo>
                    <a:pt x="11159" y="5426"/>
                  </a:moveTo>
                  <a:cubicBezTo>
                    <a:pt x="11125" y="5426"/>
                    <a:pt x="11090" y="5460"/>
                    <a:pt x="11090" y="5529"/>
                  </a:cubicBezTo>
                  <a:lnTo>
                    <a:pt x="11090" y="5631"/>
                  </a:lnTo>
                  <a:cubicBezTo>
                    <a:pt x="11090" y="5665"/>
                    <a:pt x="11125" y="5699"/>
                    <a:pt x="11159" y="5699"/>
                  </a:cubicBezTo>
                  <a:cubicBezTo>
                    <a:pt x="11227" y="5699"/>
                    <a:pt x="11261" y="5665"/>
                    <a:pt x="11261" y="5631"/>
                  </a:cubicBezTo>
                  <a:lnTo>
                    <a:pt x="11261" y="5529"/>
                  </a:lnTo>
                  <a:cubicBezTo>
                    <a:pt x="11261" y="5460"/>
                    <a:pt x="11227" y="5426"/>
                    <a:pt x="11159" y="5426"/>
                  </a:cubicBezTo>
                  <a:close/>
                  <a:moveTo>
                    <a:pt x="11193" y="6450"/>
                  </a:moveTo>
                  <a:cubicBezTo>
                    <a:pt x="11125" y="6450"/>
                    <a:pt x="11090" y="6484"/>
                    <a:pt x="11090" y="6552"/>
                  </a:cubicBezTo>
                  <a:lnTo>
                    <a:pt x="11090" y="6655"/>
                  </a:lnTo>
                  <a:cubicBezTo>
                    <a:pt x="11090" y="6723"/>
                    <a:pt x="11125" y="6757"/>
                    <a:pt x="11193" y="6757"/>
                  </a:cubicBezTo>
                  <a:cubicBezTo>
                    <a:pt x="11227" y="6757"/>
                    <a:pt x="11261" y="6689"/>
                    <a:pt x="11261" y="6655"/>
                  </a:cubicBezTo>
                  <a:lnTo>
                    <a:pt x="11261" y="6552"/>
                  </a:lnTo>
                  <a:cubicBezTo>
                    <a:pt x="11261" y="6484"/>
                    <a:pt x="11227" y="6450"/>
                    <a:pt x="11193" y="6450"/>
                  </a:cubicBezTo>
                  <a:close/>
                  <a:moveTo>
                    <a:pt x="11193" y="7474"/>
                  </a:moveTo>
                  <a:cubicBezTo>
                    <a:pt x="11125" y="7474"/>
                    <a:pt x="11090" y="7542"/>
                    <a:pt x="11090" y="7576"/>
                  </a:cubicBezTo>
                  <a:lnTo>
                    <a:pt x="11090" y="7678"/>
                  </a:lnTo>
                  <a:cubicBezTo>
                    <a:pt x="11090" y="7747"/>
                    <a:pt x="11125" y="7781"/>
                    <a:pt x="11193" y="7781"/>
                  </a:cubicBezTo>
                  <a:cubicBezTo>
                    <a:pt x="11227" y="7781"/>
                    <a:pt x="11261" y="7747"/>
                    <a:pt x="11261" y="7678"/>
                  </a:cubicBezTo>
                  <a:lnTo>
                    <a:pt x="11261" y="7576"/>
                  </a:lnTo>
                  <a:cubicBezTo>
                    <a:pt x="11261" y="7542"/>
                    <a:pt x="11227" y="7474"/>
                    <a:pt x="11193" y="7474"/>
                  </a:cubicBezTo>
                  <a:close/>
                  <a:moveTo>
                    <a:pt x="11193" y="8532"/>
                  </a:moveTo>
                  <a:cubicBezTo>
                    <a:pt x="11159" y="8532"/>
                    <a:pt x="11125" y="8566"/>
                    <a:pt x="11125" y="8600"/>
                  </a:cubicBezTo>
                  <a:lnTo>
                    <a:pt x="11125" y="8736"/>
                  </a:lnTo>
                  <a:cubicBezTo>
                    <a:pt x="11125" y="8770"/>
                    <a:pt x="11159" y="8804"/>
                    <a:pt x="11193" y="8804"/>
                  </a:cubicBezTo>
                  <a:cubicBezTo>
                    <a:pt x="11261" y="8804"/>
                    <a:pt x="11295" y="8770"/>
                    <a:pt x="11295" y="8702"/>
                  </a:cubicBezTo>
                  <a:lnTo>
                    <a:pt x="11295" y="8600"/>
                  </a:lnTo>
                  <a:cubicBezTo>
                    <a:pt x="11295" y="8566"/>
                    <a:pt x="11227" y="8532"/>
                    <a:pt x="11193" y="8532"/>
                  </a:cubicBezTo>
                  <a:close/>
                  <a:moveTo>
                    <a:pt x="11193" y="9623"/>
                  </a:moveTo>
                  <a:cubicBezTo>
                    <a:pt x="11125" y="9623"/>
                    <a:pt x="11090" y="9658"/>
                    <a:pt x="11090" y="9726"/>
                  </a:cubicBezTo>
                  <a:lnTo>
                    <a:pt x="11090" y="9828"/>
                  </a:lnTo>
                  <a:cubicBezTo>
                    <a:pt x="11090" y="9896"/>
                    <a:pt x="11125" y="9931"/>
                    <a:pt x="11193" y="9931"/>
                  </a:cubicBezTo>
                  <a:cubicBezTo>
                    <a:pt x="11227" y="9931"/>
                    <a:pt x="11261" y="9862"/>
                    <a:pt x="11261" y="9828"/>
                  </a:cubicBezTo>
                  <a:lnTo>
                    <a:pt x="11261" y="9726"/>
                  </a:lnTo>
                  <a:cubicBezTo>
                    <a:pt x="11261" y="9658"/>
                    <a:pt x="11227" y="9623"/>
                    <a:pt x="11193" y="9623"/>
                  </a:cubicBezTo>
                  <a:close/>
                  <a:moveTo>
                    <a:pt x="11212" y="10638"/>
                  </a:moveTo>
                  <a:cubicBezTo>
                    <a:pt x="11206" y="10638"/>
                    <a:pt x="11199" y="10641"/>
                    <a:pt x="11193" y="10647"/>
                  </a:cubicBezTo>
                  <a:cubicBezTo>
                    <a:pt x="11125" y="10647"/>
                    <a:pt x="11090" y="10681"/>
                    <a:pt x="11090" y="10715"/>
                  </a:cubicBezTo>
                  <a:lnTo>
                    <a:pt x="11090" y="10818"/>
                  </a:lnTo>
                  <a:cubicBezTo>
                    <a:pt x="11090" y="10886"/>
                    <a:pt x="11125" y="10920"/>
                    <a:pt x="11193" y="10920"/>
                  </a:cubicBezTo>
                  <a:cubicBezTo>
                    <a:pt x="11227" y="10920"/>
                    <a:pt x="11261" y="10886"/>
                    <a:pt x="11261" y="10818"/>
                  </a:cubicBezTo>
                  <a:lnTo>
                    <a:pt x="11261" y="10715"/>
                  </a:lnTo>
                  <a:cubicBezTo>
                    <a:pt x="11261" y="10688"/>
                    <a:pt x="11239" y="10638"/>
                    <a:pt x="11212" y="10638"/>
                  </a:cubicBezTo>
                  <a:close/>
                  <a:moveTo>
                    <a:pt x="11193" y="11671"/>
                  </a:moveTo>
                  <a:cubicBezTo>
                    <a:pt x="11125" y="11671"/>
                    <a:pt x="11090" y="11705"/>
                    <a:pt x="11090" y="11739"/>
                  </a:cubicBezTo>
                  <a:lnTo>
                    <a:pt x="11090" y="11876"/>
                  </a:lnTo>
                  <a:cubicBezTo>
                    <a:pt x="11090" y="11910"/>
                    <a:pt x="11125" y="11944"/>
                    <a:pt x="11193" y="11944"/>
                  </a:cubicBezTo>
                  <a:cubicBezTo>
                    <a:pt x="11227" y="11944"/>
                    <a:pt x="11261" y="11910"/>
                    <a:pt x="11261" y="11876"/>
                  </a:cubicBezTo>
                  <a:lnTo>
                    <a:pt x="11261" y="11739"/>
                  </a:lnTo>
                  <a:cubicBezTo>
                    <a:pt x="11261" y="11705"/>
                    <a:pt x="11227" y="11671"/>
                    <a:pt x="11193" y="11671"/>
                  </a:cubicBezTo>
                  <a:close/>
                  <a:moveTo>
                    <a:pt x="11193" y="12695"/>
                  </a:moveTo>
                  <a:cubicBezTo>
                    <a:pt x="11125" y="12695"/>
                    <a:pt x="11090" y="12729"/>
                    <a:pt x="11090" y="12797"/>
                  </a:cubicBezTo>
                  <a:lnTo>
                    <a:pt x="11090" y="12899"/>
                  </a:lnTo>
                  <a:cubicBezTo>
                    <a:pt x="11090" y="12933"/>
                    <a:pt x="11125" y="12968"/>
                    <a:pt x="11193" y="12968"/>
                  </a:cubicBezTo>
                  <a:cubicBezTo>
                    <a:pt x="11227" y="12968"/>
                    <a:pt x="11261" y="12933"/>
                    <a:pt x="11261" y="12899"/>
                  </a:cubicBezTo>
                  <a:lnTo>
                    <a:pt x="11261" y="12797"/>
                  </a:lnTo>
                  <a:cubicBezTo>
                    <a:pt x="11261" y="12729"/>
                    <a:pt x="11227" y="12695"/>
                    <a:pt x="11193" y="12695"/>
                  </a:cubicBezTo>
                  <a:close/>
                  <a:moveTo>
                    <a:pt x="11193" y="13718"/>
                  </a:moveTo>
                  <a:cubicBezTo>
                    <a:pt x="11125" y="13718"/>
                    <a:pt x="11090" y="13752"/>
                    <a:pt x="11090" y="13821"/>
                  </a:cubicBezTo>
                  <a:lnTo>
                    <a:pt x="11090" y="13923"/>
                  </a:lnTo>
                  <a:cubicBezTo>
                    <a:pt x="11090" y="13991"/>
                    <a:pt x="11159" y="14025"/>
                    <a:pt x="11193" y="14025"/>
                  </a:cubicBezTo>
                  <a:cubicBezTo>
                    <a:pt x="11227" y="14025"/>
                    <a:pt x="11261" y="13957"/>
                    <a:pt x="11261" y="13923"/>
                  </a:cubicBezTo>
                  <a:lnTo>
                    <a:pt x="11261" y="13821"/>
                  </a:lnTo>
                  <a:cubicBezTo>
                    <a:pt x="11261" y="13752"/>
                    <a:pt x="11227" y="13718"/>
                    <a:pt x="11193" y="13718"/>
                  </a:cubicBezTo>
                  <a:close/>
                  <a:moveTo>
                    <a:pt x="11193" y="14742"/>
                  </a:moveTo>
                  <a:cubicBezTo>
                    <a:pt x="11159" y="14742"/>
                    <a:pt x="11125" y="14810"/>
                    <a:pt x="11125" y="14844"/>
                  </a:cubicBezTo>
                  <a:lnTo>
                    <a:pt x="11125" y="14947"/>
                  </a:lnTo>
                  <a:cubicBezTo>
                    <a:pt x="11125" y="15015"/>
                    <a:pt x="11159" y="15049"/>
                    <a:pt x="11193" y="15049"/>
                  </a:cubicBezTo>
                  <a:cubicBezTo>
                    <a:pt x="11261" y="15049"/>
                    <a:pt x="11295" y="15015"/>
                    <a:pt x="11295" y="14947"/>
                  </a:cubicBezTo>
                  <a:lnTo>
                    <a:pt x="11295" y="14844"/>
                  </a:lnTo>
                  <a:cubicBezTo>
                    <a:pt x="11295" y="14810"/>
                    <a:pt x="11261" y="14742"/>
                    <a:pt x="11193" y="14742"/>
                  </a:cubicBezTo>
                  <a:close/>
                  <a:moveTo>
                    <a:pt x="11193" y="15800"/>
                  </a:moveTo>
                  <a:cubicBezTo>
                    <a:pt x="11159" y="15800"/>
                    <a:pt x="11125" y="15834"/>
                    <a:pt x="11125" y="15868"/>
                  </a:cubicBezTo>
                  <a:lnTo>
                    <a:pt x="11125" y="16004"/>
                  </a:lnTo>
                  <a:cubicBezTo>
                    <a:pt x="11125" y="16039"/>
                    <a:pt x="11159" y="16073"/>
                    <a:pt x="11193" y="16073"/>
                  </a:cubicBezTo>
                  <a:cubicBezTo>
                    <a:pt x="11261" y="16073"/>
                    <a:pt x="11295" y="16039"/>
                    <a:pt x="11295" y="15970"/>
                  </a:cubicBezTo>
                  <a:lnTo>
                    <a:pt x="11295" y="15868"/>
                  </a:lnTo>
                  <a:cubicBezTo>
                    <a:pt x="11295" y="15834"/>
                    <a:pt x="11261" y="15800"/>
                    <a:pt x="11193" y="1580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8" name="Google Shape;1820;p45">
              <a:extLst>
                <a:ext uri="{FF2B5EF4-FFF2-40B4-BE49-F238E27FC236}">
                  <a16:creationId xmlns:a16="http://schemas.microsoft.com/office/drawing/2014/main" id="{F738EBED-A291-C0D6-8097-42CE6525286D}"/>
                </a:ext>
              </a:extLst>
            </p:cNvPr>
            <p:cNvSpPr/>
            <p:nvPr/>
          </p:nvSpPr>
          <p:spPr>
            <a:xfrm>
              <a:off x="3818761" y="3651336"/>
              <a:ext cx="486704" cy="258573"/>
            </a:xfrm>
            <a:custGeom>
              <a:avLst/>
              <a:gdLst/>
              <a:ahLst/>
              <a:cxnLst/>
              <a:rect l="l" t="t" r="r" b="b"/>
              <a:pathLst>
                <a:path w="21840" h="11603" extrusionOk="0">
                  <a:moveTo>
                    <a:pt x="21669" y="0"/>
                  </a:moveTo>
                  <a:cubicBezTo>
                    <a:pt x="21635" y="0"/>
                    <a:pt x="21566" y="34"/>
                    <a:pt x="21566" y="103"/>
                  </a:cubicBezTo>
                  <a:cubicBezTo>
                    <a:pt x="21566" y="137"/>
                    <a:pt x="21566" y="171"/>
                    <a:pt x="21566" y="205"/>
                  </a:cubicBezTo>
                  <a:cubicBezTo>
                    <a:pt x="21532" y="239"/>
                    <a:pt x="21566" y="307"/>
                    <a:pt x="21635" y="307"/>
                  </a:cubicBezTo>
                  <a:cubicBezTo>
                    <a:pt x="21669" y="307"/>
                    <a:pt x="21703" y="273"/>
                    <a:pt x="21737" y="239"/>
                  </a:cubicBezTo>
                  <a:cubicBezTo>
                    <a:pt x="21737" y="171"/>
                    <a:pt x="21737" y="137"/>
                    <a:pt x="21737" y="103"/>
                  </a:cubicBezTo>
                  <a:cubicBezTo>
                    <a:pt x="21737" y="69"/>
                    <a:pt x="21703" y="34"/>
                    <a:pt x="21669" y="0"/>
                  </a:cubicBezTo>
                  <a:close/>
                  <a:moveTo>
                    <a:pt x="21636" y="1049"/>
                  </a:moveTo>
                  <a:cubicBezTo>
                    <a:pt x="21625" y="1049"/>
                    <a:pt x="21613" y="1052"/>
                    <a:pt x="21600" y="1058"/>
                  </a:cubicBezTo>
                  <a:cubicBezTo>
                    <a:pt x="21566" y="1058"/>
                    <a:pt x="21532" y="1092"/>
                    <a:pt x="21532" y="1126"/>
                  </a:cubicBezTo>
                  <a:lnTo>
                    <a:pt x="21532" y="1263"/>
                  </a:lnTo>
                  <a:cubicBezTo>
                    <a:pt x="21532" y="1297"/>
                    <a:pt x="21566" y="1331"/>
                    <a:pt x="21635" y="1331"/>
                  </a:cubicBezTo>
                  <a:cubicBezTo>
                    <a:pt x="21669" y="1331"/>
                    <a:pt x="21703" y="1297"/>
                    <a:pt x="21703" y="1229"/>
                  </a:cubicBezTo>
                  <a:lnTo>
                    <a:pt x="21703" y="1126"/>
                  </a:lnTo>
                  <a:cubicBezTo>
                    <a:pt x="21703" y="1099"/>
                    <a:pt x="21680" y="1049"/>
                    <a:pt x="21636" y="1049"/>
                  </a:cubicBezTo>
                  <a:close/>
                  <a:moveTo>
                    <a:pt x="21722" y="2072"/>
                  </a:moveTo>
                  <a:cubicBezTo>
                    <a:pt x="21716" y="2072"/>
                    <a:pt x="21709" y="2075"/>
                    <a:pt x="21703" y="2082"/>
                  </a:cubicBezTo>
                  <a:cubicBezTo>
                    <a:pt x="21635" y="2082"/>
                    <a:pt x="21600" y="2116"/>
                    <a:pt x="21635" y="2150"/>
                  </a:cubicBezTo>
                  <a:lnTo>
                    <a:pt x="21635" y="2287"/>
                  </a:lnTo>
                  <a:cubicBezTo>
                    <a:pt x="21635" y="2321"/>
                    <a:pt x="21669" y="2355"/>
                    <a:pt x="21703" y="2355"/>
                  </a:cubicBezTo>
                  <a:lnTo>
                    <a:pt x="21737" y="2355"/>
                  </a:lnTo>
                  <a:cubicBezTo>
                    <a:pt x="21771" y="2355"/>
                    <a:pt x="21805" y="2321"/>
                    <a:pt x="21805" y="2252"/>
                  </a:cubicBezTo>
                  <a:lnTo>
                    <a:pt x="21805" y="2150"/>
                  </a:lnTo>
                  <a:cubicBezTo>
                    <a:pt x="21778" y="2122"/>
                    <a:pt x="21750" y="2072"/>
                    <a:pt x="21722" y="2072"/>
                  </a:cubicBezTo>
                  <a:close/>
                  <a:moveTo>
                    <a:pt x="21771" y="3105"/>
                  </a:moveTo>
                  <a:cubicBezTo>
                    <a:pt x="21737" y="3105"/>
                    <a:pt x="21669" y="3140"/>
                    <a:pt x="21669" y="3174"/>
                  </a:cubicBezTo>
                  <a:cubicBezTo>
                    <a:pt x="21669" y="3208"/>
                    <a:pt x="21669" y="3242"/>
                    <a:pt x="21669" y="3310"/>
                  </a:cubicBezTo>
                  <a:cubicBezTo>
                    <a:pt x="21669" y="3344"/>
                    <a:pt x="21703" y="3378"/>
                    <a:pt x="21771" y="3378"/>
                  </a:cubicBezTo>
                  <a:cubicBezTo>
                    <a:pt x="21805" y="3378"/>
                    <a:pt x="21839" y="3344"/>
                    <a:pt x="21839" y="3310"/>
                  </a:cubicBezTo>
                  <a:cubicBezTo>
                    <a:pt x="21839" y="3276"/>
                    <a:pt x="21839" y="3208"/>
                    <a:pt x="21839" y="3174"/>
                  </a:cubicBezTo>
                  <a:cubicBezTo>
                    <a:pt x="21839" y="3140"/>
                    <a:pt x="21805" y="3105"/>
                    <a:pt x="21771" y="3105"/>
                  </a:cubicBezTo>
                  <a:close/>
                  <a:moveTo>
                    <a:pt x="21618" y="4115"/>
                  </a:moveTo>
                  <a:cubicBezTo>
                    <a:pt x="21583" y="4115"/>
                    <a:pt x="21566" y="4139"/>
                    <a:pt x="21566" y="4163"/>
                  </a:cubicBezTo>
                  <a:cubicBezTo>
                    <a:pt x="21532" y="4197"/>
                    <a:pt x="21532" y="4197"/>
                    <a:pt x="21532" y="4232"/>
                  </a:cubicBezTo>
                  <a:cubicBezTo>
                    <a:pt x="21498" y="4232"/>
                    <a:pt x="21498" y="4266"/>
                    <a:pt x="21498" y="4334"/>
                  </a:cubicBezTo>
                  <a:cubicBezTo>
                    <a:pt x="21498" y="4368"/>
                    <a:pt x="21532" y="4368"/>
                    <a:pt x="21566" y="4368"/>
                  </a:cubicBezTo>
                  <a:lnTo>
                    <a:pt x="21635" y="4368"/>
                  </a:lnTo>
                  <a:cubicBezTo>
                    <a:pt x="21669" y="4368"/>
                    <a:pt x="21669" y="4334"/>
                    <a:pt x="21703" y="4300"/>
                  </a:cubicBezTo>
                  <a:cubicBezTo>
                    <a:pt x="21703" y="4300"/>
                    <a:pt x="21703" y="4266"/>
                    <a:pt x="21703" y="4232"/>
                  </a:cubicBezTo>
                  <a:cubicBezTo>
                    <a:pt x="21737" y="4163"/>
                    <a:pt x="21703" y="4129"/>
                    <a:pt x="21669" y="4129"/>
                  </a:cubicBezTo>
                  <a:cubicBezTo>
                    <a:pt x="21649" y="4119"/>
                    <a:pt x="21632" y="4115"/>
                    <a:pt x="21618" y="4115"/>
                  </a:cubicBezTo>
                  <a:close/>
                  <a:moveTo>
                    <a:pt x="20679" y="4470"/>
                  </a:moveTo>
                  <a:lnTo>
                    <a:pt x="20577" y="4505"/>
                  </a:lnTo>
                  <a:cubicBezTo>
                    <a:pt x="20509" y="4505"/>
                    <a:pt x="20509" y="4573"/>
                    <a:pt x="20509" y="4607"/>
                  </a:cubicBezTo>
                  <a:cubicBezTo>
                    <a:pt x="20509" y="4641"/>
                    <a:pt x="20543" y="4675"/>
                    <a:pt x="20577" y="4675"/>
                  </a:cubicBezTo>
                  <a:lnTo>
                    <a:pt x="20611" y="4675"/>
                  </a:lnTo>
                  <a:lnTo>
                    <a:pt x="20713" y="4641"/>
                  </a:lnTo>
                  <a:cubicBezTo>
                    <a:pt x="20781" y="4607"/>
                    <a:pt x="20781" y="4573"/>
                    <a:pt x="20781" y="4539"/>
                  </a:cubicBezTo>
                  <a:cubicBezTo>
                    <a:pt x="20781" y="4470"/>
                    <a:pt x="20713" y="4470"/>
                    <a:pt x="20679" y="4470"/>
                  </a:cubicBezTo>
                  <a:close/>
                  <a:moveTo>
                    <a:pt x="19726" y="4763"/>
                  </a:moveTo>
                  <a:cubicBezTo>
                    <a:pt x="19712" y="4763"/>
                    <a:pt x="19700" y="4767"/>
                    <a:pt x="19690" y="4777"/>
                  </a:cubicBezTo>
                  <a:lnTo>
                    <a:pt x="19587" y="4812"/>
                  </a:lnTo>
                  <a:cubicBezTo>
                    <a:pt x="19553" y="4812"/>
                    <a:pt x="19519" y="4880"/>
                    <a:pt x="19519" y="4914"/>
                  </a:cubicBezTo>
                  <a:cubicBezTo>
                    <a:pt x="19553" y="4948"/>
                    <a:pt x="19587" y="4982"/>
                    <a:pt x="19621" y="4982"/>
                  </a:cubicBezTo>
                  <a:lnTo>
                    <a:pt x="19758" y="4948"/>
                  </a:lnTo>
                  <a:cubicBezTo>
                    <a:pt x="19792" y="4914"/>
                    <a:pt x="19826" y="4880"/>
                    <a:pt x="19792" y="4812"/>
                  </a:cubicBezTo>
                  <a:cubicBezTo>
                    <a:pt x="19792" y="4787"/>
                    <a:pt x="19758" y="4763"/>
                    <a:pt x="19726" y="4763"/>
                  </a:cubicBezTo>
                  <a:close/>
                  <a:moveTo>
                    <a:pt x="18751" y="5070"/>
                  </a:moveTo>
                  <a:cubicBezTo>
                    <a:pt x="18737" y="5070"/>
                    <a:pt x="18720" y="5075"/>
                    <a:pt x="18700" y="5085"/>
                  </a:cubicBezTo>
                  <a:lnTo>
                    <a:pt x="18598" y="5119"/>
                  </a:lnTo>
                  <a:cubicBezTo>
                    <a:pt x="18564" y="5119"/>
                    <a:pt x="18529" y="5153"/>
                    <a:pt x="18529" y="5221"/>
                  </a:cubicBezTo>
                  <a:cubicBezTo>
                    <a:pt x="18564" y="5255"/>
                    <a:pt x="18598" y="5289"/>
                    <a:pt x="18632" y="5289"/>
                  </a:cubicBezTo>
                  <a:cubicBezTo>
                    <a:pt x="18632" y="5289"/>
                    <a:pt x="18632" y="5255"/>
                    <a:pt x="18632" y="5255"/>
                  </a:cubicBezTo>
                  <a:lnTo>
                    <a:pt x="18768" y="5221"/>
                  </a:lnTo>
                  <a:cubicBezTo>
                    <a:pt x="18802" y="5221"/>
                    <a:pt x="18836" y="5187"/>
                    <a:pt x="18802" y="5119"/>
                  </a:cubicBezTo>
                  <a:cubicBezTo>
                    <a:pt x="18802" y="5095"/>
                    <a:pt x="18785" y="5070"/>
                    <a:pt x="18751" y="5070"/>
                  </a:cubicBezTo>
                  <a:close/>
                  <a:moveTo>
                    <a:pt x="17710" y="5358"/>
                  </a:moveTo>
                  <a:lnTo>
                    <a:pt x="17608" y="5392"/>
                  </a:lnTo>
                  <a:cubicBezTo>
                    <a:pt x="17574" y="5426"/>
                    <a:pt x="17540" y="5460"/>
                    <a:pt x="17540" y="5494"/>
                  </a:cubicBezTo>
                  <a:cubicBezTo>
                    <a:pt x="17574" y="5562"/>
                    <a:pt x="17608" y="5562"/>
                    <a:pt x="17642" y="5562"/>
                  </a:cubicBezTo>
                  <a:lnTo>
                    <a:pt x="17676" y="5562"/>
                  </a:lnTo>
                  <a:lnTo>
                    <a:pt x="17779" y="5528"/>
                  </a:lnTo>
                  <a:cubicBezTo>
                    <a:pt x="17813" y="5528"/>
                    <a:pt x="17847" y="5460"/>
                    <a:pt x="17813" y="5426"/>
                  </a:cubicBezTo>
                  <a:cubicBezTo>
                    <a:pt x="17813" y="5392"/>
                    <a:pt x="17779" y="5358"/>
                    <a:pt x="17710" y="5358"/>
                  </a:cubicBezTo>
                  <a:close/>
                  <a:moveTo>
                    <a:pt x="16721" y="5699"/>
                  </a:moveTo>
                  <a:lnTo>
                    <a:pt x="16618" y="5767"/>
                  </a:lnTo>
                  <a:cubicBezTo>
                    <a:pt x="16584" y="5767"/>
                    <a:pt x="16584" y="5835"/>
                    <a:pt x="16584" y="5869"/>
                  </a:cubicBezTo>
                  <a:cubicBezTo>
                    <a:pt x="16618" y="5904"/>
                    <a:pt x="16653" y="5904"/>
                    <a:pt x="16653" y="5904"/>
                  </a:cubicBezTo>
                  <a:lnTo>
                    <a:pt x="16687" y="5904"/>
                  </a:lnTo>
                  <a:lnTo>
                    <a:pt x="16823" y="5869"/>
                  </a:lnTo>
                  <a:cubicBezTo>
                    <a:pt x="16857" y="5835"/>
                    <a:pt x="16857" y="5801"/>
                    <a:pt x="16857" y="5733"/>
                  </a:cubicBezTo>
                  <a:cubicBezTo>
                    <a:pt x="16823" y="5699"/>
                    <a:pt x="16789" y="5699"/>
                    <a:pt x="16721" y="5699"/>
                  </a:cubicBezTo>
                  <a:close/>
                  <a:moveTo>
                    <a:pt x="15800" y="6074"/>
                  </a:moveTo>
                  <a:lnTo>
                    <a:pt x="15697" y="6142"/>
                  </a:lnTo>
                  <a:cubicBezTo>
                    <a:pt x="15629" y="6142"/>
                    <a:pt x="15629" y="6211"/>
                    <a:pt x="15629" y="6245"/>
                  </a:cubicBezTo>
                  <a:cubicBezTo>
                    <a:pt x="15629" y="6279"/>
                    <a:pt x="15663" y="6313"/>
                    <a:pt x="15697" y="6313"/>
                  </a:cubicBezTo>
                  <a:cubicBezTo>
                    <a:pt x="15731" y="6313"/>
                    <a:pt x="15731" y="6279"/>
                    <a:pt x="15731" y="6279"/>
                  </a:cubicBezTo>
                  <a:lnTo>
                    <a:pt x="15834" y="6245"/>
                  </a:lnTo>
                  <a:cubicBezTo>
                    <a:pt x="15902" y="6245"/>
                    <a:pt x="15902" y="6177"/>
                    <a:pt x="15902" y="6142"/>
                  </a:cubicBezTo>
                  <a:cubicBezTo>
                    <a:pt x="15868" y="6108"/>
                    <a:pt x="15834" y="6074"/>
                    <a:pt x="15800" y="6074"/>
                  </a:cubicBezTo>
                  <a:close/>
                  <a:moveTo>
                    <a:pt x="14810" y="6450"/>
                  </a:moveTo>
                  <a:lnTo>
                    <a:pt x="14708" y="6518"/>
                  </a:lnTo>
                  <a:cubicBezTo>
                    <a:pt x="14673" y="6518"/>
                    <a:pt x="14639" y="6586"/>
                    <a:pt x="14673" y="6620"/>
                  </a:cubicBezTo>
                  <a:cubicBezTo>
                    <a:pt x="14673" y="6654"/>
                    <a:pt x="14708" y="6688"/>
                    <a:pt x="14742" y="6688"/>
                  </a:cubicBezTo>
                  <a:cubicBezTo>
                    <a:pt x="14776" y="6688"/>
                    <a:pt x="14776" y="6654"/>
                    <a:pt x="14776" y="6654"/>
                  </a:cubicBezTo>
                  <a:lnTo>
                    <a:pt x="14878" y="6620"/>
                  </a:lnTo>
                  <a:cubicBezTo>
                    <a:pt x="14946" y="6620"/>
                    <a:pt x="14946" y="6552"/>
                    <a:pt x="14946" y="6518"/>
                  </a:cubicBezTo>
                  <a:cubicBezTo>
                    <a:pt x="14912" y="6450"/>
                    <a:pt x="14878" y="6450"/>
                    <a:pt x="14810" y="6450"/>
                  </a:cubicBezTo>
                  <a:close/>
                  <a:moveTo>
                    <a:pt x="13919" y="6845"/>
                  </a:moveTo>
                  <a:cubicBezTo>
                    <a:pt x="13909" y="6845"/>
                    <a:pt x="13899" y="6849"/>
                    <a:pt x="13889" y="6859"/>
                  </a:cubicBezTo>
                  <a:lnTo>
                    <a:pt x="13786" y="6893"/>
                  </a:lnTo>
                  <a:cubicBezTo>
                    <a:pt x="13718" y="6893"/>
                    <a:pt x="13684" y="6961"/>
                    <a:pt x="13718" y="6995"/>
                  </a:cubicBezTo>
                  <a:cubicBezTo>
                    <a:pt x="13718" y="7030"/>
                    <a:pt x="13752" y="7064"/>
                    <a:pt x="13786" y="7064"/>
                  </a:cubicBezTo>
                  <a:lnTo>
                    <a:pt x="13820" y="7064"/>
                  </a:lnTo>
                  <a:lnTo>
                    <a:pt x="13923" y="6995"/>
                  </a:lnTo>
                  <a:cubicBezTo>
                    <a:pt x="13991" y="6995"/>
                    <a:pt x="13991" y="6961"/>
                    <a:pt x="13991" y="6893"/>
                  </a:cubicBezTo>
                  <a:cubicBezTo>
                    <a:pt x="13967" y="6869"/>
                    <a:pt x="13943" y="6845"/>
                    <a:pt x="13919" y="6845"/>
                  </a:cubicBezTo>
                  <a:close/>
                  <a:moveTo>
                    <a:pt x="12899" y="7166"/>
                  </a:moveTo>
                  <a:lnTo>
                    <a:pt x="12797" y="7200"/>
                  </a:lnTo>
                  <a:cubicBezTo>
                    <a:pt x="12763" y="7234"/>
                    <a:pt x="12728" y="7268"/>
                    <a:pt x="12728" y="7337"/>
                  </a:cubicBezTo>
                  <a:cubicBezTo>
                    <a:pt x="12763" y="7371"/>
                    <a:pt x="12797" y="7371"/>
                    <a:pt x="12831" y="7371"/>
                  </a:cubicBezTo>
                  <a:lnTo>
                    <a:pt x="12967" y="7337"/>
                  </a:lnTo>
                  <a:cubicBezTo>
                    <a:pt x="13001" y="7337"/>
                    <a:pt x="13036" y="7268"/>
                    <a:pt x="13001" y="7234"/>
                  </a:cubicBezTo>
                  <a:cubicBezTo>
                    <a:pt x="13001" y="7200"/>
                    <a:pt x="12933" y="7166"/>
                    <a:pt x="12899" y="7166"/>
                  </a:cubicBezTo>
                  <a:close/>
                  <a:moveTo>
                    <a:pt x="11910" y="7507"/>
                  </a:moveTo>
                  <a:lnTo>
                    <a:pt x="11807" y="7541"/>
                  </a:lnTo>
                  <a:cubicBezTo>
                    <a:pt x="11773" y="7541"/>
                    <a:pt x="11739" y="7610"/>
                    <a:pt x="11773" y="7644"/>
                  </a:cubicBezTo>
                  <a:cubicBezTo>
                    <a:pt x="11773" y="7678"/>
                    <a:pt x="11807" y="7712"/>
                    <a:pt x="11841" y="7712"/>
                  </a:cubicBezTo>
                  <a:lnTo>
                    <a:pt x="11875" y="7712"/>
                  </a:lnTo>
                  <a:lnTo>
                    <a:pt x="11978" y="7678"/>
                  </a:lnTo>
                  <a:cubicBezTo>
                    <a:pt x="12012" y="7644"/>
                    <a:pt x="12046" y="7610"/>
                    <a:pt x="12046" y="7576"/>
                  </a:cubicBezTo>
                  <a:cubicBezTo>
                    <a:pt x="12012" y="7507"/>
                    <a:pt x="11978" y="7507"/>
                    <a:pt x="11910" y="7507"/>
                  </a:cubicBezTo>
                  <a:close/>
                  <a:moveTo>
                    <a:pt x="10990" y="7834"/>
                  </a:moveTo>
                  <a:cubicBezTo>
                    <a:pt x="10977" y="7834"/>
                    <a:pt x="10964" y="7839"/>
                    <a:pt x="10954" y="7849"/>
                  </a:cubicBezTo>
                  <a:lnTo>
                    <a:pt x="10852" y="7883"/>
                  </a:lnTo>
                  <a:cubicBezTo>
                    <a:pt x="10783" y="7883"/>
                    <a:pt x="10783" y="7951"/>
                    <a:pt x="10783" y="7985"/>
                  </a:cubicBezTo>
                  <a:cubicBezTo>
                    <a:pt x="10783" y="8019"/>
                    <a:pt x="10818" y="8053"/>
                    <a:pt x="10852" y="8053"/>
                  </a:cubicBezTo>
                  <a:cubicBezTo>
                    <a:pt x="10886" y="8053"/>
                    <a:pt x="10886" y="8053"/>
                    <a:pt x="10886" y="8019"/>
                  </a:cubicBezTo>
                  <a:lnTo>
                    <a:pt x="10988" y="7985"/>
                  </a:lnTo>
                  <a:cubicBezTo>
                    <a:pt x="11056" y="7985"/>
                    <a:pt x="11056" y="7917"/>
                    <a:pt x="11056" y="7883"/>
                  </a:cubicBezTo>
                  <a:cubicBezTo>
                    <a:pt x="11056" y="7859"/>
                    <a:pt x="11022" y="7834"/>
                    <a:pt x="10990" y="7834"/>
                  </a:cubicBezTo>
                  <a:close/>
                  <a:moveTo>
                    <a:pt x="9964" y="8156"/>
                  </a:moveTo>
                  <a:lnTo>
                    <a:pt x="9862" y="8190"/>
                  </a:lnTo>
                  <a:cubicBezTo>
                    <a:pt x="9828" y="8224"/>
                    <a:pt x="9794" y="8258"/>
                    <a:pt x="9794" y="8326"/>
                  </a:cubicBezTo>
                  <a:cubicBezTo>
                    <a:pt x="9828" y="8360"/>
                    <a:pt x="9862" y="8360"/>
                    <a:pt x="9896" y="8360"/>
                  </a:cubicBezTo>
                  <a:lnTo>
                    <a:pt x="9930" y="8360"/>
                  </a:lnTo>
                  <a:lnTo>
                    <a:pt x="10033" y="8326"/>
                  </a:lnTo>
                  <a:cubicBezTo>
                    <a:pt x="10067" y="8326"/>
                    <a:pt x="10101" y="8258"/>
                    <a:pt x="10067" y="8224"/>
                  </a:cubicBezTo>
                  <a:cubicBezTo>
                    <a:pt x="10067" y="8190"/>
                    <a:pt x="10033" y="8156"/>
                    <a:pt x="9964" y="8156"/>
                  </a:cubicBezTo>
                  <a:close/>
                  <a:moveTo>
                    <a:pt x="9036" y="8484"/>
                  </a:moveTo>
                  <a:cubicBezTo>
                    <a:pt x="9027" y="8484"/>
                    <a:pt x="9018" y="8488"/>
                    <a:pt x="9009" y="8497"/>
                  </a:cubicBezTo>
                  <a:lnTo>
                    <a:pt x="8873" y="8531"/>
                  </a:lnTo>
                  <a:cubicBezTo>
                    <a:pt x="8838" y="8531"/>
                    <a:pt x="8804" y="8599"/>
                    <a:pt x="8838" y="8633"/>
                  </a:cubicBezTo>
                  <a:cubicBezTo>
                    <a:pt x="8838" y="8668"/>
                    <a:pt x="8873" y="8702"/>
                    <a:pt x="8907" y="8702"/>
                  </a:cubicBezTo>
                  <a:lnTo>
                    <a:pt x="8941" y="8702"/>
                  </a:lnTo>
                  <a:lnTo>
                    <a:pt x="9043" y="8668"/>
                  </a:lnTo>
                  <a:cubicBezTo>
                    <a:pt x="9111" y="8633"/>
                    <a:pt x="9111" y="8599"/>
                    <a:pt x="9111" y="8565"/>
                  </a:cubicBezTo>
                  <a:cubicBezTo>
                    <a:pt x="9086" y="8515"/>
                    <a:pt x="9061" y="8484"/>
                    <a:pt x="9036" y="8484"/>
                  </a:cubicBezTo>
                  <a:close/>
                  <a:moveTo>
                    <a:pt x="8056" y="8824"/>
                  </a:moveTo>
                  <a:cubicBezTo>
                    <a:pt x="8042" y="8824"/>
                    <a:pt x="8029" y="8828"/>
                    <a:pt x="8019" y="8838"/>
                  </a:cubicBezTo>
                  <a:lnTo>
                    <a:pt x="7917" y="8872"/>
                  </a:lnTo>
                  <a:cubicBezTo>
                    <a:pt x="7883" y="8872"/>
                    <a:pt x="7849" y="8941"/>
                    <a:pt x="7849" y="8975"/>
                  </a:cubicBezTo>
                  <a:cubicBezTo>
                    <a:pt x="7883" y="9009"/>
                    <a:pt x="7917" y="9043"/>
                    <a:pt x="7951" y="9043"/>
                  </a:cubicBezTo>
                  <a:cubicBezTo>
                    <a:pt x="7951" y="9043"/>
                    <a:pt x="7951" y="9043"/>
                    <a:pt x="7951" y="9009"/>
                  </a:cubicBezTo>
                  <a:lnTo>
                    <a:pt x="8088" y="8975"/>
                  </a:lnTo>
                  <a:cubicBezTo>
                    <a:pt x="8122" y="8975"/>
                    <a:pt x="8156" y="8941"/>
                    <a:pt x="8122" y="8872"/>
                  </a:cubicBezTo>
                  <a:cubicBezTo>
                    <a:pt x="8122" y="8848"/>
                    <a:pt x="8088" y="8824"/>
                    <a:pt x="8056" y="8824"/>
                  </a:cubicBezTo>
                  <a:close/>
                  <a:moveTo>
                    <a:pt x="7030" y="9145"/>
                  </a:moveTo>
                  <a:lnTo>
                    <a:pt x="6928" y="9179"/>
                  </a:lnTo>
                  <a:cubicBezTo>
                    <a:pt x="6893" y="9213"/>
                    <a:pt x="6859" y="9248"/>
                    <a:pt x="6893" y="9316"/>
                  </a:cubicBezTo>
                  <a:cubicBezTo>
                    <a:pt x="6893" y="9350"/>
                    <a:pt x="6928" y="9350"/>
                    <a:pt x="6962" y="9350"/>
                  </a:cubicBezTo>
                  <a:lnTo>
                    <a:pt x="6996" y="9350"/>
                  </a:lnTo>
                  <a:lnTo>
                    <a:pt x="7098" y="9316"/>
                  </a:lnTo>
                  <a:cubicBezTo>
                    <a:pt x="7132" y="9316"/>
                    <a:pt x="7166" y="9248"/>
                    <a:pt x="7166" y="9213"/>
                  </a:cubicBezTo>
                  <a:cubicBezTo>
                    <a:pt x="7132" y="9179"/>
                    <a:pt x="7098" y="9145"/>
                    <a:pt x="7030" y="9145"/>
                  </a:cubicBezTo>
                  <a:close/>
                  <a:moveTo>
                    <a:pt x="6111" y="9472"/>
                  </a:moveTo>
                  <a:cubicBezTo>
                    <a:pt x="6097" y="9472"/>
                    <a:pt x="6084" y="9476"/>
                    <a:pt x="6074" y="9486"/>
                  </a:cubicBezTo>
                  <a:lnTo>
                    <a:pt x="5972" y="9521"/>
                  </a:lnTo>
                  <a:cubicBezTo>
                    <a:pt x="5904" y="9521"/>
                    <a:pt x="5904" y="9589"/>
                    <a:pt x="5904" y="9623"/>
                  </a:cubicBezTo>
                  <a:cubicBezTo>
                    <a:pt x="5904" y="9657"/>
                    <a:pt x="5938" y="9691"/>
                    <a:pt x="5972" y="9691"/>
                  </a:cubicBezTo>
                  <a:lnTo>
                    <a:pt x="6006" y="9691"/>
                  </a:lnTo>
                  <a:lnTo>
                    <a:pt x="6109" y="9657"/>
                  </a:lnTo>
                  <a:cubicBezTo>
                    <a:pt x="6177" y="9623"/>
                    <a:pt x="6177" y="9589"/>
                    <a:pt x="6177" y="9521"/>
                  </a:cubicBezTo>
                  <a:cubicBezTo>
                    <a:pt x="6177" y="9496"/>
                    <a:pt x="6143" y="9472"/>
                    <a:pt x="6111" y="9472"/>
                  </a:cubicBezTo>
                  <a:close/>
                  <a:moveTo>
                    <a:pt x="5085" y="9794"/>
                  </a:moveTo>
                  <a:lnTo>
                    <a:pt x="4983" y="9828"/>
                  </a:lnTo>
                  <a:cubicBezTo>
                    <a:pt x="4948" y="9862"/>
                    <a:pt x="4914" y="9896"/>
                    <a:pt x="4914" y="9964"/>
                  </a:cubicBezTo>
                  <a:cubicBezTo>
                    <a:pt x="4948" y="9998"/>
                    <a:pt x="4983" y="9998"/>
                    <a:pt x="5017" y="9998"/>
                  </a:cubicBezTo>
                  <a:lnTo>
                    <a:pt x="5051" y="9998"/>
                  </a:lnTo>
                  <a:lnTo>
                    <a:pt x="5153" y="9964"/>
                  </a:lnTo>
                  <a:cubicBezTo>
                    <a:pt x="5187" y="9964"/>
                    <a:pt x="5221" y="9896"/>
                    <a:pt x="5187" y="9862"/>
                  </a:cubicBezTo>
                  <a:cubicBezTo>
                    <a:pt x="5187" y="9828"/>
                    <a:pt x="5119" y="9794"/>
                    <a:pt x="5085" y="9794"/>
                  </a:cubicBezTo>
                  <a:close/>
                  <a:moveTo>
                    <a:pt x="4147" y="10121"/>
                  </a:moveTo>
                  <a:cubicBezTo>
                    <a:pt x="4132" y="10121"/>
                    <a:pt x="4115" y="10125"/>
                    <a:pt x="4095" y="10135"/>
                  </a:cubicBezTo>
                  <a:lnTo>
                    <a:pt x="3993" y="10169"/>
                  </a:lnTo>
                  <a:cubicBezTo>
                    <a:pt x="3959" y="10169"/>
                    <a:pt x="3925" y="10237"/>
                    <a:pt x="3959" y="10271"/>
                  </a:cubicBezTo>
                  <a:cubicBezTo>
                    <a:pt x="3959" y="10305"/>
                    <a:pt x="3993" y="10340"/>
                    <a:pt x="4027" y="10340"/>
                  </a:cubicBezTo>
                  <a:lnTo>
                    <a:pt x="4061" y="10340"/>
                  </a:lnTo>
                  <a:lnTo>
                    <a:pt x="4164" y="10305"/>
                  </a:lnTo>
                  <a:cubicBezTo>
                    <a:pt x="4198" y="10271"/>
                    <a:pt x="4232" y="10237"/>
                    <a:pt x="4232" y="10169"/>
                  </a:cubicBezTo>
                  <a:cubicBezTo>
                    <a:pt x="4208" y="10145"/>
                    <a:pt x="4184" y="10121"/>
                    <a:pt x="4147" y="10121"/>
                  </a:cubicBezTo>
                  <a:close/>
                  <a:moveTo>
                    <a:pt x="3140" y="10442"/>
                  </a:moveTo>
                  <a:lnTo>
                    <a:pt x="3038" y="10476"/>
                  </a:lnTo>
                  <a:cubicBezTo>
                    <a:pt x="2969" y="10510"/>
                    <a:pt x="2969" y="10544"/>
                    <a:pt x="2969" y="10613"/>
                  </a:cubicBezTo>
                  <a:cubicBezTo>
                    <a:pt x="2969" y="10647"/>
                    <a:pt x="3003" y="10647"/>
                    <a:pt x="3038" y="10647"/>
                  </a:cubicBezTo>
                  <a:lnTo>
                    <a:pt x="3072" y="10647"/>
                  </a:lnTo>
                  <a:lnTo>
                    <a:pt x="3174" y="10613"/>
                  </a:lnTo>
                  <a:cubicBezTo>
                    <a:pt x="3242" y="10613"/>
                    <a:pt x="3242" y="10544"/>
                    <a:pt x="3242" y="10510"/>
                  </a:cubicBezTo>
                  <a:cubicBezTo>
                    <a:pt x="3242" y="10476"/>
                    <a:pt x="3174" y="10442"/>
                    <a:pt x="3140" y="10442"/>
                  </a:cubicBezTo>
                  <a:close/>
                  <a:moveTo>
                    <a:pt x="2187" y="10769"/>
                  </a:moveTo>
                  <a:cubicBezTo>
                    <a:pt x="2173" y="10769"/>
                    <a:pt x="2160" y="10773"/>
                    <a:pt x="2150" y="10783"/>
                  </a:cubicBezTo>
                  <a:lnTo>
                    <a:pt x="2048" y="10817"/>
                  </a:lnTo>
                  <a:cubicBezTo>
                    <a:pt x="2014" y="10817"/>
                    <a:pt x="1980" y="10886"/>
                    <a:pt x="1980" y="10920"/>
                  </a:cubicBezTo>
                  <a:cubicBezTo>
                    <a:pt x="2014" y="10954"/>
                    <a:pt x="2048" y="10988"/>
                    <a:pt x="2082" y="10988"/>
                  </a:cubicBezTo>
                  <a:cubicBezTo>
                    <a:pt x="2082" y="10988"/>
                    <a:pt x="2082" y="10988"/>
                    <a:pt x="2082" y="10954"/>
                  </a:cubicBezTo>
                  <a:lnTo>
                    <a:pt x="2219" y="10920"/>
                  </a:lnTo>
                  <a:cubicBezTo>
                    <a:pt x="2253" y="10920"/>
                    <a:pt x="2287" y="10886"/>
                    <a:pt x="2253" y="10817"/>
                  </a:cubicBezTo>
                  <a:cubicBezTo>
                    <a:pt x="2253" y="10793"/>
                    <a:pt x="2219" y="10769"/>
                    <a:pt x="2187" y="10769"/>
                  </a:cubicBezTo>
                  <a:close/>
                  <a:moveTo>
                    <a:pt x="1212" y="11076"/>
                  </a:moveTo>
                  <a:cubicBezTo>
                    <a:pt x="1198" y="11076"/>
                    <a:pt x="1181" y="11080"/>
                    <a:pt x="1161" y="11090"/>
                  </a:cubicBezTo>
                  <a:lnTo>
                    <a:pt x="1058" y="11124"/>
                  </a:lnTo>
                  <a:cubicBezTo>
                    <a:pt x="1024" y="11124"/>
                    <a:pt x="990" y="11193"/>
                    <a:pt x="1024" y="11227"/>
                  </a:cubicBezTo>
                  <a:cubicBezTo>
                    <a:pt x="1024" y="11261"/>
                    <a:pt x="1058" y="11295"/>
                    <a:pt x="1093" y="11295"/>
                  </a:cubicBezTo>
                  <a:lnTo>
                    <a:pt x="1127" y="11295"/>
                  </a:lnTo>
                  <a:lnTo>
                    <a:pt x="1229" y="11261"/>
                  </a:lnTo>
                  <a:cubicBezTo>
                    <a:pt x="1263" y="11227"/>
                    <a:pt x="1297" y="11193"/>
                    <a:pt x="1263" y="11124"/>
                  </a:cubicBezTo>
                  <a:cubicBezTo>
                    <a:pt x="1263" y="11100"/>
                    <a:pt x="1246" y="11076"/>
                    <a:pt x="1212" y="11076"/>
                  </a:cubicBezTo>
                  <a:close/>
                  <a:moveTo>
                    <a:pt x="205" y="11397"/>
                  </a:moveTo>
                  <a:lnTo>
                    <a:pt x="69" y="11431"/>
                  </a:lnTo>
                  <a:cubicBezTo>
                    <a:pt x="35" y="11431"/>
                    <a:pt x="1" y="11500"/>
                    <a:pt x="35" y="11534"/>
                  </a:cubicBezTo>
                  <a:cubicBezTo>
                    <a:pt x="35" y="11568"/>
                    <a:pt x="69" y="11602"/>
                    <a:pt x="103" y="11602"/>
                  </a:cubicBezTo>
                  <a:lnTo>
                    <a:pt x="137" y="11602"/>
                  </a:lnTo>
                  <a:lnTo>
                    <a:pt x="239" y="11568"/>
                  </a:lnTo>
                  <a:cubicBezTo>
                    <a:pt x="274" y="11534"/>
                    <a:pt x="308" y="11500"/>
                    <a:pt x="308" y="11466"/>
                  </a:cubicBezTo>
                  <a:cubicBezTo>
                    <a:pt x="274" y="11397"/>
                    <a:pt x="239" y="11397"/>
                    <a:pt x="205" y="1139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9" name="Google Shape;1821;p45">
              <a:extLst>
                <a:ext uri="{FF2B5EF4-FFF2-40B4-BE49-F238E27FC236}">
                  <a16:creationId xmlns:a16="http://schemas.microsoft.com/office/drawing/2014/main" id="{C46EC55A-553D-3F33-7019-A27797951E31}"/>
                </a:ext>
              </a:extLst>
            </p:cNvPr>
            <p:cNvSpPr/>
            <p:nvPr/>
          </p:nvSpPr>
          <p:spPr>
            <a:xfrm>
              <a:off x="2809674" y="4012531"/>
              <a:ext cx="698858" cy="238806"/>
            </a:xfrm>
            <a:custGeom>
              <a:avLst/>
              <a:gdLst/>
              <a:ahLst/>
              <a:cxnLst/>
              <a:rect l="l" t="t" r="r" b="b"/>
              <a:pathLst>
                <a:path w="31360" h="10716" extrusionOk="0">
                  <a:moveTo>
                    <a:pt x="31257" y="1"/>
                  </a:moveTo>
                  <a:lnTo>
                    <a:pt x="31121" y="35"/>
                  </a:lnTo>
                  <a:cubicBezTo>
                    <a:pt x="31086" y="69"/>
                    <a:pt x="31052" y="103"/>
                    <a:pt x="31086" y="137"/>
                  </a:cubicBezTo>
                  <a:cubicBezTo>
                    <a:pt x="31086" y="171"/>
                    <a:pt x="31121" y="205"/>
                    <a:pt x="31155" y="205"/>
                  </a:cubicBezTo>
                  <a:lnTo>
                    <a:pt x="31189" y="205"/>
                  </a:lnTo>
                  <a:lnTo>
                    <a:pt x="31291" y="171"/>
                  </a:lnTo>
                  <a:cubicBezTo>
                    <a:pt x="31325" y="137"/>
                    <a:pt x="31359" y="103"/>
                    <a:pt x="31359" y="69"/>
                  </a:cubicBezTo>
                  <a:cubicBezTo>
                    <a:pt x="31325" y="1"/>
                    <a:pt x="31291" y="1"/>
                    <a:pt x="31257" y="1"/>
                  </a:cubicBezTo>
                  <a:close/>
                  <a:moveTo>
                    <a:pt x="30304" y="328"/>
                  </a:moveTo>
                  <a:cubicBezTo>
                    <a:pt x="30290" y="328"/>
                    <a:pt x="30277" y="332"/>
                    <a:pt x="30267" y="342"/>
                  </a:cubicBezTo>
                  <a:lnTo>
                    <a:pt x="30165" y="376"/>
                  </a:lnTo>
                  <a:cubicBezTo>
                    <a:pt x="30097" y="376"/>
                    <a:pt x="30097" y="410"/>
                    <a:pt x="30097" y="478"/>
                  </a:cubicBezTo>
                  <a:cubicBezTo>
                    <a:pt x="30097" y="513"/>
                    <a:pt x="30131" y="513"/>
                    <a:pt x="30165" y="513"/>
                  </a:cubicBezTo>
                  <a:lnTo>
                    <a:pt x="30199" y="513"/>
                  </a:lnTo>
                  <a:lnTo>
                    <a:pt x="30302" y="478"/>
                  </a:lnTo>
                  <a:cubicBezTo>
                    <a:pt x="30370" y="478"/>
                    <a:pt x="30370" y="410"/>
                    <a:pt x="30370" y="376"/>
                  </a:cubicBezTo>
                  <a:cubicBezTo>
                    <a:pt x="30370" y="352"/>
                    <a:pt x="30336" y="328"/>
                    <a:pt x="30304" y="328"/>
                  </a:cubicBezTo>
                  <a:close/>
                  <a:moveTo>
                    <a:pt x="29278" y="649"/>
                  </a:moveTo>
                  <a:lnTo>
                    <a:pt x="29176" y="683"/>
                  </a:lnTo>
                  <a:cubicBezTo>
                    <a:pt x="29141" y="683"/>
                    <a:pt x="29107" y="751"/>
                    <a:pt x="29107" y="786"/>
                  </a:cubicBezTo>
                  <a:cubicBezTo>
                    <a:pt x="29141" y="820"/>
                    <a:pt x="29176" y="854"/>
                    <a:pt x="29210" y="854"/>
                  </a:cubicBezTo>
                  <a:lnTo>
                    <a:pt x="29244" y="854"/>
                  </a:lnTo>
                  <a:lnTo>
                    <a:pt x="29346" y="820"/>
                  </a:lnTo>
                  <a:cubicBezTo>
                    <a:pt x="29380" y="786"/>
                    <a:pt x="29414" y="751"/>
                    <a:pt x="29380" y="717"/>
                  </a:cubicBezTo>
                  <a:cubicBezTo>
                    <a:pt x="29380" y="649"/>
                    <a:pt x="29346" y="649"/>
                    <a:pt x="29278" y="649"/>
                  </a:cubicBezTo>
                  <a:close/>
                  <a:moveTo>
                    <a:pt x="28322" y="956"/>
                  </a:moveTo>
                  <a:lnTo>
                    <a:pt x="28186" y="1024"/>
                  </a:lnTo>
                  <a:cubicBezTo>
                    <a:pt x="28152" y="1024"/>
                    <a:pt x="28118" y="1059"/>
                    <a:pt x="28152" y="1127"/>
                  </a:cubicBezTo>
                  <a:cubicBezTo>
                    <a:pt x="28152" y="1161"/>
                    <a:pt x="28186" y="1161"/>
                    <a:pt x="28220" y="1161"/>
                  </a:cubicBezTo>
                  <a:lnTo>
                    <a:pt x="28254" y="1161"/>
                  </a:lnTo>
                  <a:lnTo>
                    <a:pt x="28357" y="1127"/>
                  </a:lnTo>
                  <a:cubicBezTo>
                    <a:pt x="28391" y="1127"/>
                    <a:pt x="28425" y="1059"/>
                    <a:pt x="28425" y="1024"/>
                  </a:cubicBezTo>
                  <a:cubicBezTo>
                    <a:pt x="28391" y="990"/>
                    <a:pt x="28357" y="956"/>
                    <a:pt x="28322" y="956"/>
                  </a:cubicBezTo>
                  <a:close/>
                  <a:moveTo>
                    <a:pt x="27333" y="1297"/>
                  </a:moveTo>
                  <a:lnTo>
                    <a:pt x="27231" y="1332"/>
                  </a:lnTo>
                  <a:cubicBezTo>
                    <a:pt x="27162" y="1332"/>
                    <a:pt x="27162" y="1400"/>
                    <a:pt x="27162" y="1434"/>
                  </a:cubicBezTo>
                  <a:cubicBezTo>
                    <a:pt x="27162" y="1468"/>
                    <a:pt x="27196" y="1502"/>
                    <a:pt x="27265" y="1502"/>
                  </a:cubicBezTo>
                  <a:lnTo>
                    <a:pt x="27367" y="1468"/>
                  </a:lnTo>
                  <a:cubicBezTo>
                    <a:pt x="27435" y="1434"/>
                    <a:pt x="27469" y="1400"/>
                    <a:pt x="27435" y="1366"/>
                  </a:cubicBezTo>
                  <a:cubicBezTo>
                    <a:pt x="27435" y="1297"/>
                    <a:pt x="27367" y="1297"/>
                    <a:pt x="27333" y="1297"/>
                  </a:cubicBezTo>
                  <a:close/>
                  <a:moveTo>
                    <a:pt x="26394" y="1625"/>
                  </a:moveTo>
                  <a:cubicBezTo>
                    <a:pt x="26380" y="1625"/>
                    <a:pt x="26363" y="1629"/>
                    <a:pt x="26343" y="1639"/>
                  </a:cubicBezTo>
                  <a:lnTo>
                    <a:pt x="26241" y="1673"/>
                  </a:lnTo>
                  <a:cubicBezTo>
                    <a:pt x="26207" y="1673"/>
                    <a:pt x="26173" y="1707"/>
                    <a:pt x="26173" y="1775"/>
                  </a:cubicBezTo>
                  <a:cubicBezTo>
                    <a:pt x="26207" y="1809"/>
                    <a:pt x="26241" y="1843"/>
                    <a:pt x="26275" y="1843"/>
                  </a:cubicBezTo>
                  <a:cubicBezTo>
                    <a:pt x="26275" y="1843"/>
                    <a:pt x="26275" y="1809"/>
                    <a:pt x="26309" y="1809"/>
                  </a:cubicBezTo>
                  <a:lnTo>
                    <a:pt x="26412" y="1775"/>
                  </a:lnTo>
                  <a:cubicBezTo>
                    <a:pt x="26446" y="1775"/>
                    <a:pt x="26480" y="1707"/>
                    <a:pt x="26446" y="1673"/>
                  </a:cubicBezTo>
                  <a:cubicBezTo>
                    <a:pt x="26446" y="1649"/>
                    <a:pt x="26429" y="1625"/>
                    <a:pt x="26394" y="1625"/>
                  </a:cubicBezTo>
                  <a:close/>
                  <a:moveTo>
                    <a:pt x="25388" y="1946"/>
                  </a:moveTo>
                  <a:lnTo>
                    <a:pt x="25251" y="1980"/>
                  </a:lnTo>
                  <a:cubicBezTo>
                    <a:pt x="25217" y="2014"/>
                    <a:pt x="25183" y="2048"/>
                    <a:pt x="25217" y="2082"/>
                  </a:cubicBezTo>
                  <a:cubicBezTo>
                    <a:pt x="25217" y="2116"/>
                    <a:pt x="25251" y="2150"/>
                    <a:pt x="25285" y="2150"/>
                  </a:cubicBezTo>
                  <a:lnTo>
                    <a:pt x="25320" y="2150"/>
                  </a:lnTo>
                  <a:lnTo>
                    <a:pt x="25422" y="2116"/>
                  </a:lnTo>
                  <a:cubicBezTo>
                    <a:pt x="25490" y="2082"/>
                    <a:pt x="25490" y="2048"/>
                    <a:pt x="25490" y="2014"/>
                  </a:cubicBezTo>
                  <a:cubicBezTo>
                    <a:pt x="25456" y="1946"/>
                    <a:pt x="25422" y="1946"/>
                    <a:pt x="25388" y="1946"/>
                  </a:cubicBezTo>
                  <a:close/>
                  <a:moveTo>
                    <a:pt x="24434" y="2273"/>
                  </a:moveTo>
                  <a:cubicBezTo>
                    <a:pt x="24421" y="2273"/>
                    <a:pt x="24408" y="2277"/>
                    <a:pt x="24398" y="2287"/>
                  </a:cubicBezTo>
                  <a:lnTo>
                    <a:pt x="24296" y="2321"/>
                  </a:lnTo>
                  <a:cubicBezTo>
                    <a:pt x="24262" y="2321"/>
                    <a:pt x="24228" y="2389"/>
                    <a:pt x="24228" y="2423"/>
                  </a:cubicBezTo>
                  <a:cubicBezTo>
                    <a:pt x="24262" y="2458"/>
                    <a:pt x="24296" y="2492"/>
                    <a:pt x="24330" y="2492"/>
                  </a:cubicBezTo>
                  <a:lnTo>
                    <a:pt x="24467" y="2423"/>
                  </a:lnTo>
                  <a:cubicBezTo>
                    <a:pt x="24501" y="2423"/>
                    <a:pt x="24535" y="2389"/>
                    <a:pt x="24501" y="2321"/>
                  </a:cubicBezTo>
                  <a:cubicBezTo>
                    <a:pt x="24501" y="2297"/>
                    <a:pt x="24467" y="2273"/>
                    <a:pt x="24434" y="2273"/>
                  </a:cubicBezTo>
                  <a:close/>
                  <a:moveTo>
                    <a:pt x="23409" y="2594"/>
                  </a:moveTo>
                  <a:lnTo>
                    <a:pt x="23306" y="2628"/>
                  </a:lnTo>
                  <a:cubicBezTo>
                    <a:pt x="23272" y="2662"/>
                    <a:pt x="23238" y="2696"/>
                    <a:pt x="23272" y="2765"/>
                  </a:cubicBezTo>
                  <a:cubicBezTo>
                    <a:pt x="23272" y="2799"/>
                    <a:pt x="23306" y="2799"/>
                    <a:pt x="23340" y="2799"/>
                  </a:cubicBezTo>
                  <a:lnTo>
                    <a:pt x="23375" y="2799"/>
                  </a:lnTo>
                  <a:lnTo>
                    <a:pt x="23477" y="2765"/>
                  </a:lnTo>
                  <a:cubicBezTo>
                    <a:pt x="23511" y="2765"/>
                    <a:pt x="23545" y="2696"/>
                    <a:pt x="23545" y="2662"/>
                  </a:cubicBezTo>
                  <a:cubicBezTo>
                    <a:pt x="23511" y="2628"/>
                    <a:pt x="23477" y="2594"/>
                    <a:pt x="23409" y="2594"/>
                  </a:cubicBezTo>
                  <a:close/>
                  <a:moveTo>
                    <a:pt x="22453" y="2935"/>
                  </a:moveTo>
                  <a:lnTo>
                    <a:pt x="22351" y="2969"/>
                  </a:lnTo>
                  <a:cubicBezTo>
                    <a:pt x="22283" y="3004"/>
                    <a:pt x="22283" y="3038"/>
                    <a:pt x="22283" y="3072"/>
                  </a:cubicBezTo>
                  <a:cubicBezTo>
                    <a:pt x="22283" y="3106"/>
                    <a:pt x="22317" y="3140"/>
                    <a:pt x="22351" y="3140"/>
                  </a:cubicBezTo>
                  <a:lnTo>
                    <a:pt x="22385" y="3140"/>
                  </a:lnTo>
                  <a:lnTo>
                    <a:pt x="22487" y="3106"/>
                  </a:lnTo>
                  <a:cubicBezTo>
                    <a:pt x="22556" y="3072"/>
                    <a:pt x="22556" y="3038"/>
                    <a:pt x="22556" y="3004"/>
                  </a:cubicBezTo>
                  <a:cubicBezTo>
                    <a:pt x="22556" y="2935"/>
                    <a:pt x="22487" y="2935"/>
                    <a:pt x="22453" y="2935"/>
                  </a:cubicBezTo>
                  <a:close/>
                  <a:moveTo>
                    <a:pt x="21515" y="3262"/>
                  </a:moveTo>
                  <a:cubicBezTo>
                    <a:pt x="21501" y="3262"/>
                    <a:pt x="21484" y="3267"/>
                    <a:pt x="21464" y="3277"/>
                  </a:cubicBezTo>
                  <a:lnTo>
                    <a:pt x="21361" y="3311"/>
                  </a:lnTo>
                  <a:cubicBezTo>
                    <a:pt x="21327" y="3311"/>
                    <a:pt x="21293" y="3379"/>
                    <a:pt x="21293" y="3413"/>
                  </a:cubicBezTo>
                  <a:cubicBezTo>
                    <a:pt x="21327" y="3447"/>
                    <a:pt x="21361" y="3481"/>
                    <a:pt x="21395" y="3481"/>
                  </a:cubicBezTo>
                  <a:lnTo>
                    <a:pt x="21430" y="3481"/>
                  </a:lnTo>
                  <a:lnTo>
                    <a:pt x="21532" y="3413"/>
                  </a:lnTo>
                  <a:cubicBezTo>
                    <a:pt x="21566" y="3413"/>
                    <a:pt x="21600" y="3379"/>
                    <a:pt x="21566" y="3311"/>
                  </a:cubicBezTo>
                  <a:cubicBezTo>
                    <a:pt x="21566" y="3287"/>
                    <a:pt x="21549" y="3262"/>
                    <a:pt x="21515" y="3262"/>
                  </a:cubicBezTo>
                  <a:close/>
                  <a:moveTo>
                    <a:pt x="20508" y="3584"/>
                  </a:moveTo>
                  <a:lnTo>
                    <a:pt x="20372" y="3618"/>
                  </a:lnTo>
                  <a:cubicBezTo>
                    <a:pt x="20338" y="3652"/>
                    <a:pt x="20304" y="3686"/>
                    <a:pt x="20338" y="3754"/>
                  </a:cubicBezTo>
                  <a:cubicBezTo>
                    <a:pt x="20338" y="3788"/>
                    <a:pt x="20372" y="3788"/>
                    <a:pt x="20406" y="3788"/>
                  </a:cubicBezTo>
                  <a:lnTo>
                    <a:pt x="20440" y="3788"/>
                  </a:lnTo>
                  <a:lnTo>
                    <a:pt x="20542" y="3754"/>
                  </a:lnTo>
                  <a:cubicBezTo>
                    <a:pt x="20611" y="3754"/>
                    <a:pt x="20611" y="3686"/>
                    <a:pt x="20611" y="3652"/>
                  </a:cubicBezTo>
                  <a:cubicBezTo>
                    <a:pt x="20577" y="3618"/>
                    <a:pt x="20542" y="3584"/>
                    <a:pt x="20508" y="3584"/>
                  </a:cubicBezTo>
                  <a:close/>
                  <a:moveTo>
                    <a:pt x="19519" y="3925"/>
                  </a:moveTo>
                  <a:lnTo>
                    <a:pt x="19416" y="3959"/>
                  </a:lnTo>
                  <a:cubicBezTo>
                    <a:pt x="19382" y="3993"/>
                    <a:pt x="19348" y="4027"/>
                    <a:pt x="19348" y="4061"/>
                  </a:cubicBezTo>
                  <a:cubicBezTo>
                    <a:pt x="19382" y="4096"/>
                    <a:pt x="19416" y="4130"/>
                    <a:pt x="19450" y="4130"/>
                  </a:cubicBezTo>
                  <a:lnTo>
                    <a:pt x="19587" y="4096"/>
                  </a:lnTo>
                  <a:cubicBezTo>
                    <a:pt x="19621" y="4061"/>
                    <a:pt x="19655" y="4027"/>
                    <a:pt x="19621" y="3993"/>
                  </a:cubicBezTo>
                  <a:cubicBezTo>
                    <a:pt x="19621" y="3925"/>
                    <a:pt x="19553" y="3925"/>
                    <a:pt x="19519" y="3925"/>
                  </a:cubicBezTo>
                  <a:close/>
                  <a:moveTo>
                    <a:pt x="18581" y="4252"/>
                  </a:moveTo>
                  <a:cubicBezTo>
                    <a:pt x="18566" y="4252"/>
                    <a:pt x="18549" y="4256"/>
                    <a:pt x="18529" y="4266"/>
                  </a:cubicBezTo>
                  <a:lnTo>
                    <a:pt x="18427" y="4300"/>
                  </a:lnTo>
                  <a:cubicBezTo>
                    <a:pt x="18393" y="4300"/>
                    <a:pt x="18359" y="4368"/>
                    <a:pt x="18393" y="4403"/>
                  </a:cubicBezTo>
                  <a:cubicBezTo>
                    <a:pt x="18393" y="4437"/>
                    <a:pt x="18427" y="4471"/>
                    <a:pt x="18461" y="4471"/>
                  </a:cubicBezTo>
                  <a:lnTo>
                    <a:pt x="18495" y="4471"/>
                  </a:lnTo>
                  <a:lnTo>
                    <a:pt x="18597" y="4437"/>
                  </a:lnTo>
                  <a:cubicBezTo>
                    <a:pt x="18631" y="4403"/>
                    <a:pt x="18666" y="4368"/>
                    <a:pt x="18666" y="4300"/>
                  </a:cubicBezTo>
                  <a:cubicBezTo>
                    <a:pt x="18641" y="4276"/>
                    <a:pt x="18617" y="4252"/>
                    <a:pt x="18581" y="4252"/>
                  </a:cubicBezTo>
                  <a:close/>
                  <a:moveTo>
                    <a:pt x="69" y="4266"/>
                  </a:moveTo>
                  <a:cubicBezTo>
                    <a:pt x="34" y="4266"/>
                    <a:pt x="0" y="4300"/>
                    <a:pt x="0" y="4334"/>
                  </a:cubicBezTo>
                  <a:lnTo>
                    <a:pt x="0" y="4437"/>
                  </a:lnTo>
                  <a:cubicBezTo>
                    <a:pt x="0" y="4505"/>
                    <a:pt x="34" y="4539"/>
                    <a:pt x="69" y="4539"/>
                  </a:cubicBezTo>
                  <a:cubicBezTo>
                    <a:pt x="103" y="4539"/>
                    <a:pt x="171" y="4505"/>
                    <a:pt x="171" y="4437"/>
                  </a:cubicBezTo>
                  <a:lnTo>
                    <a:pt x="171" y="4334"/>
                  </a:lnTo>
                  <a:cubicBezTo>
                    <a:pt x="171" y="4300"/>
                    <a:pt x="103" y="4266"/>
                    <a:pt x="69" y="4266"/>
                  </a:cubicBezTo>
                  <a:close/>
                  <a:moveTo>
                    <a:pt x="17610" y="4593"/>
                  </a:moveTo>
                  <a:cubicBezTo>
                    <a:pt x="17597" y="4593"/>
                    <a:pt x="17584" y="4597"/>
                    <a:pt x="17574" y="4607"/>
                  </a:cubicBezTo>
                  <a:lnTo>
                    <a:pt x="17471" y="4641"/>
                  </a:lnTo>
                  <a:cubicBezTo>
                    <a:pt x="17403" y="4641"/>
                    <a:pt x="17403" y="4710"/>
                    <a:pt x="17403" y="4744"/>
                  </a:cubicBezTo>
                  <a:cubicBezTo>
                    <a:pt x="17403" y="4778"/>
                    <a:pt x="17437" y="4812"/>
                    <a:pt x="17471" y="4812"/>
                  </a:cubicBezTo>
                  <a:cubicBezTo>
                    <a:pt x="17505" y="4812"/>
                    <a:pt x="17505" y="4812"/>
                    <a:pt x="17505" y="4778"/>
                  </a:cubicBezTo>
                  <a:lnTo>
                    <a:pt x="17608" y="4744"/>
                  </a:lnTo>
                  <a:cubicBezTo>
                    <a:pt x="17676" y="4744"/>
                    <a:pt x="17676" y="4676"/>
                    <a:pt x="17676" y="4641"/>
                  </a:cubicBezTo>
                  <a:cubicBezTo>
                    <a:pt x="17676" y="4617"/>
                    <a:pt x="17642" y="4593"/>
                    <a:pt x="17610" y="4593"/>
                  </a:cubicBezTo>
                  <a:close/>
                  <a:moveTo>
                    <a:pt x="16584" y="4914"/>
                  </a:moveTo>
                  <a:lnTo>
                    <a:pt x="16482" y="4949"/>
                  </a:lnTo>
                  <a:cubicBezTo>
                    <a:pt x="16448" y="4983"/>
                    <a:pt x="16414" y="5017"/>
                    <a:pt x="16414" y="5085"/>
                  </a:cubicBezTo>
                  <a:cubicBezTo>
                    <a:pt x="16448" y="5119"/>
                    <a:pt x="16482" y="5119"/>
                    <a:pt x="16516" y="5119"/>
                  </a:cubicBezTo>
                  <a:lnTo>
                    <a:pt x="16550" y="5119"/>
                  </a:lnTo>
                  <a:lnTo>
                    <a:pt x="16652" y="5085"/>
                  </a:lnTo>
                  <a:cubicBezTo>
                    <a:pt x="16686" y="5085"/>
                    <a:pt x="16721" y="5017"/>
                    <a:pt x="16686" y="4983"/>
                  </a:cubicBezTo>
                  <a:cubicBezTo>
                    <a:pt x="16686" y="4949"/>
                    <a:pt x="16652" y="4914"/>
                    <a:pt x="16584" y="4914"/>
                  </a:cubicBezTo>
                  <a:close/>
                  <a:moveTo>
                    <a:pt x="15629" y="5256"/>
                  </a:moveTo>
                  <a:lnTo>
                    <a:pt x="15492" y="5290"/>
                  </a:lnTo>
                  <a:cubicBezTo>
                    <a:pt x="15458" y="5324"/>
                    <a:pt x="15424" y="5358"/>
                    <a:pt x="15458" y="5392"/>
                  </a:cubicBezTo>
                  <a:cubicBezTo>
                    <a:pt x="15458" y="5426"/>
                    <a:pt x="15492" y="5460"/>
                    <a:pt x="15526" y="5460"/>
                  </a:cubicBezTo>
                  <a:lnTo>
                    <a:pt x="15560" y="5460"/>
                  </a:lnTo>
                  <a:lnTo>
                    <a:pt x="15663" y="5426"/>
                  </a:lnTo>
                  <a:cubicBezTo>
                    <a:pt x="15731" y="5392"/>
                    <a:pt x="15731" y="5358"/>
                    <a:pt x="15731" y="5324"/>
                  </a:cubicBezTo>
                  <a:cubicBezTo>
                    <a:pt x="15697" y="5256"/>
                    <a:pt x="15663" y="5256"/>
                    <a:pt x="15629" y="5256"/>
                  </a:cubicBezTo>
                  <a:close/>
                  <a:moveTo>
                    <a:pt x="69" y="5290"/>
                  </a:moveTo>
                  <a:cubicBezTo>
                    <a:pt x="34" y="5290"/>
                    <a:pt x="0" y="5324"/>
                    <a:pt x="0" y="5358"/>
                  </a:cubicBezTo>
                  <a:lnTo>
                    <a:pt x="0" y="5495"/>
                  </a:lnTo>
                  <a:cubicBezTo>
                    <a:pt x="0" y="5529"/>
                    <a:pt x="34" y="5563"/>
                    <a:pt x="69" y="5563"/>
                  </a:cubicBezTo>
                  <a:cubicBezTo>
                    <a:pt x="103" y="5563"/>
                    <a:pt x="171" y="5529"/>
                    <a:pt x="171" y="5495"/>
                  </a:cubicBezTo>
                  <a:lnTo>
                    <a:pt x="171" y="5358"/>
                  </a:lnTo>
                  <a:cubicBezTo>
                    <a:pt x="171" y="5324"/>
                    <a:pt x="103" y="5290"/>
                    <a:pt x="69" y="5290"/>
                  </a:cubicBezTo>
                  <a:close/>
                  <a:moveTo>
                    <a:pt x="14675" y="5583"/>
                  </a:moveTo>
                  <a:cubicBezTo>
                    <a:pt x="14662" y="5583"/>
                    <a:pt x="14649" y="5587"/>
                    <a:pt x="14639" y="5597"/>
                  </a:cubicBezTo>
                  <a:lnTo>
                    <a:pt x="14537" y="5631"/>
                  </a:lnTo>
                  <a:cubicBezTo>
                    <a:pt x="14503" y="5631"/>
                    <a:pt x="14468" y="5699"/>
                    <a:pt x="14468" y="5733"/>
                  </a:cubicBezTo>
                  <a:cubicBezTo>
                    <a:pt x="14503" y="5768"/>
                    <a:pt x="14537" y="5802"/>
                    <a:pt x="14571" y="5802"/>
                  </a:cubicBezTo>
                  <a:lnTo>
                    <a:pt x="14605" y="5802"/>
                  </a:lnTo>
                  <a:lnTo>
                    <a:pt x="14707" y="5768"/>
                  </a:lnTo>
                  <a:cubicBezTo>
                    <a:pt x="14741" y="5733"/>
                    <a:pt x="14776" y="5699"/>
                    <a:pt x="14741" y="5631"/>
                  </a:cubicBezTo>
                  <a:cubicBezTo>
                    <a:pt x="14741" y="5607"/>
                    <a:pt x="14707" y="5583"/>
                    <a:pt x="14675" y="5583"/>
                  </a:cubicBezTo>
                  <a:close/>
                  <a:moveTo>
                    <a:pt x="13702" y="5924"/>
                  </a:moveTo>
                  <a:cubicBezTo>
                    <a:pt x="13687" y="5924"/>
                    <a:pt x="13670" y="5928"/>
                    <a:pt x="13650" y="5938"/>
                  </a:cubicBezTo>
                  <a:lnTo>
                    <a:pt x="13547" y="5972"/>
                  </a:lnTo>
                  <a:cubicBezTo>
                    <a:pt x="13513" y="5972"/>
                    <a:pt x="13479" y="6041"/>
                    <a:pt x="13513" y="6075"/>
                  </a:cubicBezTo>
                  <a:cubicBezTo>
                    <a:pt x="13513" y="6109"/>
                    <a:pt x="13547" y="6143"/>
                    <a:pt x="13581" y="6143"/>
                  </a:cubicBezTo>
                  <a:lnTo>
                    <a:pt x="13615" y="6143"/>
                  </a:lnTo>
                  <a:lnTo>
                    <a:pt x="13718" y="6075"/>
                  </a:lnTo>
                  <a:cubicBezTo>
                    <a:pt x="13752" y="6075"/>
                    <a:pt x="13786" y="6041"/>
                    <a:pt x="13786" y="5972"/>
                  </a:cubicBezTo>
                  <a:cubicBezTo>
                    <a:pt x="13762" y="5948"/>
                    <a:pt x="13738" y="5924"/>
                    <a:pt x="13702" y="5924"/>
                  </a:cubicBezTo>
                  <a:close/>
                  <a:moveTo>
                    <a:pt x="12694" y="6245"/>
                  </a:moveTo>
                  <a:lnTo>
                    <a:pt x="12592" y="6314"/>
                  </a:lnTo>
                  <a:cubicBezTo>
                    <a:pt x="12523" y="6314"/>
                    <a:pt x="12523" y="6348"/>
                    <a:pt x="12523" y="6416"/>
                  </a:cubicBezTo>
                  <a:cubicBezTo>
                    <a:pt x="12558" y="6450"/>
                    <a:pt x="12592" y="6450"/>
                    <a:pt x="12626" y="6450"/>
                  </a:cubicBezTo>
                  <a:lnTo>
                    <a:pt x="12762" y="6416"/>
                  </a:lnTo>
                  <a:cubicBezTo>
                    <a:pt x="12796" y="6416"/>
                    <a:pt x="12831" y="6348"/>
                    <a:pt x="12796" y="6314"/>
                  </a:cubicBezTo>
                  <a:cubicBezTo>
                    <a:pt x="12796" y="6279"/>
                    <a:pt x="12728" y="6245"/>
                    <a:pt x="12694" y="6245"/>
                  </a:cubicBezTo>
                  <a:close/>
                  <a:moveTo>
                    <a:pt x="69" y="6314"/>
                  </a:moveTo>
                  <a:cubicBezTo>
                    <a:pt x="34" y="6314"/>
                    <a:pt x="0" y="6348"/>
                    <a:pt x="0" y="6416"/>
                  </a:cubicBezTo>
                  <a:lnTo>
                    <a:pt x="0" y="6518"/>
                  </a:lnTo>
                  <a:cubicBezTo>
                    <a:pt x="0" y="6552"/>
                    <a:pt x="34" y="6586"/>
                    <a:pt x="69" y="6586"/>
                  </a:cubicBezTo>
                  <a:cubicBezTo>
                    <a:pt x="103" y="6586"/>
                    <a:pt x="171" y="6552"/>
                    <a:pt x="171" y="6518"/>
                  </a:cubicBezTo>
                  <a:lnTo>
                    <a:pt x="171" y="6416"/>
                  </a:lnTo>
                  <a:cubicBezTo>
                    <a:pt x="171" y="6348"/>
                    <a:pt x="103" y="6314"/>
                    <a:pt x="69" y="6314"/>
                  </a:cubicBezTo>
                  <a:close/>
                  <a:moveTo>
                    <a:pt x="11705" y="6586"/>
                  </a:moveTo>
                  <a:lnTo>
                    <a:pt x="11602" y="6621"/>
                  </a:lnTo>
                  <a:cubicBezTo>
                    <a:pt x="11568" y="6655"/>
                    <a:pt x="11534" y="6689"/>
                    <a:pt x="11568" y="6757"/>
                  </a:cubicBezTo>
                  <a:cubicBezTo>
                    <a:pt x="11568" y="6791"/>
                    <a:pt x="11602" y="6791"/>
                    <a:pt x="11636" y="6791"/>
                  </a:cubicBezTo>
                  <a:lnTo>
                    <a:pt x="11670" y="6791"/>
                  </a:lnTo>
                  <a:lnTo>
                    <a:pt x="11773" y="6757"/>
                  </a:lnTo>
                  <a:cubicBezTo>
                    <a:pt x="11807" y="6757"/>
                    <a:pt x="11841" y="6689"/>
                    <a:pt x="11841" y="6655"/>
                  </a:cubicBezTo>
                  <a:cubicBezTo>
                    <a:pt x="11807" y="6621"/>
                    <a:pt x="11773" y="6586"/>
                    <a:pt x="11705" y="6586"/>
                  </a:cubicBezTo>
                  <a:close/>
                  <a:moveTo>
                    <a:pt x="10749" y="6928"/>
                  </a:moveTo>
                  <a:lnTo>
                    <a:pt x="10647" y="6962"/>
                  </a:lnTo>
                  <a:cubicBezTo>
                    <a:pt x="10578" y="6996"/>
                    <a:pt x="10578" y="7030"/>
                    <a:pt x="10578" y="7064"/>
                  </a:cubicBezTo>
                  <a:cubicBezTo>
                    <a:pt x="10578" y="7098"/>
                    <a:pt x="10613" y="7132"/>
                    <a:pt x="10647" y="7132"/>
                  </a:cubicBezTo>
                  <a:lnTo>
                    <a:pt x="10681" y="7132"/>
                  </a:lnTo>
                  <a:lnTo>
                    <a:pt x="10783" y="7098"/>
                  </a:lnTo>
                  <a:cubicBezTo>
                    <a:pt x="10851" y="7064"/>
                    <a:pt x="10851" y="7030"/>
                    <a:pt x="10851" y="6996"/>
                  </a:cubicBezTo>
                  <a:cubicBezTo>
                    <a:pt x="10851" y="6928"/>
                    <a:pt x="10783" y="6928"/>
                    <a:pt x="10749" y="6928"/>
                  </a:cubicBezTo>
                  <a:close/>
                  <a:moveTo>
                    <a:pt x="9796" y="7255"/>
                  </a:moveTo>
                  <a:cubicBezTo>
                    <a:pt x="9782" y="7255"/>
                    <a:pt x="9770" y="7259"/>
                    <a:pt x="9760" y="7269"/>
                  </a:cubicBezTo>
                  <a:lnTo>
                    <a:pt x="9657" y="7303"/>
                  </a:lnTo>
                  <a:cubicBezTo>
                    <a:pt x="9623" y="7303"/>
                    <a:pt x="9589" y="7371"/>
                    <a:pt x="9589" y="7405"/>
                  </a:cubicBezTo>
                  <a:cubicBezTo>
                    <a:pt x="9623" y="7440"/>
                    <a:pt x="9657" y="7474"/>
                    <a:pt x="9691" y="7474"/>
                  </a:cubicBezTo>
                  <a:lnTo>
                    <a:pt x="9725" y="7474"/>
                  </a:lnTo>
                  <a:lnTo>
                    <a:pt x="9828" y="7440"/>
                  </a:lnTo>
                  <a:cubicBezTo>
                    <a:pt x="9862" y="7405"/>
                    <a:pt x="9896" y="7371"/>
                    <a:pt x="9862" y="7303"/>
                  </a:cubicBezTo>
                  <a:cubicBezTo>
                    <a:pt x="9862" y="7279"/>
                    <a:pt x="9828" y="7255"/>
                    <a:pt x="9796" y="7255"/>
                  </a:cubicBezTo>
                  <a:close/>
                  <a:moveTo>
                    <a:pt x="69" y="7337"/>
                  </a:moveTo>
                  <a:cubicBezTo>
                    <a:pt x="34" y="7337"/>
                    <a:pt x="0" y="7371"/>
                    <a:pt x="0" y="7440"/>
                  </a:cubicBezTo>
                  <a:lnTo>
                    <a:pt x="0" y="7542"/>
                  </a:lnTo>
                  <a:cubicBezTo>
                    <a:pt x="0" y="7576"/>
                    <a:pt x="34" y="7644"/>
                    <a:pt x="69" y="7644"/>
                  </a:cubicBezTo>
                  <a:cubicBezTo>
                    <a:pt x="103" y="7644"/>
                    <a:pt x="171" y="7576"/>
                    <a:pt x="171" y="7542"/>
                  </a:cubicBezTo>
                  <a:lnTo>
                    <a:pt x="171" y="7440"/>
                  </a:lnTo>
                  <a:cubicBezTo>
                    <a:pt x="171" y="7371"/>
                    <a:pt x="103" y="7337"/>
                    <a:pt x="69" y="7337"/>
                  </a:cubicBezTo>
                  <a:close/>
                  <a:moveTo>
                    <a:pt x="8834" y="7596"/>
                  </a:moveTo>
                  <a:cubicBezTo>
                    <a:pt x="8824" y="7596"/>
                    <a:pt x="8814" y="7600"/>
                    <a:pt x="8804" y="7610"/>
                  </a:cubicBezTo>
                  <a:lnTo>
                    <a:pt x="8668" y="7644"/>
                  </a:lnTo>
                  <a:cubicBezTo>
                    <a:pt x="8633" y="7644"/>
                    <a:pt x="8599" y="7713"/>
                    <a:pt x="8633" y="7747"/>
                  </a:cubicBezTo>
                  <a:cubicBezTo>
                    <a:pt x="8633" y="7781"/>
                    <a:pt x="8668" y="7815"/>
                    <a:pt x="8702" y="7815"/>
                  </a:cubicBezTo>
                  <a:lnTo>
                    <a:pt x="8736" y="7815"/>
                  </a:lnTo>
                  <a:lnTo>
                    <a:pt x="8838" y="7747"/>
                  </a:lnTo>
                  <a:cubicBezTo>
                    <a:pt x="8906" y="7747"/>
                    <a:pt x="8906" y="7713"/>
                    <a:pt x="8906" y="7644"/>
                  </a:cubicBezTo>
                  <a:cubicBezTo>
                    <a:pt x="8882" y="7620"/>
                    <a:pt x="8858" y="7596"/>
                    <a:pt x="8834" y="7596"/>
                  </a:cubicBezTo>
                  <a:close/>
                  <a:moveTo>
                    <a:pt x="7815" y="7917"/>
                  </a:moveTo>
                  <a:lnTo>
                    <a:pt x="7712" y="7986"/>
                  </a:lnTo>
                  <a:cubicBezTo>
                    <a:pt x="7678" y="7986"/>
                    <a:pt x="7644" y="8020"/>
                    <a:pt x="7644" y="8088"/>
                  </a:cubicBezTo>
                  <a:cubicBezTo>
                    <a:pt x="7678" y="8122"/>
                    <a:pt x="7712" y="8122"/>
                    <a:pt x="7746" y="8122"/>
                  </a:cubicBezTo>
                  <a:lnTo>
                    <a:pt x="7883" y="8088"/>
                  </a:lnTo>
                  <a:cubicBezTo>
                    <a:pt x="7917" y="8088"/>
                    <a:pt x="7951" y="8020"/>
                    <a:pt x="7917" y="7986"/>
                  </a:cubicBezTo>
                  <a:cubicBezTo>
                    <a:pt x="7917" y="7951"/>
                    <a:pt x="7849" y="7917"/>
                    <a:pt x="7815" y="7917"/>
                  </a:cubicBezTo>
                  <a:close/>
                  <a:moveTo>
                    <a:pt x="6825" y="8259"/>
                  </a:moveTo>
                  <a:lnTo>
                    <a:pt x="6723" y="8293"/>
                  </a:lnTo>
                  <a:cubicBezTo>
                    <a:pt x="6688" y="8327"/>
                    <a:pt x="6654" y="8361"/>
                    <a:pt x="6688" y="8429"/>
                  </a:cubicBezTo>
                  <a:cubicBezTo>
                    <a:pt x="6688" y="8463"/>
                    <a:pt x="6723" y="8463"/>
                    <a:pt x="6757" y="8463"/>
                  </a:cubicBezTo>
                  <a:lnTo>
                    <a:pt x="6791" y="8463"/>
                  </a:lnTo>
                  <a:lnTo>
                    <a:pt x="6893" y="8429"/>
                  </a:lnTo>
                  <a:cubicBezTo>
                    <a:pt x="6927" y="8429"/>
                    <a:pt x="6961" y="8361"/>
                    <a:pt x="6961" y="8327"/>
                  </a:cubicBezTo>
                  <a:cubicBezTo>
                    <a:pt x="6927" y="8293"/>
                    <a:pt x="6893" y="8259"/>
                    <a:pt x="6825" y="8259"/>
                  </a:cubicBezTo>
                  <a:close/>
                  <a:moveTo>
                    <a:pt x="69" y="8361"/>
                  </a:moveTo>
                  <a:cubicBezTo>
                    <a:pt x="34" y="8361"/>
                    <a:pt x="0" y="8429"/>
                    <a:pt x="0" y="8463"/>
                  </a:cubicBezTo>
                  <a:lnTo>
                    <a:pt x="0" y="8566"/>
                  </a:lnTo>
                  <a:cubicBezTo>
                    <a:pt x="0" y="8634"/>
                    <a:pt x="34" y="8668"/>
                    <a:pt x="69" y="8668"/>
                  </a:cubicBezTo>
                  <a:cubicBezTo>
                    <a:pt x="103" y="8668"/>
                    <a:pt x="171" y="8634"/>
                    <a:pt x="171" y="8566"/>
                  </a:cubicBezTo>
                  <a:lnTo>
                    <a:pt x="171" y="8463"/>
                  </a:lnTo>
                  <a:cubicBezTo>
                    <a:pt x="171" y="8429"/>
                    <a:pt x="103" y="8361"/>
                    <a:pt x="69" y="8361"/>
                  </a:cubicBezTo>
                  <a:close/>
                  <a:moveTo>
                    <a:pt x="5869" y="8600"/>
                  </a:moveTo>
                  <a:lnTo>
                    <a:pt x="5767" y="8634"/>
                  </a:lnTo>
                  <a:cubicBezTo>
                    <a:pt x="5699" y="8668"/>
                    <a:pt x="5699" y="8702"/>
                    <a:pt x="5699" y="8736"/>
                  </a:cubicBezTo>
                  <a:cubicBezTo>
                    <a:pt x="5699" y="8770"/>
                    <a:pt x="5733" y="8804"/>
                    <a:pt x="5767" y="8804"/>
                  </a:cubicBezTo>
                  <a:lnTo>
                    <a:pt x="5801" y="8804"/>
                  </a:lnTo>
                  <a:lnTo>
                    <a:pt x="5904" y="8770"/>
                  </a:lnTo>
                  <a:cubicBezTo>
                    <a:pt x="5972" y="8736"/>
                    <a:pt x="5972" y="8702"/>
                    <a:pt x="5972" y="8668"/>
                  </a:cubicBezTo>
                  <a:cubicBezTo>
                    <a:pt x="5972" y="8600"/>
                    <a:pt x="5904" y="8600"/>
                    <a:pt x="5869" y="8600"/>
                  </a:cubicBezTo>
                  <a:close/>
                  <a:moveTo>
                    <a:pt x="4931" y="8927"/>
                  </a:moveTo>
                  <a:cubicBezTo>
                    <a:pt x="4917" y="8927"/>
                    <a:pt x="4900" y="8931"/>
                    <a:pt x="4880" y="8941"/>
                  </a:cubicBezTo>
                  <a:lnTo>
                    <a:pt x="4778" y="8975"/>
                  </a:lnTo>
                  <a:cubicBezTo>
                    <a:pt x="4743" y="8975"/>
                    <a:pt x="4709" y="9043"/>
                    <a:pt x="4743" y="9077"/>
                  </a:cubicBezTo>
                  <a:cubicBezTo>
                    <a:pt x="4743" y="9112"/>
                    <a:pt x="4778" y="9146"/>
                    <a:pt x="4812" y="9146"/>
                  </a:cubicBezTo>
                  <a:lnTo>
                    <a:pt x="4846" y="9146"/>
                  </a:lnTo>
                  <a:lnTo>
                    <a:pt x="4948" y="9112"/>
                  </a:lnTo>
                  <a:cubicBezTo>
                    <a:pt x="4982" y="9077"/>
                    <a:pt x="5016" y="9043"/>
                    <a:pt x="4982" y="8975"/>
                  </a:cubicBezTo>
                  <a:cubicBezTo>
                    <a:pt x="4982" y="8951"/>
                    <a:pt x="4965" y="8927"/>
                    <a:pt x="4931" y="8927"/>
                  </a:cubicBezTo>
                  <a:close/>
                  <a:moveTo>
                    <a:pt x="3954" y="9268"/>
                  </a:moveTo>
                  <a:cubicBezTo>
                    <a:pt x="3944" y="9268"/>
                    <a:pt x="3934" y="9272"/>
                    <a:pt x="3924" y="9282"/>
                  </a:cubicBezTo>
                  <a:lnTo>
                    <a:pt x="3788" y="9316"/>
                  </a:lnTo>
                  <a:cubicBezTo>
                    <a:pt x="3754" y="9316"/>
                    <a:pt x="3720" y="9385"/>
                    <a:pt x="3754" y="9419"/>
                  </a:cubicBezTo>
                  <a:cubicBezTo>
                    <a:pt x="3754" y="9453"/>
                    <a:pt x="3788" y="9487"/>
                    <a:pt x="3822" y="9487"/>
                  </a:cubicBezTo>
                  <a:lnTo>
                    <a:pt x="3856" y="9487"/>
                  </a:lnTo>
                  <a:lnTo>
                    <a:pt x="3959" y="9419"/>
                  </a:lnTo>
                  <a:cubicBezTo>
                    <a:pt x="4027" y="9419"/>
                    <a:pt x="4027" y="9385"/>
                    <a:pt x="4027" y="9316"/>
                  </a:cubicBezTo>
                  <a:cubicBezTo>
                    <a:pt x="4003" y="9292"/>
                    <a:pt x="3979" y="9268"/>
                    <a:pt x="3954" y="9268"/>
                  </a:cubicBezTo>
                  <a:close/>
                  <a:moveTo>
                    <a:pt x="69" y="9419"/>
                  </a:moveTo>
                  <a:cubicBezTo>
                    <a:pt x="34" y="9419"/>
                    <a:pt x="0" y="9453"/>
                    <a:pt x="0" y="9487"/>
                  </a:cubicBezTo>
                  <a:lnTo>
                    <a:pt x="0" y="9589"/>
                  </a:lnTo>
                  <a:cubicBezTo>
                    <a:pt x="0" y="9658"/>
                    <a:pt x="34" y="9692"/>
                    <a:pt x="69" y="9692"/>
                  </a:cubicBezTo>
                  <a:cubicBezTo>
                    <a:pt x="103" y="9692"/>
                    <a:pt x="171" y="9658"/>
                    <a:pt x="171" y="9589"/>
                  </a:cubicBezTo>
                  <a:lnTo>
                    <a:pt x="171" y="9487"/>
                  </a:lnTo>
                  <a:cubicBezTo>
                    <a:pt x="171" y="9453"/>
                    <a:pt x="103" y="9419"/>
                    <a:pt x="69" y="9419"/>
                  </a:cubicBezTo>
                  <a:close/>
                  <a:moveTo>
                    <a:pt x="2935" y="9589"/>
                  </a:moveTo>
                  <a:lnTo>
                    <a:pt x="2833" y="9658"/>
                  </a:lnTo>
                  <a:cubicBezTo>
                    <a:pt x="2798" y="9658"/>
                    <a:pt x="2764" y="9692"/>
                    <a:pt x="2764" y="9760"/>
                  </a:cubicBezTo>
                  <a:cubicBezTo>
                    <a:pt x="2798" y="9794"/>
                    <a:pt x="2833" y="9794"/>
                    <a:pt x="2867" y="9794"/>
                  </a:cubicBezTo>
                  <a:lnTo>
                    <a:pt x="3003" y="9760"/>
                  </a:lnTo>
                  <a:cubicBezTo>
                    <a:pt x="3037" y="9760"/>
                    <a:pt x="3071" y="9692"/>
                    <a:pt x="3037" y="9658"/>
                  </a:cubicBezTo>
                  <a:cubicBezTo>
                    <a:pt x="3037" y="9623"/>
                    <a:pt x="2969" y="9589"/>
                    <a:pt x="2935" y="9589"/>
                  </a:cubicBezTo>
                  <a:close/>
                  <a:moveTo>
                    <a:pt x="1945" y="9931"/>
                  </a:moveTo>
                  <a:lnTo>
                    <a:pt x="1843" y="9965"/>
                  </a:lnTo>
                  <a:cubicBezTo>
                    <a:pt x="1809" y="9999"/>
                    <a:pt x="1775" y="10033"/>
                    <a:pt x="1809" y="10067"/>
                  </a:cubicBezTo>
                  <a:cubicBezTo>
                    <a:pt x="1809" y="10135"/>
                    <a:pt x="1843" y="10135"/>
                    <a:pt x="1877" y="10135"/>
                  </a:cubicBezTo>
                  <a:lnTo>
                    <a:pt x="1911" y="10135"/>
                  </a:lnTo>
                  <a:lnTo>
                    <a:pt x="2014" y="10101"/>
                  </a:lnTo>
                  <a:cubicBezTo>
                    <a:pt x="2048" y="10101"/>
                    <a:pt x="2082" y="10033"/>
                    <a:pt x="2082" y="9999"/>
                  </a:cubicBezTo>
                  <a:cubicBezTo>
                    <a:pt x="2048" y="9931"/>
                    <a:pt x="2014" y="9931"/>
                    <a:pt x="1945" y="9931"/>
                  </a:cubicBezTo>
                  <a:close/>
                  <a:moveTo>
                    <a:pt x="1023" y="10258"/>
                  </a:moveTo>
                  <a:cubicBezTo>
                    <a:pt x="1011" y="10258"/>
                    <a:pt x="999" y="10263"/>
                    <a:pt x="990" y="10272"/>
                  </a:cubicBezTo>
                  <a:lnTo>
                    <a:pt x="888" y="10306"/>
                  </a:lnTo>
                  <a:cubicBezTo>
                    <a:pt x="819" y="10306"/>
                    <a:pt x="819" y="10374"/>
                    <a:pt x="819" y="10408"/>
                  </a:cubicBezTo>
                  <a:cubicBezTo>
                    <a:pt x="819" y="10442"/>
                    <a:pt x="853" y="10477"/>
                    <a:pt x="888" y="10477"/>
                  </a:cubicBezTo>
                  <a:lnTo>
                    <a:pt x="922" y="10477"/>
                  </a:lnTo>
                  <a:lnTo>
                    <a:pt x="1024" y="10442"/>
                  </a:lnTo>
                  <a:cubicBezTo>
                    <a:pt x="1092" y="10408"/>
                    <a:pt x="1092" y="10374"/>
                    <a:pt x="1092" y="10340"/>
                  </a:cubicBezTo>
                  <a:cubicBezTo>
                    <a:pt x="1092" y="10290"/>
                    <a:pt x="1056" y="10258"/>
                    <a:pt x="1023" y="10258"/>
                  </a:cubicBezTo>
                  <a:close/>
                  <a:moveTo>
                    <a:pt x="69" y="10442"/>
                  </a:moveTo>
                  <a:cubicBezTo>
                    <a:pt x="34" y="10442"/>
                    <a:pt x="0" y="10477"/>
                    <a:pt x="0" y="10511"/>
                  </a:cubicBezTo>
                  <a:lnTo>
                    <a:pt x="0" y="10647"/>
                  </a:lnTo>
                  <a:cubicBezTo>
                    <a:pt x="0" y="10681"/>
                    <a:pt x="34" y="10715"/>
                    <a:pt x="69" y="10715"/>
                  </a:cubicBezTo>
                  <a:cubicBezTo>
                    <a:pt x="103" y="10715"/>
                    <a:pt x="171" y="10681"/>
                    <a:pt x="171" y="10647"/>
                  </a:cubicBezTo>
                  <a:lnTo>
                    <a:pt x="171" y="10511"/>
                  </a:lnTo>
                  <a:cubicBezTo>
                    <a:pt x="171" y="10477"/>
                    <a:pt x="103" y="10442"/>
                    <a:pt x="69" y="1044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0" name="Google Shape;1822;p45">
              <a:extLst>
                <a:ext uri="{FF2B5EF4-FFF2-40B4-BE49-F238E27FC236}">
                  <a16:creationId xmlns:a16="http://schemas.microsoft.com/office/drawing/2014/main" id="{A4DF6257-7D89-8EFB-CF6C-5AFF0A67A245}"/>
                </a:ext>
              </a:extLst>
            </p:cNvPr>
            <p:cNvSpPr/>
            <p:nvPr/>
          </p:nvSpPr>
          <p:spPr>
            <a:xfrm>
              <a:off x="2837797" y="892475"/>
              <a:ext cx="4591" cy="556657"/>
            </a:xfrm>
            <a:custGeom>
              <a:avLst/>
              <a:gdLst/>
              <a:ahLst/>
              <a:cxnLst/>
              <a:rect l="l" t="t" r="r" b="b"/>
              <a:pathLst>
                <a:path w="206" h="24979" extrusionOk="0">
                  <a:moveTo>
                    <a:pt x="103" y="1"/>
                  </a:moveTo>
                  <a:cubicBezTo>
                    <a:pt x="35" y="1"/>
                    <a:pt x="1" y="35"/>
                    <a:pt x="1" y="69"/>
                  </a:cubicBezTo>
                  <a:lnTo>
                    <a:pt x="1" y="205"/>
                  </a:lnTo>
                  <a:cubicBezTo>
                    <a:pt x="1" y="239"/>
                    <a:pt x="35" y="274"/>
                    <a:pt x="103" y="274"/>
                  </a:cubicBezTo>
                  <a:cubicBezTo>
                    <a:pt x="137" y="274"/>
                    <a:pt x="171" y="239"/>
                    <a:pt x="171" y="205"/>
                  </a:cubicBezTo>
                  <a:lnTo>
                    <a:pt x="171" y="69"/>
                  </a:lnTo>
                  <a:cubicBezTo>
                    <a:pt x="171" y="35"/>
                    <a:pt x="137" y="1"/>
                    <a:pt x="103" y="1"/>
                  </a:cubicBezTo>
                  <a:close/>
                  <a:moveTo>
                    <a:pt x="103" y="1024"/>
                  </a:moveTo>
                  <a:cubicBezTo>
                    <a:pt x="35" y="1024"/>
                    <a:pt x="1" y="1058"/>
                    <a:pt x="1" y="1093"/>
                  </a:cubicBezTo>
                  <a:lnTo>
                    <a:pt x="1" y="1229"/>
                  </a:lnTo>
                  <a:cubicBezTo>
                    <a:pt x="1" y="1263"/>
                    <a:pt x="35" y="1297"/>
                    <a:pt x="103" y="1297"/>
                  </a:cubicBezTo>
                  <a:cubicBezTo>
                    <a:pt x="137" y="1297"/>
                    <a:pt x="171" y="1263"/>
                    <a:pt x="171" y="1229"/>
                  </a:cubicBezTo>
                  <a:lnTo>
                    <a:pt x="171" y="1093"/>
                  </a:lnTo>
                  <a:cubicBezTo>
                    <a:pt x="171" y="1058"/>
                    <a:pt x="137" y="1024"/>
                    <a:pt x="103" y="1024"/>
                  </a:cubicBezTo>
                  <a:close/>
                  <a:moveTo>
                    <a:pt x="103" y="2048"/>
                  </a:moveTo>
                  <a:cubicBezTo>
                    <a:pt x="69" y="2048"/>
                    <a:pt x="1" y="2082"/>
                    <a:pt x="1" y="2150"/>
                  </a:cubicBezTo>
                  <a:lnTo>
                    <a:pt x="1" y="2253"/>
                  </a:lnTo>
                  <a:cubicBezTo>
                    <a:pt x="1" y="2287"/>
                    <a:pt x="69" y="2355"/>
                    <a:pt x="103" y="2355"/>
                  </a:cubicBezTo>
                  <a:cubicBezTo>
                    <a:pt x="137" y="2355"/>
                    <a:pt x="171" y="2287"/>
                    <a:pt x="171" y="2253"/>
                  </a:cubicBezTo>
                  <a:lnTo>
                    <a:pt x="171" y="2150"/>
                  </a:lnTo>
                  <a:cubicBezTo>
                    <a:pt x="171" y="2082"/>
                    <a:pt x="137" y="2048"/>
                    <a:pt x="103" y="2048"/>
                  </a:cubicBezTo>
                  <a:close/>
                  <a:moveTo>
                    <a:pt x="103" y="3072"/>
                  </a:moveTo>
                  <a:cubicBezTo>
                    <a:pt x="69" y="3072"/>
                    <a:pt x="35" y="3140"/>
                    <a:pt x="35" y="3174"/>
                  </a:cubicBezTo>
                  <a:lnTo>
                    <a:pt x="35" y="3276"/>
                  </a:lnTo>
                  <a:cubicBezTo>
                    <a:pt x="35" y="3345"/>
                    <a:pt x="69" y="3379"/>
                    <a:pt x="103" y="3379"/>
                  </a:cubicBezTo>
                  <a:cubicBezTo>
                    <a:pt x="137" y="3379"/>
                    <a:pt x="206" y="3345"/>
                    <a:pt x="206" y="3276"/>
                  </a:cubicBezTo>
                  <a:lnTo>
                    <a:pt x="206" y="3174"/>
                  </a:lnTo>
                  <a:cubicBezTo>
                    <a:pt x="206" y="3106"/>
                    <a:pt x="137" y="3072"/>
                    <a:pt x="103" y="3072"/>
                  </a:cubicBezTo>
                  <a:close/>
                  <a:moveTo>
                    <a:pt x="103" y="4130"/>
                  </a:moveTo>
                  <a:cubicBezTo>
                    <a:pt x="69" y="4130"/>
                    <a:pt x="35" y="4164"/>
                    <a:pt x="35" y="4198"/>
                  </a:cubicBezTo>
                  <a:lnTo>
                    <a:pt x="35" y="4300"/>
                  </a:lnTo>
                  <a:cubicBezTo>
                    <a:pt x="35" y="4368"/>
                    <a:pt x="69" y="4403"/>
                    <a:pt x="103" y="4403"/>
                  </a:cubicBezTo>
                  <a:cubicBezTo>
                    <a:pt x="171" y="4403"/>
                    <a:pt x="206" y="4368"/>
                    <a:pt x="206" y="4300"/>
                  </a:cubicBezTo>
                  <a:lnTo>
                    <a:pt x="206" y="4198"/>
                  </a:lnTo>
                  <a:cubicBezTo>
                    <a:pt x="206" y="4164"/>
                    <a:pt x="171" y="4130"/>
                    <a:pt x="103" y="4130"/>
                  </a:cubicBezTo>
                  <a:close/>
                  <a:moveTo>
                    <a:pt x="103" y="5153"/>
                  </a:moveTo>
                  <a:cubicBezTo>
                    <a:pt x="69" y="5153"/>
                    <a:pt x="35" y="5187"/>
                    <a:pt x="35" y="5221"/>
                  </a:cubicBezTo>
                  <a:lnTo>
                    <a:pt x="35" y="5358"/>
                  </a:lnTo>
                  <a:cubicBezTo>
                    <a:pt x="35" y="5392"/>
                    <a:pt x="69" y="5426"/>
                    <a:pt x="103" y="5426"/>
                  </a:cubicBezTo>
                  <a:cubicBezTo>
                    <a:pt x="171" y="5426"/>
                    <a:pt x="206" y="5392"/>
                    <a:pt x="206" y="5358"/>
                  </a:cubicBezTo>
                  <a:lnTo>
                    <a:pt x="206" y="5221"/>
                  </a:lnTo>
                  <a:cubicBezTo>
                    <a:pt x="206" y="5187"/>
                    <a:pt x="171" y="5153"/>
                    <a:pt x="103" y="5153"/>
                  </a:cubicBezTo>
                  <a:close/>
                  <a:moveTo>
                    <a:pt x="103" y="6177"/>
                  </a:moveTo>
                  <a:cubicBezTo>
                    <a:pt x="69" y="6177"/>
                    <a:pt x="35" y="6211"/>
                    <a:pt x="35" y="6245"/>
                  </a:cubicBezTo>
                  <a:lnTo>
                    <a:pt x="35" y="6382"/>
                  </a:lnTo>
                  <a:cubicBezTo>
                    <a:pt x="35" y="6416"/>
                    <a:pt x="69" y="6450"/>
                    <a:pt x="103" y="6450"/>
                  </a:cubicBezTo>
                  <a:cubicBezTo>
                    <a:pt x="171" y="6450"/>
                    <a:pt x="206" y="6416"/>
                    <a:pt x="206" y="6382"/>
                  </a:cubicBezTo>
                  <a:lnTo>
                    <a:pt x="206" y="6245"/>
                  </a:lnTo>
                  <a:cubicBezTo>
                    <a:pt x="206" y="6211"/>
                    <a:pt x="171" y="6177"/>
                    <a:pt x="103" y="6177"/>
                  </a:cubicBezTo>
                  <a:close/>
                  <a:moveTo>
                    <a:pt x="103" y="7201"/>
                  </a:moveTo>
                  <a:cubicBezTo>
                    <a:pt x="69" y="7201"/>
                    <a:pt x="35" y="7235"/>
                    <a:pt x="35" y="7303"/>
                  </a:cubicBezTo>
                  <a:lnTo>
                    <a:pt x="35" y="7405"/>
                  </a:lnTo>
                  <a:cubicBezTo>
                    <a:pt x="35" y="7439"/>
                    <a:pt x="69" y="7508"/>
                    <a:pt x="103" y="7508"/>
                  </a:cubicBezTo>
                  <a:cubicBezTo>
                    <a:pt x="171" y="7508"/>
                    <a:pt x="206" y="7439"/>
                    <a:pt x="206" y="7405"/>
                  </a:cubicBezTo>
                  <a:lnTo>
                    <a:pt x="206" y="7303"/>
                  </a:lnTo>
                  <a:cubicBezTo>
                    <a:pt x="206" y="7235"/>
                    <a:pt x="171" y="7201"/>
                    <a:pt x="103" y="7201"/>
                  </a:cubicBezTo>
                  <a:close/>
                  <a:moveTo>
                    <a:pt x="103" y="8224"/>
                  </a:moveTo>
                  <a:cubicBezTo>
                    <a:pt x="69" y="8224"/>
                    <a:pt x="35" y="8258"/>
                    <a:pt x="35" y="8327"/>
                  </a:cubicBezTo>
                  <a:lnTo>
                    <a:pt x="35" y="8429"/>
                  </a:lnTo>
                  <a:cubicBezTo>
                    <a:pt x="35" y="8497"/>
                    <a:pt x="69" y="8531"/>
                    <a:pt x="103" y="8531"/>
                  </a:cubicBezTo>
                  <a:cubicBezTo>
                    <a:pt x="171" y="8531"/>
                    <a:pt x="206" y="8497"/>
                    <a:pt x="206" y="8429"/>
                  </a:cubicBezTo>
                  <a:lnTo>
                    <a:pt x="206" y="8327"/>
                  </a:lnTo>
                  <a:cubicBezTo>
                    <a:pt x="206" y="8258"/>
                    <a:pt x="171" y="8224"/>
                    <a:pt x="103" y="8224"/>
                  </a:cubicBezTo>
                  <a:close/>
                  <a:moveTo>
                    <a:pt x="103" y="9282"/>
                  </a:moveTo>
                  <a:cubicBezTo>
                    <a:pt x="69" y="9282"/>
                    <a:pt x="35" y="9316"/>
                    <a:pt x="35" y="9350"/>
                  </a:cubicBezTo>
                  <a:lnTo>
                    <a:pt x="35" y="9453"/>
                  </a:lnTo>
                  <a:cubicBezTo>
                    <a:pt x="35" y="9521"/>
                    <a:pt x="69" y="9555"/>
                    <a:pt x="103" y="9555"/>
                  </a:cubicBezTo>
                  <a:cubicBezTo>
                    <a:pt x="171" y="9555"/>
                    <a:pt x="206" y="9521"/>
                    <a:pt x="206" y="9453"/>
                  </a:cubicBezTo>
                  <a:lnTo>
                    <a:pt x="206" y="9350"/>
                  </a:lnTo>
                  <a:cubicBezTo>
                    <a:pt x="206" y="9316"/>
                    <a:pt x="171" y="9282"/>
                    <a:pt x="103" y="9282"/>
                  </a:cubicBezTo>
                  <a:close/>
                  <a:moveTo>
                    <a:pt x="137" y="10306"/>
                  </a:moveTo>
                  <a:cubicBezTo>
                    <a:pt x="69" y="10306"/>
                    <a:pt x="35" y="10340"/>
                    <a:pt x="35" y="10374"/>
                  </a:cubicBezTo>
                  <a:lnTo>
                    <a:pt x="35" y="10511"/>
                  </a:lnTo>
                  <a:cubicBezTo>
                    <a:pt x="35" y="10545"/>
                    <a:pt x="69" y="10579"/>
                    <a:pt x="137" y="10579"/>
                  </a:cubicBezTo>
                  <a:cubicBezTo>
                    <a:pt x="171" y="10579"/>
                    <a:pt x="206" y="10545"/>
                    <a:pt x="206" y="10511"/>
                  </a:cubicBezTo>
                  <a:lnTo>
                    <a:pt x="206" y="10374"/>
                  </a:lnTo>
                  <a:cubicBezTo>
                    <a:pt x="206" y="10340"/>
                    <a:pt x="171" y="10306"/>
                    <a:pt x="137" y="10306"/>
                  </a:cubicBezTo>
                  <a:close/>
                  <a:moveTo>
                    <a:pt x="137" y="11329"/>
                  </a:moveTo>
                  <a:cubicBezTo>
                    <a:pt x="69" y="11329"/>
                    <a:pt x="35" y="11364"/>
                    <a:pt x="35" y="11398"/>
                  </a:cubicBezTo>
                  <a:lnTo>
                    <a:pt x="35" y="11534"/>
                  </a:lnTo>
                  <a:cubicBezTo>
                    <a:pt x="35" y="11568"/>
                    <a:pt x="69" y="11602"/>
                    <a:pt x="137" y="11602"/>
                  </a:cubicBezTo>
                  <a:cubicBezTo>
                    <a:pt x="171" y="11602"/>
                    <a:pt x="206" y="11568"/>
                    <a:pt x="206" y="11534"/>
                  </a:cubicBezTo>
                  <a:lnTo>
                    <a:pt x="206" y="11398"/>
                  </a:lnTo>
                  <a:cubicBezTo>
                    <a:pt x="206" y="11364"/>
                    <a:pt x="171" y="11329"/>
                    <a:pt x="137" y="11329"/>
                  </a:cubicBezTo>
                  <a:close/>
                  <a:moveTo>
                    <a:pt x="137" y="12353"/>
                  </a:moveTo>
                  <a:cubicBezTo>
                    <a:pt x="69" y="12353"/>
                    <a:pt x="35" y="12421"/>
                    <a:pt x="35" y="12456"/>
                  </a:cubicBezTo>
                  <a:lnTo>
                    <a:pt x="35" y="12558"/>
                  </a:lnTo>
                  <a:cubicBezTo>
                    <a:pt x="35" y="12592"/>
                    <a:pt x="69" y="12660"/>
                    <a:pt x="137" y="12660"/>
                  </a:cubicBezTo>
                  <a:cubicBezTo>
                    <a:pt x="171" y="12660"/>
                    <a:pt x="206" y="12592"/>
                    <a:pt x="206" y="12558"/>
                  </a:cubicBezTo>
                  <a:lnTo>
                    <a:pt x="206" y="12456"/>
                  </a:lnTo>
                  <a:cubicBezTo>
                    <a:pt x="206" y="12387"/>
                    <a:pt x="171" y="12353"/>
                    <a:pt x="137" y="12353"/>
                  </a:cubicBezTo>
                  <a:close/>
                  <a:moveTo>
                    <a:pt x="137" y="13377"/>
                  </a:moveTo>
                  <a:cubicBezTo>
                    <a:pt x="69" y="13377"/>
                    <a:pt x="35" y="13411"/>
                    <a:pt x="35" y="13479"/>
                  </a:cubicBezTo>
                  <a:lnTo>
                    <a:pt x="35" y="13582"/>
                  </a:lnTo>
                  <a:cubicBezTo>
                    <a:pt x="35" y="13650"/>
                    <a:pt x="69" y="13684"/>
                    <a:pt x="137" y="13684"/>
                  </a:cubicBezTo>
                  <a:cubicBezTo>
                    <a:pt x="171" y="13684"/>
                    <a:pt x="206" y="13650"/>
                    <a:pt x="206" y="13582"/>
                  </a:cubicBezTo>
                  <a:lnTo>
                    <a:pt x="206" y="13479"/>
                  </a:lnTo>
                  <a:cubicBezTo>
                    <a:pt x="206" y="13411"/>
                    <a:pt x="171" y="13377"/>
                    <a:pt x="137" y="13377"/>
                  </a:cubicBezTo>
                  <a:close/>
                  <a:moveTo>
                    <a:pt x="137" y="14435"/>
                  </a:moveTo>
                  <a:cubicBezTo>
                    <a:pt x="69" y="14435"/>
                    <a:pt x="35" y="14469"/>
                    <a:pt x="35" y="14503"/>
                  </a:cubicBezTo>
                  <a:lnTo>
                    <a:pt x="35" y="14605"/>
                  </a:lnTo>
                  <a:cubicBezTo>
                    <a:pt x="35" y="14674"/>
                    <a:pt x="69" y="14708"/>
                    <a:pt x="137" y="14708"/>
                  </a:cubicBezTo>
                  <a:cubicBezTo>
                    <a:pt x="171" y="14708"/>
                    <a:pt x="206" y="14674"/>
                    <a:pt x="206" y="14605"/>
                  </a:cubicBezTo>
                  <a:lnTo>
                    <a:pt x="206" y="14503"/>
                  </a:lnTo>
                  <a:cubicBezTo>
                    <a:pt x="206" y="14469"/>
                    <a:pt x="171" y="14435"/>
                    <a:pt x="137" y="14435"/>
                  </a:cubicBezTo>
                  <a:close/>
                  <a:moveTo>
                    <a:pt x="103" y="15458"/>
                  </a:moveTo>
                  <a:cubicBezTo>
                    <a:pt x="69" y="15458"/>
                    <a:pt x="35" y="15493"/>
                    <a:pt x="35" y="15527"/>
                  </a:cubicBezTo>
                  <a:lnTo>
                    <a:pt x="35" y="15663"/>
                  </a:lnTo>
                  <a:cubicBezTo>
                    <a:pt x="35" y="15697"/>
                    <a:pt x="69" y="15731"/>
                    <a:pt x="103" y="15731"/>
                  </a:cubicBezTo>
                  <a:cubicBezTo>
                    <a:pt x="171" y="15731"/>
                    <a:pt x="206" y="15697"/>
                    <a:pt x="206" y="15663"/>
                  </a:cubicBezTo>
                  <a:lnTo>
                    <a:pt x="206" y="15527"/>
                  </a:lnTo>
                  <a:cubicBezTo>
                    <a:pt x="206" y="15493"/>
                    <a:pt x="171" y="15458"/>
                    <a:pt x="103" y="15458"/>
                  </a:cubicBezTo>
                  <a:close/>
                  <a:moveTo>
                    <a:pt x="103" y="16482"/>
                  </a:moveTo>
                  <a:cubicBezTo>
                    <a:pt x="69" y="16482"/>
                    <a:pt x="35" y="16516"/>
                    <a:pt x="35" y="16550"/>
                  </a:cubicBezTo>
                  <a:lnTo>
                    <a:pt x="35" y="16687"/>
                  </a:lnTo>
                  <a:cubicBezTo>
                    <a:pt x="35" y="16721"/>
                    <a:pt x="69" y="16755"/>
                    <a:pt x="103" y="16755"/>
                  </a:cubicBezTo>
                  <a:cubicBezTo>
                    <a:pt x="171" y="16755"/>
                    <a:pt x="206" y="16721"/>
                    <a:pt x="206" y="16687"/>
                  </a:cubicBezTo>
                  <a:lnTo>
                    <a:pt x="206" y="16550"/>
                  </a:lnTo>
                  <a:cubicBezTo>
                    <a:pt x="206" y="16516"/>
                    <a:pt x="171" y="16482"/>
                    <a:pt x="103" y="16482"/>
                  </a:cubicBezTo>
                  <a:close/>
                  <a:moveTo>
                    <a:pt x="103" y="17506"/>
                  </a:moveTo>
                  <a:cubicBezTo>
                    <a:pt x="69" y="17506"/>
                    <a:pt x="35" y="17540"/>
                    <a:pt x="35" y="17608"/>
                  </a:cubicBezTo>
                  <a:lnTo>
                    <a:pt x="35" y="17711"/>
                  </a:lnTo>
                  <a:cubicBezTo>
                    <a:pt x="35" y="17745"/>
                    <a:pt x="69" y="17779"/>
                    <a:pt x="103" y="17813"/>
                  </a:cubicBezTo>
                  <a:cubicBezTo>
                    <a:pt x="171" y="17813"/>
                    <a:pt x="206" y="17745"/>
                    <a:pt x="206" y="17711"/>
                  </a:cubicBezTo>
                  <a:lnTo>
                    <a:pt x="206" y="17608"/>
                  </a:lnTo>
                  <a:cubicBezTo>
                    <a:pt x="206" y="17540"/>
                    <a:pt x="171" y="17506"/>
                    <a:pt x="103" y="17506"/>
                  </a:cubicBezTo>
                  <a:close/>
                  <a:moveTo>
                    <a:pt x="103" y="18529"/>
                  </a:moveTo>
                  <a:cubicBezTo>
                    <a:pt x="69" y="18529"/>
                    <a:pt x="35" y="18564"/>
                    <a:pt x="35" y="18632"/>
                  </a:cubicBezTo>
                  <a:lnTo>
                    <a:pt x="35" y="18734"/>
                  </a:lnTo>
                  <a:cubicBezTo>
                    <a:pt x="35" y="18802"/>
                    <a:pt x="69" y="18837"/>
                    <a:pt x="103" y="18837"/>
                  </a:cubicBezTo>
                  <a:cubicBezTo>
                    <a:pt x="171" y="18837"/>
                    <a:pt x="206" y="18802"/>
                    <a:pt x="206" y="18734"/>
                  </a:cubicBezTo>
                  <a:lnTo>
                    <a:pt x="206" y="18632"/>
                  </a:lnTo>
                  <a:cubicBezTo>
                    <a:pt x="206" y="18564"/>
                    <a:pt x="171" y="18529"/>
                    <a:pt x="103" y="18529"/>
                  </a:cubicBezTo>
                  <a:close/>
                  <a:moveTo>
                    <a:pt x="103" y="19587"/>
                  </a:moveTo>
                  <a:cubicBezTo>
                    <a:pt x="69" y="19587"/>
                    <a:pt x="35" y="19621"/>
                    <a:pt x="35" y="19656"/>
                  </a:cubicBezTo>
                  <a:lnTo>
                    <a:pt x="35" y="19758"/>
                  </a:lnTo>
                  <a:cubicBezTo>
                    <a:pt x="35" y="19826"/>
                    <a:pt x="69" y="19860"/>
                    <a:pt x="103" y="19860"/>
                  </a:cubicBezTo>
                  <a:cubicBezTo>
                    <a:pt x="171" y="19860"/>
                    <a:pt x="206" y="19826"/>
                    <a:pt x="206" y="19758"/>
                  </a:cubicBezTo>
                  <a:lnTo>
                    <a:pt x="206" y="19656"/>
                  </a:lnTo>
                  <a:cubicBezTo>
                    <a:pt x="206" y="19621"/>
                    <a:pt x="171" y="19587"/>
                    <a:pt x="103" y="19587"/>
                  </a:cubicBezTo>
                  <a:close/>
                  <a:moveTo>
                    <a:pt x="103" y="20611"/>
                  </a:moveTo>
                  <a:cubicBezTo>
                    <a:pt x="69" y="20611"/>
                    <a:pt x="35" y="20645"/>
                    <a:pt x="35" y="20679"/>
                  </a:cubicBezTo>
                  <a:lnTo>
                    <a:pt x="35" y="20816"/>
                  </a:lnTo>
                  <a:cubicBezTo>
                    <a:pt x="35" y="20850"/>
                    <a:pt x="69" y="20884"/>
                    <a:pt x="103" y="20884"/>
                  </a:cubicBezTo>
                  <a:cubicBezTo>
                    <a:pt x="171" y="20884"/>
                    <a:pt x="206" y="20850"/>
                    <a:pt x="206" y="20816"/>
                  </a:cubicBezTo>
                  <a:lnTo>
                    <a:pt x="206" y="20679"/>
                  </a:lnTo>
                  <a:cubicBezTo>
                    <a:pt x="206" y="20645"/>
                    <a:pt x="171" y="20611"/>
                    <a:pt x="103" y="20611"/>
                  </a:cubicBezTo>
                  <a:close/>
                  <a:moveTo>
                    <a:pt x="103" y="21635"/>
                  </a:moveTo>
                  <a:cubicBezTo>
                    <a:pt x="69" y="21635"/>
                    <a:pt x="35" y="21669"/>
                    <a:pt x="35" y="21703"/>
                  </a:cubicBezTo>
                  <a:lnTo>
                    <a:pt x="35" y="21839"/>
                  </a:lnTo>
                  <a:cubicBezTo>
                    <a:pt x="35" y="21874"/>
                    <a:pt x="69" y="21908"/>
                    <a:pt x="103" y="21908"/>
                  </a:cubicBezTo>
                  <a:cubicBezTo>
                    <a:pt x="137" y="21908"/>
                    <a:pt x="206" y="21874"/>
                    <a:pt x="206" y="21839"/>
                  </a:cubicBezTo>
                  <a:lnTo>
                    <a:pt x="206" y="21703"/>
                  </a:lnTo>
                  <a:cubicBezTo>
                    <a:pt x="206" y="21669"/>
                    <a:pt x="137" y="21635"/>
                    <a:pt x="103" y="21635"/>
                  </a:cubicBezTo>
                  <a:close/>
                  <a:moveTo>
                    <a:pt x="103" y="22658"/>
                  </a:moveTo>
                  <a:cubicBezTo>
                    <a:pt x="69" y="22658"/>
                    <a:pt x="1" y="22692"/>
                    <a:pt x="1" y="22761"/>
                  </a:cubicBezTo>
                  <a:lnTo>
                    <a:pt x="1" y="22863"/>
                  </a:lnTo>
                  <a:cubicBezTo>
                    <a:pt x="1" y="22897"/>
                    <a:pt x="69" y="22965"/>
                    <a:pt x="103" y="22965"/>
                  </a:cubicBezTo>
                  <a:cubicBezTo>
                    <a:pt x="137" y="22965"/>
                    <a:pt x="171" y="22897"/>
                    <a:pt x="171" y="22863"/>
                  </a:cubicBezTo>
                  <a:lnTo>
                    <a:pt x="171" y="22761"/>
                  </a:lnTo>
                  <a:cubicBezTo>
                    <a:pt x="171" y="22692"/>
                    <a:pt x="137" y="22658"/>
                    <a:pt x="103" y="22658"/>
                  </a:cubicBezTo>
                  <a:close/>
                  <a:moveTo>
                    <a:pt x="103" y="23682"/>
                  </a:moveTo>
                  <a:cubicBezTo>
                    <a:pt x="35" y="23682"/>
                    <a:pt x="1" y="23716"/>
                    <a:pt x="1" y="23784"/>
                  </a:cubicBezTo>
                  <a:lnTo>
                    <a:pt x="1" y="23887"/>
                  </a:lnTo>
                  <a:cubicBezTo>
                    <a:pt x="1" y="23955"/>
                    <a:pt x="35" y="23989"/>
                    <a:pt x="103" y="23989"/>
                  </a:cubicBezTo>
                  <a:cubicBezTo>
                    <a:pt x="137" y="23989"/>
                    <a:pt x="171" y="23955"/>
                    <a:pt x="171" y="23887"/>
                  </a:cubicBezTo>
                  <a:lnTo>
                    <a:pt x="171" y="23784"/>
                  </a:lnTo>
                  <a:cubicBezTo>
                    <a:pt x="171" y="23716"/>
                    <a:pt x="137" y="23682"/>
                    <a:pt x="103" y="23682"/>
                  </a:cubicBezTo>
                  <a:close/>
                  <a:moveTo>
                    <a:pt x="103" y="24740"/>
                  </a:moveTo>
                  <a:cubicBezTo>
                    <a:pt x="35" y="24740"/>
                    <a:pt x="1" y="24774"/>
                    <a:pt x="1" y="24808"/>
                  </a:cubicBezTo>
                  <a:lnTo>
                    <a:pt x="1" y="24910"/>
                  </a:lnTo>
                  <a:cubicBezTo>
                    <a:pt x="1" y="24945"/>
                    <a:pt x="35" y="24979"/>
                    <a:pt x="103" y="24979"/>
                  </a:cubicBezTo>
                  <a:cubicBezTo>
                    <a:pt x="137" y="24979"/>
                    <a:pt x="171" y="24945"/>
                    <a:pt x="171" y="24910"/>
                  </a:cubicBezTo>
                  <a:lnTo>
                    <a:pt x="171" y="24808"/>
                  </a:lnTo>
                  <a:cubicBezTo>
                    <a:pt x="171" y="24774"/>
                    <a:pt x="137" y="24740"/>
                    <a:pt x="103" y="2474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1" name="Google Shape;1823;p45">
              <a:extLst>
                <a:ext uri="{FF2B5EF4-FFF2-40B4-BE49-F238E27FC236}">
                  <a16:creationId xmlns:a16="http://schemas.microsoft.com/office/drawing/2014/main" id="{AEB07E1C-CF86-A003-8C2B-9A174B76BB39}"/>
                </a:ext>
              </a:extLst>
            </p:cNvPr>
            <p:cNvSpPr/>
            <p:nvPr/>
          </p:nvSpPr>
          <p:spPr>
            <a:xfrm>
              <a:off x="2308551" y="895528"/>
              <a:ext cx="521670" cy="120918"/>
            </a:xfrm>
            <a:custGeom>
              <a:avLst/>
              <a:gdLst/>
              <a:ahLst/>
              <a:cxnLst/>
              <a:rect l="l" t="t" r="r" b="b"/>
              <a:pathLst>
                <a:path w="23409" h="5426" extrusionOk="0">
                  <a:moveTo>
                    <a:pt x="23272" y="0"/>
                  </a:moveTo>
                  <a:lnTo>
                    <a:pt x="23170" y="34"/>
                  </a:lnTo>
                  <a:cubicBezTo>
                    <a:pt x="23136" y="34"/>
                    <a:pt x="23102" y="68"/>
                    <a:pt x="23102" y="137"/>
                  </a:cubicBezTo>
                  <a:cubicBezTo>
                    <a:pt x="23102" y="171"/>
                    <a:pt x="23136" y="205"/>
                    <a:pt x="23204" y="205"/>
                  </a:cubicBezTo>
                  <a:lnTo>
                    <a:pt x="23306" y="171"/>
                  </a:lnTo>
                  <a:cubicBezTo>
                    <a:pt x="23375" y="137"/>
                    <a:pt x="23409" y="102"/>
                    <a:pt x="23375" y="68"/>
                  </a:cubicBezTo>
                  <a:cubicBezTo>
                    <a:pt x="23375" y="0"/>
                    <a:pt x="23340" y="0"/>
                    <a:pt x="23272" y="0"/>
                  </a:cubicBezTo>
                  <a:close/>
                  <a:moveTo>
                    <a:pt x="22283" y="239"/>
                  </a:moveTo>
                  <a:lnTo>
                    <a:pt x="22180" y="273"/>
                  </a:lnTo>
                  <a:cubicBezTo>
                    <a:pt x="22112" y="273"/>
                    <a:pt x="22078" y="341"/>
                    <a:pt x="22112" y="375"/>
                  </a:cubicBezTo>
                  <a:cubicBezTo>
                    <a:pt x="22112" y="410"/>
                    <a:pt x="22146" y="444"/>
                    <a:pt x="22180" y="444"/>
                  </a:cubicBezTo>
                  <a:lnTo>
                    <a:pt x="22214" y="444"/>
                  </a:lnTo>
                  <a:lnTo>
                    <a:pt x="22317" y="410"/>
                  </a:lnTo>
                  <a:cubicBezTo>
                    <a:pt x="22351" y="410"/>
                    <a:pt x="22385" y="341"/>
                    <a:pt x="22385" y="307"/>
                  </a:cubicBezTo>
                  <a:cubicBezTo>
                    <a:pt x="22385" y="273"/>
                    <a:pt x="22317" y="239"/>
                    <a:pt x="22283" y="239"/>
                  </a:cubicBezTo>
                  <a:close/>
                  <a:moveTo>
                    <a:pt x="21293" y="478"/>
                  </a:moveTo>
                  <a:lnTo>
                    <a:pt x="21157" y="512"/>
                  </a:lnTo>
                  <a:cubicBezTo>
                    <a:pt x="21122" y="546"/>
                    <a:pt x="21088" y="580"/>
                    <a:pt x="21088" y="614"/>
                  </a:cubicBezTo>
                  <a:cubicBezTo>
                    <a:pt x="21122" y="648"/>
                    <a:pt x="21157" y="683"/>
                    <a:pt x="21191" y="683"/>
                  </a:cubicBezTo>
                  <a:lnTo>
                    <a:pt x="21225" y="683"/>
                  </a:lnTo>
                  <a:lnTo>
                    <a:pt x="21327" y="648"/>
                  </a:lnTo>
                  <a:cubicBezTo>
                    <a:pt x="21361" y="648"/>
                    <a:pt x="21395" y="614"/>
                    <a:pt x="21395" y="546"/>
                  </a:cubicBezTo>
                  <a:cubicBezTo>
                    <a:pt x="21361" y="512"/>
                    <a:pt x="21327" y="478"/>
                    <a:pt x="21293" y="478"/>
                  </a:cubicBezTo>
                  <a:close/>
                  <a:moveTo>
                    <a:pt x="20269" y="717"/>
                  </a:moveTo>
                  <a:lnTo>
                    <a:pt x="20167" y="751"/>
                  </a:lnTo>
                  <a:cubicBezTo>
                    <a:pt x="20133" y="785"/>
                    <a:pt x="20099" y="819"/>
                    <a:pt x="20099" y="853"/>
                  </a:cubicBezTo>
                  <a:cubicBezTo>
                    <a:pt x="20099" y="887"/>
                    <a:pt x="20133" y="921"/>
                    <a:pt x="20201" y="921"/>
                  </a:cubicBezTo>
                  <a:lnTo>
                    <a:pt x="20303" y="887"/>
                  </a:lnTo>
                  <a:cubicBezTo>
                    <a:pt x="20372" y="887"/>
                    <a:pt x="20406" y="853"/>
                    <a:pt x="20372" y="785"/>
                  </a:cubicBezTo>
                  <a:cubicBezTo>
                    <a:pt x="20372" y="751"/>
                    <a:pt x="20338" y="717"/>
                    <a:pt x="20269" y="717"/>
                  </a:cubicBezTo>
                  <a:close/>
                  <a:moveTo>
                    <a:pt x="19280" y="956"/>
                  </a:moveTo>
                  <a:lnTo>
                    <a:pt x="19177" y="990"/>
                  </a:lnTo>
                  <a:cubicBezTo>
                    <a:pt x="19109" y="990"/>
                    <a:pt x="19075" y="1058"/>
                    <a:pt x="19109" y="1092"/>
                  </a:cubicBezTo>
                  <a:cubicBezTo>
                    <a:pt x="19109" y="1126"/>
                    <a:pt x="19143" y="1160"/>
                    <a:pt x="19177" y="1160"/>
                  </a:cubicBezTo>
                  <a:lnTo>
                    <a:pt x="19212" y="1160"/>
                  </a:lnTo>
                  <a:lnTo>
                    <a:pt x="19314" y="1126"/>
                  </a:lnTo>
                  <a:cubicBezTo>
                    <a:pt x="19348" y="1126"/>
                    <a:pt x="19382" y="1092"/>
                    <a:pt x="19382" y="1024"/>
                  </a:cubicBezTo>
                  <a:cubicBezTo>
                    <a:pt x="19382" y="990"/>
                    <a:pt x="19314" y="956"/>
                    <a:pt x="19280" y="956"/>
                  </a:cubicBezTo>
                  <a:close/>
                  <a:moveTo>
                    <a:pt x="18256" y="1194"/>
                  </a:moveTo>
                  <a:lnTo>
                    <a:pt x="18154" y="1229"/>
                  </a:lnTo>
                  <a:cubicBezTo>
                    <a:pt x="18120" y="1229"/>
                    <a:pt x="18085" y="1263"/>
                    <a:pt x="18085" y="1331"/>
                  </a:cubicBezTo>
                  <a:cubicBezTo>
                    <a:pt x="18120" y="1365"/>
                    <a:pt x="18154" y="1399"/>
                    <a:pt x="18188" y="1399"/>
                  </a:cubicBezTo>
                  <a:lnTo>
                    <a:pt x="18324" y="1365"/>
                  </a:lnTo>
                  <a:cubicBezTo>
                    <a:pt x="18358" y="1365"/>
                    <a:pt x="18393" y="1297"/>
                    <a:pt x="18358" y="1263"/>
                  </a:cubicBezTo>
                  <a:cubicBezTo>
                    <a:pt x="18358" y="1229"/>
                    <a:pt x="18324" y="1194"/>
                    <a:pt x="18256" y="1194"/>
                  </a:cubicBezTo>
                  <a:close/>
                  <a:moveTo>
                    <a:pt x="17299" y="1420"/>
                  </a:moveTo>
                  <a:cubicBezTo>
                    <a:pt x="17287" y="1420"/>
                    <a:pt x="17276" y="1424"/>
                    <a:pt x="17267" y="1433"/>
                  </a:cubicBezTo>
                  <a:lnTo>
                    <a:pt x="17164" y="1433"/>
                  </a:lnTo>
                  <a:cubicBezTo>
                    <a:pt x="17096" y="1467"/>
                    <a:pt x="17096" y="1502"/>
                    <a:pt x="17096" y="1536"/>
                  </a:cubicBezTo>
                  <a:cubicBezTo>
                    <a:pt x="17096" y="1604"/>
                    <a:pt x="17130" y="1604"/>
                    <a:pt x="17164" y="1604"/>
                  </a:cubicBezTo>
                  <a:lnTo>
                    <a:pt x="17301" y="1604"/>
                  </a:lnTo>
                  <a:cubicBezTo>
                    <a:pt x="17335" y="1570"/>
                    <a:pt x="17369" y="1536"/>
                    <a:pt x="17369" y="1502"/>
                  </a:cubicBezTo>
                  <a:cubicBezTo>
                    <a:pt x="17369" y="1452"/>
                    <a:pt x="17332" y="1420"/>
                    <a:pt x="17299" y="1420"/>
                  </a:cubicBezTo>
                  <a:close/>
                  <a:moveTo>
                    <a:pt x="16277" y="1638"/>
                  </a:moveTo>
                  <a:lnTo>
                    <a:pt x="16140" y="1672"/>
                  </a:lnTo>
                  <a:cubicBezTo>
                    <a:pt x="16106" y="1672"/>
                    <a:pt x="16072" y="1740"/>
                    <a:pt x="16072" y="1775"/>
                  </a:cubicBezTo>
                  <a:cubicBezTo>
                    <a:pt x="16106" y="1809"/>
                    <a:pt x="16140" y="1843"/>
                    <a:pt x="16175" y="1843"/>
                  </a:cubicBezTo>
                  <a:lnTo>
                    <a:pt x="16311" y="1809"/>
                  </a:lnTo>
                  <a:cubicBezTo>
                    <a:pt x="16345" y="1809"/>
                    <a:pt x="16379" y="1740"/>
                    <a:pt x="16379" y="1706"/>
                  </a:cubicBezTo>
                  <a:cubicBezTo>
                    <a:pt x="16345" y="1672"/>
                    <a:pt x="16311" y="1638"/>
                    <a:pt x="16277" y="1638"/>
                  </a:cubicBezTo>
                  <a:close/>
                  <a:moveTo>
                    <a:pt x="15286" y="1863"/>
                  </a:moveTo>
                  <a:cubicBezTo>
                    <a:pt x="15274" y="1863"/>
                    <a:pt x="15262" y="1868"/>
                    <a:pt x="15253" y="1877"/>
                  </a:cubicBezTo>
                  <a:lnTo>
                    <a:pt x="15151" y="1877"/>
                  </a:lnTo>
                  <a:cubicBezTo>
                    <a:pt x="15083" y="1911"/>
                    <a:pt x="15083" y="1945"/>
                    <a:pt x="15083" y="1979"/>
                  </a:cubicBezTo>
                  <a:cubicBezTo>
                    <a:pt x="15083" y="2047"/>
                    <a:pt x="15117" y="2047"/>
                    <a:pt x="15151" y="2047"/>
                  </a:cubicBezTo>
                  <a:lnTo>
                    <a:pt x="15287" y="2047"/>
                  </a:lnTo>
                  <a:cubicBezTo>
                    <a:pt x="15321" y="2013"/>
                    <a:pt x="15356" y="1979"/>
                    <a:pt x="15356" y="1945"/>
                  </a:cubicBezTo>
                  <a:cubicBezTo>
                    <a:pt x="15356" y="1895"/>
                    <a:pt x="15319" y="1863"/>
                    <a:pt x="15286" y="1863"/>
                  </a:cubicBezTo>
                  <a:close/>
                  <a:moveTo>
                    <a:pt x="14264" y="2082"/>
                  </a:moveTo>
                  <a:lnTo>
                    <a:pt x="14127" y="2116"/>
                  </a:lnTo>
                  <a:cubicBezTo>
                    <a:pt x="14093" y="2116"/>
                    <a:pt x="14059" y="2150"/>
                    <a:pt x="14059" y="2218"/>
                  </a:cubicBezTo>
                  <a:cubicBezTo>
                    <a:pt x="14093" y="2252"/>
                    <a:pt x="14127" y="2286"/>
                    <a:pt x="14161" y="2286"/>
                  </a:cubicBezTo>
                  <a:lnTo>
                    <a:pt x="14298" y="2252"/>
                  </a:lnTo>
                  <a:cubicBezTo>
                    <a:pt x="14332" y="2252"/>
                    <a:pt x="14366" y="2184"/>
                    <a:pt x="14366" y="2150"/>
                  </a:cubicBezTo>
                  <a:cubicBezTo>
                    <a:pt x="14332" y="2116"/>
                    <a:pt x="14298" y="2082"/>
                    <a:pt x="14264" y="2082"/>
                  </a:cubicBezTo>
                  <a:close/>
                  <a:moveTo>
                    <a:pt x="13240" y="2286"/>
                  </a:moveTo>
                  <a:lnTo>
                    <a:pt x="13138" y="2320"/>
                  </a:lnTo>
                  <a:cubicBezTo>
                    <a:pt x="13069" y="2320"/>
                    <a:pt x="13069" y="2389"/>
                    <a:pt x="13069" y="2423"/>
                  </a:cubicBezTo>
                  <a:cubicBezTo>
                    <a:pt x="13069" y="2457"/>
                    <a:pt x="13103" y="2491"/>
                    <a:pt x="13138" y="2491"/>
                  </a:cubicBezTo>
                  <a:lnTo>
                    <a:pt x="13172" y="2491"/>
                  </a:lnTo>
                  <a:lnTo>
                    <a:pt x="13274" y="2457"/>
                  </a:lnTo>
                  <a:cubicBezTo>
                    <a:pt x="13308" y="2457"/>
                    <a:pt x="13342" y="2423"/>
                    <a:pt x="13342" y="2355"/>
                  </a:cubicBezTo>
                  <a:cubicBezTo>
                    <a:pt x="13342" y="2320"/>
                    <a:pt x="13274" y="2286"/>
                    <a:pt x="13240" y="2286"/>
                  </a:cubicBezTo>
                  <a:close/>
                  <a:moveTo>
                    <a:pt x="12278" y="2512"/>
                  </a:moveTo>
                  <a:cubicBezTo>
                    <a:pt x="12269" y="2512"/>
                    <a:pt x="12260" y="2516"/>
                    <a:pt x="12250" y="2525"/>
                  </a:cubicBezTo>
                  <a:lnTo>
                    <a:pt x="12114" y="2525"/>
                  </a:lnTo>
                  <a:cubicBezTo>
                    <a:pt x="12080" y="2559"/>
                    <a:pt x="12046" y="2593"/>
                    <a:pt x="12046" y="2628"/>
                  </a:cubicBezTo>
                  <a:cubicBezTo>
                    <a:pt x="12080" y="2696"/>
                    <a:pt x="12114" y="2696"/>
                    <a:pt x="12148" y="2696"/>
                  </a:cubicBezTo>
                  <a:lnTo>
                    <a:pt x="12285" y="2696"/>
                  </a:lnTo>
                  <a:cubicBezTo>
                    <a:pt x="12319" y="2662"/>
                    <a:pt x="12353" y="2628"/>
                    <a:pt x="12353" y="2593"/>
                  </a:cubicBezTo>
                  <a:cubicBezTo>
                    <a:pt x="12328" y="2544"/>
                    <a:pt x="12303" y="2512"/>
                    <a:pt x="12278" y="2512"/>
                  </a:cubicBezTo>
                  <a:close/>
                  <a:moveTo>
                    <a:pt x="11227" y="2730"/>
                  </a:moveTo>
                  <a:lnTo>
                    <a:pt x="11124" y="2764"/>
                  </a:lnTo>
                  <a:cubicBezTo>
                    <a:pt x="11056" y="2764"/>
                    <a:pt x="11056" y="2798"/>
                    <a:pt x="11056" y="2866"/>
                  </a:cubicBezTo>
                  <a:cubicBezTo>
                    <a:pt x="11056" y="2901"/>
                    <a:pt x="11090" y="2935"/>
                    <a:pt x="11124" y="2935"/>
                  </a:cubicBezTo>
                  <a:lnTo>
                    <a:pt x="11158" y="2935"/>
                  </a:lnTo>
                  <a:lnTo>
                    <a:pt x="11261" y="2901"/>
                  </a:lnTo>
                  <a:cubicBezTo>
                    <a:pt x="11295" y="2901"/>
                    <a:pt x="11329" y="2832"/>
                    <a:pt x="11329" y="2798"/>
                  </a:cubicBezTo>
                  <a:cubicBezTo>
                    <a:pt x="11329" y="2764"/>
                    <a:pt x="11261" y="2730"/>
                    <a:pt x="11227" y="2730"/>
                  </a:cubicBezTo>
                  <a:close/>
                  <a:moveTo>
                    <a:pt x="10203" y="2935"/>
                  </a:moveTo>
                  <a:lnTo>
                    <a:pt x="10101" y="2969"/>
                  </a:lnTo>
                  <a:cubicBezTo>
                    <a:pt x="10067" y="2969"/>
                    <a:pt x="10032" y="3037"/>
                    <a:pt x="10032" y="3071"/>
                  </a:cubicBezTo>
                  <a:cubicBezTo>
                    <a:pt x="10067" y="3105"/>
                    <a:pt x="10101" y="3139"/>
                    <a:pt x="10135" y="3139"/>
                  </a:cubicBezTo>
                  <a:lnTo>
                    <a:pt x="10271" y="3105"/>
                  </a:lnTo>
                  <a:cubicBezTo>
                    <a:pt x="10305" y="3105"/>
                    <a:pt x="10340" y="3071"/>
                    <a:pt x="10305" y="3003"/>
                  </a:cubicBezTo>
                  <a:cubicBezTo>
                    <a:pt x="10305" y="2969"/>
                    <a:pt x="10271" y="2935"/>
                    <a:pt x="10203" y="2935"/>
                  </a:cubicBezTo>
                  <a:close/>
                  <a:moveTo>
                    <a:pt x="9246" y="3160"/>
                  </a:moveTo>
                  <a:cubicBezTo>
                    <a:pt x="9234" y="3160"/>
                    <a:pt x="9223" y="3164"/>
                    <a:pt x="9213" y="3174"/>
                  </a:cubicBezTo>
                  <a:lnTo>
                    <a:pt x="9111" y="3174"/>
                  </a:lnTo>
                  <a:cubicBezTo>
                    <a:pt x="9043" y="3208"/>
                    <a:pt x="9009" y="3242"/>
                    <a:pt x="9043" y="3276"/>
                  </a:cubicBezTo>
                  <a:cubicBezTo>
                    <a:pt x="9043" y="3344"/>
                    <a:pt x="9077" y="3344"/>
                    <a:pt x="9111" y="3344"/>
                  </a:cubicBezTo>
                  <a:lnTo>
                    <a:pt x="9248" y="3344"/>
                  </a:lnTo>
                  <a:cubicBezTo>
                    <a:pt x="9282" y="3310"/>
                    <a:pt x="9316" y="3276"/>
                    <a:pt x="9316" y="3242"/>
                  </a:cubicBezTo>
                  <a:cubicBezTo>
                    <a:pt x="9316" y="3192"/>
                    <a:pt x="9279" y="3160"/>
                    <a:pt x="9246" y="3160"/>
                  </a:cubicBezTo>
                  <a:close/>
                  <a:moveTo>
                    <a:pt x="8190" y="3378"/>
                  </a:moveTo>
                  <a:lnTo>
                    <a:pt x="8087" y="3412"/>
                  </a:lnTo>
                  <a:cubicBezTo>
                    <a:pt x="8053" y="3412"/>
                    <a:pt x="8019" y="3447"/>
                    <a:pt x="8019" y="3515"/>
                  </a:cubicBezTo>
                  <a:cubicBezTo>
                    <a:pt x="8053" y="3549"/>
                    <a:pt x="8087" y="3583"/>
                    <a:pt x="8122" y="3583"/>
                  </a:cubicBezTo>
                  <a:lnTo>
                    <a:pt x="8258" y="3549"/>
                  </a:lnTo>
                  <a:cubicBezTo>
                    <a:pt x="8292" y="3549"/>
                    <a:pt x="8326" y="3481"/>
                    <a:pt x="8292" y="3447"/>
                  </a:cubicBezTo>
                  <a:cubicBezTo>
                    <a:pt x="8292" y="3412"/>
                    <a:pt x="8258" y="3378"/>
                    <a:pt x="8190" y="3378"/>
                  </a:cubicBezTo>
                  <a:close/>
                  <a:moveTo>
                    <a:pt x="7200" y="3583"/>
                  </a:moveTo>
                  <a:lnTo>
                    <a:pt x="7098" y="3617"/>
                  </a:lnTo>
                  <a:cubicBezTo>
                    <a:pt x="7030" y="3617"/>
                    <a:pt x="6995" y="3685"/>
                    <a:pt x="7030" y="3720"/>
                  </a:cubicBezTo>
                  <a:cubicBezTo>
                    <a:pt x="7030" y="3754"/>
                    <a:pt x="7064" y="3788"/>
                    <a:pt x="7098" y="3788"/>
                  </a:cubicBezTo>
                  <a:lnTo>
                    <a:pt x="7132" y="3788"/>
                  </a:lnTo>
                  <a:lnTo>
                    <a:pt x="7234" y="3754"/>
                  </a:lnTo>
                  <a:cubicBezTo>
                    <a:pt x="7268" y="3754"/>
                    <a:pt x="7303" y="3720"/>
                    <a:pt x="7303" y="3651"/>
                  </a:cubicBezTo>
                  <a:cubicBezTo>
                    <a:pt x="7303" y="3617"/>
                    <a:pt x="7234" y="3583"/>
                    <a:pt x="7200" y="3583"/>
                  </a:cubicBezTo>
                  <a:close/>
                  <a:moveTo>
                    <a:pt x="6177" y="3822"/>
                  </a:moveTo>
                  <a:lnTo>
                    <a:pt x="6074" y="3856"/>
                  </a:lnTo>
                  <a:cubicBezTo>
                    <a:pt x="6040" y="3856"/>
                    <a:pt x="6006" y="3890"/>
                    <a:pt x="6006" y="3958"/>
                  </a:cubicBezTo>
                  <a:cubicBezTo>
                    <a:pt x="6040" y="3993"/>
                    <a:pt x="6074" y="4027"/>
                    <a:pt x="6108" y="4027"/>
                  </a:cubicBezTo>
                  <a:lnTo>
                    <a:pt x="6245" y="3993"/>
                  </a:lnTo>
                  <a:cubicBezTo>
                    <a:pt x="6279" y="3993"/>
                    <a:pt x="6313" y="3924"/>
                    <a:pt x="6279" y="3890"/>
                  </a:cubicBezTo>
                  <a:cubicBezTo>
                    <a:pt x="6279" y="3822"/>
                    <a:pt x="6245" y="3822"/>
                    <a:pt x="6177" y="3822"/>
                  </a:cubicBezTo>
                  <a:close/>
                  <a:moveTo>
                    <a:pt x="5187" y="4027"/>
                  </a:moveTo>
                  <a:lnTo>
                    <a:pt x="5085" y="4061"/>
                  </a:lnTo>
                  <a:cubicBezTo>
                    <a:pt x="5016" y="4095"/>
                    <a:pt x="5016" y="4129"/>
                    <a:pt x="5016" y="4163"/>
                  </a:cubicBezTo>
                  <a:cubicBezTo>
                    <a:pt x="5016" y="4197"/>
                    <a:pt x="5050" y="4231"/>
                    <a:pt x="5085" y="4231"/>
                  </a:cubicBezTo>
                  <a:lnTo>
                    <a:pt x="5119" y="4231"/>
                  </a:lnTo>
                  <a:lnTo>
                    <a:pt x="5221" y="4197"/>
                  </a:lnTo>
                  <a:cubicBezTo>
                    <a:pt x="5255" y="4197"/>
                    <a:pt x="5289" y="4163"/>
                    <a:pt x="5289" y="4095"/>
                  </a:cubicBezTo>
                  <a:cubicBezTo>
                    <a:pt x="5289" y="4061"/>
                    <a:pt x="5221" y="4027"/>
                    <a:pt x="5187" y="4027"/>
                  </a:cubicBezTo>
                  <a:close/>
                  <a:moveTo>
                    <a:pt x="4197" y="4266"/>
                  </a:moveTo>
                  <a:lnTo>
                    <a:pt x="4061" y="4300"/>
                  </a:lnTo>
                  <a:cubicBezTo>
                    <a:pt x="4027" y="4300"/>
                    <a:pt x="3993" y="4368"/>
                    <a:pt x="3993" y="4402"/>
                  </a:cubicBezTo>
                  <a:cubicBezTo>
                    <a:pt x="4027" y="4436"/>
                    <a:pt x="4061" y="4470"/>
                    <a:pt x="4095" y="4470"/>
                  </a:cubicBezTo>
                  <a:lnTo>
                    <a:pt x="4232" y="4436"/>
                  </a:lnTo>
                  <a:cubicBezTo>
                    <a:pt x="4266" y="4436"/>
                    <a:pt x="4300" y="4368"/>
                    <a:pt x="4300" y="4334"/>
                  </a:cubicBezTo>
                  <a:cubicBezTo>
                    <a:pt x="4266" y="4300"/>
                    <a:pt x="4232" y="4266"/>
                    <a:pt x="4197" y="4266"/>
                  </a:cubicBezTo>
                  <a:close/>
                  <a:moveTo>
                    <a:pt x="3174" y="4504"/>
                  </a:moveTo>
                  <a:lnTo>
                    <a:pt x="3071" y="4538"/>
                  </a:lnTo>
                  <a:cubicBezTo>
                    <a:pt x="3037" y="4538"/>
                    <a:pt x="3003" y="4573"/>
                    <a:pt x="3003" y="4641"/>
                  </a:cubicBezTo>
                  <a:cubicBezTo>
                    <a:pt x="3003" y="4675"/>
                    <a:pt x="3037" y="4709"/>
                    <a:pt x="3071" y="4709"/>
                  </a:cubicBezTo>
                  <a:lnTo>
                    <a:pt x="3105" y="4709"/>
                  </a:lnTo>
                  <a:lnTo>
                    <a:pt x="3208" y="4675"/>
                  </a:lnTo>
                  <a:cubicBezTo>
                    <a:pt x="3276" y="4675"/>
                    <a:pt x="3276" y="4607"/>
                    <a:pt x="3276" y="4573"/>
                  </a:cubicBezTo>
                  <a:cubicBezTo>
                    <a:pt x="3276" y="4538"/>
                    <a:pt x="3242" y="4504"/>
                    <a:pt x="3174" y="4504"/>
                  </a:cubicBezTo>
                  <a:close/>
                  <a:moveTo>
                    <a:pt x="2184" y="4743"/>
                  </a:moveTo>
                  <a:lnTo>
                    <a:pt x="2048" y="4777"/>
                  </a:lnTo>
                  <a:cubicBezTo>
                    <a:pt x="2014" y="4777"/>
                    <a:pt x="1979" y="4811"/>
                    <a:pt x="2014" y="4880"/>
                  </a:cubicBezTo>
                  <a:cubicBezTo>
                    <a:pt x="2014" y="4914"/>
                    <a:pt x="2048" y="4948"/>
                    <a:pt x="2082" y="4948"/>
                  </a:cubicBezTo>
                  <a:lnTo>
                    <a:pt x="2116" y="4948"/>
                  </a:lnTo>
                  <a:lnTo>
                    <a:pt x="2218" y="4914"/>
                  </a:lnTo>
                  <a:cubicBezTo>
                    <a:pt x="2252" y="4914"/>
                    <a:pt x="2287" y="4846"/>
                    <a:pt x="2287" y="4811"/>
                  </a:cubicBezTo>
                  <a:cubicBezTo>
                    <a:pt x="2252" y="4743"/>
                    <a:pt x="2218" y="4743"/>
                    <a:pt x="2184" y="4743"/>
                  </a:cubicBezTo>
                  <a:close/>
                  <a:moveTo>
                    <a:pt x="1160" y="4982"/>
                  </a:moveTo>
                  <a:lnTo>
                    <a:pt x="1058" y="5016"/>
                  </a:lnTo>
                  <a:cubicBezTo>
                    <a:pt x="1024" y="5016"/>
                    <a:pt x="990" y="5084"/>
                    <a:pt x="990" y="5119"/>
                  </a:cubicBezTo>
                  <a:cubicBezTo>
                    <a:pt x="1024" y="5153"/>
                    <a:pt x="1058" y="5187"/>
                    <a:pt x="1092" y="5187"/>
                  </a:cubicBezTo>
                  <a:lnTo>
                    <a:pt x="1229" y="5153"/>
                  </a:lnTo>
                  <a:cubicBezTo>
                    <a:pt x="1263" y="5153"/>
                    <a:pt x="1297" y="5084"/>
                    <a:pt x="1263" y="5050"/>
                  </a:cubicBezTo>
                  <a:cubicBezTo>
                    <a:pt x="1263" y="5016"/>
                    <a:pt x="1229" y="4982"/>
                    <a:pt x="1160" y="4982"/>
                  </a:cubicBezTo>
                  <a:close/>
                  <a:moveTo>
                    <a:pt x="171" y="5221"/>
                  </a:moveTo>
                  <a:lnTo>
                    <a:pt x="69" y="5255"/>
                  </a:lnTo>
                  <a:cubicBezTo>
                    <a:pt x="34" y="5289"/>
                    <a:pt x="0" y="5323"/>
                    <a:pt x="0" y="5357"/>
                  </a:cubicBezTo>
                  <a:cubicBezTo>
                    <a:pt x="0" y="5392"/>
                    <a:pt x="34" y="5426"/>
                    <a:pt x="69" y="5426"/>
                  </a:cubicBezTo>
                  <a:lnTo>
                    <a:pt x="103" y="5426"/>
                  </a:lnTo>
                  <a:lnTo>
                    <a:pt x="205" y="5392"/>
                  </a:lnTo>
                  <a:cubicBezTo>
                    <a:pt x="273" y="5392"/>
                    <a:pt x="307" y="5357"/>
                    <a:pt x="273" y="5289"/>
                  </a:cubicBezTo>
                  <a:cubicBezTo>
                    <a:pt x="273" y="5255"/>
                    <a:pt x="205" y="5221"/>
                    <a:pt x="171" y="52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2" name="Google Shape;1824;p45">
              <a:extLst>
                <a:ext uri="{FF2B5EF4-FFF2-40B4-BE49-F238E27FC236}">
                  <a16:creationId xmlns:a16="http://schemas.microsoft.com/office/drawing/2014/main" id="{8EC7F479-CE66-2DA1-29CB-C4299B01839F}"/>
                </a:ext>
              </a:extLst>
            </p:cNvPr>
            <p:cNvSpPr/>
            <p:nvPr/>
          </p:nvSpPr>
          <p:spPr>
            <a:xfrm>
              <a:off x="1501722" y="1021750"/>
              <a:ext cx="774916" cy="655513"/>
            </a:xfrm>
            <a:custGeom>
              <a:avLst/>
              <a:gdLst/>
              <a:ahLst/>
              <a:cxnLst/>
              <a:rect l="l" t="t" r="r" b="b"/>
              <a:pathLst>
                <a:path w="34773" h="29415" extrusionOk="0">
                  <a:moveTo>
                    <a:pt x="34670" y="1"/>
                  </a:moveTo>
                  <a:lnTo>
                    <a:pt x="34533" y="35"/>
                  </a:lnTo>
                  <a:cubicBezTo>
                    <a:pt x="34499" y="35"/>
                    <a:pt x="34465" y="103"/>
                    <a:pt x="34499" y="137"/>
                  </a:cubicBezTo>
                  <a:cubicBezTo>
                    <a:pt x="34499" y="171"/>
                    <a:pt x="34533" y="205"/>
                    <a:pt x="34567" y="205"/>
                  </a:cubicBezTo>
                  <a:lnTo>
                    <a:pt x="34601" y="205"/>
                  </a:lnTo>
                  <a:lnTo>
                    <a:pt x="34704" y="171"/>
                  </a:lnTo>
                  <a:cubicBezTo>
                    <a:pt x="34738" y="171"/>
                    <a:pt x="34772" y="103"/>
                    <a:pt x="34772" y="69"/>
                  </a:cubicBezTo>
                  <a:cubicBezTo>
                    <a:pt x="34738" y="35"/>
                    <a:pt x="34704" y="1"/>
                    <a:pt x="34670" y="1"/>
                  </a:cubicBezTo>
                  <a:close/>
                  <a:moveTo>
                    <a:pt x="33646" y="239"/>
                  </a:moveTo>
                  <a:lnTo>
                    <a:pt x="33544" y="274"/>
                  </a:lnTo>
                  <a:cubicBezTo>
                    <a:pt x="33510" y="274"/>
                    <a:pt x="33475" y="342"/>
                    <a:pt x="33475" y="376"/>
                  </a:cubicBezTo>
                  <a:cubicBezTo>
                    <a:pt x="33510" y="410"/>
                    <a:pt x="33544" y="444"/>
                    <a:pt x="33578" y="444"/>
                  </a:cubicBezTo>
                  <a:lnTo>
                    <a:pt x="33714" y="410"/>
                  </a:lnTo>
                  <a:cubicBezTo>
                    <a:pt x="33748" y="410"/>
                    <a:pt x="33783" y="342"/>
                    <a:pt x="33748" y="308"/>
                  </a:cubicBezTo>
                  <a:cubicBezTo>
                    <a:pt x="33748" y="274"/>
                    <a:pt x="33714" y="239"/>
                    <a:pt x="33646" y="239"/>
                  </a:cubicBezTo>
                  <a:close/>
                  <a:moveTo>
                    <a:pt x="32656" y="478"/>
                  </a:moveTo>
                  <a:lnTo>
                    <a:pt x="32554" y="512"/>
                  </a:lnTo>
                  <a:cubicBezTo>
                    <a:pt x="32486" y="512"/>
                    <a:pt x="32486" y="547"/>
                    <a:pt x="32486" y="615"/>
                  </a:cubicBezTo>
                  <a:cubicBezTo>
                    <a:pt x="32486" y="649"/>
                    <a:pt x="32520" y="683"/>
                    <a:pt x="32554" y="683"/>
                  </a:cubicBezTo>
                  <a:lnTo>
                    <a:pt x="32588" y="683"/>
                  </a:lnTo>
                  <a:lnTo>
                    <a:pt x="32691" y="649"/>
                  </a:lnTo>
                  <a:cubicBezTo>
                    <a:pt x="32759" y="649"/>
                    <a:pt x="32759" y="581"/>
                    <a:pt x="32759" y="547"/>
                  </a:cubicBezTo>
                  <a:cubicBezTo>
                    <a:pt x="32759" y="478"/>
                    <a:pt x="32691" y="478"/>
                    <a:pt x="32656" y="478"/>
                  </a:cubicBezTo>
                  <a:close/>
                  <a:moveTo>
                    <a:pt x="31667" y="717"/>
                  </a:moveTo>
                  <a:lnTo>
                    <a:pt x="31530" y="751"/>
                  </a:lnTo>
                  <a:cubicBezTo>
                    <a:pt x="31496" y="751"/>
                    <a:pt x="31462" y="785"/>
                    <a:pt x="31462" y="854"/>
                  </a:cubicBezTo>
                  <a:cubicBezTo>
                    <a:pt x="31496" y="888"/>
                    <a:pt x="31530" y="922"/>
                    <a:pt x="31565" y="922"/>
                  </a:cubicBezTo>
                  <a:lnTo>
                    <a:pt x="31701" y="888"/>
                  </a:lnTo>
                  <a:cubicBezTo>
                    <a:pt x="31735" y="854"/>
                    <a:pt x="31769" y="820"/>
                    <a:pt x="31769" y="785"/>
                  </a:cubicBezTo>
                  <a:cubicBezTo>
                    <a:pt x="31735" y="717"/>
                    <a:pt x="31701" y="717"/>
                    <a:pt x="31667" y="717"/>
                  </a:cubicBezTo>
                  <a:close/>
                  <a:moveTo>
                    <a:pt x="30691" y="943"/>
                  </a:moveTo>
                  <a:cubicBezTo>
                    <a:pt x="30677" y="943"/>
                    <a:pt x="30661" y="947"/>
                    <a:pt x="30643" y="956"/>
                  </a:cubicBezTo>
                  <a:lnTo>
                    <a:pt x="30541" y="956"/>
                  </a:lnTo>
                  <a:cubicBezTo>
                    <a:pt x="30507" y="990"/>
                    <a:pt x="30473" y="1024"/>
                    <a:pt x="30473" y="1058"/>
                  </a:cubicBezTo>
                  <a:cubicBezTo>
                    <a:pt x="30473" y="1127"/>
                    <a:pt x="30507" y="1127"/>
                    <a:pt x="30575" y="1127"/>
                  </a:cubicBezTo>
                  <a:lnTo>
                    <a:pt x="30677" y="1127"/>
                  </a:lnTo>
                  <a:cubicBezTo>
                    <a:pt x="30746" y="1092"/>
                    <a:pt x="30780" y="1058"/>
                    <a:pt x="30746" y="1024"/>
                  </a:cubicBezTo>
                  <a:cubicBezTo>
                    <a:pt x="30746" y="974"/>
                    <a:pt x="30727" y="943"/>
                    <a:pt x="30691" y="943"/>
                  </a:cubicBezTo>
                  <a:close/>
                  <a:moveTo>
                    <a:pt x="29690" y="1181"/>
                  </a:moveTo>
                  <a:cubicBezTo>
                    <a:pt x="29677" y="1181"/>
                    <a:pt x="29664" y="1185"/>
                    <a:pt x="29654" y="1195"/>
                  </a:cubicBezTo>
                  <a:lnTo>
                    <a:pt x="29551" y="1195"/>
                  </a:lnTo>
                  <a:cubicBezTo>
                    <a:pt x="29483" y="1229"/>
                    <a:pt x="29449" y="1263"/>
                    <a:pt x="29483" y="1297"/>
                  </a:cubicBezTo>
                  <a:cubicBezTo>
                    <a:pt x="29483" y="1331"/>
                    <a:pt x="29517" y="1365"/>
                    <a:pt x="29551" y="1365"/>
                  </a:cubicBezTo>
                  <a:lnTo>
                    <a:pt x="29585" y="1365"/>
                  </a:lnTo>
                  <a:lnTo>
                    <a:pt x="29688" y="1331"/>
                  </a:lnTo>
                  <a:cubicBezTo>
                    <a:pt x="29722" y="1331"/>
                    <a:pt x="29756" y="1297"/>
                    <a:pt x="29756" y="1229"/>
                  </a:cubicBezTo>
                  <a:cubicBezTo>
                    <a:pt x="29756" y="1205"/>
                    <a:pt x="29722" y="1181"/>
                    <a:pt x="29690" y="1181"/>
                  </a:cubicBezTo>
                  <a:close/>
                  <a:moveTo>
                    <a:pt x="28630" y="1400"/>
                  </a:moveTo>
                  <a:lnTo>
                    <a:pt x="28528" y="1434"/>
                  </a:lnTo>
                  <a:cubicBezTo>
                    <a:pt x="28493" y="1434"/>
                    <a:pt x="28459" y="1502"/>
                    <a:pt x="28459" y="1536"/>
                  </a:cubicBezTo>
                  <a:cubicBezTo>
                    <a:pt x="28493" y="1570"/>
                    <a:pt x="28528" y="1604"/>
                    <a:pt x="28562" y="1604"/>
                  </a:cubicBezTo>
                  <a:lnTo>
                    <a:pt x="28698" y="1570"/>
                  </a:lnTo>
                  <a:cubicBezTo>
                    <a:pt x="28732" y="1570"/>
                    <a:pt x="28766" y="1536"/>
                    <a:pt x="28732" y="1468"/>
                  </a:cubicBezTo>
                  <a:cubicBezTo>
                    <a:pt x="28732" y="1434"/>
                    <a:pt x="28698" y="1400"/>
                    <a:pt x="28630" y="1400"/>
                  </a:cubicBezTo>
                  <a:close/>
                  <a:moveTo>
                    <a:pt x="26685" y="1775"/>
                  </a:moveTo>
                  <a:lnTo>
                    <a:pt x="26583" y="1809"/>
                  </a:lnTo>
                  <a:cubicBezTo>
                    <a:pt x="26514" y="1809"/>
                    <a:pt x="26514" y="1877"/>
                    <a:pt x="26514" y="1911"/>
                  </a:cubicBezTo>
                  <a:cubicBezTo>
                    <a:pt x="26514" y="1946"/>
                    <a:pt x="26548" y="1980"/>
                    <a:pt x="26583" y="1980"/>
                  </a:cubicBezTo>
                  <a:lnTo>
                    <a:pt x="26617" y="1980"/>
                  </a:lnTo>
                  <a:lnTo>
                    <a:pt x="26719" y="1946"/>
                  </a:lnTo>
                  <a:cubicBezTo>
                    <a:pt x="26753" y="1946"/>
                    <a:pt x="26787" y="1877"/>
                    <a:pt x="26787" y="1843"/>
                  </a:cubicBezTo>
                  <a:cubicBezTo>
                    <a:pt x="26787" y="1809"/>
                    <a:pt x="26719" y="1775"/>
                    <a:pt x="26685" y="1775"/>
                  </a:cubicBezTo>
                  <a:close/>
                  <a:moveTo>
                    <a:pt x="25695" y="2014"/>
                  </a:moveTo>
                  <a:lnTo>
                    <a:pt x="25559" y="2048"/>
                  </a:lnTo>
                  <a:cubicBezTo>
                    <a:pt x="25525" y="2048"/>
                    <a:pt x="25491" y="2116"/>
                    <a:pt x="25491" y="2150"/>
                  </a:cubicBezTo>
                  <a:cubicBezTo>
                    <a:pt x="25525" y="2184"/>
                    <a:pt x="25559" y="2219"/>
                    <a:pt x="25593" y="2219"/>
                  </a:cubicBezTo>
                  <a:lnTo>
                    <a:pt x="25729" y="2184"/>
                  </a:lnTo>
                  <a:cubicBezTo>
                    <a:pt x="25764" y="2184"/>
                    <a:pt x="25798" y="2116"/>
                    <a:pt x="25798" y="2082"/>
                  </a:cubicBezTo>
                  <a:cubicBezTo>
                    <a:pt x="25764" y="2048"/>
                    <a:pt x="25729" y="2014"/>
                    <a:pt x="25695" y="2014"/>
                  </a:cubicBezTo>
                  <a:close/>
                  <a:moveTo>
                    <a:pt x="24672" y="2253"/>
                  </a:moveTo>
                  <a:lnTo>
                    <a:pt x="24569" y="2287"/>
                  </a:lnTo>
                  <a:cubicBezTo>
                    <a:pt x="24535" y="2287"/>
                    <a:pt x="24501" y="2355"/>
                    <a:pt x="24501" y="2389"/>
                  </a:cubicBezTo>
                  <a:cubicBezTo>
                    <a:pt x="24501" y="2423"/>
                    <a:pt x="24535" y="2457"/>
                    <a:pt x="24603" y="2457"/>
                  </a:cubicBezTo>
                  <a:lnTo>
                    <a:pt x="24706" y="2423"/>
                  </a:lnTo>
                  <a:cubicBezTo>
                    <a:pt x="24774" y="2423"/>
                    <a:pt x="24808" y="2355"/>
                    <a:pt x="24774" y="2321"/>
                  </a:cubicBezTo>
                  <a:cubicBezTo>
                    <a:pt x="24774" y="2287"/>
                    <a:pt x="24740" y="2253"/>
                    <a:pt x="24672" y="2253"/>
                  </a:cubicBezTo>
                  <a:close/>
                  <a:moveTo>
                    <a:pt x="23682" y="2492"/>
                  </a:moveTo>
                  <a:lnTo>
                    <a:pt x="23580" y="2526"/>
                  </a:lnTo>
                  <a:cubicBezTo>
                    <a:pt x="23511" y="2526"/>
                    <a:pt x="23477" y="2560"/>
                    <a:pt x="23511" y="2628"/>
                  </a:cubicBezTo>
                  <a:cubicBezTo>
                    <a:pt x="23511" y="2662"/>
                    <a:pt x="23546" y="2696"/>
                    <a:pt x="23580" y="2696"/>
                  </a:cubicBezTo>
                  <a:lnTo>
                    <a:pt x="23614" y="2696"/>
                  </a:lnTo>
                  <a:lnTo>
                    <a:pt x="23716" y="2662"/>
                  </a:lnTo>
                  <a:cubicBezTo>
                    <a:pt x="23750" y="2662"/>
                    <a:pt x="23784" y="2594"/>
                    <a:pt x="23784" y="2560"/>
                  </a:cubicBezTo>
                  <a:cubicBezTo>
                    <a:pt x="23784" y="2492"/>
                    <a:pt x="23716" y="2492"/>
                    <a:pt x="23682" y="2492"/>
                  </a:cubicBezTo>
                  <a:close/>
                  <a:moveTo>
                    <a:pt x="22658" y="2730"/>
                  </a:moveTo>
                  <a:lnTo>
                    <a:pt x="22556" y="2765"/>
                  </a:lnTo>
                  <a:cubicBezTo>
                    <a:pt x="22522" y="2765"/>
                    <a:pt x="22488" y="2799"/>
                    <a:pt x="22488" y="2867"/>
                  </a:cubicBezTo>
                  <a:cubicBezTo>
                    <a:pt x="22522" y="2901"/>
                    <a:pt x="22556" y="2935"/>
                    <a:pt x="22590" y="2935"/>
                  </a:cubicBezTo>
                  <a:cubicBezTo>
                    <a:pt x="22590" y="2935"/>
                    <a:pt x="22590" y="2935"/>
                    <a:pt x="22590" y="2901"/>
                  </a:cubicBezTo>
                  <a:lnTo>
                    <a:pt x="22727" y="2901"/>
                  </a:lnTo>
                  <a:cubicBezTo>
                    <a:pt x="22761" y="2867"/>
                    <a:pt x="22795" y="2833"/>
                    <a:pt x="22761" y="2799"/>
                  </a:cubicBezTo>
                  <a:cubicBezTo>
                    <a:pt x="22761" y="2730"/>
                    <a:pt x="22727" y="2730"/>
                    <a:pt x="22658" y="2730"/>
                  </a:cubicBezTo>
                  <a:close/>
                  <a:moveTo>
                    <a:pt x="21702" y="2956"/>
                  </a:moveTo>
                  <a:cubicBezTo>
                    <a:pt x="21690" y="2956"/>
                    <a:pt x="21678" y="2960"/>
                    <a:pt x="21669" y="2969"/>
                  </a:cubicBezTo>
                  <a:lnTo>
                    <a:pt x="21566" y="2969"/>
                  </a:lnTo>
                  <a:cubicBezTo>
                    <a:pt x="21498" y="3003"/>
                    <a:pt x="21498" y="3038"/>
                    <a:pt x="21498" y="3072"/>
                  </a:cubicBezTo>
                  <a:cubicBezTo>
                    <a:pt x="21498" y="3140"/>
                    <a:pt x="21532" y="3140"/>
                    <a:pt x="21566" y="3140"/>
                  </a:cubicBezTo>
                  <a:lnTo>
                    <a:pt x="21703" y="3140"/>
                  </a:lnTo>
                  <a:cubicBezTo>
                    <a:pt x="21771" y="3106"/>
                    <a:pt x="21771" y="3072"/>
                    <a:pt x="21771" y="3038"/>
                  </a:cubicBezTo>
                  <a:cubicBezTo>
                    <a:pt x="21771" y="2988"/>
                    <a:pt x="21735" y="2956"/>
                    <a:pt x="21702" y="2956"/>
                  </a:cubicBezTo>
                  <a:close/>
                  <a:moveTo>
                    <a:pt x="20679" y="3174"/>
                  </a:moveTo>
                  <a:lnTo>
                    <a:pt x="20543" y="3208"/>
                  </a:lnTo>
                  <a:cubicBezTo>
                    <a:pt x="20509" y="3208"/>
                    <a:pt x="20475" y="3276"/>
                    <a:pt x="20475" y="3310"/>
                  </a:cubicBezTo>
                  <a:cubicBezTo>
                    <a:pt x="20509" y="3345"/>
                    <a:pt x="20543" y="3379"/>
                    <a:pt x="20577" y="3379"/>
                  </a:cubicBezTo>
                  <a:lnTo>
                    <a:pt x="20713" y="3345"/>
                  </a:lnTo>
                  <a:cubicBezTo>
                    <a:pt x="20748" y="3345"/>
                    <a:pt x="20782" y="3310"/>
                    <a:pt x="20782" y="3242"/>
                  </a:cubicBezTo>
                  <a:cubicBezTo>
                    <a:pt x="20748" y="3208"/>
                    <a:pt x="20713" y="3174"/>
                    <a:pt x="20679" y="3174"/>
                  </a:cubicBezTo>
                  <a:close/>
                  <a:moveTo>
                    <a:pt x="19656" y="3413"/>
                  </a:moveTo>
                  <a:lnTo>
                    <a:pt x="19553" y="3447"/>
                  </a:lnTo>
                  <a:cubicBezTo>
                    <a:pt x="19519" y="3447"/>
                    <a:pt x="19485" y="3515"/>
                    <a:pt x="19485" y="3549"/>
                  </a:cubicBezTo>
                  <a:cubicBezTo>
                    <a:pt x="19485" y="3583"/>
                    <a:pt x="19519" y="3618"/>
                    <a:pt x="19553" y="3618"/>
                  </a:cubicBezTo>
                  <a:lnTo>
                    <a:pt x="19587" y="3618"/>
                  </a:lnTo>
                  <a:lnTo>
                    <a:pt x="19690" y="3583"/>
                  </a:lnTo>
                  <a:cubicBezTo>
                    <a:pt x="19758" y="3583"/>
                    <a:pt x="19792" y="3515"/>
                    <a:pt x="19758" y="3481"/>
                  </a:cubicBezTo>
                  <a:cubicBezTo>
                    <a:pt x="19758" y="3447"/>
                    <a:pt x="19724" y="3413"/>
                    <a:pt x="19656" y="3413"/>
                  </a:cubicBezTo>
                  <a:close/>
                  <a:moveTo>
                    <a:pt x="18693" y="3638"/>
                  </a:moveTo>
                  <a:cubicBezTo>
                    <a:pt x="18684" y="3638"/>
                    <a:pt x="18675" y="3643"/>
                    <a:pt x="18666" y="3652"/>
                  </a:cubicBezTo>
                  <a:lnTo>
                    <a:pt x="18530" y="3686"/>
                  </a:lnTo>
                  <a:cubicBezTo>
                    <a:pt x="18495" y="3686"/>
                    <a:pt x="18461" y="3720"/>
                    <a:pt x="18495" y="3788"/>
                  </a:cubicBezTo>
                  <a:cubicBezTo>
                    <a:pt x="18495" y="3822"/>
                    <a:pt x="18530" y="3856"/>
                    <a:pt x="18564" y="3856"/>
                  </a:cubicBezTo>
                  <a:cubicBezTo>
                    <a:pt x="18564" y="3856"/>
                    <a:pt x="18564" y="3856"/>
                    <a:pt x="18598" y="3822"/>
                  </a:cubicBezTo>
                  <a:lnTo>
                    <a:pt x="18700" y="3822"/>
                  </a:lnTo>
                  <a:cubicBezTo>
                    <a:pt x="18734" y="3788"/>
                    <a:pt x="18768" y="3754"/>
                    <a:pt x="18768" y="3720"/>
                  </a:cubicBezTo>
                  <a:cubicBezTo>
                    <a:pt x="18743" y="3670"/>
                    <a:pt x="18718" y="3638"/>
                    <a:pt x="18693" y="3638"/>
                  </a:cubicBezTo>
                  <a:close/>
                  <a:moveTo>
                    <a:pt x="17642" y="3856"/>
                  </a:moveTo>
                  <a:lnTo>
                    <a:pt x="17540" y="3891"/>
                  </a:lnTo>
                  <a:cubicBezTo>
                    <a:pt x="17506" y="3925"/>
                    <a:pt x="17472" y="3959"/>
                    <a:pt x="17472" y="3993"/>
                  </a:cubicBezTo>
                  <a:cubicBezTo>
                    <a:pt x="17472" y="4027"/>
                    <a:pt x="17506" y="4061"/>
                    <a:pt x="17574" y="4061"/>
                  </a:cubicBezTo>
                  <a:lnTo>
                    <a:pt x="17676" y="4027"/>
                  </a:lnTo>
                  <a:cubicBezTo>
                    <a:pt x="17745" y="4027"/>
                    <a:pt x="17779" y="3993"/>
                    <a:pt x="17745" y="3925"/>
                  </a:cubicBezTo>
                  <a:cubicBezTo>
                    <a:pt x="17745" y="3891"/>
                    <a:pt x="17711" y="3856"/>
                    <a:pt x="17642" y="3856"/>
                  </a:cubicBezTo>
                  <a:close/>
                  <a:moveTo>
                    <a:pt x="16653" y="4095"/>
                  </a:moveTo>
                  <a:lnTo>
                    <a:pt x="16550" y="4129"/>
                  </a:lnTo>
                  <a:cubicBezTo>
                    <a:pt x="16482" y="4129"/>
                    <a:pt x="16448" y="4198"/>
                    <a:pt x="16482" y="4232"/>
                  </a:cubicBezTo>
                  <a:cubicBezTo>
                    <a:pt x="16482" y="4266"/>
                    <a:pt x="16516" y="4300"/>
                    <a:pt x="16550" y="4300"/>
                  </a:cubicBezTo>
                  <a:lnTo>
                    <a:pt x="16585" y="4300"/>
                  </a:lnTo>
                  <a:lnTo>
                    <a:pt x="16687" y="4266"/>
                  </a:lnTo>
                  <a:cubicBezTo>
                    <a:pt x="16721" y="4266"/>
                    <a:pt x="16755" y="4198"/>
                    <a:pt x="16755" y="4164"/>
                  </a:cubicBezTo>
                  <a:cubicBezTo>
                    <a:pt x="16755" y="4129"/>
                    <a:pt x="16687" y="4095"/>
                    <a:pt x="16653" y="4095"/>
                  </a:cubicBezTo>
                  <a:close/>
                  <a:moveTo>
                    <a:pt x="15677" y="4321"/>
                  </a:moveTo>
                  <a:cubicBezTo>
                    <a:pt x="15663" y="4321"/>
                    <a:pt x="15647" y="4325"/>
                    <a:pt x="15629" y="4334"/>
                  </a:cubicBezTo>
                  <a:lnTo>
                    <a:pt x="15527" y="4368"/>
                  </a:lnTo>
                  <a:cubicBezTo>
                    <a:pt x="15493" y="4368"/>
                    <a:pt x="15458" y="4402"/>
                    <a:pt x="15458" y="4471"/>
                  </a:cubicBezTo>
                  <a:cubicBezTo>
                    <a:pt x="15458" y="4505"/>
                    <a:pt x="15493" y="4539"/>
                    <a:pt x="15561" y="4539"/>
                  </a:cubicBezTo>
                  <a:cubicBezTo>
                    <a:pt x="15561" y="4539"/>
                    <a:pt x="15561" y="4505"/>
                    <a:pt x="15561" y="4505"/>
                  </a:cubicBezTo>
                  <a:lnTo>
                    <a:pt x="15663" y="4505"/>
                  </a:lnTo>
                  <a:cubicBezTo>
                    <a:pt x="15731" y="4471"/>
                    <a:pt x="15766" y="4437"/>
                    <a:pt x="15731" y="4402"/>
                  </a:cubicBezTo>
                  <a:cubicBezTo>
                    <a:pt x="15731" y="4352"/>
                    <a:pt x="15713" y="4321"/>
                    <a:pt x="15677" y="4321"/>
                  </a:cubicBezTo>
                  <a:close/>
                  <a:moveTo>
                    <a:pt x="14640" y="4539"/>
                  </a:moveTo>
                  <a:lnTo>
                    <a:pt x="14537" y="4573"/>
                  </a:lnTo>
                  <a:cubicBezTo>
                    <a:pt x="14469" y="4573"/>
                    <a:pt x="14435" y="4641"/>
                    <a:pt x="14469" y="4675"/>
                  </a:cubicBezTo>
                  <a:cubicBezTo>
                    <a:pt x="14469" y="4710"/>
                    <a:pt x="14503" y="4744"/>
                    <a:pt x="14537" y="4744"/>
                  </a:cubicBezTo>
                  <a:lnTo>
                    <a:pt x="14571" y="4744"/>
                  </a:lnTo>
                  <a:lnTo>
                    <a:pt x="14674" y="4710"/>
                  </a:lnTo>
                  <a:cubicBezTo>
                    <a:pt x="14708" y="4710"/>
                    <a:pt x="14742" y="4675"/>
                    <a:pt x="14742" y="4607"/>
                  </a:cubicBezTo>
                  <a:cubicBezTo>
                    <a:pt x="14742" y="4573"/>
                    <a:pt x="14674" y="4539"/>
                    <a:pt x="14640" y="4539"/>
                  </a:cubicBezTo>
                  <a:close/>
                  <a:moveTo>
                    <a:pt x="13616" y="4778"/>
                  </a:moveTo>
                  <a:lnTo>
                    <a:pt x="13513" y="4812"/>
                  </a:lnTo>
                  <a:cubicBezTo>
                    <a:pt x="13479" y="4812"/>
                    <a:pt x="13445" y="4846"/>
                    <a:pt x="13445" y="4914"/>
                  </a:cubicBezTo>
                  <a:cubicBezTo>
                    <a:pt x="13445" y="4948"/>
                    <a:pt x="13513" y="4983"/>
                    <a:pt x="13548" y="4983"/>
                  </a:cubicBezTo>
                  <a:lnTo>
                    <a:pt x="13684" y="4948"/>
                  </a:lnTo>
                  <a:cubicBezTo>
                    <a:pt x="13718" y="4948"/>
                    <a:pt x="13752" y="4880"/>
                    <a:pt x="13718" y="4846"/>
                  </a:cubicBezTo>
                  <a:cubicBezTo>
                    <a:pt x="13718" y="4812"/>
                    <a:pt x="13684" y="4778"/>
                    <a:pt x="13616" y="4778"/>
                  </a:cubicBezTo>
                  <a:close/>
                  <a:moveTo>
                    <a:pt x="12659" y="5003"/>
                  </a:moveTo>
                  <a:cubicBezTo>
                    <a:pt x="12647" y="5003"/>
                    <a:pt x="12635" y="5008"/>
                    <a:pt x="12626" y="5017"/>
                  </a:cubicBezTo>
                  <a:lnTo>
                    <a:pt x="12524" y="5017"/>
                  </a:lnTo>
                  <a:cubicBezTo>
                    <a:pt x="12456" y="5051"/>
                    <a:pt x="12422" y="5085"/>
                    <a:pt x="12456" y="5119"/>
                  </a:cubicBezTo>
                  <a:cubicBezTo>
                    <a:pt x="12456" y="5187"/>
                    <a:pt x="12490" y="5187"/>
                    <a:pt x="12524" y="5187"/>
                  </a:cubicBezTo>
                  <a:lnTo>
                    <a:pt x="12660" y="5187"/>
                  </a:lnTo>
                  <a:cubicBezTo>
                    <a:pt x="12694" y="5153"/>
                    <a:pt x="12729" y="5119"/>
                    <a:pt x="12729" y="5085"/>
                  </a:cubicBezTo>
                  <a:cubicBezTo>
                    <a:pt x="12729" y="5035"/>
                    <a:pt x="12692" y="5003"/>
                    <a:pt x="12659" y="5003"/>
                  </a:cubicBezTo>
                  <a:close/>
                  <a:moveTo>
                    <a:pt x="11603" y="5221"/>
                  </a:moveTo>
                  <a:lnTo>
                    <a:pt x="11500" y="5256"/>
                  </a:lnTo>
                  <a:cubicBezTo>
                    <a:pt x="11466" y="5256"/>
                    <a:pt x="11432" y="5324"/>
                    <a:pt x="11432" y="5358"/>
                  </a:cubicBezTo>
                  <a:cubicBezTo>
                    <a:pt x="11466" y="5392"/>
                    <a:pt x="11500" y="5426"/>
                    <a:pt x="11534" y="5426"/>
                  </a:cubicBezTo>
                  <a:lnTo>
                    <a:pt x="11671" y="5392"/>
                  </a:lnTo>
                  <a:cubicBezTo>
                    <a:pt x="11705" y="5392"/>
                    <a:pt x="11739" y="5324"/>
                    <a:pt x="11705" y="5290"/>
                  </a:cubicBezTo>
                  <a:cubicBezTo>
                    <a:pt x="11705" y="5256"/>
                    <a:pt x="11671" y="5221"/>
                    <a:pt x="11603" y="5221"/>
                  </a:cubicBezTo>
                  <a:close/>
                  <a:moveTo>
                    <a:pt x="10646" y="5447"/>
                  </a:moveTo>
                  <a:cubicBezTo>
                    <a:pt x="10634" y="5447"/>
                    <a:pt x="10622" y="5451"/>
                    <a:pt x="10613" y="5460"/>
                  </a:cubicBezTo>
                  <a:lnTo>
                    <a:pt x="10511" y="5494"/>
                  </a:lnTo>
                  <a:cubicBezTo>
                    <a:pt x="10442" y="5494"/>
                    <a:pt x="10408" y="5528"/>
                    <a:pt x="10442" y="5597"/>
                  </a:cubicBezTo>
                  <a:cubicBezTo>
                    <a:pt x="10442" y="5631"/>
                    <a:pt x="10476" y="5665"/>
                    <a:pt x="10511" y="5665"/>
                  </a:cubicBezTo>
                  <a:cubicBezTo>
                    <a:pt x="10511" y="5665"/>
                    <a:pt x="10545" y="5631"/>
                    <a:pt x="10545" y="5631"/>
                  </a:cubicBezTo>
                  <a:lnTo>
                    <a:pt x="10647" y="5631"/>
                  </a:lnTo>
                  <a:cubicBezTo>
                    <a:pt x="10681" y="5597"/>
                    <a:pt x="10715" y="5563"/>
                    <a:pt x="10715" y="5528"/>
                  </a:cubicBezTo>
                  <a:cubicBezTo>
                    <a:pt x="10715" y="5479"/>
                    <a:pt x="10679" y="5447"/>
                    <a:pt x="10646" y="5447"/>
                  </a:cubicBezTo>
                  <a:close/>
                  <a:moveTo>
                    <a:pt x="9589" y="5665"/>
                  </a:moveTo>
                  <a:lnTo>
                    <a:pt x="9487" y="5699"/>
                  </a:lnTo>
                  <a:cubicBezTo>
                    <a:pt x="9453" y="5699"/>
                    <a:pt x="9419" y="5767"/>
                    <a:pt x="9419" y="5801"/>
                  </a:cubicBezTo>
                  <a:cubicBezTo>
                    <a:pt x="9419" y="5836"/>
                    <a:pt x="9487" y="5870"/>
                    <a:pt x="9521" y="5870"/>
                  </a:cubicBezTo>
                  <a:lnTo>
                    <a:pt x="9658" y="5836"/>
                  </a:lnTo>
                  <a:cubicBezTo>
                    <a:pt x="9692" y="5836"/>
                    <a:pt x="9726" y="5801"/>
                    <a:pt x="9692" y="5733"/>
                  </a:cubicBezTo>
                  <a:cubicBezTo>
                    <a:pt x="9692" y="5699"/>
                    <a:pt x="9658" y="5665"/>
                    <a:pt x="9589" y="5665"/>
                  </a:cubicBezTo>
                  <a:close/>
                  <a:moveTo>
                    <a:pt x="8600" y="5904"/>
                  </a:moveTo>
                  <a:lnTo>
                    <a:pt x="8497" y="5938"/>
                  </a:lnTo>
                  <a:cubicBezTo>
                    <a:pt x="8429" y="5938"/>
                    <a:pt x="8395" y="5972"/>
                    <a:pt x="8429" y="6040"/>
                  </a:cubicBezTo>
                  <a:cubicBezTo>
                    <a:pt x="8429" y="6074"/>
                    <a:pt x="8463" y="6109"/>
                    <a:pt x="8497" y="6109"/>
                  </a:cubicBezTo>
                  <a:lnTo>
                    <a:pt x="8531" y="6109"/>
                  </a:lnTo>
                  <a:lnTo>
                    <a:pt x="8634" y="6074"/>
                  </a:lnTo>
                  <a:cubicBezTo>
                    <a:pt x="8668" y="6074"/>
                    <a:pt x="8702" y="6006"/>
                    <a:pt x="8702" y="5972"/>
                  </a:cubicBezTo>
                  <a:cubicBezTo>
                    <a:pt x="8702" y="5904"/>
                    <a:pt x="8634" y="5904"/>
                    <a:pt x="8600" y="5904"/>
                  </a:cubicBezTo>
                  <a:close/>
                  <a:moveTo>
                    <a:pt x="7627" y="6129"/>
                  </a:moveTo>
                  <a:cubicBezTo>
                    <a:pt x="7613" y="6129"/>
                    <a:pt x="7596" y="6133"/>
                    <a:pt x="7576" y="6143"/>
                  </a:cubicBezTo>
                  <a:lnTo>
                    <a:pt x="7474" y="6143"/>
                  </a:lnTo>
                  <a:cubicBezTo>
                    <a:pt x="7440" y="6177"/>
                    <a:pt x="7405" y="6211"/>
                    <a:pt x="7405" y="6245"/>
                  </a:cubicBezTo>
                  <a:cubicBezTo>
                    <a:pt x="7405" y="6279"/>
                    <a:pt x="7440" y="6313"/>
                    <a:pt x="7508" y="6313"/>
                  </a:cubicBezTo>
                  <a:lnTo>
                    <a:pt x="7610" y="6279"/>
                  </a:lnTo>
                  <a:cubicBezTo>
                    <a:pt x="7678" y="6279"/>
                    <a:pt x="7713" y="6245"/>
                    <a:pt x="7678" y="6177"/>
                  </a:cubicBezTo>
                  <a:cubicBezTo>
                    <a:pt x="7678" y="6153"/>
                    <a:pt x="7661" y="6129"/>
                    <a:pt x="7627" y="6129"/>
                  </a:cubicBezTo>
                  <a:close/>
                  <a:moveTo>
                    <a:pt x="6586" y="6347"/>
                  </a:moveTo>
                  <a:lnTo>
                    <a:pt x="6484" y="6382"/>
                  </a:lnTo>
                  <a:cubicBezTo>
                    <a:pt x="6416" y="6382"/>
                    <a:pt x="6382" y="6416"/>
                    <a:pt x="6416" y="6484"/>
                  </a:cubicBezTo>
                  <a:cubicBezTo>
                    <a:pt x="6416" y="6518"/>
                    <a:pt x="6450" y="6552"/>
                    <a:pt x="6484" y="6552"/>
                  </a:cubicBezTo>
                  <a:lnTo>
                    <a:pt x="6518" y="6552"/>
                  </a:lnTo>
                  <a:lnTo>
                    <a:pt x="6621" y="6518"/>
                  </a:lnTo>
                  <a:cubicBezTo>
                    <a:pt x="6655" y="6518"/>
                    <a:pt x="6689" y="6450"/>
                    <a:pt x="6689" y="6416"/>
                  </a:cubicBezTo>
                  <a:cubicBezTo>
                    <a:pt x="6689" y="6382"/>
                    <a:pt x="6621" y="6347"/>
                    <a:pt x="6586" y="6347"/>
                  </a:cubicBezTo>
                  <a:close/>
                  <a:moveTo>
                    <a:pt x="5610" y="6573"/>
                  </a:moveTo>
                  <a:cubicBezTo>
                    <a:pt x="5597" y="6573"/>
                    <a:pt x="5581" y="6577"/>
                    <a:pt x="5563" y="6586"/>
                  </a:cubicBezTo>
                  <a:lnTo>
                    <a:pt x="5460" y="6586"/>
                  </a:lnTo>
                  <a:cubicBezTo>
                    <a:pt x="5426" y="6620"/>
                    <a:pt x="5392" y="6655"/>
                    <a:pt x="5392" y="6689"/>
                  </a:cubicBezTo>
                  <a:cubicBezTo>
                    <a:pt x="5392" y="6757"/>
                    <a:pt x="5426" y="6757"/>
                    <a:pt x="5495" y="6757"/>
                  </a:cubicBezTo>
                  <a:lnTo>
                    <a:pt x="5597" y="6757"/>
                  </a:lnTo>
                  <a:cubicBezTo>
                    <a:pt x="5665" y="6723"/>
                    <a:pt x="5699" y="6689"/>
                    <a:pt x="5665" y="6655"/>
                  </a:cubicBezTo>
                  <a:cubicBezTo>
                    <a:pt x="5665" y="6605"/>
                    <a:pt x="5647" y="6573"/>
                    <a:pt x="5610" y="6573"/>
                  </a:cubicBezTo>
                  <a:close/>
                  <a:moveTo>
                    <a:pt x="4573" y="6791"/>
                  </a:moveTo>
                  <a:lnTo>
                    <a:pt x="4471" y="6825"/>
                  </a:lnTo>
                  <a:cubicBezTo>
                    <a:pt x="4403" y="6825"/>
                    <a:pt x="4368" y="6893"/>
                    <a:pt x="4403" y="6928"/>
                  </a:cubicBezTo>
                  <a:cubicBezTo>
                    <a:pt x="4403" y="6962"/>
                    <a:pt x="4437" y="6996"/>
                    <a:pt x="4471" y="6996"/>
                  </a:cubicBezTo>
                  <a:lnTo>
                    <a:pt x="4505" y="6996"/>
                  </a:lnTo>
                  <a:lnTo>
                    <a:pt x="4607" y="6962"/>
                  </a:lnTo>
                  <a:cubicBezTo>
                    <a:pt x="4641" y="6962"/>
                    <a:pt x="4676" y="6893"/>
                    <a:pt x="4676" y="6859"/>
                  </a:cubicBezTo>
                  <a:cubicBezTo>
                    <a:pt x="4641" y="6825"/>
                    <a:pt x="4607" y="6791"/>
                    <a:pt x="4573" y="6791"/>
                  </a:cubicBezTo>
                  <a:close/>
                  <a:moveTo>
                    <a:pt x="3550" y="7030"/>
                  </a:moveTo>
                  <a:lnTo>
                    <a:pt x="3447" y="7064"/>
                  </a:lnTo>
                  <a:cubicBezTo>
                    <a:pt x="3413" y="7064"/>
                    <a:pt x="3379" y="7098"/>
                    <a:pt x="3379" y="7166"/>
                  </a:cubicBezTo>
                  <a:cubicBezTo>
                    <a:pt x="3379" y="7201"/>
                    <a:pt x="3413" y="7235"/>
                    <a:pt x="3481" y="7235"/>
                  </a:cubicBezTo>
                  <a:cubicBezTo>
                    <a:pt x="3481" y="7235"/>
                    <a:pt x="3481" y="7235"/>
                    <a:pt x="3481" y="7201"/>
                  </a:cubicBezTo>
                  <a:lnTo>
                    <a:pt x="3584" y="7201"/>
                  </a:lnTo>
                  <a:cubicBezTo>
                    <a:pt x="3652" y="7166"/>
                    <a:pt x="3686" y="7132"/>
                    <a:pt x="3652" y="7098"/>
                  </a:cubicBezTo>
                  <a:cubicBezTo>
                    <a:pt x="3652" y="7030"/>
                    <a:pt x="3618" y="7030"/>
                    <a:pt x="3550" y="7030"/>
                  </a:cubicBezTo>
                  <a:close/>
                  <a:moveTo>
                    <a:pt x="2560" y="7235"/>
                  </a:moveTo>
                  <a:lnTo>
                    <a:pt x="2423" y="7269"/>
                  </a:lnTo>
                  <a:cubicBezTo>
                    <a:pt x="2389" y="7269"/>
                    <a:pt x="2355" y="7337"/>
                    <a:pt x="2389" y="7371"/>
                  </a:cubicBezTo>
                  <a:cubicBezTo>
                    <a:pt x="2389" y="7405"/>
                    <a:pt x="2423" y="7439"/>
                    <a:pt x="2458" y="7439"/>
                  </a:cubicBezTo>
                  <a:lnTo>
                    <a:pt x="2492" y="7439"/>
                  </a:lnTo>
                  <a:lnTo>
                    <a:pt x="2594" y="7405"/>
                  </a:lnTo>
                  <a:cubicBezTo>
                    <a:pt x="2628" y="7405"/>
                    <a:pt x="2662" y="7371"/>
                    <a:pt x="2662" y="7303"/>
                  </a:cubicBezTo>
                  <a:cubicBezTo>
                    <a:pt x="2628" y="7269"/>
                    <a:pt x="2594" y="7235"/>
                    <a:pt x="2560" y="7235"/>
                  </a:cubicBezTo>
                  <a:close/>
                  <a:moveTo>
                    <a:pt x="1536" y="7474"/>
                  </a:moveTo>
                  <a:lnTo>
                    <a:pt x="1434" y="7508"/>
                  </a:lnTo>
                  <a:cubicBezTo>
                    <a:pt x="1400" y="7508"/>
                    <a:pt x="1366" y="7542"/>
                    <a:pt x="1366" y="7610"/>
                  </a:cubicBezTo>
                  <a:cubicBezTo>
                    <a:pt x="1366" y="7644"/>
                    <a:pt x="1400" y="7678"/>
                    <a:pt x="1434" y="7678"/>
                  </a:cubicBezTo>
                  <a:lnTo>
                    <a:pt x="1468" y="7678"/>
                  </a:lnTo>
                  <a:lnTo>
                    <a:pt x="1570" y="7644"/>
                  </a:lnTo>
                  <a:cubicBezTo>
                    <a:pt x="1639" y="7644"/>
                    <a:pt x="1673" y="7576"/>
                    <a:pt x="1639" y="7542"/>
                  </a:cubicBezTo>
                  <a:cubicBezTo>
                    <a:pt x="1639" y="7508"/>
                    <a:pt x="1605" y="7474"/>
                    <a:pt x="1536" y="7474"/>
                  </a:cubicBezTo>
                  <a:close/>
                  <a:moveTo>
                    <a:pt x="583" y="7698"/>
                  </a:moveTo>
                  <a:cubicBezTo>
                    <a:pt x="570" y="7698"/>
                    <a:pt x="557" y="7702"/>
                    <a:pt x="547" y="7712"/>
                  </a:cubicBezTo>
                  <a:cubicBezTo>
                    <a:pt x="513" y="7712"/>
                    <a:pt x="444" y="7712"/>
                    <a:pt x="410" y="7746"/>
                  </a:cubicBezTo>
                  <a:cubicBezTo>
                    <a:pt x="376" y="7781"/>
                    <a:pt x="342" y="7815"/>
                    <a:pt x="376" y="7849"/>
                  </a:cubicBezTo>
                  <a:cubicBezTo>
                    <a:pt x="376" y="7883"/>
                    <a:pt x="410" y="7917"/>
                    <a:pt x="444" y="7917"/>
                  </a:cubicBezTo>
                  <a:cubicBezTo>
                    <a:pt x="444" y="7917"/>
                    <a:pt x="478" y="7883"/>
                    <a:pt x="478" y="7883"/>
                  </a:cubicBezTo>
                  <a:lnTo>
                    <a:pt x="581" y="7883"/>
                  </a:lnTo>
                  <a:cubicBezTo>
                    <a:pt x="615" y="7849"/>
                    <a:pt x="649" y="7815"/>
                    <a:pt x="649" y="7746"/>
                  </a:cubicBezTo>
                  <a:cubicBezTo>
                    <a:pt x="649" y="7722"/>
                    <a:pt x="615" y="7698"/>
                    <a:pt x="583" y="7698"/>
                  </a:cubicBezTo>
                  <a:close/>
                  <a:moveTo>
                    <a:pt x="103" y="8531"/>
                  </a:moveTo>
                  <a:cubicBezTo>
                    <a:pt x="35" y="8531"/>
                    <a:pt x="1" y="8565"/>
                    <a:pt x="1" y="8634"/>
                  </a:cubicBezTo>
                  <a:lnTo>
                    <a:pt x="1" y="8736"/>
                  </a:lnTo>
                  <a:cubicBezTo>
                    <a:pt x="1" y="8770"/>
                    <a:pt x="35" y="8804"/>
                    <a:pt x="103" y="8804"/>
                  </a:cubicBezTo>
                  <a:cubicBezTo>
                    <a:pt x="137" y="8804"/>
                    <a:pt x="171" y="8770"/>
                    <a:pt x="171" y="8736"/>
                  </a:cubicBezTo>
                  <a:lnTo>
                    <a:pt x="171" y="8634"/>
                  </a:lnTo>
                  <a:cubicBezTo>
                    <a:pt x="171" y="8565"/>
                    <a:pt x="137" y="8531"/>
                    <a:pt x="103" y="8531"/>
                  </a:cubicBezTo>
                  <a:close/>
                  <a:moveTo>
                    <a:pt x="103" y="9555"/>
                  </a:moveTo>
                  <a:cubicBezTo>
                    <a:pt x="35" y="9555"/>
                    <a:pt x="1" y="9589"/>
                    <a:pt x="1" y="9657"/>
                  </a:cubicBezTo>
                  <a:lnTo>
                    <a:pt x="1" y="9760"/>
                  </a:lnTo>
                  <a:cubicBezTo>
                    <a:pt x="1" y="9828"/>
                    <a:pt x="35" y="9862"/>
                    <a:pt x="103" y="9862"/>
                  </a:cubicBezTo>
                  <a:cubicBezTo>
                    <a:pt x="137" y="9862"/>
                    <a:pt x="171" y="9828"/>
                    <a:pt x="171" y="9760"/>
                  </a:cubicBezTo>
                  <a:lnTo>
                    <a:pt x="171" y="9657"/>
                  </a:lnTo>
                  <a:cubicBezTo>
                    <a:pt x="171" y="9589"/>
                    <a:pt x="137" y="9555"/>
                    <a:pt x="103" y="9555"/>
                  </a:cubicBezTo>
                  <a:close/>
                  <a:moveTo>
                    <a:pt x="103" y="10579"/>
                  </a:moveTo>
                  <a:cubicBezTo>
                    <a:pt x="35" y="10579"/>
                    <a:pt x="1" y="10647"/>
                    <a:pt x="1" y="10681"/>
                  </a:cubicBezTo>
                  <a:lnTo>
                    <a:pt x="1" y="10783"/>
                  </a:lnTo>
                  <a:cubicBezTo>
                    <a:pt x="1" y="10852"/>
                    <a:pt x="35" y="10886"/>
                    <a:pt x="103" y="10886"/>
                  </a:cubicBezTo>
                  <a:cubicBezTo>
                    <a:pt x="137" y="10886"/>
                    <a:pt x="171" y="10852"/>
                    <a:pt x="171" y="10783"/>
                  </a:cubicBezTo>
                  <a:lnTo>
                    <a:pt x="171" y="10681"/>
                  </a:lnTo>
                  <a:cubicBezTo>
                    <a:pt x="171" y="10647"/>
                    <a:pt x="137" y="10579"/>
                    <a:pt x="103" y="10579"/>
                  </a:cubicBezTo>
                  <a:close/>
                  <a:moveTo>
                    <a:pt x="103" y="11637"/>
                  </a:moveTo>
                  <a:cubicBezTo>
                    <a:pt x="35" y="11637"/>
                    <a:pt x="1" y="11671"/>
                    <a:pt x="1" y="11705"/>
                  </a:cubicBezTo>
                  <a:lnTo>
                    <a:pt x="1" y="11841"/>
                  </a:lnTo>
                  <a:cubicBezTo>
                    <a:pt x="1" y="11875"/>
                    <a:pt x="35" y="11910"/>
                    <a:pt x="103" y="11910"/>
                  </a:cubicBezTo>
                  <a:cubicBezTo>
                    <a:pt x="137" y="11910"/>
                    <a:pt x="171" y="11875"/>
                    <a:pt x="171" y="11841"/>
                  </a:cubicBezTo>
                  <a:lnTo>
                    <a:pt x="171" y="11705"/>
                  </a:lnTo>
                  <a:cubicBezTo>
                    <a:pt x="171" y="11671"/>
                    <a:pt x="137" y="11637"/>
                    <a:pt x="103" y="11637"/>
                  </a:cubicBezTo>
                  <a:close/>
                  <a:moveTo>
                    <a:pt x="103" y="12660"/>
                  </a:moveTo>
                  <a:cubicBezTo>
                    <a:pt x="35" y="12660"/>
                    <a:pt x="1" y="12694"/>
                    <a:pt x="1" y="12728"/>
                  </a:cubicBezTo>
                  <a:lnTo>
                    <a:pt x="1" y="12865"/>
                  </a:lnTo>
                  <a:cubicBezTo>
                    <a:pt x="1" y="12899"/>
                    <a:pt x="35" y="12933"/>
                    <a:pt x="103" y="12933"/>
                  </a:cubicBezTo>
                  <a:cubicBezTo>
                    <a:pt x="137" y="12933"/>
                    <a:pt x="171" y="12899"/>
                    <a:pt x="171" y="12865"/>
                  </a:cubicBezTo>
                  <a:lnTo>
                    <a:pt x="171" y="12728"/>
                  </a:lnTo>
                  <a:cubicBezTo>
                    <a:pt x="171" y="12694"/>
                    <a:pt x="137" y="12660"/>
                    <a:pt x="103" y="12660"/>
                  </a:cubicBezTo>
                  <a:close/>
                  <a:moveTo>
                    <a:pt x="103" y="13684"/>
                  </a:moveTo>
                  <a:cubicBezTo>
                    <a:pt x="35" y="13684"/>
                    <a:pt x="1" y="13718"/>
                    <a:pt x="1" y="13786"/>
                  </a:cubicBezTo>
                  <a:lnTo>
                    <a:pt x="1" y="13889"/>
                  </a:lnTo>
                  <a:cubicBezTo>
                    <a:pt x="1" y="13923"/>
                    <a:pt x="35" y="13957"/>
                    <a:pt x="103" y="13957"/>
                  </a:cubicBezTo>
                  <a:cubicBezTo>
                    <a:pt x="137" y="13957"/>
                    <a:pt x="171" y="13923"/>
                    <a:pt x="171" y="13889"/>
                  </a:cubicBezTo>
                  <a:lnTo>
                    <a:pt x="171" y="13786"/>
                  </a:lnTo>
                  <a:cubicBezTo>
                    <a:pt x="171" y="13718"/>
                    <a:pt x="137" y="13684"/>
                    <a:pt x="103" y="13684"/>
                  </a:cubicBezTo>
                  <a:close/>
                  <a:moveTo>
                    <a:pt x="103" y="14708"/>
                  </a:moveTo>
                  <a:cubicBezTo>
                    <a:pt x="35" y="14708"/>
                    <a:pt x="1" y="14742"/>
                    <a:pt x="1" y="14810"/>
                  </a:cubicBezTo>
                  <a:lnTo>
                    <a:pt x="1" y="14912"/>
                  </a:lnTo>
                  <a:cubicBezTo>
                    <a:pt x="1" y="14981"/>
                    <a:pt x="35" y="15015"/>
                    <a:pt x="103" y="15015"/>
                  </a:cubicBezTo>
                  <a:cubicBezTo>
                    <a:pt x="137" y="15015"/>
                    <a:pt x="171" y="14981"/>
                    <a:pt x="171" y="14912"/>
                  </a:cubicBezTo>
                  <a:lnTo>
                    <a:pt x="171" y="14810"/>
                  </a:lnTo>
                  <a:cubicBezTo>
                    <a:pt x="171" y="14742"/>
                    <a:pt x="137" y="14708"/>
                    <a:pt x="103" y="14708"/>
                  </a:cubicBezTo>
                  <a:close/>
                  <a:moveTo>
                    <a:pt x="103" y="15765"/>
                  </a:moveTo>
                  <a:cubicBezTo>
                    <a:pt x="35" y="15765"/>
                    <a:pt x="1" y="15800"/>
                    <a:pt x="1" y="15834"/>
                  </a:cubicBezTo>
                  <a:lnTo>
                    <a:pt x="1" y="15936"/>
                  </a:lnTo>
                  <a:cubicBezTo>
                    <a:pt x="1" y="16004"/>
                    <a:pt x="35" y="16038"/>
                    <a:pt x="103" y="16038"/>
                  </a:cubicBezTo>
                  <a:cubicBezTo>
                    <a:pt x="137" y="16038"/>
                    <a:pt x="171" y="16004"/>
                    <a:pt x="171" y="15936"/>
                  </a:cubicBezTo>
                  <a:lnTo>
                    <a:pt x="171" y="15834"/>
                  </a:lnTo>
                  <a:cubicBezTo>
                    <a:pt x="171" y="15800"/>
                    <a:pt x="137" y="15765"/>
                    <a:pt x="103" y="15765"/>
                  </a:cubicBezTo>
                  <a:close/>
                  <a:moveTo>
                    <a:pt x="103" y="16789"/>
                  </a:moveTo>
                  <a:cubicBezTo>
                    <a:pt x="69" y="16789"/>
                    <a:pt x="1" y="16823"/>
                    <a:pt x="1" y="16857"/>
                  </a:cubicBezTo>
                  <a:lnTo>
                    <a:pt x="1" y="16994"/>
                  </a:lnTo>
                  <a:cubicBezTo>
                    <a:pt x="1" y="17028"/>
                    <a:pt x="35" y="17062"/>
                    <a:pt x="103" y="17062"/>
                  </a:cubicBezTo>
                  <a:cubicBezTo>
                    <a:pt x="137" y="17062"/>
                    <a:pt x="171" y="17028"/>
                    <a:pt x="171" y="16994"/>
                  </a:cubicBezTo>
                  <a:lnTo>
                    <a:pt x="171" y="16857"/>
                  </a:lnTo>
                  <a:cubicBezTo>
                    <a:pt x="171" y="16823"/>
                    <a:pt x="137" y="16789"/>
                    <a:pt x="103" y="16789"/>
                  </a:cubicBezTo>
                  <a:close/>
                  <a:moveTo>
                    <a:pt x="103" y="17813"/>
                  </a:moveTo>
                  <a:cubicBezTo>
                    <a:pt x="35" y="17813"/>
                    <a:pt x="1" y="17847"/>
                    <a:pt x="1" y="17881"/>
                  </a:cubicBezTo>
                  <a:lnTo>
                    <a:pt x="1" y="18018"/>
                  </a:lnTo>
                  <a:cubicBezTo>
                    <a:pt x="1" y="18052"/>
                    <a:pt x="35" y="18086"/>
                    <a:pt x="103" y="18086"/>
                  </a:cubicBezTo>
                  <a:cubicBezTo>
                    <a:pt x="137" y="18086"/>
                    <a:pt x="171" y="18052"/>
                    <a:pt x="171" y="18018"/>
                  </a:cubicBezTo>
                  <a:lnTo>
                    <a:pt x="171" y="17881"/>
                  </a:lnTo>
                  <a:cubicBezTo>
                    <a:pt x="171" y="17847"/>
                    <a:pt x="137" y="17813"/>
                    <a:pt x="103" y="17813"/>
                  </a:cubicBezTo>
                  <a:close/>
                  <a:moveTo>
                    <a:pt x="103" y="18837"/>
                  </a:moveTo>
                  <a:cubicBezTo>
                    <a:pt x="69" y="18837"/>
                    <a:pt x="1" y="18871"/>
                    <a:pt x="1" y="18939"/>
                  </a:cubicBezTo>
                  <a:lnTo>
                    <a:pt x="1" y="19041"/>
                  </a:lnTo>
                  <a:cubicBezTo>
                    <a:pt x="1" y="19075"/>
                    <a:pt x="69" y="19144"/>
                    <a:pt x="103" y="19144"/>
                  </a:cubicBezTo>
                  <a:cubicBezTo>
                    <a:pt x="137" y="19144"/>
                    <a:pt x="171" y="19075"/>
                    <a:pt x="171" y="19041"/>
                  </a:cubicBezTo>
                  <a:lnTo>
                    <a:pt x="171" y="18939"/>
                  </a:lnTo>
                  <a:cubicBezTo>
                    <a:pt x="171" y="18871"/>
                    <a:pt x="137" y="18837"/>
                    <a:pt x="103" y="18837"/>
                  </a:cubicBezTo>
                  <a:close/>
                  <a:moveTo>
                    <a:pt x="103" y="19860"/>
                  </a:moveTo>
                  <a:cubicBezTo>
                    <a:pt x="69" y="19860"/>
                    <a:pt x="35" y="19894"/>
                    <a:pt x="35" y="19963"/>
                  </a:cubicBezTo>
                  <a:lnTo>
                    <a:pt x="35" y="20065"/>
                  </a:lnTo>
                  <a:cubicBezTo>
                    <a:pt x="35" y="20133"/>
                    <a:pt x="69" y="20167"/>
                    <a:pt x="103" y="20167"/>
                  </a:cubicBezTo>
                  <a:cubicBezTo>
                    <a:pt x="137" y="20167"/>
                    <a:pt x="205" y="20133"/>
                    <a:pt x="205" y="20065"/>
                  </a:cubicBezTo>
                  <a:lnTo>
                    <a:pt x="205" y="19963"/>
                  </a:lnTo>
                  <a:cubicBezTo>
                    <a:pt x="205" y="19894"/>
                    <a:pt x="137" y="19860"/>
                    <a:pt x="103" y="19860"/>
                  </a:cubicBezTo>
                  <a:close/>
                  <a:moveTo>
                    <a:pt x="103" y="20918"/>
                  </a:moveTo>
                  <a:cubicBezTo>
                    <a:pt x="69" y="20918"/>
                    <a:pt x="35" y="20952"/>
                    <a:pt x="35" y="20986"/>
                  </a:cubicBezTo>
                  <a:lnTo>
                    <a:pt x="35" y="21089"/>
                  </a:lnTo>
                  <a:cubicBezTo>
                    <a:pt x="35" y="21157"/>
                    <a:pt x="69" y="21191"/>
                    <a:pt x="103" y="21191"/>
                  </a:cubicBezTo>
                  <a:cubicBezTo>
                    <a:pt x="171" y="21191"/>
                    <a:pt x="205" y="21157"/>
                    <a:pt x="205" y="21089"/>
                  </a:cubicBezTo>
                  <a:lnTo>
                    <a:pt x="205" y="20986"/>
                  </a:lnTo>
                  <a:cubicBezTo>
                    <a:pt x="205" y="20952"/>
                    <a:pt x="171" y="20918"/>
                    <a:pt x="103" y="20918"/>
                  </a:cubicBezTo>
                  <a:close/>
                  <a:moveTo>
                    <a:pt x="103" y="21942"/>
                  </a:moveTo>
                  <a:cubicBezTo>
                    <a:pt x="69" y="21942"/>
                    <a:pt x="35" y="21976"/>
                    <a:pt x="35" y="22010"/>
                  </a:cubicBezTo>
                  <a:lnTo>
                    <a:pt x="35" y="22146"/>
                  </a:lnTo>
                  <a:cubicBezTo>
                    <a:pt x="35" y="22181"/>
                    <a:pt x="69" y="22215"/>
                    <a:pt x="103" y="22215"/>
                  </a:cubicBezTo>
                  <a:cubicBezTo>
                    <a:pt x="171" y="22215"/>
                    <a:pt x="205" y="22181"/>
                    <a:pt x="205" y="22146"/>
                  </a:cubicBezTo>
                  <a:lnTo>
                    <a:pt x="205" y="22010"/>
                  </a:lnTo>
                  <a:cubicBezTo>
                    <a:pt x="205" y="21976"/>
                    <a:pt x="171" y="21942"/>
                    <a:pt x="103" y="21942"/>
                  </a:cubicBezTo>
                  <a:close/>
                  <a:moveTo>
                    <a:pt x="137" y="22965"/>
                  </a:moveTo>
                  <a:cubicBezTo>
                    <a:pt x="69" y="22965"/>
                    <a:pt x="35" y="23000"/>
                    <a:pt x="35" y="23034"/>
                  </a:cubicBezTo>
                  <a:lnTo>
                    <a:pt x="35" y="23170"/>
                  </a:lnTo>
                  <a:cubicBezTo>
                    <a:pt x="35" y="23204"/>
                    <a:pt x="69" y="23238"/>
                    <a:pt x="137" y="23238"/>
                  </a:cubicBezTo>
                  <a:cubicBezTo>
                    <a:pt x="171" y="23238"/>
                    <a:pt x="205" y="23204"/>
                    <a:pt x="205" y="23170"/>
                  </a:cubicBezTo>
                  <a:lnTo>
                    <a:pt x="205" y="23034"/>
                  </a:lnTo>
                  <a:cubicBezTo>
                    <a:pt x="205" y="23000"/>
                    <a:pt x="171" y="22965"/>
                    <a:pt x="137" y="22965"/>
                  </a:cubicBezTo>
                  <a:close/>
                  <a:moveTo>
                    <a:pt x="137" y="23989"/>
                  </a:moveTo>
                  <a:cubicBezTo>
                    <a:pt x="69" y="23989"/>
                    <a:pt x="35" y="24023"/>
                    <a:pt x="35" y="24091"/>
                  </a:cubicBezTo>
                  <a:lnTo>
                    <a:pt x="35" y="24194"/>
                  </a:lnTo>
                  <a:cubicBezTo>
                    <a:pt x="35" y="24228"/>
                    <a:pt x="69" y="24296"/>
                    <a:pt x="137" y="24296"/>
                  </a:cubicBezTo>
                  <a:cubicBezTo>
                    <a:pt x="171" y="24296"/>
                    <a:pt x="205" y="24228"/>
                    <a:pt x="205" y="24194"/>
                  </a:cubicBezTo>
                  <a:lnTo>
                    <a:pt x="205" y="24091"/>
                  </a:lnTo>
                  <a:cubicBezTo>
                    <a:pt x="205" y="24023"/>
                    <a:pt x="171" y="23989"/>
                    <a:pt x="137" y="23989"/>
                  </a:cubicBezTo>
                  <a:close/>
                  <a:moveTo>
                    <a:pt x="137" y="25013"/>
                  </a:moveTo>
                  <a:cubicBezTo>
                    <a:pt x="103" y="25013"/>
                    <a:pt x="69" y="25047"/>
                    <a:pt x="69" y="25115"/>
                  </a:cubicBezTo>
                  <a:lnTo>
                    <a:pt x="69" y="25218"/>
                  </a:lnTo>
                  <a:cubicBezTo>
                    <a:pt x="69" y="25286"/>
                    <a:pt x="103" y="25320"/>
                    <a:pt x="137" y="25320"/>
                  </a:cubicBezTo>
                  <a:cubicBezTo>
                    <a:pt x="205" y="25320"/>
                    <a:pt x="240" y="25286"/>
                    <a:pt x="240" y="25218"/>
                  </a:cubicBezTo>
                  <a:lnTo>
                    <a:pt x="240" y="25115"/>
                  </a:lnTo>
                  <a:cubicBezTo>
                    <a:pt x="240" y="25047"/>
                    <a:pt x="171" y="25013"/>
                    <a:pt x="137" y="25013"/>
                  </a:cubicBezTo>
                  <a:close/>
                  <a:moveTo>
                    <a:pt x="137" y="26071"/>
                  </a:moveTo>
                  <a:cubicBezTo>
                    <a:pt x="103" y="26071"/>
                    <a:pt x="69" y="26105"/>
                    <a:pt x="69" y="26139"/>
                  </a:cubicBezTo>
                  <a:lnTo>
                    <a:pt x="69" y="26241"/>
                  </a:lnTo>
                  <a:cubicBezTo>
                    <a:pt x="69" y="26309"/>
                    <a:pt x="103" y="26344"/>
                    <a:pt x="137" y="26344"/>
                  </a:cubicBezTo>
                  <a:cubicBezTo>
                    <a:pt x="205" y="26344"/>
                    <a:pt x="240" y="26309"/>
                    <a:pt x="240" y="26241"/>
                  </a:cubicBezTo>
                  <a:lnTo>
                    <a:pt x="240" y="26139"/>
                  </a:lnTo>
                  <a:cubicBezTo>
                    <a:pt x="240" y="26105"/>
                    <a:pt x="205" y="26071"/>
                    <a:pt x="137" y="26071"/>
                  </a:cubicBezTo>
                  <a:close/>
                  <a:moveTo>
                    <a:pt x="171" y="27094"/>
                  </a:moveTo>
                  <a:cubicBezTo>
                    <a:pt x="103" y="27094"/>
                    <a:pt x="69" y="27128"/>
                    <a:pt x="69" y="27163"/>
                  </a:cubicBezTo>
                  <a:lnTo>
                    <a:pt x="69" y="27299"/>
                  </a:lnTo>
                  <a:cubicBezTo>
                    <a:pt x="69" y="27333"/>
                    <a:pt x="103" y="27367"/>
                    <a:pt x="171" y="27367"/>
                  </a:cubicBezTo>
                  <a:cubicBezTo>
                    <a:pt x="205" y="27367"/>
                    <a:pt x="240" y="27333"/>
                    <a:pt x="240" y="27299"/>
                  </a:cubicBezTo>
                  <a:lnTo>
                    <a:pt x="240" y="27163"/>
                  </a:lnTo>
                  <a:cubicBezTo>
                    <a:pt x="240" y="27128"/>
                    <a:pt x="205" y="27094"/>
                    <a:pt x="171" y="27094"/>
                  </a:cubicBezTo>
                  <a:close/>
                  <a:moveTo>
                    <a:pt x="171" y="28118"/>
                  </a:moveTo>
                  <a:cubicBezTo>
                    <a:pt x="137" y="28118"/>
                    <a:pt x="103" y="28152"/>
                    <a:pt x="103" y="28186"/>
                  </a:cubicBezTo>
                  <a:lnTo>
                    <a:pt x="103" y="28323"/>
                  </a:lnTo>
                  <a:cubicBezTo>
                    <a:pt x="103" y="28357"/>
                    <a:pt x="137" y="28391"/>
                    <a:pt x="171" y="28391"/>
                  </a:cubicBezTo>
                  <a:cubicBezTo>
                    <a:pt x="240" y="28391"/>
                    <a:pt x="274" y="28357"/>
                    <a:pt x="274" y="28323"/>
                  </a:cubicBezTo>
                  <a:lnTo>
                    <a:pt x="274" y="28186"/>
                  </a:lnTo>
                  <a:cubicBezTo>
                    <a:pt x="274" y="28152"/>
                    <a:pt x="205" y="28118"/>
                    <a:pt x="171" y="28118"/>
                  </a:cubicBezTo>
                  <a:close/>
                  <a:moveTo>
                    <a:pt x="171" y="29142"/>
                  </a:moveTo>
                  <a:cubicBezTo>
                    <a:pt x="137" y="29142"/>
                    <a:pt x="103" y="29176"/>
                    <a:pt x="103" y="29244"/>
                  </a:cubicBezTo>
                  <a:lnTo>
                    <a:pt x="103" y="29346"/>
                  </a:lnTo>
                  <a:cubicBezTo>
                    <a:pt x="103" y="29381"/>
                    <a:pt x="137" y="29415"/>
                    <a:pt x="205" y="29415"/>
                  </a:cubicBezTo>
                  <a:cubicBezTo>
                    <a:pt x="240" y="29415"/>
                    <a:pt x="274" y="29381"/>
                    <a:pt x="274" y="29346"/>
                  </a:cubicBezTo>
                  <a:lnTo>
                    <a:pt x="274" y="29244"/>
                  </a:lnTo>
                  <a:cubicBezTo>
                    <a:pt x="274" y="29176"/>
                    <a:pt x="240" y="29142"/>
                    <a:pt x="171" y="2914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3" name="Google Shape;1825;p45">
              <a:extLst>
                <a:ext uri="{FF2B5EF4-FFF2-40B4-BE49-F238E27FC236}">
                  <a16:creationId xmlns:a16="http://schemas.microsoft.com/office/drawing/2014/main" id="{6754ADAD-AAC5-BA80-790B-5E3677990DFF}"/>
                </a:ext>
              </a:extLst>
            </p:cNvPr>
            <p:cNvSpPr/>
            <p:nvPr/>
          </p:nvSpPr>
          <p:spPr>
            <a:xfrm>
              <a:off x="3469733" y="1153744"/>
              <a:ext cx="245625" cy="376750"/>
            </a:xfrm>
            <a:custGeom>
              <a:avLst/>
              <a:gdLst/>
              <a:ahLst/>
              <a:cxnLst/>
              <a:rect l="l" t="t" r="r" b="b"/>
              <a:pathLst>
                <a:path w="11022" h="16906" extrusionOk="0">
                  <a:moveTo>
                    <a:pt x="100" y="1"/>
                  </a:moveTo>
                  <a:cubicBezTo>
                    <a:pt x="68" y="1"/>
                    <a:pt x="34" y="25"/>
                    <a:pt x="34" y="49"/>
                  </a:cubicBezTo>
                  <a:cubicBezTo>
                    <a:pt x="0" y="83"/>
                    <a:pt x="34" y="151"/>
                    <a:pt x="68" y="186"/>
                  </a:cubicBezTo>
                  <a:lnTo>
                    <a:pt x="171" y="220"/>
                  </a:lnTo>
                  <a:lnTo>
                    <a:pt x="205" y="220"/>
                  </a:lnTo>
                  <a:cubicBezTo>
                    <a:pt x="239" y="220"/>
                    <a:pt x="273" y="220"/>
                    <a:pt x="273" y="186"/>
                  </a:cubicBezTo>
                  <a:cubicBezTo>
                    <a:pt x="307" y="117"/>
                    <a:pt x="273" y="83"/>
                    <a:pt x="239" y="49"/>
                  </a:cubicBezTo>
                  <a:lnTo>
                    <a:pt x="137" y="15"/>
                  </a:lnTo>
                  <a:cubicBezTo>
                    <a:pt x="127" y="5"/>
                    <a:pt x="114" y="1"/>
                    <a:pt x="100" y="1"/>
                  </a:cubicBezTo>
                  <a:close/>
                  <a:moveTo>
                    <a:pt x="1040" y="410"/>
                  </a:moveTo>
                  <a:cubicBezTo>
                    <a:pt x="1004" y="410"/>
                    <a:pt x="980" y="434"/>
                    <a:pt x="956" y="459"/>
                  </a:cubicBezTo>
                  <a:cubicBezTo>
                    <a:pt x="956" y="527"/>
                    <a:pt x="956" y="561"/>
                    <a:pt x="1024" y="595"/>
                  </a:cubicBezTo>
                  <a:lnTo>
                    <a:pt x="1126" y="629"/>
                  </a:lnTo>
                  <a:lnTo>
                    <a:pt x="1160" y="629"/>
                  </a:lnTo>
                  <a:cubicBezTo>
                    <a:pt x="1194" y="629"/>
                    <a:pt x="1229" y="629"/>
                    <a:pt x="1229" y="595"/>
                  </a:cubicBezTo>
                  <a:cubicBezTo>
                    <a:pt x="1263" y="527"/>
                    <a:pt x="1229" y="493"/>
                    <a:pt x="1194" y="459"/>
                  </a:cubicBezTo>
                  <a:lnTo>
                    <a:pt x="1092" y="424"/>
                  </a:lnTo>
                  <a:cubicBezTo>
                    <a:pt x="1072" y="414"/>
                    <a:pt x="1055" y="410"/>
                    <a:pt x="1040" y="410"/>
                  </a:cubicBezTo>
                  <a:close/>
                  <a:moveTo>
                    <a:pt x="1983" y="820"/>
                  </a:moveTo>
                  <a:cubicBezTo>
                    <a:pt x="1959" y="820"/>
                    <a:pt x="1935" y="844"/>
                    <a:pt x="1911" y="868"/>
                  </a:cubicBezTo>
                  <a:cubicBezTo>
                    <a:pt x="1911" y="936"/>
                    <a:pt x="1911" y="970"/>
                    <a:pt x="1945" y="1005"/>
                  </a:cubicBezTo>
                  <a:lnTo>
                    <a:pt x="2082" y="1039"/>
                  </a:lnTo>
                  <a:lnTo>
                    <a:pt x="2116" y="1039"/>
                  </a:lnTo>
                  <a:cubicBezTo>
                    <a:pt x="2150" y="1039"/>
                    <a:pt x="2150" y="1039"/>
                    <a:pt x="2184" y="1005"/>
                  </a:cubicBezTo>
                  <a:cubicBezTo>
                    <a:pt x="2184" y="936"/>
                    <a:pt x="2184" y="902"/>
                    <a:pt x="2150" y="868"/>
                  </a:cubicBezTo>
                  <a:lnTo>
                    <a:pt x="2013" y="834"/>
                  </a:lnTo>
                  <a:cubicBezTo>
                    <a:pt x="2003" y="824"/>
                    <a:pt x="1993" y="820"/>
                    <a:pt x="1983" y="820"/>
                  </a:cubicBezTo>
                  <a:close/>
                  <a:moveTo>
                    <a:pt x="2933" y="1229"/>
                  </a:moveTo>
                  <a:cubicBezTo>
                    <a:pt x="2901" y="1229"/>
                    <a:pt x="2866" y="1253"/>
                    <a:pt x="2866" y="1278"/>
                  </a:cubicBezTo>
                  <a:cubicBezTo>
                    <a:pt x="2832" y="1312"/>
                    <a:pt x="2866" y="1380"/>
                    <a:pt x="2901" y="1380"/>
                  </a:cubicBezTo>
                  <a:lnTo>
                    <a:pt x="3003" y="1448"/>
                  </a:lnTo>
                  <a:lnTo>
                    <a:pt x="3037" y="1448"/>
                  </a:lnTo>
                  <a:cubicBezTo>
                    <a:pt x="3071" y="1448"/>
                    <a:pt x="3105" y="1414"/>
                    <a:pt x="3139" y="1380"/>
                  </a:cubicBezTo>
                  <a:cubicBezTo>
                    <a:pt x="3139" y="1346"/>
                    <a:pt x="3139" y="1312"/>
                    <a:pt x="3071" y="1278"/>
                  </a:cubicBezTo>
                  <a:lnTo>
                    <a:pt x="2969" y="1243"/>
                  </a:lnTo>
                  <a:cubicBezTo>
                    <a:pt x="2959" y="1233"/>
                    <a:pt x="2946" y="1229"/>
                    <a:pt x="2933" y="1229"/>
                  </a:cubicBezTo>
                  <a:close/>
                  <a:moveTo>
                    <a:pt x="3924" y="1619"/>
                  </a:moveTo>
                  <a:cubicBezTo>
                    <a:pt x="3890" y="1619"/>
                    <a:pt x="3822" y="1653"/>
                    <a:pt x="3822" y="1687"/>
                  </a:cubicBezTo>
                  <a:cubicBezTo>
                    <a:pt x="3788" y="1721"/>
                    <a:pt x="3822" y="1789"/>
                    <a:pt x="3856" y="1789"/>
                  </a:cubicBezTo>
                  <a:lnTo>
                    <a:pt x="3958" y="1823"/>
                  </a:lnTo>
                  <a:cubicBezTo>
                    <a:pt x="3993" y="1858"/>
                    <a:pt x="3993" y="1858"/>
                    <a:pt x="3993" y="1858"/>
                  </a:cubicBezTo>
                  <a:cubicBezTo>
                    <a:pt x="4027" y="1858"/>
                    <a:pt x="4061" y="1823"/>
                    <a:pt x="4095" y="1789"/>
                  </a:cubicBezTo>
                  <a:cubicBezTo>
                    <a:pt x="4095" y="1755"/>
                    <a:pt x="4061" y="1687"/>
                    <a:pt x="4027" y="1687"/>
                  </a:cubicBezTo>
                  <a:lnTo>
                    <a:pt x="3924" y="1619"/>
                  </a:lnTo>
                  <a:close/>
                  <a:moveTo>
                    <a:pt x="4880" y="2028"/>
                  </a:moveTo>
                  <a:cubicBezTo>
                    <a:pt x="4846" y="2028"/>
                    <a:pt x="4777" y="2028"/>
                    <a:pt x="4777" y="2062"/>
                  </a:cubicBezTo>
                  <a:cubicBezTo>
                    <a:pt x="4743" y="2131"/>
                    <a:pt x="4777" y="2165"/>
                    <a:pt x="4811" y="2199"/>
                  </a:cubicBezTo>
                  <a:lnTo>
                    <a:pt x="4914" y="2233"/>
                  </a:lnTo>
                  <a:lnTo>
                    <a:pt x="4948" y="2233"/>
                  </a:lnTo>
                  <a:cubicBezTo>
                    <a:pt x="4982" y="2233"/>
                    <a:pt x="5016" y="2233"/>
                    <a:pt x="5016" y="2199"/>
                  </a:cubicBezTo>
                  <a:cubicBezTo>
                    <a:pt x="5050" y="2131"/>
                    <a:pt x="5016" y="2096"/>
                    <a:pt x="4982" y="2062"/>
                  </a:cubicBezTo>
                  <a:lnTo>
                    <a:pt x="4880" y="2028"/>
                  </a:lnTo>
                  <a:close/>
                  <a:moveTo>
                    <a:pt x="5799" y="2424"/>
                  </a:moveTo>
                  <a:cubicBezTo>
                    <a:pt x="5767" y="2424"/>
                    <a:pt x="5733" y="2448"/>
                    <a:pt x="5733" y="2472"/>
                  </a:cubicBezTo>
                  <a:cubicBezTo>
                    <a:pt x="5699" y="2506"/>
                    <a:pt x="5733" y="2574"/>
                    <a:pt x="5767" y="2574"/>
                  </a:cubicBezTo>
                  <a:lnTo>
                    <a:pt x="5869" y="2608"/>
                  </a:lnTo>
                  <a:cubicBezTo>
                    <a:pt x="5869" y="2642"/>
                    <a:pt x="5903" y="2642"/>
                    <a:pt x="5903" y="2642"/>
                  </a:cubicBezTo>
                  <a:cubicBezTo>
                    <a:pt x="5938" y="2642"/>
                    <a:pt x="5972" y="2608"/>
                    <a:pt x="5972" y="2574"/>
                  </a:cubicBezTo>
                  <a:cubicBezTo>
                    <a:pt x="6006" y="2540"/>
                    <a:pt x="5972" y="2472"/>
                    <a:pt x="5938" y="2472"/>
                  </a:cubicBezTo>
                  <a:lnTo>
                    <a:pt x="5835" y="2438"/>
                  </a:lnTo>
                  <a:cubicBezTo>
                    <a:pt x="5825" y="2428"/>
                    <a:pt x="5812" y="2424"/>
                    <a:pt x="5799" y="2424"/>
                  </a:cubicBezTo>
                  <a:close/>
                  <a:moveTo>
                    <a:pt x="6754" y="2799"/>
                  </a:moveTo>
                  <a:cubicBezTo>
                    <a:pt x="6722" y="2799"/>
                    <a:pt x="6688" y="2823"/>
                    <a:pt x="6688" y="2847"/>
                  </a:cubicBezTo>
                  <a:cubicBezTo>
                    <a:pt x="6654" y="2915"/>
                    <a:pt x="6688" y="2950"/>
                    <a:pt x="6722" y="2984"/>
                  </a:cubicBezTo>
                  <a:lnTo>
                    <a:pt x="6825" y="3018"/>
                  </a:lnTo>
                  <a:lnTo>
                    <a:pt x="6859" y="3018"/>
                  </a:lnTo>
                  <a:cubicBezTo>
                    <a:pt x="6893" y="3018"/>
                    <a:pt x="6927" y="2984"/>
                    <a:pt x="6927" y="2950"/>
                  </a:cubicBezTo>
                  <a:cubicBezTo>
                    <a:pt x="6961" y="2915"/>
                    <a:pt x="6927" y="2881"/>
                    <a:pt x="6893" y="2847"/>
                  </a:cubicBezTo>
                  <a:lnTo>
                    <a:pt x="6791" y="2813"/>
                  </a:lnTo>
                  <a:cubicBezTo>
                    <a:pt x="6781" y="2803"/>
                    <a:pt x="6768" y="2799"/>
                    <a:pt x="6754" y="2799"/>
                  </a:cubicBezTo>
                  <a:close/>
                  <a:moveTo>
                    <a:pt x="7746" y="3188"/>
                  </a:moveTo>
                  <a:cubicBezTo>
                    <a:pt x="7712" y="3188"/>
                    <a:pt x="7644" y="3188"/>
                    <a:pt x="7644" y="3257"/>
                  </a:cubicBezTo>
                  <a:cubicBezTo>
                    <a:pt x="7610" y="3291"/>
                    <a:pt x="7644" y="3325"/>
                    <a:pt x="7678" y="3359"/>
                  </a:cubicBezTo>
                  <a:lnTo>
                    <a:pt x="7780" y="3393"/>
                  </a:lnTo>
                  <a:lnTo>
                    <a:pt x="7814" y="3393"/>
                  </a:lnTo>
                  <a:cubicBezTo>
                    <a:pt x="7848" y="3393"/>
                    <a:pt x="7883" y="3393"/>
                    <a:pt x="7883" y="3359"/>
                  </a:cubicBezTo>
                  <a:cubicBezTo>
                    <a:pt x="7917" y="3291"/>
                    <a:pt x="7883" y="3257"/>
                    <a:pt x="7848" y="3223"/>
                  </a:cubicBezTo>
                  <a:lnTo>
                    <a:pt x="7746" y="3188"/>
                  </a:lnTo>
                  <a:close/>
                  <a:moveTo>
                    <a:pt x="8701" y="3564"/>
                  </a:moveTo>
                  <a:cubicBezTo>
                    <a:pt x="8667" y="3564"/>
                    <a:pt x="8599" y="3598"/>
                    <a:pt x="8599" y="3632"/>
                  </a:cubicBezTo>
                  <a:cubicBezTo>
                    <a:pt x="8565" y="3666"/>
                    <a:pt x="8599" y="3734"/>
                    <a:pt x="8633" y="3734"/>
                  </a:cubicBezTo>
                  <a:lnTo>
                    <a:pt x="8736" y="3769"/>
                  </a:lnTo>
                  <a:cubicBezTo>
                    <a:pt x="8736" y="3803"/>
                    <a:pt x="8770" y="3803"/>
                    <a:pt x="8770" y="3803"/>
                  </a:cubicBezTo>
                  <a:cubicBezTo>
                    <a:pt x="8804" y="3803"/>
                    <a:pt x="8838" y="3769"/>
                    <a:pt x="8838" y="3734"/>
                  </a:cubicBezTo>
                  <a:cubicBezTo>
                    <a:pt x="8872" y="3700"/>
                    <a:pt x="8838" y="3632"/>
                    <a:pt x="8804" y="3632"/>
                  </a:cubicBezTo>
                  <a:lnTo>
                    <a:pt x="8701" y="3564"/>
                  </a:lnTo>
                  <a:close/>
                  <a:moveTo>
                    <a:pt x="9621" y="3959"/>
                  </a:moveTo>
                  <a:cubicBezTo>
                    <a:pt x="9589" y="3959"/>
                    <a:pt x="9555" y="3983"/>
                    <a:pt x="9555" y="4007"/>
                  </a:cubicBezTo>
                  <a:cubicBezTo>
                    <a:pt x="9520" y="4041"/>
                    <a:pt x="9555" y="4110"/>
                    <a:pt x="9589" y="4110"/>
                  </a:cubicBezTo>
                  <a:lnTo>
                    <a:pt x="9691" y="4178"/>
                  </a:lnTo>
                  <a:lnTo>
                    <a:pt x="9725" y="4178"/>
                  </a:lnTo>
                  <a:cubicBezTo>
                    <a:pt x="9759" y="4178"/>
                    <a:pt x="9793" y="4144"/>
                    <a:pt x="9793" y="4110"/>
                  </a:cubicBezTo>
                  <a:cubicBezTo>
                    <a:pt x="9828" y="4076"/>
                    <a:pt x="9793" y="4007"/>
                    <a:pt x="9759" y="4007"/>
                  </a:cubicBezTo>
                  <a:lnTo>
                    <a:pt x="9657" y="3973"/>
                  </a:lnTo>
                  <a:cubicBezTo>
                    <a:pt x="9647" y="3963"/>
                    <a:pt x="9634" y="3959"/>
                    <a:pt x="9621" y="3959"/>
                  </a:cubicBezTo>
                  <a:close/>
                  <a:moveTo>
                    <a:pt x="10561" y="4391"/>
                  </a:moveTo>
                  <a:cubicBezTo>
                    <a:pt x="10544" y="4391"/>
                    <a:pt x="10527" y="4400"/>
                    <a:pt x="10510" y="4417"/>
                  </a:cubicBezTo>
                  <a:cubicBezTo>
                    <a:pt x="10476" y="4451"/>
                    <a:pt x="10476" y="4485"/>
                    <a:pt x="10510" y="4519"/>
                  </a:cubicBezTo>
                  <a:lnTo>
                    <a:pt x="10578" y="4622"/>
                  </a:lnTo>
                  <a:lnTo>
                    <a:pt x="10681" y="4622"/>
                  </a:lnTo>
                  <a:cubicBezTo>
                    <a:pt x="10715" y="4587"/>
                    <a:pt x="10715" y="4519"/>
                    <a:pt x="10681" y="4485"/>
                  </a:cubicBezTo>
                  <a:lnTo>
                    <a:pt x="10612" y="4417"/>
                  </a:lnTo>
                  <a:cubicBezTo>
                    <a:pt x="10595" y="4400"/>
                    <a:pt x="10578" y="4391"/>
                    <a:pt x="10561" y="4391"/>
                  </a:cubicBezTo>
                  <a:close/>
                  <a:moveTo>
                    <a:pt x="10919" y="5270"/>
                  </a:moveTo>
                  <a:cubicBezTo>
                    <a:pt x="10885" y="5270"/>
                    <a:pt x="10851" y="5338"/>
                    <a:pt x="10851" y="5372"/>
                  </a:cubicBezTo>
                  <a:lnTo>
                    <a:pt x="10851" y="5475"/>
                  </a:lnTo>
                  <a:cubicBezTo>
                    <a:pt x="10851" y="5543"/>
                    <a:pt x="10885" y="5577"/>
                    <a:pt x="10919" y="5577"/>
                  </a:cubicBezTo>
                  <a:cubicBezTo>
                    <a:pt x="10988" y="5577"/>
                    <a:pt x="11022" y="5543"/>
                    <a:pt x="11022" y="5475"/>
                  </a:cubicBezTo>
                  <a:lnTo>
                    <a:pt x="11022" y="5372"/>
                  </a:lnTo>
                  <a:cubicBezTo>
                    <a:pt x="11022" y="5338"/>
                    <a:pt x="10988" y="5270"/>
                    <a:pt x="10919" y="5270"/>
                  </a:cubicBezTo>
                  <a:close/>
                  <a:moveTo>
                    <a:pt x="10919" y="6328"/>
                  </a:moveTo>
                  <a:cubicBezTo>
                    <a:pt x="10885" y="6328"/>
                    <a:pt x="10851" y="6362"/>
                    <a:pt x="10851" y="6396"/>
                  </a:cubicBezTo>
                  <a:lnTo>
                    <a:pt x="10851" y="6498"/>
                  </a:lnTo>
                  <a:cubicBezTo>
                    <a:pt x="10851" y="6567"/>
                    <a:pt x="10885" y="6601"/>
                    <a:pt x="10919" y="6601"/>
                  </a:cubicBezTo>
                  <a:cubicBezTo>
                    <a:pt x="10988" y="6601"/>
                    <a:pt x="11022" y="6567"/>
                    <a:pt x="11022" y="6498"/>
                  </a:cubicBezTo>
                  <a:lnTo>
                    <a:pt x="11022" y="6396"/>
                  </a:lnTo>
                  <a:cubicBezTo>
                    <a:pt x="11022" y="6362"/>
                    <a:pt x="10988" y="6328"/>
                    <a:pt x="10919" y="6328"/>
                  </a:cubicBezTo>
                  <a:close/>
                  <a:moveTo>
                    <a:pt x="10919" y="7351"/>
                  </a:moveTo>
                  <a:cubicBezTo>
                    <a:pt x="10885" y="7351"/>
                    <a:pt x="10851" y="7386"/>
                    <a:pt x="10851" y="7420"/>
                  </a:cubicBezTo>
                  <a:lnTo>
                    <a:pt x="10851" y="7556"/>
                  </a:lnTo>
                  <a:cubicBezTo>
                    <a:pt x="10851" y="7590"/>
                    <a:pt x="10885" y="7624"/>
                    <a:pt x="10919" y="7624"/>
                  </a:cubicBezTo>
                  <a:cubicBezTo>
                    <a:pt x="10988" y="7624"/>
                    <a:pt x="11022" y="7590"/>
                    <a:pt x="11022" y="7556"/>
                  </a:cubicBezTo>
                  <a:lnTo>
                    <a:pt x="11022" y="7420"/>
                  </a:lnTo>
                  <a:cubicBezTo>
                    <a:pt x="11022" y="7386"/>
                    <a:pt x="10988" y="7351"/>
                    <a:pt x="10919" y="7351"/>
                  </a:cubicBezTo>
                  <a:close/>
                  <a:moveTo>
                    <a:pt x="10919" y="8375"/>
                  </a:moveTo>
                  <a:cubicBezTo>
                    <a:pt x="10885" y="8375"/>
                    <a:pt x="10851" y="8409"/>
                    <a:pt x="10851" y="8443"/>
                  </a:cubicBezTo>
                  <a:lnTo>
                    <a:pt x="10851" y="8580"/>
                  </a:lnTo>
                  <a:cubicBezTo>
                    <a:pt x="10851" y="8614"/>
                    <a:pt x="10885" y="8648"/>
                    <a:pt x="10919" y="8648"/>
                  </a:cubicBezTo>
                  <a:cubicBezTo>
                    <a:pt x="10988" y="8648"/>
                    <a:pt x="11022" y="8614"/>
                    <a:pt x="11022" y="8580"/>
                  </a:cubicBezTo>
                  <a:lnTo>
                    <a:pt x="11022" y="8443"/>
                  </a:lnTo>
                  <a:cubicBezTo>
                    <a:pt x="11022" y="8409"/>
                    <a:pt x="10988" y="8375"/>
                    <a:pt x="10919" y="8375"/>
                  </a:cubicBezTo>
                  <a:close/>
                  <a:moveTo>
                    <a:pt x="10919" y="9399"/>
                  </a:moveTo>
                  <a:cubicBezTo>
                    <a:pt x="10885" y="9399"/>
                    <a:pt x="10851" y="9433"/>
                    <a:pt x="10851" y="9501"/>
                  </a:cubicBezTo>
                  <a:lnTo>
                    <a:pt x="10851" y="9604"/>
                  </a:lnTo>
                  <a:cubicBezTo>
                    <a:pt x="10851" y="9638"/>
                    <a:pt x="10885" y="9706"/>
                    <a:pt x="10919" y="9706"/>
                  </a:cubicBezTo>
                  <a:cubicBezTo>
                    <a:pt x="10988" y="9706"/>
                    <a:pt x="11022" y="9638"/>
                    <a:pt x="11022" y="9604"/>
                  </a:cubicBezTo>
                  <a:lnTo>
                    <a:pt x="11022" y="9501"/>
                  </a:lnTo>
                  <a:cubicBezTo>
                    <a:pt x="11022" y="9433"/>
                    <a:pt x="10988" y="9399"/>
                    <a:pt x="10919" y="9399"/>
                  </a:cubicBezTo>
                  <a:close/>
                  <a:moveTo>
                    <a:pt x="10919" y="10423"/>
                  </a:moveTo>
                  <a:cubicBezTo>
                    <a:pt x="10885" y="10423"/>
                    <a:pt x="10851" y="10457"/>
                    <a:pt x="10851" y="10525"/>
                  </a:cubicBezTo>
                  <a:lnTo>
                    <a:pt x="10851" y="10627"/>
                  </a:lnTo>
                  <a:cubicBezTo>
                    <a:pt x="10851" y="10696"/>
                    <a:pt x="10885" y="10730"/>
                    <a:pt x="10919" y="10730"/>
                  </a:cubicBezTo>
                  <a:cubicBezTo>
                    <a:pt x="10988" y="10730"/>
                    <a:pt x="11022" y="10696"/>
                    <a:pt x="11022" y="10627"/>
                  </a:cubicBezTo>
                  <a:lnTo>
                    <a:pt x="11022" y="10525"/>
                  </a:lnTo>
                  <a:cubicBezTo>
                    <a:pt x="11022" y="10457"/>
                    <a:pt x="10988" y="10423"/>
                    <a:pt x="10919" y="10423"/>
                  </a:cubicBezTo>
                  <a:close/>
                  <a:moveTo>
                    <a:pt x="10919" y="11480"/>
                  </a:moveTo>
                  <a:cubicBezTo>
                    <a:pt x="10851" y="11480"/>
                    <a:pt x="10817" y="11514"/>
                    <a:pt x="10817" y="11549"/>
                  </a:cubicBezTo>
                  <a:lnTo>
                    <a:pt x="10817" y="11651"/>
                  </a:lnTo>
                  <a:cubicBezTo>
                    <a:pt x="10817" y="11719"/>
                    <a:pt x="10885" y="11753"/>
                    <a:pt x="10919" y="11753"/>
                  </a:cubicBezTo>
                  <a:cubicBezTo>
                    <a:pt x="10954" y="11753"/>
                    <a:pt x="10988" y="11719"/>
                    <a:pt x="10988" y="11651"/>
                  </a:cubicBezTo>
                  <a:lnTo>
                    <a:pt x="10988" y="11549"/>
                  </a:lnTo>
                  <a:cubicBezTo>
                    <a:pt x="10988" y="11514"/>
                    <a:pt x="10954" y="11480"/>
                    <a:pt x="10919" y="11480"/>
                  </a:cubicBezTo>
                  <a:close/>
                  <a:moveTo>
                    <a:pt x="10919" y="12504"/>
                  </a:moveTo>
                  <a:cubicBezTo>
                    <a:pt x="10851" y="12504"/>
                    <a:pt x="10817" y="12538"/>
                    <a:pt x="10817" y="12572"/>
                  </a:cubicBezTo>
                  <a:lnTo>
                    <a:pt x="10817" y="12709"/>
                  </a:lnTo>
                  <a:cubicBezTo>
                    <a:pt x="10817" y="12743"/>
                    <a:pt x="10851" y="12777"/>
                    <a:pt x="10919" y="12777"/>
                  </a:cubicBezTo>
                  <a:cubicBezTo>
                    <a:pt x="10954" y="12777"/>
                    <a:pt x="10988" y="12743"/>
                    <a:pt x="10988" y="12709"/>
                  </a:cubicBezTo>
                  <a:lnTo>
                    <a:pt x="10988" y="12572"/>
                  </a:lnTo>
                  <a:cubicBezTo>
                    <a:pt x="10988" y="12538"/>
                    <a:pt x="10954" y="12504"/>
                    <a:pt x="10919" y="12504"/>
                  </a:cubicBezTo>
                  <a:close/>
                  <a:moveTo>
                    <a:pt x="10885" y="13528"/>
                  </a:moveTo>
                  <a:cubicBezTo>
                    <a:pt x="10851" y="13528"/>
                    <a:pt x="10817" y="13562"/>
                    <a:pt x="10817" y="13596"/>
                  </a:cubicBezTo>
                  <a:lnTo>
                    <a:pt x="10817" y="13732"/>
                  </a:lnTo>
                  <a:cubicBezTo>
                    <a:pt x="10817" y="13767"/>
                    <a:pt x="10851" y="13801"/>
                    <a:pt x="10885" y="13801"/>
                  </a:cubicBezTo>
                  <a:cubicBezTo>
                    <a:pt x="10954" y="13801"/>
                    <a:pt x="10988" y="13767"/>
                    <a:pt x="10988" y="13732"/>
                  </a:cubicBezTo>
                  <a:lnTo>
                    <a:pt x="10988" y="13596"/>
                  </a:lnTo>
                  <a:cubicBezTo>
                    <a:pt x="10988" y="13562"/>
                    <a:pt x="10954" y="13528"/>
                    <a:pt x="10885" y="13528"/>
                  </a:cubicBezTo>
                  <a:close/>
                  <a:moveTo>
                    <a:pt x="10885" y="14551"/>
                  </a:moveTo>
                  <a:cubicBezTo>
                    <a:pt x="10851" y="14551"/>
                    <a:pt x="10817" y="14586"/>
                    <a:pt x="10817" y="14654"/>
                  </a:cubicBezTo>
                  <a:lnTo>
                    <a:pt x="10783" y="14756"/>
                  </a:lnTo>
                  <a:cubicBezTo>
                    <a:pt x="10783" y="14790"/>
                    <a:pt x="10851" y="14824"/>
                    <a:pt x="10885" y="14859"/>
                  </a:cubicBezTo>
                  <a:cubicBezTo>
                    <a:pt x="10919" y="14859"/>
                    <a:pt x="10988" y="14790"/>
                    <a:pt x="10988" y="14756"/>
                  </a:cubicBezTo>
                  <a:lnTo>
                    <a:pt x="10988" y="14654"/>
                  </a:lnTo>
                  <a:cubicBezTo>
                    <a:pt x="10988" y="14586"/>
                    <a:pt x="10919" y="14551"/>
                    <a:pt x="10885" y="14551"/>
                  </a:cubicBezTo>
                  <a:close/>
                  <a:moveTo>
                    <a:pt x="10885" y="15575"/>
                  </a:moveTo>
                  <a:cubicBezTo>
                    <a:pt x="10817" y="15575"/>
                    <a:pt x="10783" y="15609"/>
                    <a:pt x="10783" y="15677"/>
                  </a:cubicBezTo>
                  <a:lnTo>
                    <a:pt x="10783" y="15780"/>
                  </a:lnTo>
                  <a:cubicBezTo>
                    <a:pt x="10783" y="15848"/>
                    <a:pt x="10817" y="15882"/>
                    <a:pt x="10851" y="15882"/>
                  </a:cubicBezTo>
                  <a:lnTo>
                    <a:pt x="10885" y="15882"/>
                  </a:lnTo>
                  <a:cubicBezTo>
                    <a:pt x="10919" y="15882"/>
                    <a:pt x="10954" y="15848"/>
                    <a:pt x="10954" y="15780"/>
                  </a:cubicBezTo>
                  <a:lnTo>
                    <a:pt x="10954" y="15677"/>
                  </a:lnTo>
                  <a:cubicBezTo>
                    <a:pt x="10954" y="15609"/>
                    <a:pt x="10919" y="15575"/>
                    <a:pt x="10885" y="15575"/>
                  </a:cubicBezTo>
                  <a:close/>
                  <a:moveTo>
                    <a:pt x="10851" y="16633"/>
                  </a:moveTo>
                  <a:cubicBezTo>
                    <a:pt x="10817" y="16633"/>
                    <a:pt x="10783" y="16667"/>
                    <a:pt x="10749" y="16701"/>
                  </a:cubicBezTo>
                  <a:lnTo>
                    <a:pt x="10749" y="16804"/>
                  </a:lnTo>
                  <a:cubicBezTo>
                    <a:pt x="10749" y="16872"/>
                    <a:pt x="10817" y="16906"/>
                    <a:pt x="10851" y="16906"/>
                  </a:cubicBezTo>
                  <a:cubicBezTo>
                    <a:pt x="10885" y="16906"/>
                    <a:pt x="10919" y="16872"/>
                    <a:pt x="10919" y="16804"/>
                  </a:cubicBezTo>
                  <a:lnTo>
                    <a:pt x="10954" y="16701"/>
                  </a:lnTo>
                  <a:cubicBezTo>
                    <a:pt x="10954" y="16667"/>
                    <a:pt x="10885" y="16633"/>
                    <a:pt x="10851" y="1663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4" name="Google Shape;1826;p45">
              <a:extLst>
                <a:ext uri="{FF2B5EF4-FFF2-40B4-BE49-F238E27FC236}">
                  <a16:creationId xmlns:a16="http://schemas.microsoft.com/office/drawing/2014/main" id="{2E57F62F-D9F4-0C5B-D4F2-7F1855087CDD}"/>
                </a:ext>
              </a:extLst>
            </p:cNvPr>
            <p:cNvSpPr/>
            <p:nvPr/>
          </p:nvSpPr>
          <p:spPr>
            <a:xfrm>
              <a:off x="2843123" y="892163"/>
              <a:ext cx="515608" cy="217056"/>
            </a:xfrm>
            <a:custGeom>
              <a:avLst/>
              <a:gdLst/>
              <a:ahLst/>
              <a:cxnLst/>
              <a:rect l="l" t="t" r="r" b="b"/>
              <a:pathLst>
                <a:path w="23137" h="9740" extrusionOk="0">
                  <a:moveTo>
                    <a:pt x="101" y="0"/>
                  </a:moveTo>
                  <a:cubicBezTo>
                    <a:pt x="69" y="0"/>
                    <a:pt x="35" y="25"/>
                    <a:pt x="35" y="49"/>
                  </a:cubicBezTo>
                  <a:cubicBezTo>
                    <a:pt x="1" y="117"/>
                    <a:pt x="35" y="151"/>
                    <a:pt x="69" y="185"/>
                  </a:cubicBezTo>
                  <a:lnTo>
                    <a:pt x="171" y="219"/>
                  </a:lnTo>
                  <a:lnTo>
                    <a:pt x="205" y="219"/>
                  </a:lnTo>
                  <a:cubicBezTo>
                    <a:pt x="240" y="219"/>
                    <a:pt x="274" y="219"/>
                    <a:pt x="274" y="185"/>
                  </a:cubicBezTo>
                  <a:cubicBezTo>
                    <a:pt x="308" y="117"/>
                    <a:pt x="274" y="83"/>
                    <a:pt x="240" y="49"/>
                  </a:cubicBezTo>
                  <a:lnTo>
                    <a:pt x="137" y="15"/>
                  </a:lnTo>
                  <a:cubicBezTo>
                    <a:pt x="127" y="5"/>
                    <a:pt x="114" y="0"/>
                    <a:pt x="101" y="0"/>
                  </a:cubicBezTo>
                  <a:close/>
                  <a:moveTo>
                    <a:pt x="1059" y="424"/>
                  </a:moveTo>
                  <a:cubicBezTo>
                    <a:pt x="1024" y="424"/>
                    <a:pt x="990" y="424"/>
                    <a:pt x="956" y="492"/>
                  </a:cubicBezTo>
                  <a:cubicBezTo>
                    <a:pt x="922" y="526"/>
                    <a:pt x="956" y="561"/>
                    <a:pt x="990" y="595"/>
                  </a:cubicBezTo>
                  <a:lnTo>
                    <a:pt x="1093" y="629"/>
                  </a:lnTo>
                  <a:cubicBezTo>
                    <a:pt x="1127" y="629"/>
                    <a:pt x="1127" y="663"/>
                    <a:pt x="1127" y="663"/>
                  </a:cubicBezTo>
                  <a:cubicBezTo>
                    <a:pt x="1161" y="663"/>
                    <a:pt x="1195" y="629"/>
                    <a:pt x="1229" y="595"/>
                  </a:cubicBezTo>
                  <a:cubicBezTo>
                    <a:pt x="1229" y="561"/>
                    <a:pt x="1229" y="492"/>
                    <a:pt x="1161" y="492"/>
                  </a:cubicBezTo>
                  <a:lnTo>
                    <a:pt x="1059" y="424"/>
                  </a:lnTo>
                  <a:close/>
                  <a:moveTo>
                    <a:pt x="1978" y="854"/>
                  </a:moveTo>
                  <a:cubicBezTo>
                    <a:pt x="1946" y="854"/>
                    <a:pt x="1912" y="878"/>
                    <a:pt x="1912" y="902"/>
                  </a:cubicBezTo>
                  <a:cubicBezTo>
                    <a:pt x="1878" y="936"/>
                    <a:pt x="1912" y="1004"/>
                    <a:pt x="1946" y="1004"/>
                  </a:cubicBezTo>
                  <a:lnTo>
                    <a:pt x="2048" y="1038"/>
                  </a:lnTo>
                  <a:cubicBezTo>
                    <a:pt x="2048" y="1072"/>
                    <a:pt x="2082" y="1072"/>
                    <a:pt x="2082" y="1072"/>
                  </a:cubicBezTo>
                  <a:cubicBezTo>
                    <a:pt x="2116" y="1072"/>
                    <a:pt x="2150" y="1038"/>
                    <a:pt x="2150" y="1004"/>
                  </a:cubicBezTo>
                  <a:cubicBezTo>
                    <a:pt x="2185" y="970"/>
                    <a:pt x="2150" y="902"/>
                    <a:pt x="2116" y="902"/>
                  </a:cubicBezTo>
                  <a:lnTo>
                    <a:pt x="2014" y="868"/>
                  </a:lnTo>
                  <a:cubicBezTo>
                    <a:pt x="2004" y="858"/>
                    <a:pt x="1991" y="854"/>
                    <a:pt x="1978" y="854"/>
                  </a:cubicBezTo>
                  <a:close/>
                  <a:moveTo>
                    <a:pt x="2917" y="1263"/>
                  </a:moveTo>
                  <a:cubicBezTo>
                    <a:pt x="2881" y="1263"/>
                    <a:pt x="2857" y="1287"/>
                    <a:pt x="2833" y="1311"/>
                  </a:cubicBezTo>
                  <a:cubicBezTo>
                    <a:pt x="2833" y="1345"/>
                    <a:pt x="2833" y="1414"/>
                    <a:pt x="2901" y="1414"/>
                  </a:cubicBezTo>
                  <a:lnTo>
                    <a:pt x="3004" y="1482"/>
                  </a:lnTo>
                  <a:lnTo>
                    <a:pt x="3038" y="1482"/>
                  </a:lnTo>
                  <a:cubicBezTo>
                    <a:pt x="3072" y="1482"/>
                    <a:pt x="3106" y="1448"/>
                    <a:pt x="3106" y="1414"/>
                  </a:cubicBezTo>
                  <a:cubicBezTo>
                    <a:pt x="3140" y="1380"/>
                    <a:pt x="3106" y="1311"/>
                    <a:pt x="3072" y="1311"/>
                  </a:cubicBezTo>
                  <a:lnTo>
                    <a:pt x="2969" y="1277"/>
                  </a:lnTo>
                  <a:cubicBezTo>
                    <a:pt x="2949" y="1267"/>
                    <a:pt x="2932" y="1263"/>
                    <a:pt x="2917" y="1263"/>
                  </a:cubicBezTo>
                  <a:close/>
                  <a:moveTo>
                    <a:pt x="3891" y="1653"/>
                  </a:moveTo>
                  <a:cubicBezTo>
                    <a:pt x="3857" y="1653"/>
                    <a:pt x="3823" y="1653"/>
                    <a:pt x="3788" y="1721"/>
                  </a:cubicBezTo>
                  <a:cubicBezTo>
                    <a:pt x="3788" y="1755"/>
                    <a:pt x="3788" y="1789"/>
                    <a:pt x="3823" y="1823"/>
                  </a:cubicBezTo>
                  <a:lnTo>
                    <a:pt x="3959" y="1857"/>
                  </a:lnTo>
                  <a:cubicBezTo>
                    <a:pt x="3959" y="1891"/>
                    <a:pt x="3959" y="1891"/>
                    <a:pt x="3993" y="1891"/>
                  </a:cubicBezTo>
                  <a:cubicBezTo>
                    <a:pt x="4027" y="1891"/>
                    <a:pt x="4027" y="1857"/>
                    <a:pt x="4061" y="1823"/>
                  </a:cubicBezTo>
                  <a:cubicBezTo>
                    <a:pt x="4061" y="1789"/>
                    <a:pt x="4061" y="1721"/>
                    <a:pt x="4027" y="1721"/>
                  </a:cubicBezTo>
                  <a:lnTo>
                    <a:pt x="3891" y="1653"/>
                  </a:lnTo>
                  <a:close/>
                  <a:moveTo>
                    <a:pt x="4846" y="2062"/>
                  </a:moveTo>
                  <a:cubicBezTo>
                    <a:pt x="4812" y="2062"/>
                    <a:pt x="4778" y="2062"/>
                    <a:pt x="4744" y="2130"/>
                  </a:cubicBezTo>
                  <a:cubicBezTo>
                    <a:pt x="4710" y="2164"/>
                    <a:pt x="4744" y="2198"/>
                    <a:pt x="4778" y="2233"/>
                  </a:cubicBezTo>
                  <a:lnTo>
                    <a:pt x="4880" y="2267"/>
                  </a:lnTo>
                  <a:lnTo>
                    <a:pt x="4914" y="2267"/>
                  </a:lnTo>
                  <a:cubicBezTo>
                    <a:pt x="4949" y="2267"/>
                    <a:pt x="4983" y="2267"/>
                    <a:pt x="5017" y="2233"/>
                  </a:cubicBezTo>
                  <a:cubicBezTo>
                    <a:pt x="5017" y="2164"/>
                    <a:pt x="5017" y="2130"/>
                    <a:pt x="4949" y="2096"/>
                  </a:cubicBezTo>
                  <a:lnTo>
                    <a:pt x="4846" y="2062"/>
                  </a:lnTo>
                  <a:close/>
                  <a:moveTo>
                    <a:pt x="5765" y="2457"/>
                  </a:moveTo>
                  <a:cubicBezTo>
                    <a:pt x="5733" y="2457"/>
                    <a:pt x="5699" y="2481"/>
                    <a:pt x="5699" y="2506"/>
                  </a:cubicBezTo>
                  <a:cubicBezTo>
                    <a:pt x="5665" y="2540"/>
                    <a:pt x="5699" y="2608"/>
                    <a:pt x="5733" y="2608"/>
                  </a:cubicBezTo>
                  <a:lnTo>
                    <a:pt x="5836" y="2676"/>
                  </a:lnTo>
                  <a:lnTo>
                    <a:pt x="5870" y="2676"/>
                  </a:lnTo>
                  <a:cubicBezTo>
                    <a:pt x="5904" y="2676"/>
                    <a:pt x="5938" y="2642"/>
                    <a:pt x="5972" y="2608"/>
                  </a:cubicBezTo>
                  <a:cubicBezTo>
                    <a:pt x="5972" y="2574"/>
                    <a:pt x="5972" y="2540"/>
                    <a:pt x="5904" y="2506"/>
                  </a:cubicBezTo>
                  <a:lnTo>
                    <a:pt x="5802" y="2471"/>
                  </a:lnTo>
                  <a:cubicBezTo>
                    <a:pt x="5792" y="2461"/>
                    <a:pt x="5779" y="2457"/>
                    <a:pt x="5765" y="2457"/>
                  </a:cubicBezTo>
                  <a:close/>
                  <a:moveTo>
                    <a:pt x="6757" y="2847"/>
                  </a:moveTo>
                  <a:cubicBezTo>
                    <a:pt x="6723" y="2847"/>
                    <a:pt x="6655" y="2847"/>
                    <a:pt x="6655" y="2915"/>
                  </a:cubicBezTo>
                  <a:cubicBezTo>
                    <a:pt x="6621" y="2949"/>
                    <a:pt x="6655" y="2983"/>
                    <a:pt x="6689" y="3017"/>
                  </a:cubicBezTo>
                  <a:lnTo>
                    <a:pt x="6791" y="3052"/>
                  </a:lnTo>
                  <a:lnTo>
                    <a:pt x="6825" y="3052"/>
                  </a:lnTo>
                  <a:cubicBezTo>
                    <a:pt x="6859" y="3052"/>
                    <a:pt x="6894" y="3052"/>
                    <a:pt x="6928" y="3017"/>
                  </a:cubicBezTo>
                  <a:cubicBezTo>
                    <a:pt x="6928" y="2983"/>
                    <a:pt x="6894" y="2915"/>
                    <a:pt x="6859" y="2915"/>
                  </a:cubicBezTo>
                  <a:lnTo>
                    <a:pt x="6757" y="2847"/>
                  </a:lnTo>
                  <a:close/>
                  <a:moveTo>
                    <a:pt x="7676" y="3242"/>
                  </a:moveTo>
                  <a:cubicBezTo>
                    <a:pt x="7644" y="3242"/>
                    <a:pt x="7610" y="3266"/>
                    <a:pt x="7610" y="3290"/>
                  </a:cubicBezTo>
                  <a:cubicBezTo>
                    <a:pt x="7576" y="3325"/>
                    <a:pt x="7610" y="3393"/>
                    <a:pt x="7644" y="3393"/>
                  </a:cubicBezTo>
                  <a:lnTo>
                    <a:pt x="7747" y="3461"/>
                  </a:lnTo>
                  <a:lnTo>
                    <a:pt x="7781" y="3461"/>
                  </a:lnTo>
                  <a:cubicBezTo>
                    <a:pt x="7815" y="3461"/>
                    <a:pt x="7849" y="3427"/>
                    <a:pt x="7849" y="3393"/>
                  </a:cubicBezTo>
                  <a:cubicBezTo>
                    <a:pt x="7883" y="3359"/>
                    <a:pt x="7849" y="3325"/>
                    <a:pt x="7815" y="3290"/>
                  </a:cubicBezTo>
                  <a:lnTo>
                    <a:pt x="7713" y="3256"/>
                  </a:lnTo>
                  <a:cubicBezTo>
                    <a:pt x="7703" y="3246"/>
                    <a:pt x="7690" y="3242"/>
                    <a:pt x="7676" y="3242"/>
                  </a:cubicBezTo>
                  <a:close/>
                  <a:moveTo>
                    <a:pt x="8668" y="3632"/>
                  </a:moveTo>
                  <a:cubicBezTo>
                    <a:pt x="8634" y="3632"/>
                    <a:pt x="8566" y="3632"/>
                    <a:pt x="8566" y="3666"/>
                  </a:cubicBezTo>
                  <a:cubicBezTo>
                    <a:pt x="8531" y="3734"/>
                    <a:pt x="8566" y="3768"/>
                    <a:pt x="8600" y="3802"/>
                  </a:cubicBezTo>
                  <a:lnTo>
                    <a:pt x="8702" y="3836"/>
                  </a:lnTo>
                  <a:lnTo>
                    <a:pt x="8736" y="3836"/>
                  </a:lnTo>
                  <a:cubicBezTo>
                    <a:pt x="8770" y="3836"/>
                    <a:pt x="8804" y="3836"/>
                    <a:pt x="8804" y="3802"/>
                  </a:cubicBezTo>
                  <a:cubicBezTo>
                    <a:pt x="8839" y="3734"/>
                    <a:pt x="8804" y="3700"/>
                    <a:pt x="8770" y="3666"/>
                  </a:cubicBezTo>
                  <a:lnTo>
                    <a:pt x="8668" y="3632"/>
                  </a:lnTo>
                  <a:close/>
                  <a:moveTo>
                    <a:pt x="9623" y="4007"/>
                  </a:moveTo>
                  <a:cubicBezTo>
                    <a:pt x="9589" y="4007"/>
                    <a:pt x="9521" y="4041"/>
                    <a:pt x="9521" y="4075"/>
                  </a:cubicBezTo>
                  <a:cubicBezTo>
                    <a:pt x="9487" y="4109"/>
                    <a:pt x="9521" y="4178"/>
                    <a:pt x="9555" y="4178"/>
                  </a:cubicBezTo>
                  <a:lnTo>
                    <a:pt x="9658" y="4212"/>
                  </a:lnTo>
                  <a:cubicBezTo>
                    <a:pt x="9692" y="4212"/>
                    <a:pt x="9692" y="4246"/>
                    <a:pt x="9692" y="4246"/>
                  </a:cubicBezTo>
                  <a:cubicBezTo>
                    <a:pt x="9726" y="4246"/>
                    <a:pt x="9760" y="4212"/>
                    <a:pt x="9760" y="4178"/>
                  </a:cubicBezTo>
                  <a:cubicBezTo>
                    <a:pt x="9794" y="4144"/>
                    <a:pt x="9760" y="4075"/>
                    <a:pt x="9726" y="4075"/>
                  </a:cubicBezTo>
                  <a:lnTo>
                    <a:pt x="9623" y="4007"/>
                  </a:lnTo>
                  <a:close/>
                  <a:moveTo>
                    <a:pt x="10543" y="4402"/>
                  </a:moveTo>
                  <a:cubicBezTo>
                    <a:pt x="10511" y="4402"/>
                    <a:pt x="10477" y="4426"/>
                    <a:pt x="10477" y="4451"/>
                  </a:cubicBezTo>
                  <a:cubicBezTo>
                    <a:pt x="10442" y="4485"/>
                    <a:pt x="10477" y="4553"/>
                    <a:pt x="10511" y="4553"/>
                  </a:cubicBezTo>
                  <a:lnTo>
                    <a:pt x="10613" y="4621"/>
                  </a:lnTo>
                  <a:lnTo>
                    <a:pt x="10647" y="4621"/>
                  </a:lnTo>
                  <a:cubicBezTo>
                    <a:pt x="10681" y="4621"/>
                    <a:pt x="10715" y="4587"/>
                    <a:pt x="10715" y="4553"/>
                  </a:cubicBezTo>
                  <a:cubicBezTo>
                    <a:pt x="10749" y="4519"/>
                    <a:pt x="10715" y="4451"/>
                    <a:pt x="10681" y="4451"/>
                  </a:cubicBezTo>
                  <a:lnTo>
                    <a:pt x="10579" y="4417"/>
                  </a:lnTo>
                  <a:cubicBezTo>
                    <a:pt x="10569" y="4407"/>
                    <a:pt x="10556" y="4402"/>
                    <a:pt x="10543" y="4402"/>
                  </a:cubicBezTo>
                  <a:close/>
                  <a:moveTo>
                    <a:pt x="11498" y="4778"/>
                  </a:moveTo>
                  <a:cubicBezTo>
                    <a:pt x="11466" y="4778"/>
                    <a:pt x="11432" y="4802"/>
                    <a:pt x="11432" y="4826"/>
                  </a:cubicBezTo>
                  <a:cubicBezTo>
                    <a:pt x="11398" y="4894"/>
                    <a:pt x="11432" y="4928"/>
                    <a:pt x="11466" y="4962"/>
                  </a:cubicBezTo>
                  <a:lnTo>
                    <a:pt x="11568" y="4997"/>
                  </a:lnTo>
                  <a:lnTo>
                    <a:pt x="11603" y="4997"/>
                  </a:lnTo>
                  <a:cubicBezTo>
                    <a:pt x="11637" y="4997"/>
                    <a:pt x="11671" y="4962"/>
                    <a:pt x="11705" y="4928"/>
                  </a:cubicBezTo>
                  <a:cubicBezTo>
                    <a:pt x="11705" y="4894"/>
                    <a:pt x="11671" y="4860"/>
                    <a:pt x="11637" y="4826"/>
                  </a:cubicBezTo>
                  <a:lnTo>
                    <a:pt x="11534" y="4792"/>
                  </a:lnTo>
                  <a:cubicBezTo>
                    <a:pt x="11524" y="4782"/>
                    <a:pt x="11511" y="4778"/>
                    <a:pt x="11498" y="4778"/>
                  </a:cubicBezTo>
                  <a:close/>
                  <a:moveTo>
                    <a:pt x="12490" y="5167"/>
                  </a:moveTo>
                  <a:cubicBezTo>
                    <a:pt x="12456" y="5167"/>
                    <a:pt x="12387" y="5167"/>
                    <a:pt x="12387" y="5235"/>
                  </a:cubicBezTo>
                  <a:cubicBezTo>
                    <a:pt x="12353" y="5270"/>
                    <a:pt x="12387" y="5304"/>
                    <a:pt x="12422" y="5338"/>
                  </a:cubicBezTo>
                  <a:lnTo>
                    <a:pt x="12524" y="5372"/>
                  </a:lnTo>
                  <a:lnTo>
                    <a:pt x="12558" y="5372"/>
                  </a:lnTo>
                  <a:cubicBezTo>
                    <a:pt x="12592" y="5372"/>
                    <a:pt x="12626" y="5372"/>
                    <a:pt x="12660" y="5338"/>
                  </a:cubicBezTo>
                  <a:cubicBezTo>
                    <a:pt x="12660" y="5270"/>
                    <a:pt x="12626" y="5235"/>
                    <a:pt x="12592" y="5201"/>
                  </a:cubicBezTo>
                  <a:lnTo>
                    <a:pt x="12490" y="5167"/>
                  </a:lnTo>
                  <a:close/>
                  <a:moveTo>
                    <a:pt x="13445" y="5543"/>
                  </a:moveTo>
                  <a:cubicBezTo>
                    <a:pt x="13411" y="5543"/>
                    <a:pt x="13343" y="5577"/>
                    <a:pt x="13343" y="5611"/>
                  </a:cubicBezTo>
                  <a:cubicBezTo>
                    <a:pt x="13309" y="5645"/>
                    <a:pt x="13343" y="5713"/>
                    <a:pt x="13377" y="5713"/>
                  </a:cubicBezTo>
                  <a:lnTo>
                    <a:pt x="13479" y="5747"/>
                  </a:lnTo>
                  <a:cubicBezTo>
                    <a:pt x="13513" y="5747"/>
                    <a:pt x="13513" y="5781"/>
                    <a:pt x="13513" y="5781"/>
                  </a:cubicBezTo>
                  <a:cubicBezTo>
                    <a:pt x="13548" y="5781"/>
                    <a:pt x="13582" y="5747"/>
                    <a:pt x="13616" y="5713"/>
                  </a:cubicBezTo>
                  <a:cubicBezTo>
                    <a:pt x="13616" y="5679"/>
                    <a:pt x="13582" y="5611"/>
                    <a:pt x="13548" y="5611"/>
                  </a:cubicBezTo>
                  <a:lnTo>
                    <a:pt x="13445" y="5543"/>
                  </a:lnTo>
                  <a:close/>
                  <a:moveTo>
                    <a:pt x="14364" y="5938"/>
                  </a:moveTo>
                  <a:cubicBezTo>
                    <a:pt x="14332" y="5938"/>
                    <a:pt x="14298" y="5962"/>
                    <a:pt x="14298" y="5986"/>
                  </a:cubicBezTo>
                  <a:cubicBezTo>
                    <a:pt x="14264" y="6020"/>
                    <a:pt x="14298" y="6089"/>
                    <a:pt x="14332" y="6089"/>
                  </a:cubicBezTo>
                  <a:lnTo>
                    <a:pt x="14435" y="6157"/>
                  </a:lnTo>
                  <a:lnTo>
                    <a:pt x="14469" y="6157"/>
                  </a:lnTo>
                  <a:cubicBezTo>
                    <a:pt x="14503" y="6157"/>
                    <a:pt x="14537" y="6123"/>
                    <a:pt x="14571" y="6089"/>
                  </a:cubicBezTo>
                  <a:cubicBezTo>
                    <a:pt x="14571" y="6054"/>
                    <a:pt x="14537" y="5986"/>
                    <a:pt x="14503" y="5986"/>
                  </a:cubicBezTo>
                  <a:lnTo>
                    <a:pt x="14401" y="5952"/>
                  </a:lnTo>
                  <a:cubicBezTo>
                    <a:pt x="14391" y="5942"/>
                    <a:pt x="14378" y="5938"/>
                    <a:pt x="14364" y="5938"/>
                  </a:cubicBezTo>
                  <a:close/>
                  <a:moveTo>
                    <a:pt x="15320" y="6313"/>
                  </a:moveTo>
                  <a:cubicBezTo>
                    <a:pt x="15288" y="6313"/>
                    <a:pt x="15254" y="6337"/>
                    <a:pt x="15254" y="6362"/>
                  </a:cubicBezTo>
                  <a:cubicBezTo>
                    <a:pt x="15220" y="6430"/>
                    <a:pt x="15254" y="6464"/>
                    <a:pt x="15288" y="6498"/>
                  </a:cubicBezTo>
                  <a:lnTo>
                    <a:pt x="15390" y="6532"/>
                  </a:lnTo>
                  <a:lnTo>
                    <a:pt x="15424" y="6532"/>
                  </a:lnTo>
                  <a:cubicBezTo>
                    <a:pt x="15458" y="6532"/>
                    <a:pt x="15493" y="6532"/>
                    <a:pt x="15527" y="6498"/>
                  </a:cubicBezTo>
                  <a:cubicBezTo>
                    <a:pt x="15527" y="6430"/>
                    <a:pt x="15493" y="6396"/>
                    <a:pt x="15458" y="6362"/>
                  </a:cubicBezTo>
                  <a:lnTo>
                    <a:pt x="15356" y="6327"/>
                  </a:lnTo>
                  <a:cubicBezTo>
                    <a:pt x="15346" y="6317"/>
                    <a:pt x="15333" y="6313"/>
                    <a:pt x="15320" y="6313"/>
                  </a:cubicBezTo>
                  <a:close/>
                  <a:moveTo>
                    <a:pt x="16312" y="6703"/>
                  </a:moveTo>
                  <a:cubicBezTo>
                    <a:pt x="16277" y="6703"/>
                    <a:pt x="16209" y="6703"/>
                    <a:pt x="16209" y="6771"/>
                  </a:cubicBezTo>
                  <a:cubicBezTo>
                    <a:pt x="16175" y="6805"/>
                    <a:pt x="16209" y="6873"/>
                    <a:pt x="16243" y="6873"/>
                  </a:cubicBezTo>
                  <a:lnTo>
                    <a:pt x="16346" y="6907"/>
                  </a:lnTo>
                  <a:lnTo>
                    <a:pt x="16380" y="6907"/>
                  </a:lnTo>
                  <a:cubicBezTo>
                    <a:pt x="16414" y="6907"/>
                    <a:pt x="16448" y="6907"/>
                    <a:pt x="16482" y="6873"/>
                  </a:cubicBezTo>
                  <a:cubicBezTo>
                    <a:pt x="16482" y="6839"/>
                    <a:pt x="16448" y="6771"/>
                    <a:pt x="16414" y="6771"/>
                  </a:cubicBezTo>
                  <a:lnTo>
                    <a:pt x="16312" y="6703"/>
                  </a:lnTo>
                  <a:close/>
                  <a:moveTo>
                    <a:pt x="17231" y="7098"/>
                  </a:moveTo>
                  <a:cubicBezTo>
                    <a:pt x="17199" y="7098"/>
                    <a:pt x="17165" y="7122"/>
                    <a:pt x="17165" y="7146"/>
                  </a:cubicBezTo>
                  <a:cubicBezTo>
                    <a:pt x="17130" y="7180"/>
                    <a:pt x="17165" y="7249"/>
                    <a:pt x="17199" y="7249"/>
                  </a:cubicBezTo>
                  <a:lnTo>
                    <a:pt x="17301" y="7317"/>
                  </a:lnTo>
                  <a:lnTo>
                    <a:pt x="17335" y="7317"/>
                  </a:lnTo>
                  <a:cubicBezTo>
                    <a:pt x="17369" y="7317"/>
                    <a:pt x="17403" y="7283"/>
                    <a:pt x="17403" y="7249"/>
                  </a:cubicBezTo>
                  <a:cubicBezTo>
                    <a:pt x="17438" y="7215"/>
                    <a:pt x="17403" y="7180"/>
                    <a:pt x="17369" y="7146"/>
                  </a:cubicBezTo>
                  <a:lnTo>
                    <a:pt x="17267" y="7112"/>
                  </a:lnTo>
                  <a:cubicBezTo>
                    <a:pt x="17257" y="7102"/>
                    <a:pt x="17244" y="7098"/>
                    <a:pt x="17231" y="7098"/>
                  </a:cubicBezTo>
                  <a:close/>
                  <a:moveTo>
                    <a:pt x="18222" y="7488"/>
                  </a:moveTo>
                  <a:cubicBezTo>
                    <a:pt x="18188" y="7488"/>
                    <a:pt x="18120" y="7488"/>
                    <a:pt x="18120" y="7556"/>
                  </a:cubicBezTo>
                  <a:cubicBezTo>
                    <a:pt x="18086" y="7590"/>
                    <a:pt x="18120" y="7624"/>
                    <a:pt x="18154" y="7658"/>
                  </a:cubicBezTo>
                  <a:lnTo>
                    <a:pt x="18257" y="7692"/>
                  </a:lnTo>
                  <a:lnTo>
                    <a:pt x="18291" y="7692"/>
                  </a:lnTo>
                  <a:cubicBezTo>
                    <a:pt x="18325" y="7692"/>
                    <a:pt x="18359" y="7692"/>
                    <a:pt x="18359" y="7658"/>
                  </a:cubicBezTo>
                  <a:cubicBezTo>
                    <a:pt x="18393" y="7624"/>
                    <a:pt x="18359" y="7556"/>
                    <a:pt x="18325" y="7556"/>
                  </a:cubicBezTo>
                  <a:lnTo>
                    <a:pt x="18222" y="7488"/>
                  </a:lnTo>
                  <a:close/>
                  <a:moveTo>
                    <a:pt x="19126" y="7883"/>
                  </a:moveTo>
                  <a:cubicBezTo>
                    <a:pt x="19090" y="7883"/>
                    <a:pt x="19066" y="7907"/>
                    <a:pt x="19041" y="7931"/>
                  </a:cubicBezTo>
                  <a:cubicBezTo>
                    <a:pt x="19041" y="7999"/>
                    <a:pt x="19076" y="8034"/>
                    <a:pt x="19110" y="8068"/>
                  </a:cubicBezTo>
                  <a:lnTo>
                    <a:pt x="19212" y="8102"/>
                  </a:lnTo>
                  <a:lnTo>
                    <a:pt x="19246" y="8102"/>
                  </a:lnTo>
                  <a:cubicBezTo>
                    <a:pt x="19280" y="8102"/>
                    <a:pt x="19314" y="8102"/>
                    <a:pt x="19314" y="8068"/>
                  </a:cubicBezTo>
                  <a:cubicBezTo>
                    <a:pt x="19348" y="7999"/>
                    <a:pt x="19314" y="7965"/>
                    <a:pt x="19280" y="7931"/>
                  </a:cubicBezTo>
                  <a:lnTo>
                    <a:pt x="19178" y="7897"/>
                  </a:lnTo>
                  <a:cubicBezTo>
                    <a:pt x="19158" y="7887"/>
                    <a:pt x="19141" y="7883"/>
                    <a:pt x="19126" y="7883"/>
                  </a:cubicBezTo>
                  <a:close/>
                  <a:moveTo>
                    <a:pt x="20081" y="8292"/>
                  </a:moveTo>
                  <a:cubicBezTo>
                    <a:pt x="20045" y="8292"/>
                    <a:pt x="20021" y="8317"/>
                    <a:pt x="19997" y="8341"/>
                  </a:cubicBezTo>
                  <a:cubicBezTo>
                    <a:pt x="19997" y="8375"/>
                    <a:pt x="19997" y="8443"/>
                    <a:pt x="20065" y="8443"/>
                  </a:cubicBezTo>
                  <a:lnTo>
                    <a:pt x="20167" y="8511"/>
                  </a:lnTo>
                  <a:lnTo>
                    <a:pt x="20202" y="8511"/>
                  </a:lnTo>
                  <a:cubicBezTo>
                    <a:pt x="20236" y="8511"/>
                    <a:pt x="20270" y="8477"/>
                    <a:pt x="20270" y="8443"/>
                  </a:cubicBezTo>
                  <a:cubicBezTo>
                    <a:pt x="20304" y="8409"/>
                    <a:pt x="20270" y="8375"/>
                    <a:pt x="20236" y="8341"/>
                  </a:cubicBezTo>
                  <a:lnTo>
                    <a:pt x="20133" y="8307"/>
                  </a:lnTo>
                  <a:cubicBezTo>
                    <a:pt x="20113" y="8297"/>
                    <a:pt x="20096" y="8292"/>
                    <a:pt x="20081" y="8292"/>
                  </a:cubicBezTo>
                  <a:close/>
                  <a:moveTo>
                    <a:pt x="21025" y="8702"/>
                  </a:moveTo>
                  <a:cubicBezTo>
                    <a:pt x="21001" y="8702"/>
                    <a:pt x="20976" y="8726"/>
                    <a:pt x="20952" y="8750"/>
                  </a:cubicBezTo>
                  <a:cubicBezTo>
                    <a:pt x="20918" y="8784"/>
                    <a:pt x="20952" y="8853"/>
                    <a:pt x="20986" y="8853"/>
                  </a:cubicBezTo>
                  <a:lnTo>
                    <a:pt x="21089" y="8921"/>
                  </a:lnTo>
                  <a:lnTo>
                    <a:pt x="21123" y="8921"/>
                  </a:lnTo>
                  <a:cubicBezTo>
                    <a:pt x="21157" y="8921"/>
                    <a:pt x="21191" y="8887"/>
                    <a:pt x="21225" y="8853"/>
                  </a:cubicBezTo>
                  <a:cubicBezTo>
                    <a:pt x="21225" y="8818"/>
                    <a:pt x="21225" y="8784"/>
                    <a:pt x="21157" y="8750"/>
                  </a:cubicBezTo>
                  <a:lnTo>
                    <a:pt x="21055" y="8716"/>
                  </a:lnTo>
                  <a:cubicBezTo>
                    <a:pt x="21045" y="8706"/>
                    <a:pt x="21035" y="8702"/>
                    <a:pt x="21025" y="8702"/>
                  </a:cubicBezTo>
                  <a:close/>
                  <a:moveTo>
                    <a:pt x="21974" y="9111"/>
                  </a:moveTo>
                  <a:cubicBezTo>
                    <a:pt x="21942" y="9111"/>
                    <a:pt x="21908" y="9135"/>
                    <a:pt x="21908" y="9160"/>
                  </a:cubicBezTo>
                  <a:cubicBezTo>
                    <a:pt x="21874" y="9194"/>
                    <a:pt x="21908" y="9262"/>
                    <a:pt x="21942" y="9262"/>
                  </a:cubicBezTo>
                  <a:lnTo>
                    <a:pt x="22044" y="9330"/>
                  </a:lnTo>
                  <a:lnTo>
                    <a:pt x="22078" y="9330"/>
                  </a:lnTo>
                  <a:cubicBezTo>
                    <a:pt x="22112" y="9330"/>
                    <a:pt x="22147" y="9296"/>
                    <a:pt x="22147" y="9262"/>
                  </a:cubicBezTo>
                  <a:cubicBezTo>
                    <a:pt x="22181" y="9228"/>
                    <a:pt x="22147" y="9194"/>
                    <a:pt x="22112" y="9160"/>
                  </a:cubicBezTo>
                  <a:lnTo>
                    <a:pt x="22010" y="9125"/>
                  </a:lnTo>
                  <a:cubicBezTo>
                    <a:pt x="22000" y="9115"/>
                    <a:pt x="21987" y="9111"/>
                    <a:pt x="21974" y="9111"/>
                  </a:cubicBezTo>
                  <a:close/>
                  <a:moveTo>
                    <a:pt x="22913" y="9521"/>
                  </a:moveTo>
                  <a:cubicBezTo>
                    <a:pt x="22877" y="9521"/>
                    <a:pt x="22853" y="9545"/>
                    <a:pt x="22829" y="9569"/>
                  </a:cubicBezTo>
                  <a:cubicBezTo>
                    <a:pt x="22829" y="9603"/>
                    <a:pt x="22829" y="9671"/>
                    <a:pt x="22897" y="9706"/>
                  </a:cubicBezTo>
                  <a:lnTo>
                    <a:pt x="23000" y="9740"/>
                  </a:lnTo>
                  <a:lnTo>
                    <a:pt x="23034" y="9740"/>
                  </a:lnTo>
                  <a:cubicBezTo>
                    <a:pt x="23068" y="9740"/>
                    <a:pt x="23102" y="9740"/>
                    <a:pt x="23102" y="9706"/>
                  </a:cubicBezTo>
                  <a:cubicBezTo>
                    <a:pt x="23136" y="9637"/>
                    <a:pt x="23102" y="9603"/>
                    <a:pt x="23068" y="9569"/>
                  </a:cubicBezTo>
                  <a:lnTo>
                    <a:pt x="22966" y="9535"/>
                  </a:lnTo>
                  <a:cubicBezTo>
                    <a:pt x="22946" y="9525"/>
                    <a:pt x="22928" y="9521"/>
                    <a:pt x="22913" y="95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5" name="Google Shape;1827;p45">
              <a:extLst>
                <a:ext uri="{FF2B5EF4-FFF2-40B4-BE49-F238E27FC236}">
                  <a16:creationId xmlns:a16="http://schemas.microsoft.com/office/drawing/2014/main" id="{417FEE15-BF71-9108-B104-FC0582CE5D2C}"/>
                </a:ext>
              </a:extLst>
            </p:cNvPr>
            <p:cNvSpPr/>
            <p:nvPr/>
          </p:nvSpPr>
          <p:spPr>
            <a:xfrm>
              <a:off x="2484201" y="1764130"/>
              <a:ext cx="1107208" cy="1617267"/>
            </a:xfrm>
            <a:custGeom>
              <a:avLst/>
              <a:gdLst/>
              <a:ahLst/>
              <a:cxnLst/>
              <a:rect l="l" t="t" r="r" b="b"/>
              <a:pathLst>
                <a:path w="49684" h="72572" extrusionOk="0">
                  <a:moveTo>
                    <a:pt x="49586" y="0"/>
                  </a:moveTo>
                  <a:cubicBezTo>
                    <a:pt x="49564" y="0"/>
                    <a:pt x="49547" y="9"/>
                    <a:pt x="49547" y="26"/>
                  </a:cubicBezTo>
                  <a:lnTo>
                    <a:pt x="49479" y="128"/>
                  </a:lnTo>
                  <a:cubicBezTo>
                    <a:pt x="49445" y="162"/>
                    <a:pt x="49445" y="231"/>
                    <a:pt x="49479" y="231"/>
                  </a:cubicBezTo>
                  <a:cubicBezTo>
                    <a:pt x="49513" y="265"/>
                    <a:pt x="49513" y="265"/>
                    <a:pt x="49547" y="265"/>
                  </a:cubicBezTo>
                  <a:cubicBezTo>
                    <a:pt x="49581" y="265"/>
                    <a:pt x="49581" y="265"/>
                    <a:pt x="49616" y="231"/>
                  </a:cubicBezTo>
                  <a:lnTo>
                    <a:pt x="49684" y="128"/>
                  </a:lnTo>
                  <a:cubicBezTo>
                    <a:pt x="49684" y="94"/>
                    <a:pt x="49684" y="26"/>
                    <a:pt x="49650" y="26"/>
                  </a:cubicBezTo>
                  <a:cubicBezTo>
                    <a:pt x="49633" y="9"/>
                    <a:pt x="49607" y="0"/>
                    <a:pt x="49586" y="0"/>
                  </a:cubicBezTo>
                  <a:close/>
                  <a:moveTo>
                    <a:pt x="49070" y="845"/>
                  </a:moveTo>
                  <a:cubicBezTo>
                    <a:pt x="49035" y="845"/>
                    <a:pt x="48967" y="845"/>
                    <a:pt x="48967" y="879"/>
                  </a:cubicBezTo>
                  <a:lnTo>
                    <a:pt x="48899" y="981"/>
                  </a:lnTo>
                  <a:cubicBezTo>
                    <a:pt x="48865" y="1015"/>
                    <a:pt x="48865" y="1084"/>
                    <a:pt x="48899" y="1084"/>
                  </a:cubicBezTo>
                  <a:cubicBezTo>
                    <a:pt x="48933" y="1118"/>
                    <a:pt x="48933" y="1118"/>
                    <a:pt x="48967" y="1118"/>
                  </a:cubicBezTo>
                  <a:cubicBezTo>
                    <a:pt x="48967" y="1118"/>
                    <a:pt x="49001" y="1084"/>
                    <a:pt x="49035" y="1084"/>
                  </a:cubicBezTo>
                  <a:lnTo>
                    <a:pt x="49104" y="981"/>
                  </a:lnTo>
                  <a:cubicBezTo>
                    <a:pt x="49104" y="947"/>
                    <a:pt x="49104" y="879"/>
                    <a:pt x="49070" y="845"/>
                  </a:cubicBezTo>
                  <a:close/>
                  <a:moveTo>
                    <a:pt x="48489" y="1698"/>
                  </a:moveTo>
                  <a:cubicBezTo>
                    <a:pt x="48455" y="1698"/>
                    <a:pt x="48387" y="1698"/>
                    <a:pt x="48353" y="1732"/>
                  </a:cubicBezTo>
                  <a:lnTo>
                    <a:pt x="48319" y="1834"/>
                  </a:lnTo>
                  <a:cubicBezTo>
                    <a:pt x="48285" y="1868"/>
                    <a:pt x="48285" y="1937"/>
                    <a:pt x="48319" y="1937"/>
                  </a:cubicBezTo>
                  <a:cubicBezTo>
                    <a:pt x="48353" y="1971"/>
                    <a:pt x="48353" y="1971"/>
                    <a:pt x="48387" y="1971"/>
                  </a:cubicBezTo>
                  <a:cubicBezTo>
                    <a:pt x="48387" y="1971"/>
                    <a:pt x="48421" y="1937"/>
                    <a:pt x="48455" y="1937"/>
                  </a:cubicBezTo>
                  <a:lnTo>
                    <a:pt x="48524" y="1834"/>
                  </a:lnTo>
                  <a:cubicBezTo>
                    <a:pt x="48524" y="1800"/>
                    <a:pt x="48524" y="1732"/>
                    <a:pt x="48489" y="1698"/>
                  </a:cubicBezTo>
                  <a:close/>
                  <a:moveTo>
                    <a:pt x="47909" y="2551"/>
                  </a:moveTo>
                  <a:cubicBezTo>
                    <a:pt x="47875" y="2551"/>
                    <a:pt x="47807" y="2551"/>
                    <a:pt x="47773" y="2585"/>
                  </a:cubicBezTo>
                  <a:lnTo>
                    <a:pt x="47739" y="2687"/>
                  </a:lnTo>
                  <a:cubicBezTo>
                    <a:pt x="47705" y="2722"/>
                    <a:pt x="47705" y="2756"/>
                    <a:pt x="47739" y="2790"/>
                  </a:cubicBezTo>
                  <a:cubicBezTo>
                    <a:pt x="47773" y="2824"/>
                    <a:pt x="47773" y="2824"/>
                    <a:pt x="47807" y="2824"/>
                  </a:cubicBezTo>
                  <a:cubicBezTo>
                    <a:pt x="47807" y="2824"/>
                    <a:pt x="47841" y="2790"/>
                    <a:pt x="47875" y="2790"/>
                  </a:cubicBezTo>
                  <a:lnTo>
                    <a:pt x="47944" y="2687"/>
                  </a:lnTo>
                  <a:cubicBezTo>
                    <a:pt x="47944" y="2653"/>
                    <a:pt x="47944" y="2585"/>
                    <a:pt x="47909" y="2551"/>
                  </a:cubicBezTo>
                  <a:close/>
                  <a:moveTo>
                    <a:pt x="47292" y="3390"/>
                  </a:moveTo>
                  <a:cubicBezTo>
                    <a:pt x="47258" y="3390"/>
                    <a:pt x="47217" y="3414"/>
                    <a:pt x="47193" y="3438"/>
                  </a:cubicBezTo>
                  <a:lnTo>
                    <a:pt x="47125" y="3541"/>
                  </a:lnTo>
                  <a:cubicBezTo>
                    <a:pt x="47125" y="3575"/>
                    <a:pt x="47125" y="3609"/>
                    <a:pt x="47159" y="3643"/>
                  </a:cubicBezTo>
                  <a:cubicBezTo>
                    <a:pt x="47193" y="3643"/>
                    <a:pt x="47193" y="3677"/>
                    <a:pt x="47227" y="3677"/>
                  </a:cubicBezTo>
                  <a:cubicBezTo>
                    <a:pt x="47227" y="3677"/>
                    <a:pt x="47261" y="3643"/>
                    <a:pt x="47295" y="3643"/>
                  </a:cubicBezTo>
                  <a:lnTo>
                    <a:pt x="47363" y="3541"/>
                  </a:lnTo>
                  <a:cubicBezTo>
                    <a:pt x="47363" y="3506"/>
                    <a:pt x="47363" y="3438"/>
                    <a:pt x="47329" y="3404"/>
                  </a:cubicBezTo>
                  <a:cubicBezTo>
                    <a:pt x="47319" y="3394"/>
                    <a:pt x="47306" y="3390"/>
                    <a:pt x="47292" y="3390"/>
                  </a:cubicBezTo>
                  <a:close/>
                  <a:moveTo>
                    <a:pt x="46712" y="4243"/>
                  </a:moveTo>
                  <a:cubicBezTo>
                    <a:pt x="46678" y="4243"/>
                    <a:pt x="46637" y="4267"/>
                    <a:pt x="46613" y="4291"/>
                  </a:cubicBezTo>
                  <a:lnTo>
                    <a:pt x="46544" y="4394"/>
                  </a:lnTo>
                  <a:cubicBezTo>
                    <a:pt x="46544" y="4428"/>
                    <a:pt x="46544" y="4462"/>
                    <a:pt x="46579" y="4496"/>
                  </a:cubicBezTo>
                  <a:cubicBezTo>
                    <a:pt x="46613" y="4496"/>
                    <a:pt x="46613" y="4530"/>
                    <a:pt x="46647" y="4530"/>
                  </a:cubicBezTo>
                  <a:cubicBezTo>
                    <a:pt x="46647" y="4530"/>
                    <a:pt x="46681" y="4496"/>
                    <a:pt x="46715" y="4462"/>
                  </a:cubicBezTo>
                  <a:lnTo>
                    <a:pt x="46749" y="4394"/>
                  </a:lnTo>
                  <a:cubicBezTo>
                    <a:pt x="46783" y="4325"/>
                    <a:pt x="46783" y="4291"/>
                    <a:pt x="46749" y="4257"/>
                  </a:cubicBezTo>
                  <a:cubicBezTo>
                    <a:pt x="46739" y="4247"/>
                    <a:pt x="46726" y="4243"/>
                    <a:pt x="46712" y="4243"/>
                  </a:cubicBezTo>
                  <a:close/>
                  <a:moveTo>
                    <a:pt x="46132" y="5096"/>
                  </a:moveTo>
                  <a:cubicBezTo>
                    <a:pt x="46098" y="5096"/>
                    <a:pt x="46057" y="5120"/>
                    <a:pt x="46033" y="5144"/>
                  </a:cubicBezTo>
                  <a:lnTo>
                    <a:pt x="45964" y="5247"/>
                  </a:lnTo>
                  <a:cubicBezTo>
                    <a:pt x="45964" y="5281"/>
                    <a:pt x="45964" y="5315"/>
                    <a:pt x="45999" y="5349"/>
                  </a:cubicBezTo>
                  <a:lnTo>
                    <a:pt x="46033" y="5349"/>
                  </a:lnTo>
                  <a:cubicBezTo>
                    <a:pt x="46067" y="5349"/>
                    <a:pt x="46101" y="5349"/>
                    <a:pt x="46135" y="5315"/>
                  </a:cubicBezTo>
                  <a:lnTo>
                    <a:pt x="46169" y="5247"/>
                  </a:lnTo>
                  <a:cubicBezTo>
                    <a:pt x="46203" y="5178"/>
                    <a:pt x="46203" y="5144"/>
                    <a:pt x="46169" y="5110"/>
                  </a:cubicBezTo>
                  <a:cubicBezTo>
                    <a:pt x="46159" y="5100"/>
                    <a:pt x="46146" y="5096"/>
                    <a:pt x="46132" y="5096"/>
                  </a:cubicBezTo>
                  <a:close/>
                  <a:moveTo>
                    <a:pt x="45552" y="5949"/>
                  </a:moveTo>
                  <a:cubicBezTo>
                    <a:pt x="45518" y="5949"/>
                    <a:pt x="45477" y="5973"/>
                    <a:pt x="45453" y="5997"/>
                  </a:cubicBezTo>
                  <a:lnTo>
                    <a:pt x="45384" y="6066"/>
                  </a:lnTo>
                  <a:cubicBezTo>
                    <a:pt x="45384" y="6134"/>
                    <a:pt x="45384" y="6168"/>
                    <a:pt x="45418" y="6202"/>
                  </a:cubicBezTo>
                  <a:lnTo>
                    <a:pt x="45453" y="6202"/>
                  </a:lnTo>
                  <a:cubicBezTo>
                    <a:pt x="45487" y="6202"/>
                    <a:pt x="45521" y="6202"/>
                    <a:pt x="45521" y="6168"/>
                  </a:cubicBezTo>
                  <a:lnTo>
                    <a:pt x="45589" y="6100"/>
                  </a:lnTo>
                  <a:cubicBezTo>
                    <a:pt x="45623" y="6031"/>
                    <a:pt x="45623" y="5997"/>
                    <a:pt x="45589" y="5963"/>
                  </a:cubicBezTo>
                  <a:cubicBezTo>
                    <a:pt x="45579" y="5953"/>
                    <a:pt x="45566" y="5949"/>
                    <a:pt x="45552" y="5949"/>
                  </a:cubicBezTo>
                  <a:close/>
                  <a:moveTo>
                    <a:pt x="44954" y="6794"/>
                  </a:moveTo>
                  <a:cubicBezTo>
                    <a:pt x="44924" y="6794"/>
                    <a:pt x="44892" y="6810"/>
                    <a:pt x="44872" y="6850"/>
                  </a:cubicBezTo>
                  <a:lnTo>
                    <a:pt x="44804" y="6919"/>
                  </a:lnTo>
                  <a:cubicBezTo>
                    <a:pt x="44770" y="6987"/>
                    <a:pt x="44804" y="7021"/>
                    <a:pt x="44838" y="7055"/>
                  </a:cubicBezTo>
                  <a:lnTo>
                    <a:pt x="44872" y="7055"/>
                  </a:lnTo>
                  <a:cubicBezTo>
                    <a:pt x="44907" y="7055"/>
                    <a:pt x="44941" y="7055"/>
                    <a:pt x="44941" y="7021"/>
                  </a:cubicBezTo>
                  <a:lnTo>
                    <a:pt x="45009" y="6919"/>
                  </a:lnTo>
                  <a:cubicBezTo>
                    <a:pt x="45043" y="6885"/>
                    <a:pt x="45043" y="6850"/>
                    <a:pt x="45009" y="6816"/>
                  </a:cubicBezTo>
                  <a:cubicBezTo>
                    <a:pt x="44995" y="6802"/>
                    <a:pt x="44975" y="6794"/>
                    <a:pt x="44954" y="6794"/>
                  </a:cubicBezTo>
                  <a:close/>
                  <a:moveTo>
                    <a:pt x="44359" y="7647"/>
                  </a:moveTo>
                  <a:cubicBezTo>
                    <a:pt x="44332" y="7647"/>
                    <a:pt x="44312" y="7664"/>
                    <a:pt x="44292" y="7704"/>
                  </a:cubicBezTo>
                  <a:lnTo>
                    <a:pt x="44224" y="7772"/>
                  </a:lnTo>
                  <a:cubicBezTo>
                    <a:pt x="44190" y="7806"/>
                    <a:pt x="44224" y="7874"/>
                    <a:pt x="44258" y="7908"/>
                  </a:cubicBezTo>
                  <a:lnTo>
                    <a:pt x="44292" y="7908"/>
                  </a:lnTo>
                  <a:cubicBezTo>
                    <a:pt x="44326" y="7908"/>
                    <a:pt x="44361" y="7908"/>
                    <a:pt x="44361" y="7874"/>
                  </a:cubicBezTo>
                  <a:lnTo>
                    <a:pt x="44429" y="7772"/>
                  </a:lnTo>
                  <a:cubicBezTo>
                    <a:pt x="44463" y="7738"/>
                    <a:pt x="44463" y="7704"/>
                    <a:pt x="44429" y="7669"/>
                  </a:cubicBezTo>
                  <a:cubicBezTo>
                    <a:pt x="44401" y="7655"/>
                    <a:pt x="44378" y="7647"/>
                    <a:pt x="44359" y="7647"/>
                  </a:cubicBezTo>
                  <a:close/>
                  <a:moveTo>
                    <a:pt x="43768" y="8497"/>
                  </a:moveTo>
                  <a:cubicBezTo>
                    <a:pt x="43746" y="8497"/>
                    <a:pt x="43729" y="8505"/>
                    <a:pt x="43712" y="8522"/>
                  </a:cubicBezTo>
                  <a:lnTo>
                    <a:pt x="43644" y="8625"/>
                  </a:lnTo>
                  <a:cubicBezTo>
                    <a:pt x="43610" y="8659"/>
                    <a:pt x="43644" y="8727"/>
                    <a:pt x="43678" y="8761"/>
                  </a:cubicBezTo>
                  <a:lnTo>
                    <a:pt x="43712" y="8761"/>
                  </a:lnTo>
                  <a:cubicBezTo>
                    <a:pt x="43746" y="8761"/>
                    <a:pt x="43781" y="8761"/>
                    <a:pt x="43781" y="8727"/>
                  </a:cubicBezTo>
                  <a:lnTo>
                    <a:pt x="43849" y="8625"/>
                  </a:lnTo>
                  <a:cubicBezTo>
                    <a:pt x="43883" y="8591"/>
                    <a:pt x="43883" y="8557"/>
                    <a:pt x="43849" y="8522"/>
                  </a:cubicBezTo>
                  <a:cubicBezTo>
                    <a:pt x="43815" y="8505"/>
                    <a:pt x="43789" y="8497"/>
                    <a:pt x="43768" y="8497"/>
                  </a:cubicBezTo>
                  <a:close/>
                  <a:moveTo>
                    <a:pt x="43188" y="9350"/>
                  </a:moveTo>
                  <a:cubicBezTo>
                    <a:pt x="43166" y="9350"/>
                    <a:pt x="43149" y="9358"/>
                    <a:pt x="43132" y="9376"/>
                  </a:cubicBezTo>
                  <a:lnTo>
                    <a:pt x="43064" y="9478"/>
                  </a:lnTo>
                  <a:cubicBezTo>
                    <a:pt x="43030" y="9512"/>
                    <a:pt x="43064" y="9580"/>
                    <a:pt x="43098" y="9614"/>
                  </a:cubicBezTo>
                  <a:lnTo>
                    <a:pt x="43132" y="9614"/>
                  </a:lnTo>
                  <a:cubicBezTo>
                    <a:pt x="43166" y="9614"/>
                    <a:pt x="43200" y="9614"/>
                    <a:pt x="43200" y="9580"/>
                  </a:cubicBezTo>
                  <a:lnTo>
                    <a:pt x="43269" y="9478"/>
                  </a:lnTo>
                  <a:cubicBezTo>
                    <a:pt x="43303" y="9444"/>
                    <a:pt x="43303" y="9376"/>
                    <a:pt x="43269" y="9376"/>
                  </a:cubicBezTo>
                  <a:cubicBezTo>
                    <a:pt x="43235" y="9358"/>
                    <a:pt x="43209" y="9350"/>
                    <a:pt x="43188" y="9350"/>
                  </a:cubicBezTo>
                  <a:close/>
                  <a:moveTo>
                    <a:pt x="42603" y="10203"/>
                  </a:moveTo>
                  <a:cubicBezTo>
                    <a:pt x="42586" y="10203"/>
                    <a:pt x="42569" y="10212"/>
                    <a:pt x="42552" y="10229"/>
                  </a:cubicBezTo>
                  <a:lnTo>
                    <a:pt x="42484" y="10331"/>
                  </a:lnTo>
                  <a:cubicBezTo>
                    <a:pt x="42450" y="10365"/>
                    <a:pt x="42484" y="10433"/>
                    <a:pt x="42518" y="10467"/>
                  </a:cubicBezTo>
                  <a:lnTo>
                    <a:pt x="42552" y="10467"/>
                  </a:lnTo>
                  <a:cubicBezTo>
                    <a:pt x="42586" y="10467"/>
                    <a:pt x="42620" y="10467"/>
                    <a:pt x="42620" y="10433"/>
                  </a:cubicBezTo>
                  <a:lnTo>
                    <a:pt x="42689" y="10331"/>
                  </a:lnTo>
                  <a:cubicBezTo>
                    <a:pt x="42723" y="10297"/>
                    <a:pt x="42723" y="10229"/>
                    <a:pt x="42654" y="10229"/>
                  </a:cubicBezTo>
                  <a:cubicBezTo>
                    <a:pt x="42637" y="10212"/>
                    <a:pt x="42620" y="10203"/>
                    <a:pt x="42603" y="10203"/>
                  </a:cubicBezTo>
                  <a:close/>
                  <a:moveTo>
                    <a:pt x="42023" y="11056"/>
                  </a:moveTo>
                  <a:cubicBezTo>
                    <a:pt x="42006" y="11056"/>
                    <a:pt x="41989" y="11065"/>
                    <a:pt x="41972" y="11082"/>
                  </a:cubicBezTo>
                  <a:lnTo>
                    <a:pt x="41904" y="11184"/>
                  </a:lnTo>
                  <a:cubicBezTo>
                    <a:pt x="41870" y="11218"/>
                    <a:pt x="41904" y="11286"/>
                    <a:pt x="41938" y="11286"/>
                  </a:cubicBezTo>
                  <a:cubicBezTo>
                    <a:pt x="41938" y="11321"/>
                    <a:pt x="41972" y="11321"/>
                    <a:pt x="41972" y="11321"/>
                  </a:cubicBezTo>
                  <a:cubicBezTo>
                    <a:pt x="42006" y="11321"/>
                    <a:pt x="42040" y="11321"/>
                    <a:pt x="42040" y="11286"/>
                  </a:cubicBezTo>
                  <a:lnTo>
                    <a:pt x="42108" y="11184"/>
                  </a:lnTo>
                  <a:cubicBezTo>
                    <a:pt x="42143" y="11150"/>
                    <a:pt x="42143" y="11082"/>
                    <a:pt x="42074" y="11082"/>
                  </a:cubicBezTo>
                  <a:cubicBezTo>
                    <a:pt x="42057" y="11065"/>
                    <a:pt x="42040" y="11056"/>
                    <a:pt x="42023" y="11056"/>
                  </a:cubicBezTo>
                  <a:close/>
                  <a:moveTo>
                    <a:pt x="41494" y="11901"/>
                  </a:moveTo>
                  <a:cubicBezTo>
                    <a:pt x="41460" y="11901"/>
                    <a:pt x="41426" y="11901"/>
                    <a:pt x="41392" y="11935"/>
                  </a:cubicBezTo>
                  <a:lnTo>
                    <a:pt x="41324" y="12037"/>
                  </a:lnTo>
                  <a:cubicBezTo>
                    <a:pt x="41290" y="12071"/>
                    <a:pt x="41290" y="12140"/>
                    <a:pt x="41358" y="12140"/>
                  </a:cubicBezTo>
                  <a:cubicBezTo>
                    <a:pt x="41358" y="12174"/>
                    <a:pt x="41392" y="12174"/>
                    <a:pt x="41392" y="12174"/>
                  </a:cubicBezTo>
                  <a:cubicBezTo>
                    <a:pt x="41426" y="12174"/>
                    <a:pt x="41460" y="12140"/>
                    <a:pt x="41460" y="12140"/>
                  </a:cubicBezTo>
                  <a:lnTo>
                    <a:pt x="41528" y="12037"/>
                  </a:lnTo>
                  <a:cubicBezTo>
                    <a:pt x="41563" y="12003"/>
                    <a:pt x="41563" y="11935"/>
                    <a:pt x="41494" y="11901"/>
                  </a:cubicBezTo>
                  <a:close/>
                  <a:moveTo>
                    <a:pt x="40914" y="12754"/>
                  </a:moveTo>
                  <a:cubicBezTo>
                    <a:pt x="40880" y="12754"/>
                    <a:pt x="40846" y="12754"/>
                    <a:pt x="40812" y="12788"/>
                  </a:cubicBezTo>
                  <a:lnTo>
                    <a:pt x="40744" y="12890"/>
                  </a:lnTo>
                  <a:cubicBezTo>
                    <a:pt x="40709" y="12924"/>
                    <a:pt x="40709" y="12993"/>
                    <a:pt x="40778" y="12993"/>
                  </a:cubicBezTo>
                  <a:cubicBezTo>
                    <a:pt x="40778" y="13027"/>
                    <a:pt x="40812" y="13027"/>
                    <a:pt x="40812" y="13027"/>
                  </a:cubicBezTo>
                  <a:cubicBezTo>
                    <a:pt x="40846" y="13027"/>
                    <a:pt x="40880" y="12993"/>
                    <a:pt x="40880" y="12993"/>
                  </a:cubicBezTo>
                  <a:lnTo>
                    <a:pt x="40948" y="12890"/>
                  </a:lnTo>
                  <a:cubicBezTo>
                    <a:pt x="40982" y="12856"/>
                    <a:pt x="40948" y="12788"/>
                    <a:pt x="40914" y="12754"/>
                  </a:cubicBezTo>
                  <a:close/>
                  <a:moveTo>
                    <a:pt x="40334" y="13607"/>
                  </a:moveTo>
                  <a:cubicBezTo>
                    <a:pt x="40300" y="13607"/>
                    <a:pt x="40266" y="13607"/>
                    <a:pt x="40232" y="13641"/>
                  </a:cubicBezTo>
                  <a:lnTo>
                    <a:pt x="40163" y="13743"/>
                  </a:lnTo>
                  <a:cubicBezTo>
                    <a:pt x="40129" y="13777"/>
                    <a:pt x="40129" y="13812"/>
                    <a:pt x="40198" y="13846"/>
                  </a:cubicBezTo>
                  <a:cubicBezTo>
                    <a:pt x="40198" y="13880"/>
                    <a:pt x="40198" y="13880"/>
                    <a:pt x="40232" y="13880"/>
                  </a:cubicBezTo>
                  <a:cubicBezTo>
                    <a:pt x="40266" y="13880"/>
                    <a:pt x="40300" y="13846"/>
                    <a:pt x="40300" y="13846"/>
                  </a:cubicBezTo>
                  <a:lnTo>
                    <a:pt x="40368" y="13743"/>
                  </a:lnTo>
                  <a:cubicBezTo>
                    <a:pt x="40402" y="13709"/>
                    <a:pt x="40368" y="13641"/>
                    <a:pt x="40334" y="13607"/>
                  </a:cubicBezTo>
                  <a:close/>
                  <a:moveTo>
                    <a:pt x="39724" y="14446"/>
                  </a:moveTo>
                  <a:cubicBezTo>
                    <a:pt x="39700" y="14446"/>
                    <a:pt x="39676" y="14470"/>
                    <a:pt x="39652" y="14494"/>
                  </a:cubicBezTo>
                  <a:lnTo>
                    <a:pt x="39583" y="14596"/>
                  </a:lnTo>
                  <a:cubicBezTo>
                    <a:pt x="39549" y="14631"/>
                    <a:pt x="39549" y="14665"/>
                    <a:pt x="39583" y="14699"/>
                  </a:cubicBezTo>
                  <a:cubicBezTo>
                    <a:pt x="39618" y="14699"/>
                    <a:pt x="39618" y="14733"/>
                    <a:pt x="39652" y="14733"/>
                  </a:cubicBezTo>
                  <a:cubicBezTo>
                    <a:pt x="39686" y="14733"/>
                    <a:pt x="39686" y="14699"/>
                    <a:pt x="39720" y="14699"/>
                  </a:cubicBezTo>
                  <a:lnTo>
                    <a:pt x="39788" y="14596"/>
                  </a:lnTo>
                  <a:cubicBezTo>
                    <a:pt x="39822" y="14562"/>
                    <a:pt x="39788" y="14494"/>
                    <a:pt x="39754" y="14460"/>
                  </a:cubicBezTo>
                  <a:cubicBezTo>
                    <a:pt x="39744" y="14450"/>
                    <a:pt x="39734" y="14446"/>
                    <a:pt x="39724" y="14446"/>
                  </a:cubicBezTo>
                  <a:close/>
                  <a:moveTo>
                    <a:pt x="39138" y="15299"/>
                  </a:moveTo>
                  <a:cubicBezTo>
                    <a:pt x="39106" y="15299"/>
                    <a:pt x="39072" y="15323"/>
                    <a:pt x="39072" y="15347"/>
                  </a:cubicBezTo>
                  <a:lnTo>
                    <a:pt x="39003" y="15449"/>
                  </a:lnTo>
                  <a:cubicBezTo>
                    <a:pt x="38969" y="15484"/>
                    <a:pt x="38969" y="15518"/>
                    <a:pt x="39003" y="15552"/>
                  </a:cubicBezTo>
                  <a:cubicBezTo>
                    <a:pt x="39037" y="15552"/>
                    <a:pt x="39037" y="15586"/>
                    <a:pt x="39072" y="15586"/>
                  </a:cubicBezTo>
                  <a:cubicBezTo>
                    <a:pt x="39106" y="15586"/>
                    <a:pt x="39106" y="15552"/>
                    <a:pt x="39140" y="15518"/>
                  </a:cubicBezTo>
                  <a:lnTo>
                    <a:pt x="39208" y="15449"/>
                  </a:lnTo>
                  <a:cubicBezTo>
                    <a:pt x="39242" y="15415"/>
                    <a:pt x="39208" y="15347"/>
                    <a:pt x="39174" y="15313"/>
                  </a:cubicBezTo>
                  <a:cubicBezTo>
                    <a:pt x="39164" y="15303"/>
                    <a:pt x="39151" y="15299"/>
                    <a:pt x="39138" y="15299"/>
                  </a:cubicBezTo>
                  <a:close/>
                  <a:moveTo>
                    <a:pt x="38558" y="16152"/>
                  </a:moveTo>
                  <a:cubicBezTo>
                    <a:pt x="38526" y="16152"/>
                    <a:pt x="38491" y="16176"/>
                    <a:pt x="38491" y="16200"/>
                  </a:cubicBezTo>
                  <a:lnTo>
                    <a:pt x="38423" y="16303"/>
                  </a:lnTo>
                  <a:cubicBezTo>
                    <a:pt x="38389" y="16337"/>
                    <a:pt x="38389" y="16371"/>
                    <a:pt x="38423" y="16405"/>
                  </a:cubicBezTo>
                  <a:lnTo>
                    <a:pt x="38491" y="16405"/>
                  </a:lnTo>
                  <a:cubicBezTo>
                    <a:pt x="38526" y="16405"/>
                    <a:pt x="38526" y="16405"/>
                    <a:pt x="38560" y="16371"/>
                  </a:cubicBezTo>
                  <a:lnTo>
                    <a:pt x="38628" y="16303"/>
                  </a:lnTo>
                  <a:cubicBezTo>
                    <a:pt x="38662" y="16234"/>
                    <a:pt x="38628" y="16200"/>
                    <a:pt x="38594" y="16166"/>
                  </a:cubicBezTo>
                  <a:cubicBezTo>
                    <a:pt x="38584" y="16156"/>
                    <a:pt x="38571" y="16152"/>
                    <a:pt x="38558" y="16152"/>
                  </a:cubicBezTo>
                  <a:close/>
                  <a:moveTo>
                    <a:pt x="37978" y="17005"/>
                  </a:moveTo>
                  <a:cubicBezTo>
                    <a:pt x="37945" y="17005"/>
                    <a:pt x="37911" y="17029"/>
                    <a:pt x="37911" y="17053"/>
                  </a:cubicBezTo>
                  <a:lnTo>
                    <a:pt x="37843" y="17122"/>
                  </a:lnTo>
                  <a:cubicBezTo>
                    <a:pt x="37809" y="17190"/>
                    <a:pt x="37809" y="17224"/>
                    <a:pt x="37843" y="17258"/>
                  </a:cubicBezTo>
                  <a:lnTo>
                    <a:pt x="37911" y="17258"/>
                  </a:lnTo>
                  <a:cubicBezTo>
                    <a:pt x="37945" y="17258"/>
                    <a:pt x="37945" y="17258"/>
                    <a:pt x="37980" y="17224"/>
                  </a:cubicBezTo>
                  <a:lnTo>
                    <a:pt x="38048" y="17156"/>
                  </a:lnTo>
                  <a:cubicBezTo>
                    <a:pt x="38082" y="17087"/>
                    <a:pt x="38048" y="17053"/>
                    <a:pt x="38014" y="17019"/>
                  </a:cubicBezTo>
                  <a:cubicBezTo>
                    <a:pt x="38004" y="17009"/>
                    <a:pt x="37991" y="17005"/>
                    <a:pt x="37978" y="17005"/>
                  </a:cubicBezTo>
                  <a:close/>
                  <a:moveTo>
                    <a:pt x="37381" y="17850"/>
                  </a:moveTo>
                  <a:cubicBezTo>
                    <a:pt x="37355" y="17850"/>
                    <a:pt x="37331" y="17866"/>
                    <a:pt x="37331" y="17906"/>
                  </a:cubicBezTo>
                  <a:lnTo>
                    <a:pt x="37263" y="17975"/>
                  </a:lnTo>
                  <a:cubicBezTo>
                    <a:pt x="37229" y="18043"/>
                    <a:pt x="37229" y="18077"/>
                    <a:pt x="37263" y="18111"/>
                  </a:cubicBezTo>
                  <a:lnTo>
                    <a:pt x="37331" y="18111"/>
                  </a:lnTo>
                  <a:cubicBezTo>
                    <a:pt x="37365" y="18111"/>
                    <a:pt x="37365" y="18111"/>
                    <a:pt x="37400" y="18077"/>
                  </a:cubicBezTo>
                  <a:lnTo>
                    <a:pt x="37468" y="17975"/>
                  </a:lnTo>
                  <a:cubicBezTo>
                    <a:pt x="37468" y="17940"/>
                    <a:pt x="37468" y="17906"/>
                    <a:pt x="37434" y="17872"/>
                  </a:cubicBezTo>
                  <a:cubicBezTo>
                    <a:pt x="37419" y="17858"/>
                    <a:pt x="37400" y="17850"/>
                    <a:pt x="37381" y="17850"/>
                  </a:cubicBezTo>
                  <a:close/>
                  <a:moveTo>
                    <a:pt x="36798" y="18703"/>
                  </a:moveTo>
                  <a:cubicBezTo>
                    <a:pt x="36769" y="18703"/>
                    <a:pt x="36737" y="18719"/>
                    <a:pt x="36717" y="18759"/>
                  </a:cubicBezTo>
                  <a:lnTo>
                    <a:pt x="36683" y="18828"/>
                  </a:lnTo>
                  <a:cubicBezTo>
                    <a:pt x="36649" y="18862"/>
                    <a:pt x="36649" y="18930"/>
                    <a:pt x="36683" y="18964"/>
                  </a:cubicBezTo>
                  <a:lnTo>
                    <a:pt x="36751" y="18964"/>
                  </a:lnTo>
                  <a:cubicBezTo>
                    <a:pt x="36751" y="18964"/>
                    <a:pt x="36785" y="18964"/>
                    <a:pt x="36819" y="18930"/>
                  </a:cubicBezTo>
                  <a:lnTo>
                    <a:pt x="36888" y="18828"/>
                  </a:lnTo>
                  <a:cubicBezTo>
                    <a:pt x="36888" y="18794"/>
                    <a:pt x="36888" y="18759"/>
                    <a:pt x="36854" y="18725"/>
                  </a:cubicBezTo>
                  <a:cubicBezTo>
                    <a:pt x="36839" y="18711"/>
                    <a:pt x="36819" y="18703"/>
                    <a:pt x="36798" y="18703"/>
                  </a:cubicBezTo>
                  <a:close/>
                  <a:moveTo>
                    <a:pt x="36205" y="19553"/>
                  </a:moveTo>
                  <a:cubicBezTo>
                    <a:pt x="36180" y="19553"/>
                    <a:pt x="36154" y="19561"/>
                    <a:pt x="36137" y="19578"/>
                  </a:cubicBezTo>
                  <a:lnTo>
                    <a:pt x="36103" y="19681"/>
                  </a:lnTo>
                  <a:cubicBezTo>
                    <a:pt x="36069" y="19715"/>
                    <a:pt x="36069" y="19783"/>
                    <a:pt x="36103" y="19817"/>
                  </a:cubicBezTo>
                  <a:lnTo>
                    <a:pt x="36171" y="19817"/>
                  </a:lnTo>
                  <a:cubicBezTo>
                    <a:pt x="36171" y="19817"/>
                    <a:pt x="36205" y="19817"/>
                    <a:pt x="36239" y="19783"/>
                  </a:cubicBezTo>
                  <a:lnTo>
                    <a:pt x="36308" y="19681"/>
                  </a:lnTo>
                  <a:cubicBezTo>
                    <a:pt x="36308" y="19647"/>
                    <a:pt x="36308" y="19612"/>
                    <a:pt x="36273" y="19578"/>
                  </a:cubicBezTo>
                  <a:cubicBezTo>
                    <a:pt x="36256" y="19561"/>
                    <a:pt x="36231" y="19553"/>
                    <a:pt x="36205" y="19553"/>
                  </a:cubicBezTo>
                  <a:close/>
                  <a:moveTo>
                    <a:pt x="35625" y="20406"/>
                  </a:moveTo>
                  <a:cubicBezTo>
                    <a:pt x="35600" y="20406"/>
                    <a:pt x="35574" y="20414"/>
                    <a:pt x="35557" y="20431"/>
                  </a:cubicBezTo>
                  <a:lnTo>
                    <a:pt x="35489" y="20534"/>
                  </a:lnTo>
                  <a:cubicBezTo>
                    <a:pt x="35489" y="20568"/>
                    <a:pt x="35489" y="20636"/>
                    <a:pt x="35523" y="20670"/>
                  </a:cubicBezTo>
                  <a:lnTo>
                    <a:pt x="35591" y="20670"/>
                  </a:lnTo>
                  <a:cubicBezTo>
                    <a:pt x="35591" y="20670"/>
                    <a:pt x="35625" y="20670"/>
                    <a:pt x="35659" y="20636"/>
                  </a:cubicBezTo>
                  <a:lnTo>
                    <a:pt x="35727" y="20534"/>
                  </a:lnTo>
                  <a:cubicBezTo>
                    <a:pt x="35727" y="20500"/>
                    <a:pt x="35727" y="20466"/>
                    <a:pt x="35693" y="20431"/>
                  </a:cubicBezTo>
                  <a:cubicBezTo>
                    <a:pt x="35676" y="20414"/>
                    <a:pt x="35651" y="20406"/>
                    <a:pt x="35625" y="20406"/>
                  </a:cubicBezTo>
                  <a:close/>
                  <a:moveTo>
                    <a:pt x="35045" y="21259"/>
                  </a:moveTo>
                  <a:cubicBezTo>
                    <a:pt x="35019" y="21259"/>
                    <a:pt x="34994" y="21267"/>
                    <a:pt x="34977" y="21285"/>
                  </a:cubicBezTo>
                  <a:lnTo>
                    <a:pt x="34909" y="21387"/>
                  </a:lnTo>
                  <a:cubicBezTo>
                    <a:pt x="34909" y="21421"/>
                    <a:pt x="34909" y="21489"/>
                    <a:pt x="34943" y="21523"/>
                  </a:cubicBezTo>
                  <a:lnTo>
                    <a:pt x="35011" y="21523"/>
                  </a:lnTo>
                  <a:cubicBezTo>
                    <a:pt x="35011" y="21523"/>
                    <a:pt x="35045" y="21523"/>
                    <a:pt x="35079" y="21489"/>
                  </a:cubicBezTo>
                  <a:lnTo>
                    <a:pt x="35113" y="21387"/>
                  </a:lnTo>
                  <a:cubicBezTo>
                    <a:pt x="35147" y="21353"/>
                    <a:pt x="35147" y="21285"/>
                    <a:pt x="35113" y="21285"/>
                  </a:cubicBezTo>
                  <a:cubicBezTo>
                    <a:pt x="35096" y="21267"/>
                    <a:pt x="35071" y="21259"/>
                    <a:pt x="35045" y="21259"/>
                  </a:cubicBezTo>
                  <a:close/>
                  <a:moveTo>
                    <a:pt x="34465" y="22112"/>
                  </a:moveTo>
                  <a:cubicBezTo>
                    <a:pt x="34439" y="22112"/>
                    <a:pt x="34414" y="22121"/>
                    <a:pt x="34397" y="22138"/>
                  </a:cubicBezTo>
                  <a:lnTo>
                    <a:pt x="34328" y="22240"/>
                  </a:lnTo>
                  <a:cubicBezTo>
                    <a:pt x="34328" y="22274"/>
                    <a:pt x="34328" y="22342"/>
                    <a:pt x="34363" y="22376"/>
                  </a:cubicBezTo>
                  <a:lnTo>
                    <a:pt x="34397" y="22376"/>
                  </a:lnTo>
                  <a:cubicBezTo>
                    <a:pt x="34431" y="22376"/>
                    <a:pt x="34465" y="22376"/>
                    <a:pt x="34499" y="22342"/>
                  </a:cubicBezTo>
                  <a:lnTo>
                    <a:pt x="34533" y="22240"/>
                  </a:lnTo>
                  <a:cubicBezTo>
                    <a:pt x="34567" y="22206"/>
                    <a:pt x="34567" y="22138"/>
                    <a:pt x="34533" y="22138"/>
                  </a:cubicBezTo>
                  <a:cubicBezTo>
                    <a:pt x="34516" y="22121"/>
                    <a:pt x="34491" y="22112"/>
                    <a:pt x="34465" y="22112"/>
                  </a:cubicBezTo>
                  <a:close/>
                  <a:moveTo>
                    <a:pt x="33885" y="22965"/>
                  </a:moveTo>
                  <a:cubicBezTo>
                    <a:pt x="33859" y="22965"/>
                    <a:pt x="33834" y="22974"/>
                    <a:pt x="33817" y="22991"/>
                  </a:cubicBezTo>
                  <a:lnTo>
                    <a:pt x="33748" y="23093"/>
                  </a:lnTo>
                  <a:cubicBezTo>
                    <a:pt x="33748" y="23127"/>
                    <a:pt x="33748" y="23195"/>
                    <a:pt x="33782" y="23195"/>
                  </a:cubicBezTo>
                  <a:cubicBezTo>
                    <a:pt x="33782" y="23230"/>
                    <a:pt x="33817" y="23230"/>
                    <a:pt x="33817" y="23230"/>
                  </a:cubicBezTo>
                  <a:cubicBezTo>
                    <a:pt x="33851" y="23230"/>
                    <a:pt x="33885" y="23230"/>
                    <a:pt x="33885" y="23195"/>
                  </a:cubicBezTo>
                  <a:lnTo>
                    <a:pt x="33953" y="23093"/>
                  </a:lnTo>
                  <a:cubicBezTo>
                    <a:pt x="33987" y="23059"/>
                    <a:pt x="33987" y="22991"/>
                    <a:pt x="33953" y="22991"/>
                  </a:cubicBezTo>
                  <a:cubicBezTo>
                    <a:pt x="33936" y="22974"/>
                    <a:pt x="33910" y="22965"/>
                    <a:pt x="33885" y="22965"/>
                  </a:cubicBezTo>
                  <a:close/>
                  <a:moveTo>
                    <a:pt x="33373" y="23810"/>
                  </a:moveTo>
                  <a:cubicBezTo>
                    <a:pt x="33339" y="23810"/>
                    <a:pt x="33271" y="23810"/>
                    <a:pt x="33236" y="23844"/>
                  </a:cubicBezTo>
                  <a:lnTo>
                    <a:pt x="33168" y="23946"/>
                  </a:lnTo>
                  <a:cubicBezTo>
                    <a:pt x="33168" y="23980"/>
                    <a:pt x="33168" y="24048"/>
                    <a:pt x="33202" y="24048"/>
                  </a:cubicBezTo>
                  <a:cubicBezTo>
                    <a:pt x="33202" y="24083"/>
                    <a:pt x="33236" y="24083"/>
                    <a:pt x="33236" y="24083"/>
                  </a:cubicBezTo>
                  <a:cubicBezTo>
                    <a:pt x="33271" y="24083"/>
                    <a:pt x="33305" y="24048"/>
                    <a:pt x="33305" y="24048"/>
                  </a:cubicBezTo>
                  <a:lnTo>
                    <a:pt x="33373" y="23946"/>
                  </a:lnTo>
                  <a:cubicBezTo>
                    <a:pt x="33407" y="23912"/>
                    <a:pt x="33407" y="23844"/>
                    <a:pt x="33373" y="23810"/>
                  </a:cubicBezTo>
                  <a:close/>
                  <a:moveTo>
                    <a:pt x="32793" y="24663"/>
                  </a:moveTo>
                  <a:cubicBezTo>
                    <a:pt x="32725" y="24663"/>
                    <a:pt x="32691" y="24663"/>
                    <a:pt x="32656" y="24697"/>
                  </a:cubicBezTo>
                  <a:lnTo>
                    <a:pt x="32588" y="24799"/>
                  </a:lnTo>
                  <a:cubicBezTo>
                    <a:pt x="32554" y="24833"/>
                    <a:pt x="32588" y="24902"/>
                    <a:pt x="32622" y="24902"/>
                  </a:cubicBezTo>
                  <a:cubicBezTo>
                    <a:pt x="32622" y="24936"/>
                    <a:pt x="32656" y="24936"/>
                    <a:pt x="32656" y="24936"/>
                  </a:cubicBezTo>
                  <a:cubicBezTo>
                    <a:pt x="32691" y="24936"/>
                    <a:pt x="32725" y="24902"/>
                    <a:pt x="32725" y="24902"/>
                  </a:cubicBezTo>
                  <a:lnTo>
                    <a:pt x="32793" y="24799"/>
                  </a:lnTo>
                  <a:cubicBezTo>
                    <a:pt x="32827" y="24765"/>
                    <a:pt x="32827" y="24697"/>
                    <a:pt x="32793" y="24663"/>
                  </a:cubicBezTo>
                  <a:close/>
                  <a:moveTo>
                    <a:pt x="32213" y="25516"/>
                  </a:moveTo>
                  <a:cubicBezTo>
                    <a:pt x="32145" y="25516"/>
                    <a:pt x="32110" y="25516"/>
                    <a:pt x="32076" y="25550"/>
                  </a:cubicBezTo>
                  <a:lnTo>
                    <a:pt x="32008" y="25652"/>
                  </a:lnTo>
                  <a:cubicBezTo>
                    <a:pt x="31974" y="25686"/>
                    <a:pt x="32008" y="25721"/>
                    <a:pt x="32042" y="25755"/>
                  </a:cubicBezTo>
                  <a:cubicBezTo>
                    <a:pt x="32042" y="25789"/>
                    <a:pt x="32076" y="25789"/>
                    <a:pt x="32076" y="25789"/>
                  </a:cubicBezTo>
                  <a:cubicBezTo>
                    <a:pt x="32110" y="25789"/>
                    <a:pt x="32145" y="25755"/>
                    <a:pt x="32145" y="25755"/>
                  </a:cubicBezTo>
                  <a:lnTo>
                    <a:pt x="32213" y="25652"/>
                  </a:lnTo>
                  <a:cubicBezTo>
                    <a:pt x="32247" y="25618"/>
                    <a:pt x="32247" y="25550"/>
                    <a:pt x="32213" y="25516"/>
                  </a:cubicBezTo>
                  <a:close/>
                  <a:moveTo>
                    <a:pt x="31581" y="26355"/>
                  </a:moveTo>
                  <a:cubicBezTo>
                    <a:pt x="31544" y="26355"/>
                    <a:pt x="31520" y="26379"/>
                    <a:pt x="31496" y="26403"/>
                  </a:cubicBezTo>
                  <a:lnTo>
                    <a:pt x="31428" y="26505"/>
                  </a:lnTo>
                  <a:cubicBezTo>
                    <a:pt x="31394" y="26539"/>
                    <a:pt x="31428" y="26574"/>
                    <a:pt x="31462" y="26608"/>
                  </a:cubicBezTo>
                  <a:cubicBezTo>
                    <a:pt x="31462" y="26608"/>
                    <a:pt x="31496" y="26642"/>
                    <a:pt x="31496" y="26642"/>
                  </a:cubicBezTo>
                  <a:cubicBezTo>
                    <a:pt x="31530" y="26642"/>
                    <a:pt x="31564" y="26608"/>
                    <a:pt x="31564" y="26608"/>
                  </a:cubicBezTo>
                  <a:lnTo>
                    <a:pt x="31633" y="26505"/>
                  </a:lnTo>
                  <a:cubicBezTo>
                    <a:pt x="31667" y="26471"/>
                    <a:pt x="31667" y="26403"/>
                    <a:pt x="31633" y="26369"/>
                  </a:cubicBezTo>
                  <a:cubicBezTo>
                    <a:pt x="31613" y="26359"/>
                    <a:pt x="31596" y="26355"/>
                    <a:pt x="31581" y="26355"/>
                  </a:cubicBezTo>
                  <a:close/>
                  <a:moveTo>
                    <a:pt x="30989" y="27208"/>
                  </a:moveTo>
                  <a:cubicBezTo>
                    <a:pt x="30964" y="27208"/>
                    <a:pt x="30940" y="27232"/>
                    <a:pt x="30916" y="27256"/>
                  </a:cubicBezTo>
                  <a:lnTo>
                    <a:pt x="30848" y="27358"/>
                  </a:lnTo>
                  <a:cubicBezTo>
                    <a:pt x="30814" y="27393"/>
                    <a:pt x="30848" y="27427"/>
                    <a:pt x="30882" y="27461"/>
                  </a:cubicBezTo>
                  <a:cubicBezTo>
                    <a:pt x="30882" y="27461"/>
                    <a:pt x="30916" y="27495"/>
                    <a:pt x="30916" y="27495"/>
                  </a:cubicBezTo>
                  <a:cubicBezTo>
                    <a:pt x="30950" y="27495"/>
                    <a:pt x="30984" y="27461"/>
                    <a:pt x="30984" y="27427"/>
                  </a:cubicBezTo>
                  <a:lnTo>
                    <a:pt x="31053" y="27358"/>
                  </a:lnTo>
                  <a:cubicBezTo>
                    <a:pt x="31087" y="27324"/>
                    <a:pt x="31087" y="27256"/>
                    <a:pt x="31019" y="27222"/>
                  </a:cubicBezTo>
                  <a:cubicBezTo>
                    <a:pt x="31009" y="27212"/>
                    <a:pt x="30999" y="27208"/>
                    <a:pt x="30989" y="27208"/>
                  </a:cubicBezTo>
                  <a:close/>
                  <a:moveTo>
                    <a:pt x="30408" y="28061"/>
                  </a:moveTo>
                  <a:cubicBezTo>
                    <a:pt x="30384" y="28061"/>
                    <a:pt x="30360" y="28085"/>
                    <a:pt x="30336" y="28109"/>
                  </a:cubicBezTo>
                  <a:lnTo>
                    <a:pt x="30268" y="28212"/>
                  </a:lnTo>
                  <a:cubicBezTo>
                    <a:pt x="30234" y="28246"/>
                    <a:pt x="30268" y="28280"/>
                    <a:pt x="30302" y="28314"/>
                  </a:cubicBezTo>
                  <a:lnTo>
                    <a:pt x="30336" y="28314"/>
                  </a:lnTo>
                  <a:cubicBezTo>
                    <a:pt x="30370" y="28314"/>
                    <a:pt x="30404" y="28314"/>
                    <a:pt x="30404" y="28280"/>
                  </a:cubicBezTo>
                  <a:lnTo>
                    <a:pt x="30473" y="28212"/>
                  </a:lnTo>
                  <a:cubicBezTo>
                    <a:pt x="30507" y="28143"/>
                    <a:pt x="30507" y="28109"/>
                    <a:pt x="30438" y="28075"/>
                  </a:cubicBezTo>
                  <a:cubicBezTo>
                    <a:pt x="30428" y="28065"/>
                    <a:pt x="30418" y="28061"/>
                    <a:pt x="30408" y="28061"/>
                  </a:cubicBezTo>
                  <a:close/>
                  <a:moveTo>
                    <a:pt x="29816" y="28906"/>
                  </a:moveTo>
                  <a:cubicBezTo>
                    <a:pt x="29796" y="28906"/>
                    <a:pt x="29776" y="28922"/>
                    <a:pt x="29756" y="28962"/>
                  </a:cubicBezTo>
                  <a:lnTo>
                    <a:pt x="29688" y="29030"/>
                  </a:lnTo>
                  <a:cubicBezTo>
                    <a:pt x="29654" y="29099"/>
                    <a:pt x="29654" y="29133"/>
                    <a:pt x="29722" y="29167"/>
                  </a:cubicBezTo>
                  <a:lnTo>
                    <a:pt x="29756" y="29167"/>
                  </a:lnTo>
                  <a:cubicBezTo>
                    <a:pt x="29790" y="29167"/>
                    <a:pt x="29824" y="29167"/>
                    <a:pt x="29824" y="29133"/>
                  </a:cubicBezTo>
                  <a:lnTo>
                    <a:pt x="29892" y="29065"/>
                  </a:lnTo>
                  <a:cubicBezTo>
                    <a:pt x="29927" y="28996"/>
                    <a:pt x="29927" y="28962"/>
                    <a:pt x="29858" y="28928"/>
                  </a:cubicBezTo>
                  <a:cubicBezTo>
                    <a:pt x="29844" y="28914"/>
                    <a:pt x="29830" y="28906"/>
                    <a:pt x="29816" y="28906"/>
                  </a:cubicBezTo>
                  <a:close/>
                  <a:moveTo>
                    <a:pt x="29236" y="29759"/>
                  </a:moveTo>
                  <a:cubicBezTo>
                    <a:pt x="29216" y="29759"/>
                    <a:pt x="29196" y="29775"/>
                    <a:pt x="29176" y="29815"/>
                  </a:cubicBezTo>
                  <a:lnTo>
                    <a:pt x="29108" y="29884"/>
                  </a:lnTo>
                  <a:cubicBezTo>
                    <a:pt x="29073" y="29952"/>
                    <a:pt x="29073" y="29986"/>
                    <a:pt x="29142" y="30020"/>
                  </a:cubicBezTo>
                  <a:lnTo>
                    <a:pt x="29176" y="30020"/>
                  </a:lnTo>
                  <a:cubicBezTo>
                    <a:pt x="29210" y="30020"/>
                    <a:pt x="29244" y="30020"/>
                    <a:pt x="29244" y="29986"/>
                  </a:cubicBezTo>
                  <a:lnTo>
                    <a:pt x="29312" y="29884"/>
                  </a:lnTo>
                  <a:cubicBezTo>
                    <a:pt x="29346" y="29849"/>
                    <a:pt x="29312" y="29815"/>
                    <a:pt x="29278" y="29781"/>
                  </a:cubicBezTo>
                  <a:cubicBezTo>
                    <a:pt x="29264" y="29767"/>
                    <a:pt x="29250" y="29759"/>
                    <a:pt x="29236" y="29759"/>
                  </a:cubicBezTo>
                  <a:close/>
                  <a:moveTo>
                    <a:pt x="28656" y="30612"/>
                  </a:moveTo>
                  <a:cubicBezTo>
                    <a:pt x="28636" y="30612"/>
                    <a:pt x="28616" y="30628"/>
                    <a:pt x="28596" y="30668"/>
                  </a:cubicBezTo>
                  <a:lnTo>
                    <a:pt x="28528" y="30737"/>
                  </a:lnTo>
                  <a:cubicBezTo>
                    <a:pt x="28493" y="30771"/>
                    <a:pt x="28493" y="30839"/>
                    <a:pt x="28562" y="30873"/>
                  </a:cubicBezTo>
                  <a:lnTo>
                    <a:pt x="28596" y="30873"/>
                  </a:lnTo>
                  <a:cubicBezTo>
                    <a:pt x="28630" y="30873"/>
                    <a:pt x="28664" y="30873"/>
                    <a:pt x="28664" y="30839"/>
                  </a:cubicBezTo>
                  <a:lnTo>
                    <a:pt x="28732" y="30737"/>
                  </a:lnTo>
                  <a:cubicBezTo>
                    <a:pt x="28766" y="30702"/>
                    <a:pt x="28732" y="30668"/>
                    <a:pt x="28698" y="30634"/>
                  </a:cubicBezTo>
                  <a:cubicBezTo>
                    <a:pt x="28684" y="30620"/>
                    <a:pt x="28670" y="30612"/>
                    <a:pt x="28656" y="30612"/>
                  </a:cubicBezTo>
                  <a:close/>
                  <a:moveTo>
                    <a:pt x="28067" y="31462"/>
                  </a:moveTo>
                  <a:cubicBezTo>
                    <a:pt x="28050" y="31462"/>
                    <a:pt x="28033" y="31470"/>
                    <a:pt x="28016" y="31487"/>
                  </a:cubicBezTo>
                  <a:lnTo>
                    <a:pt x="27947" y="31590"/>
                  </a:lnTo>
                  <a:cubicBezTo>
                    <a:pt x="27913" y="31624"/>
                    <a:pt x="27913" y="31692"/>
                    <a:pt x="27982" y="31726"/>
                  </a:cubicBezTo>
                  <a:lnTo>
                    <a:pt x="28016" y="31726"/>
                  </a:lnTo>
                  <a:cubicBezTo>
                    <a:pt x="28050" y="31726"/>
                    <a:pt x="28084" y="31726"/>
                    <a:pt x="28084" y="31692"/>
                  </a:cubicBezTo>
                  <a:lnTo>
                    <a:pt x="28152" y="31590"/>
                  </a:lnTo>
                  <a:cubicBezTo>
                    <a:pt x="28186" y="31556"/>
                    <a:pt x="28152" y="31521"/>
                    <a:pt x="28118" y="31487"/>
                  </a:cubicBezTo>
                  <a:cubicBezTo>
                    <a:pt x="28101" y="31470"/>
                    <a:pt x="28084" y="31462"/>
                    <a:pt x="28067" y="31462"/>
                  </a:cubicBezTo>
                  <a:close/>
                  <a:moveTo>
                    <a:pt x="27474" y="32315"/>
                  </a:moveTo>
                  <a:cubicBezTo>
                    <a:pt x="27453" y="32315"/>
                    <a:pt x="27436" y="32323"/>
                    <a:pt x="27436" y="32340"/>
                  </a:cubicBezTo>
                  <a:lnTo>
                    <a:pt x="27367" y="32443"/>
                  </a:lnTo>
                  <a:cubicBezTo>
                    <a:pt x="27333" y="32477"/>
                    <a:pt x="27333" y="32545"/>
                    <a:pt x="27367" y="32579"/>
                  </a:cubicBezTo>
                  <a:lnTo>
                    <a:pt x="27436" y="32579"/>
                  </a:lnTo>
                  <a:cubicBezTo>
                    <a:pt x="27470" y="32579"/>
                    <a:pt x="27470" y="32579"/>
                    <a:pt x="27504" y="32545"/>
                  </a:cubicBezTo>
                  <a:lnTo>
                    <a:pt x="27572" y="32443"/>
                  </a:lnTo>
                  <a:cubicBezTo>
                    <a:pt x="27606" y="32409"/>
                    <a:pt x="27572" y="32340"/>
                    <a:pt x="27538" y="32340"/>
                  </a:cubicBezTo>
                  <a:cubicBezTo>
                    <a:pt x="27521" y="32323"/>
                    <a:pt x="27495" y="32315"/>
                    <a:pt x="27474" y="32315"/>
                  </a:cubicBezTo>
                  <a:close/>
                  <a:moveTo>
                    <a:pt x="26894" y="33168"/>
                  </a:moveTo>
                  <a:cubicBezTo>
                    <a:pt x="26873" y="33168"/>
                    <a:pt x="26855" y="33176"/>
                    <a:pt x="26855" y="33193"/>
                  </a:cubicBezTo>
                  <a:lnTo>
                    <a:pt x="26787" y="33296"/>
                  </a:lnTo>
                  <a:cubicBezTo>
                    <a:pt x="26753" y="33330"/>
                    <a:pt x="26753" y="33398"/>
                    <a:pt x="26787" y="33432"/>
                  </a:cubicBezTo>
                  <a:lnTo>
                    <a:pt x="26855" y="33432"/>
                  </a:lnTo>
                  <a:cubicBezTo>
                    <a:pt x="26890" y="33432"/>
                    <a:pt x="26890" y="33432"/>
                    <a:pt x="26924" y="33398"/>
                  </a:cubicBezTo>
                  <a:lnTo>
                    <a:pt x="26992" y="33296"/>
                  </a:lnTo>
                  <a:cubicBezTo>
                    <a:pt x="27026" y="33262"/>
                    <a:pt x="26992" y="33193"/>
                    <a:pt x="26958" y="33193"/>
                  </a:cubicBezTo>
                  <a:cubicBezTo>
                    <a:pt x="26941" y="33176"/>
                    <a:pt x="26915" y="33168"/>
                    <a:pt x="26894" y="33168"/>
                  </a:cubicBezTo>
                  <a:close/>
                  <a:moveTo>
                    <a:pt x="26314" y="34021"/>
                  </a:moveTo>
                  <a:cubicBezTo>
                    <a:pt x="26292" y="34021"/>
                    <a:pt x="26275" y="34030"/>
                    <a:pt x="26275" y="34047"/>
                  </a:cubicBezTo>
                  <a:lnTo>
                    <a:pt x="26207" y="34149"/>
                  </a:lnTo>
                  <a:cubicBezTo>
                    <a:pt x="26173" y="34183"/>
                    <a:pt x="26173" y="34251"/>
                    <a:pt x="26207" y="34251"/>
                  </a:cubicBezTo>
                  <a:cubicBezTo>
                    <a:pt x="26241" y="34285"/>
                    <a:pt x="26241" y="34285"/>
                    <a:pt x="26275" y="34285"/>
                  </a:cubicBezTo>
                  <a:cubicBezTo>
                    <a:pt x="26310" y="34285"/>
                    <a:pt x="26310" y="34285"/>
                    <a:pt x="26344" y="34251"/>
                  </a:cubicBezTo>
                  <a:lnTo>
                    <a:pt x="26412" y="34149"/>
                  </a:lnTo>
                  <a:cubicBezTo>
                    <a:pt x="26446" y="34115"/>
                    <a:pt x="26412" y="34047"/>
                    <a:pt x="26378" y="34047"/>
                  </a:cubicBezTo>
                  <a:cubicBezTo>
                    <a:pt x="26361" y="34030"/>
                    <a:pt x="26335" y="34021"/>
                    <a:pt x="26314" y="34021"/>
                  </a:cubicBezTo>
                  <a:close/>
                  <a:moveTo>
                    <a:pt x="25798" y="34866"/>
                  </a:moveTo>
                  <a:cubicBezTo>
                    <a:pt x="25764" y="34866"/>
                    <a:pt x="25695" y="34866"/>
                    <a:pt x="25695" y="34900"/>
                  </a:cubicBezTo>
                  <a:lnTo>
                    <a:pt x="25627" y="35002"/>
                  </a:lnTo>
                  <a:cubicBezTo>
                    <a:pt x="25593" y="35036"/>
                    <a:pt x="25593" y="35104"/>
                    <a:pt x="25627" y="35104"/>
                  </a:cubicBezTo>
                  <a:cubicBezTo>
                    <a:pt x="25661" y="35139"/>
                    <a:pt x="25661" y="35139"/>
                    <a:pt x="25695" y="35139"/>
                  </a:cubicBezTo>
                  <a:cubicBezTo>
                    <a:pt x="25729" y="35139"/>
                    <a:pt x="25729" y="35104"/>
                    <a:pt x="25764" y="35104"/>
                  </a:cubicBezTo>
                  <a:lnTo>
                    <a:pt x="25832" y="35002"/>
                  </a:lnTo>
                  <a:cubicBezTo>
                    <a:pt x="25832" y="34968"/>
                    <a:pt x="25832" y="34900"/>
                    <a:pt x="25798" y="34866"/>
                  </a:cubicBezTo>
                  <a:close/>
                  <a:moveTo>
                    <a:pt x="25218" y="35719"/>
                  </a:moveTo>
                  <a:cubicBezTo>
                    <a:pt x="25183" y="35719"/>
                    <a:pt x="25115" y="35719"/>
                    <a:pt x="25081" y="35753"/>
                  </a:cubicBezTo>
                  <a:lnTo>
                    <a:pt x="25047" y="35855"/>
                  </a:lnTo>
                  <a:cubicBezTo>
                    <a:pt x="25013" y="35889"/>
                    <a:pt x="25013" y="35957"/>
                    <a:pt x="25047" y="35957"/>
                  </a:cubicBezTo>
                  <a:cubicBezTo>
                    <a:pt x="25081" y="35992"/>
                    <a:pt x="25081" y="35992"/>
                    <a:pt x="25115" y="35992"/>
                  </a:cubicBezTo>
                  <a:cubicBezTo>
                    <a:pt x="25115" y="35992"/>
                    <a:pt x="25149" y="35957"/>
                    <a:pt x="25183" y="35957"/>
                  </a:cubicBezTo>
                  <a:lnTo>
                    <a:pt x="25252" y="35855"/>
                  </a:lnTo>
                  <a:cubicBezTo>
                    <a:pt x="25252" y="35821"/>
                    <a:pt x="25252" y="35753"/>
                    <a:pt x="25218" y="35719"/>
                  </a:cubicBezTo>
                  <a:close/>
                  <a:moveTo>
                    <a:pt x="24637" y="36572"/>
                  </a:moveTo>
                  <a:cubicBezTo>
                    <a:pt x="24603" y="36572"/>
                    <a:pt x="24535" y="36572"/>
                    <a:pt x="24501" y="36606"/>
                  </a:cubicBezTo>
                  <a:lnTo>
                    <a:pt x="24467" y="36708"/>
                  </a:lnTo>
                  <a:cubicBezTo>
                    <a:pt x="24433" y="36742"/>
                    <a:pt x="24433" y="36776"/>
                    <a:pt x="24467" y="36811"/>
                  </a:cubicBezTo>
                  <a:cubicBezTo>
                    <a:pt x="24501" y="36845"/>
                    <a:pt x="24501" y="36845"/>
                    <a:pt x="24535" y="36845"/>
                  </a:cubicBezTo>
                  <a:cubicBezTo>
                    <a:pt x="24535" y="36845"/>
                    <a:pt x="24569" y="36811"/>
                    <a:pt x="24603" y="36811"/>
                  </a:cubicBezTo>
                  <a:lnTo>
                    <a:pt x="24672" y="36708"/>
                  </a:lnTo>
                  <a:cubicBezTo>
                    <a:pt x="24672" y="36674"/>
                    <a:pt x="24672" y="36606"/>
                    <a:pt x="24637" y="36572"/>
                  </a:cubicBezTo>
                  <a:close/>
                  <a:moveTo>
                    <a:pt x="24020" y="37411"/>
                  </a:moveTo>
                  <a:cubicBezTo>
                    <a:pt x="23986" y="37411"/>
                    <a:pt x="23945" y="37435"/>
                    <a:pt x="23921" y="37459"/>
                  </a:cubicBezTo>
                  <a:lnTo>
                    <a:pt x="23887" y="37561"/>
                  </a:lnTo>
                  <a:cubicBezTo>
                    <a:pt x="23853" y="37595"/>
                    <a:pt x="23853" y="37629"/>
                    <a:pt x="23887" y="37664"/>
                  </a:cubicBezTo>
                  <a:cubicBezTo>
                    <a:pt x="23921" y="37664"/>
                    <a:pt x="23921" y="37698"/>
                    <a:pt x="23955" y="37698"/>
                  </a:cubicBezTo>
                  <a:cubicBezTo>
                    <a:pt x="23955" y="37698"/>
                    <a:pt x="23989" y="37664"/>
                    <a:pt x="24023" y="37664"/>
                  </a:cubicBezTo>
                  <a:lnTo>
                    <a:pt x="24092" y="37561"/>
                  </a:lnTo>
                  <a:cubicBezTo>
                    <a:pt x="24092" y="37527"/>
                    <a:pt x="24092" y="37459"/>
                    <a:pt x="24057" y="37425"/>
                  </a:cubicBezTo>
                  <a:cubicBezTo>
                    <a:pt x="24047" y="37415"/>
                    <a:pt x="24034" y="37411"/>
                    <a:pt x="24020" y="37411"/>
                  </a:cubicBezTo>
                  <a:close/>
                  <a:moveTo>
                    <a:pt x="23440" y="38264"/>
                  </a:moveTo>
                  <a:cubicBezTo>
                    <a:pt x="23406" y="38264"/>
                    <a:pt x="23365" y="38288"/>
                    <a:pt x="23341" y="38312"/>
                  </a:cubicBezTo>
                  <a:lnTo>
                    <a:pt x="23273" y="38414"/>
                  </a:lnTo>
                  <a:cubicBezTo>
                    <a:pt x="23273" y="38448"/>
                    <a:pt x="23273" y="38483"/>
                    <a:pt x="23307" y="38517"/>
                  </a:cubicBezTo>
                  <a:cubicBezTo>
                    <a:pt x="23341" y="38517"/>
                    <a:pt x="23341" y="38551"/>
                    <a:pt x="23375" y="38551"/>
                  </a:cubicBezTo>
                  <a:cubicBezTo>
                    <a:pt x="23375" y="38551"/>
                    <a:pt x="23409" y="38517"/>
                    <a:pt x="23443" y="38483"/>
                  </a:cubicBezTo>
                  <a:lnTo>
                    <a:pt x="23511" y="38414"/>
                  </a:lnTo>
                  <a:cubicBezTo>
                    <a:pt x="23511" y="38380"/>
                    <a:pt x="23511" y="38312"/>
                    <a:pt x="23477" y="38278"/>
                  </a:cubicBezTo>
                  <a:cubicBezTo>
                    <a:pt x="23467" y="38268"/>
                    <a:pt x="23454" y="38264"/>
                    <a:pt x="23440" y="38264"/>
                  </a:cubicBezTo>
                  <a:close/>
                  <a:moveTo>
                    <a:pt x="22860" y="39117"/>
                  </a:moveTo>
                  <a:cubicBezTo>
                    <a:pt x="22826" y="39117"/>
                    <a:pt x="22785" y="39141"/>
                    <a:pt x="22761" y="39165"/>
                  </a:cubicBezTo>
                  <a:lnTo>
                    <a:pt x="22692" y="39267"/>
                  </a:lnTo>
                  <a:cubicBezTo>
                    <a:pt x="22692" y="39302"/>
                    <a:pt x="22692" y="39336"/>
                    <a:pt x="22727" y="39370"/>
                  </a:cubicBezTo>
                  <a:lnTo>
                    <a:pt x="22761" y="39370"/>
                  </a:lnTo>
                  <a:cubicBezTo>
                    <a:pt x="22795" y="39370"/>
                    <a:pt x="22829" y="39370"/>
                    <a:pt x="22863" y="39336"/>
                  </a:cubicBezTo>
                  <a:lnTo>
                    <a:pt x="22897" y="39267"/>
                  </a:lnTo>
                  <a:cubicBezTo>
                    <a:pt x="22931" y="39199"/>
                    <a:pt x="22931" y="39165"/>
                    <a:pt x="22897" y="39131"/>
                  </a:cubicBezTo>
                  <a:cubicBezTo>
                    <a:pt x="22887" y="39121"/>
                    <a:pt x="22874" y="39117"/>
                    <a:pt x="22860" y="39117"/>
                  </a:cubicBezTo>
                  <a:close/>
                  <a:moveTo>
                    <a:pt x="22280" y="39970"/>
                  </a:moveTo>
                  <a:cubicBezTo>
                    <a:pt x="22246" y="39970"/>
                    <a:pt x="22205" y="39994"/>
                    <a:pt x="22181" y="40018"/>
                  </a:cubicBezTo>
                  <a:lnTo>
                    <a:pt x="22112" y="40086"/>
                  </a:lnTo>
                  <a:cubicBezTo>
                    <a:pt x="22112" y="40155"/>
                    <a:pt x="22112" y="40189"/>
                    <a:pt x="22147" y="40223"/>
                  </a:cubicBezTo>
                  <a:lnTo>
                    <a:pt x="22181" y="40223"/>
                  </a:lnTo>
                  <a:cubicBezTo>
                    <a:pt x="22215" y="40223"/>
                    <a:pt x="22249" y="40223"/>
                    <a:pt x="22283" y="40189"/>
                  </a:cubicBezTo>
                  <a:lnTo>
                    <a:pt x="22317" y="40120"/>
                  </a:lnTo>
                  <a:cubicBezTo>
                    <a:pt x="22351" y="40052"/>
                    <a:pt x="22351" y="40018"/>
                    <a:pt x="22317" y="39984"/>
                  </a:cubicBezTo>
                  <a:cubicBezTo>
                    <a:pt x="22307" y="39974"/>
                    <a:pt x="22294" y="39970"/>
                    <a:pt x="22280" y="39970"/>
                  </a:cubicBezTo>
                  <a:close/>
                  <a:moveTo>
                    <a:pt x="21682" y="40815"/>
                  </a:moveTo>
                  <a:cubicBezTo>
                    <a:pt x="21652" y="40815"/>
                    <a:pt x="21621" y="40831"/>
                    <a:pt x="21601" y="40871"/>
                  </a:cubicBezTo>
                  <a:lnTo>
                    <a:pt x="21532" y="40939"/>
                  </a:lnTo>
                  <a:cubicBezTo>
                    <a:pt x="21532" y="41008"/>
                    <a:pt x="21532" y="41042"/>
                    <a:pt x="21566" y="41076"/>
                  </a:cubicBezTo>
                  <a:lnTo>
                    <a:pt x="21601" y="41076"/>
                  </a:lnTo>
                  <a:cubicBezTo>
                    <a:pt x="21635" y="41076"/>
                    <a:pt x="21669" y="41076"/>
                    <a:pt x="21669" y="41042"/>
                  </a:cubicBezTo>
                  <a:lnTo>
                    <a:pt x="21737" y="40939"/>
                  </a:lnTo>
                  <a:cubicBezTo>
                    <a:pt x="21771" y="40905"/>
                    <a:pt x="21771" y="40871"/>
                    <a:pt x="21737" y="40837"/>
                  </a:cubicBezTo>
                  <a:cubicBezTo>
                    <a:pt x="21723" y="40823"/>
                    <a:pt x="21703" y="40815"/>
                    <a:pt x="21682" y="40815"/>
                  </a:cubicBezTo>
                  <a:close/>
                  <a:moveTo>
                    <a:pt x="21087" y="41668"/>
                  </a:moveTo>
                  <a:cubicBezTo>
                    <a:pt x="21060" y="41668"/>
                    <a:pt x="21040" y="41684"/>
                    <a:pt x="21020" y="41724"/>
                  </a:cubicBezTo>
                  <a:lnTo>
                    <a:pt x="20952" y="41793"/>
                  </a:lnTo>
                  <a:cubicBezTo>
                    <a:pt x="20918" y="41827"/>
                    <a:pt x="20952" y="41895"/>
                    <a:pt x="20986" y="41929"/>
                  </a:cubicBezTo>
                  <a:lnTo>
                    <a:pt x="21020" y="41929"/>
                  </a:lnTo>
                  <a:cubicBezTo>
                    <a:pt x="21055" y="41929"/>
                    <a:pt x="21089" y="41929"/>
                    <a:pt x="21089" y="41895"/>
                  </a:cubicBezTo>
                  <a:lnTo>
                    <a:pt x="21157" y="41793"/>
                  </a:lnTo>
                  <a:cubicBezTo>
                    <a:pt x="21191" y="41758"/>
                    <a:pt x="21191" y="41724"/>
                    <a:pt x="21157" y="41690"/>
                  </a:cubicBezTo>
                  <a:cubicBezTo>
                    <a:pt x="21129" y="41676"/>
                    <a:pt x="21106" y="41668"/>
                    <a:pt x="21087" y="41668"/>
                  </a:cubicBezTo>
                  <a:close/>
                  <a:moveTo>
                    <a:pt x="20496" y="42518"/>
                  </a:moveTo>
                  <a:cubicBezTo>
                    <a:pt x="20474" y="42518"/>
                    <a:pt x="20457" y="42526"/>
                    <a:pt x="20440" y="42543"/>
                  </a:cubicBezTo>
                  <a:lnTo>
                    <a:pt x="20372" y="42646"/>
                  </a:lnTo>
                  <a:cubicBezTo>
                    <a:pt x="20338" y="42680"/>
                    <a:pt x="20372" y="42748"/>
                    <a:pt x="20406" y="42782"/>
                  </a:cubicBezTo>
                  <a:lnTo>
                    <a:pt x="20440" y="42782"/>
                  </a:lnTo>
                  <a:cubicBezTo>
                    <a:pt x="20474" y="42782"/>
                    <a:pt x="20509" y="42782"/>
                    <a:pt x="20509" y="42748"/>
                  </a:cubicBezTo>
                  <a:lnTo>
                    <a:pt x="20577" y="42646"/>
                  </a:lnTo>
                  <a:cubicBezTo>
                    <a:pt x="20611" y="42611"/>
                    <a:pt x="20611" y="42577"/>
                    <a:pt x="20577" y="42543"/>
                  </a:cubicBezTo>
                  <a:cubicBezTo>
                    <a:pt x="20543" y="42526"/>
                    <a:pt x="20517" y="42518"/>
                    <a:pt x="20496" y="42518"/>
                  </a:cubicBezTo>
                  <a:close/>
                  <a:moveTo>
                    <a:pt x="19916" y="43371"/>
                  </a:moveTo>
                  <a:cubicBezTo>
                    <a:pt x="19894" y="43371"/>
                    <a:pt x="19877" y="43379"/>
                    <a:pt x="19860" y="43396"/>
                  </a:cubicBezTo>
                  <a:lnTo>
                    <a:pt x="19792" y="43499"/>
                  </a:lnTo>
                  <a:cubicBezTo>
                    <a:pt x="19758" y="43533"/>
                    <a:pt x="19792" y="43601"/>
                    <a:pt x="19826" y="43635"/>
                  </a:cubicBezTo>
                  <a:lnTo>
                    <a:pt x="19860" y="43635"/>
                  </a:lnTo>
                  <a:cubicBezTo>
                    <a:pt x="19894" y="43635"/>
                    <a:pt x="19929" y="43635"/>
                    <a:pt x="19929" y="43601"/>
                  </a:cubicBezTo>
                  <a:lnTo>
                    <a:pt x="19997" y="43499"/>
                  </a:lnTo>
                  <a:cubicBezTo>
                    <a:pt x="20031" y="43465"/>
                    <a:pt x="20031" y="43430"/>
                    <a:pt x="19997" y="43396"/>
                  </a:cubicBezTo>
                  <a:cubicBezTo>
                    <a:pt x="19963" y="43379"/>
                    <a:pt x="19937" y="43371"/>
                    <a:pt x="19916" y="43371"/>
                  </a:cubicBezTo>
                  <a:close/>
                  <a:moveTo>
                    <a:pt x="19331" y="44224"/>
                  </a:moveTo>
                  <a:cubicBezTo>
                    <a:pt x="19314" y="44224"/>
                    <a:pt x="19297" y="44232"/>
                    <a:pt x="19280" y="44249"/>
                  </a:cubicBezTo>
                  <a:lnTo>
                    <a:pt x="19212" y="44352"/>
                  </a:lnTo>
                  <a:cubicBezTo>
                    <a:pt x="19178" y="44386"/>
                    <a:pt x="19212" y="44454"/>
                    <a:pt x="19246" y="44488"/>
                  </a:cubicBezTo>
                  <a:lnTo>
                    <a:pt x="19280" y="44488"/>
                  </a:lnTo>
                  <a:cubicBezTo>
                    <a:pt x="19314" y="44488"/>
                    <a:pt x="19348" y="44488"/>
                    <a:pt x="19348" y="44454"/>
                  </a:cubicBezTo>
                  <a:lnTo>
                    <a:pt x="19417" y="44352"/>
                  </a:lnTo>
                  <a:cubicBezTo>
                    <a:pt x="19451" y="44318"/>
                    <a:pt x="19451" y="44249"/>
                    <a:pt x="19383" y="44249"/>
                  </a:cubicBezTo>
                  <a:cubicBezTo>
                    <a:pt x="19365" y="44232"/>
                    <a:pt x="19348" y="44224"/>
                    <a:pt x="19331" y="44224"/>
                  </a:cubicBezTo>
                  <a:close/>
                  <a:moveTo>
                    <a:pt x="18751" y="45077"/>
                  </a:moveTo>
                  <a:cubicBezTo>
                    <a:pt x="18734" y="45077"/>
                    <a:pt x="18717" y="45085"/>
                    <a:pt x="18700" y="45102"/>
                  </a:cubicBezTo>
                  <a:lnTo>
                    <a:pt x="18632" y="45205"/>
                  </a:lnTo>
                  <a:cubicBezTo>
                    <a:pt x="18598" y="45239"/>
                    <a:pt x="18632" y="45307"/>
                    <a:pt x="18666" y="45341"/>
                  </a:cubicBezTo>
                  <a:lnTo>
                    <a:pt x="18700" y="45341"/>
                  </a:lnTo>
                  <a:cubicBezTo>
                    <a:pt x="18734" y="45341"/>
                    <a:pt x="18768" y="45341"/>
                    <a:pt x="18768" y="45307"/>
                  </a:cubicBezTo>
                  <a:lnTo>
                    <a:pt x="18837" y="45205"/>
                  </a:lnTo>
                  <a:cubicBezTo>
                    <a:pt x="18871" y="45171"/>
                    <a:pt x="18871" y="45102"/>
                    <a:pt x="18802" y="45102"/>
                  </a:cubicBezTo>
                  <a:cubicBezTo>
                    <a:pt x="18785" y="45085"/>
                    <a:pt x="18768" y="45077"/>
                    <a:pt x="18751" y="45077"/>
                  </a:cubicBezTo>
                  <a:close/>
                  <a:moveTo>
                    <a:pt x="18171" y="45930"/>
                  </a:moveTo>
                  <a:cubicBezTo>
                    <a:pt x="18154" y="45930"/>
                    <a:pt x="18137" y="45938"/>
                    <a:pt x="18120" y="45956"/>
                  </a:cubicBezTo>
                  <a:lnTo>
                    <a:pt x="18052" y="46058"/>
                  </a:lnTo>
                  <a:cubicBezTo>
                    <a:pt x="18018" y="46092"/>
                    <a:pt x="18052" y="46160"/>
                    <a:pt x="18086" y="46160"/>
                  </a:cubicBezTo>
                  <a:cubicBezTo>
                    <a:pt x="18086" y="46194"/>
                    <a:pt x="18120" y="46194"/>
                    <a:pt x="18120" y="46194"/>
                  </a:cubicBezTo>
                  <a:cubicBezTo>
                    <a:pt x="18154" y="46194"/>
                    <a:pt x="18188" y="46160"/>
                    <a:pt x="18188" y="46160"/>
                  </a:cubicBezTo>
                  <a:lnTo>
                    <a:pt x="18256" y="46058"/>
                  </a:lnTo>
                  <a:cubicBezTo>
                    <a:pt x="18291" y="46024"/>
                    <a:pt x="18291" y="45956"/>
                    <a:pt x="18222" y="45956"/>
                  </a:cubicBezTo>
                  <a:cubicBezTo>
                    <a:pt x="18205" y="45938"/>
                    <a:pt x="18188" y="45930"/>
                    <a:pt x="18171" y="45930"/>
                  </a:cubicBezTo>
                  <a:close/>
                  <a:moveTo>
                    <a:pt x="17642" y="46774"/>
                  </a:moveTo>
                  <a:cubicBezTo>
                    <a:pt x="17608" y="46774"/>
                    <a:pt x="17574" y="46774"/>
                    <a:pt x="17540" y="46809"/>
                  </a:cubicBezTo>
                  <a:lnTo>
                    <a:pt x="17472" y="46911"/>
                  </a:lnTo>
                  <a:cubicBezTo>
                    <a:pt x="17438" y="46945"/>
                    <a:pt x="17438" y="47013"/>
                    <a:pt x="17506" y="47013"/>
                  </a:cubicBezTo>
                  <a:cubicBezTo>
                    <a:pt x="17506" y="47047"/>
                    <a:pt x="17540" y="47047"/>
                    <a:pt x="17540" y="47047"/>
                  </a:cubicBezTo>
                  <a:cubicBezTo>
                    <a:pt x="17574" y="47047"/>
                    <a:pt x="17608" y="47013"/>
                    <a:pt x="17608" y="47013"/>
                  </a:cubicBezTo>
                  <a:lnTo>
                    <a:pt x="17676" y="46911"/>
                  </a:lnTo>
                  <a:cubicBezTo>
                    <a:pt x="17711" y="46877"/>
                    <a:pt x="17711" y="46809"/>
                    <a:pt x="17642" y="46774"/>
                  </a:cubicBezTo>
                  <a:close/>
                  <a:moveTo>
                    <a:pt x="17062" y="47628"/>
                  </a:moveTo>
                  <a:cubicBezTo>
                    <a:pt x="17028" y="47628"/>
                    <a:pt x="16994" y="47628"/>
                    <a:pt x="16960" y="47662"/>
                  </a:cubicBezTo>
                  <a:lnTo>
                    <a:pt x="16892" y="47764"/>
                  </a:lnTo>
                  <a:cubicBezTo>
                    <a:pt x="16857" y="47798"/>
                    <a:pt x="16857" y="47832"/>
                    <a:pt x="16926" y="47866"/>
                  </a:cubicBezTo>
                  <a:cubicBezTo>
                    <a:pt x="16926" y="47901"/>
                    <a:pt x="16960" y="47901"/>
                    <a:pt x="16960" y="47901"/>
                  </a:cubicBezTo>
                  <a:cubicBezTo>
                    <a:pt x="16994" y="47901"/>
                    <a:pt x="17028" y="47866"/>
                    <a:pt x="17028" y="47866"/>
                  </a:cubicBezTo>
                  <a:lnTo>
                    <a:pt x="17096" y="47764"/>
                  </a:lnTo>
                  <a:cubicBezTo>
                    <a:pt x="17130" y="47730"/>
                    <a:pt x="17096" y="47662"/>
                    <a:pt x="17062" y="47628"/>
                  </a:cubicBezTo>
                  <a:close/>
                  <a:moveTo>
                    <a:pt x="16482" y="48481"/>
                  </a:moveTo>
                  <a:cubicBezTo>
                    <a:pt x="16448" y="48481"/>
                    <a:pt x="16414" y="48481"/>
                    <a:pt x="16380" y="48515"/>
                  </a:cubicBezTo>
                  <a:lnTo>
                    <a:pt x="16311" y="48617"/>
                  </a:lnTo>
                  <a:cubicBezTo>
                    <a:pt x="16277" y="48651"/>
                    <a:pt x="16277" y="48685"/>
                    <a:pt x="16346" y="48720"/>
                  </a:cubicBezTo>
                  <a:cubicBezTo>
                    <a:pt x="16346" y="48754"/>
                    <a:pt x="16346" y="48754"/>
                    <a:pt x="16380" y="48754"/>
                  </a:cubicBezTo>
                  <a:cubicBezTo>
                    <a:pt x="16414" y="48754"/>
                    <a:pt x="16448" y="48720"/>
                    <a:pt x="16448" y="48720"/>
                  </a:cubicBezTo>
                  <a:lnTo>
                    <a:pt x="16516" y="48617"/>
                  </a:lnTo>
                  <a:cubicBezTo>
                    <a:pt x="16550" y="48583"/>
                    <a:pt x="16516" y="48515"/>
                    <a:pt x="16482" y="48481"/>
                  </a:cubicBezTo>
                  <a:close/>
                  <a:moveTo>
                    <a:pt x="15866" y="49320"/>
                  </a:moveTo>
                  <a:cubicBezTo>
                    <a:pt x="15834" y="49320"/>
                    <a:pt x="15800" y="49344"/>
                    <a:pt x="15800" y="49368"/>
                  </a:cubicBezTo>
                  <a:lnTo>
                    <a:pt x="15731" y="49470"/>
                  </a:lnTo>
                  <a:cubicBezTo>
                    <a:pt x="15697" y="49504"/>
                    <a:pt x="15697" y="49538"/>
                    <a:pt x="15731" y="49573"/>
                  </a:cubicBezTo>
                  <a:cubicBezTo>
                    <a:pt x="15766" y="49573"/>
                    <a:pt x="15766" y="49607"/>
                    <a:pt x="15800" y="49607"/>
                  </a:cubicBezTo>
                  <a:cubicBezTo>
                    <a:pt x="15834" y="49607"/>
                    <a:pt x="15834" y="49573"/>
                    <a:pt x="15868" y="49538"/>
                  </a:cubicBezTo>
                  <a:lnTo>
                    <a:pt x="15936" y="49470"/>
                  </a:lnTo>
                  <a:cubicBezTo>
                    <a:pt x="15970" y="49436"/>
                    <a:pt x="15936" y="49368"/>
                    <a:pt x="15902" y="49334"/>
                  </a:cubicBezTo>
                  <a:cubicBezTo>
                    <a:pt x="15892" y="49324"/>
                    <a:pt x="15879" y="49320"/>
                    <a:pt x="15866" y="49320"/>
                  </a:cubicBezTo>
                  <a:close/>
                  <a:moveTo>
                    <a:pt x="15286" y="50173"/>
                  </a:moveTo>
                  <a:cubicBezTo>
                    <a:pt x="15254" y="50173"/>
                    <a:pt x="15220" y="50197"/>
                    <a:pt x="15220" y="50221"/>
                  </a:cubicBezTo>
                  <a:lnTo>
                    <a:pt x="15151" y="50323"/>
                  </a:lnTo>
                  <a:cubicBezTo>
                    <a:pt x="15117" y="50357"/>
                    <a:pt x="15117" y="50392"/>
                    <a:pt x="15151" y="50426"/>
                  </a:cubicBezTo>
                  <a:cubicBezTo>
                    <a:pt x="15185" y="50426"/>
                    <a:pt x="15185" y="50460"/>
                    <a:pt x="15220" y="50460"/>
                  </a:cubicBezTo>
                  <a:cubicBezTo>
                    <a:pt x="15254" y="50460"/>
                    <a:pt x="15254" y="50426"/>
                    <a:pt x="15288" y="50392"/>
                  </a:cubicBezTo>
                  <a:lnTo>
                    <a:pt x="15356" y="50323"/>
                  </a:lnTo>
                  <a:cubicBezTo>
                    <a:pt x="15390" y="50255"/>
                    <a:pt x="15356" y="50221"/>
                    <a:pt x="15322" y="50187"/>
                  </a:cubicBezTo>
                  <a:cubicBezTo>
                    <a:pt x="15312" y="50177"/>
                    <a:pt x="15299" y="50173"/>
                    <a:pt x="15286" y="50173"/>
                  </a:cubicBezTo>
                  <a:close/>
                  <a:moveTo>
                    <a:pt x="14706" y="51026"/>
                  </a:moveTo>
                  <a:cubicBezTo>
                    <a:pt x="14674" y="51026"/>
                    <a:pt x="14639" y="51050"/>
                    <a:pt x="14639" y="51074"/>
                  </a:cubicBezTo>
                  <a:lnTo>
                    <a:pt x="14571" y="51142"/>
                  </a:lnTo>
                  <a:cubicBezTo>
                    <a:pt x="14537" y="51210"/>
                    <a:pt x="14537" y="51245"/>
                    <a:pt x="14571" y="51279"/>
                  </a:cubicBezTo>
                  <a:lnTo>
                    <a:pt x="14639" y="51279"/>
                  </a:lnTo>
                  <a:cubicBezTo>
                    <a:pt x="14674" y="51279"/>
                    <a:pt x="14674" y="51279"/>
                    <a:pt x="14708" y="51245"/>
                  </a:cubicBezTo>
                  <a:lnTo>
                    <a:pt x="14776" y="51176"/>
                  </a:lnTo>
                  <a:cubicBezTo>
                    <a:pt x="14810" y="51108"/>
                    <a:pt x="14776" y="51074"/>
                    <a:pt x="14742" y="51040"/>
                  </a:cubicBezTo>
                  <a:cubicBezTo>
                    <a:pt x="14732" y="51030"/>
                    <a:pt x="14719" y="51026"/>
                    <a:pt x="14706" y="51026"/>
                  </a:cubicBezTo>
                  <a:close/>
                  <a:moveTo>
                    <a:pt x="14126" y="51879"/>
                  </a:moveTo>
                  <a:cubicBezTo>
                    <a:pt x="14093" y="51879"/>
                    <a:pt x="14059" y="51903"/>
                    <a:pt x="14059" y="51927"/>
                  </a:cubicBezTo>
                  <a:lnTo>
                    <a:pt x="13991" y="51995"/>
                  </a:lnTo>
                  <a:cubicBezTo>
                    <a:pt x="13957" y="52064"/>
                    <a:pt x="13957" y="52098"/>
                    <a:pt x="13991" y="52132"/>
                  </a:cubicBezTo>
                  <a:lnTo>
                    <a:pt x="14059" y="52132"/>
                  </a:lnTo>
                  <a:cubicBezTo>
                    <a:pt x="14093" y="52132"/>
                    <a:pt x="14093" y="52132"/>
                    <a:pt x="14128" y="52098"/>
                  </a:cubicBezTo>
                  <a:lnTo>
                    <a:pt x="14196" y="51995"/>
                  </a:lnTo>
                  <a:cubicBezTo>
                    <a:pt x="14196" y="51961"/>
                    <a:pt x="14196" y="51927"/>
                    <a:pt x="14162" y="51893"/>
                  </a:cubicBezTo>
                  <a:cubicBezTo>
                    <a:pt x="14152" y="51883"/>
                    <a:pt x="14139" y="51879"/>
                    <a:pt x="14126" y="51879"/>
                  </a:cubicBezTo>
                  <a:close/>
                  <a:moveTo>
                    <a:pt x="13529" y="52724"/>
                  </a:moveTo>
                  <a:cubicBezTo>
                    <a:pt x="13503" y="52724"/>
                    <a:pt x="13479" y="52740"/>
                    <a:pt x="13479" y="52780"/>
                  </a:cubicBezTo>
                  <a:lnTo>
                    <a:pt x="13411" y="52848"/>
                  </a:lnTo>
                  <a:cubicBezTo>
                    <a:pt x="13377" y="52883"/>
                    <a:pt x="13377" y="52951"/>
                    <a:pt x="13411" y="52985"/>
                  </a:cubicBezTo>
                  <a:lnTo>
                    <a:pt x="13479" y="52985"/>
                  </a:lnTo>
                  <a:cubicBezTo>
                    <a:pt x="13479" y="52985"/>
                    <a:pt x="13513" y="52985"/>
                    <a:pt x="13548" y="52951"/>
                  </a:cubicBezTo>
                  <a:lnTo>
                    <a:pt x="13616" y="52848"/>
                  </a:lnTo>
                  <a:cubicBezTo>
                    <a:pt x="13616" y="52814"/>
                    <a:pt x="13616" y="52780"/>
                    <a:pt x="13582" y="52746"/>
                  </a:cubicBezTo>
                  <a:cubicBezTo>
                    <a:pt x="13568" y="52732"/>
                    <a:pt x="13548" y="52724"/>
                    <a:pt x="13529" y="52724"/>
                  </a:cubicBezTo>
                  <a:close/>
                  <a:moveTo>
                    <a:pt x="12946" y="53577"/>
                  </a:moveTo>
                  <a:cubicBezTo>
                    <a:pt x="12917" y="53577"/>
                    <a:pt x="12885" y="53593"/>
                    <a:pt x="12865" y="53633"/>
                  </a:cubicBezTo>
                  <a:lnTo>
                    <a:pt x="12831" y="53701"/>
                  </a:lnTo>
                  <a:cubicBezTo>
                    <a:pt x="12797" y="53736"/>
                    <a:pt x="12797" y="53804"/>
                    <a:pt x="12831" y="53838"/>
                  </a:cubicBezTo>
                  <a:lnTo>
                    <a:pt x="12899" y="53838"/>
                  </a:lnTo>
                  <a:cubicBezTo>
                    <a:pt x="12899" y="53838"/>
                    <a:pt x="12933" y="53838"/>
                    <a:pt x="12967" y="53804"/>
                  </a:cubicBezTo>
                  <a:lnTo>
                    <a:pt x="13036" y="53701"/>
                  </a:lnTo>
                  <a:cubicBezTo>
                    <a:pt x="13036" y="53667"/>
                    <a:pt x="13036" y="53633"/>
                    <a:pt x="13002" y="53599"/>
                  </a:cubicBezTo>
                  <a:cubicBezTo>
                    <a:pt x="12987" y="53585"/>
                    <a:pt x="12967" y="53577"/>
                    <a:pt x="12946" y="53577"/>
                  </a:cubicBezTo>
                  <a:close/>
                  <a:moveTo>
                    <a:pt x="12353" y="54427"/>
                  </a:moveTo>
                  <a:cubicBezTo>
                    <a:pt x="12328" y="54427"/>
                    <a:pt x="12302" y="54435"/>
                    <a:pt x="12285" y="54452"/>
                  </a:cubicBezTo>
                  <a:lnTo>
                    <a:pt x="12251" y="54555"/>
                  </a:lnTo>
                  <a:cubicBezTo>
                    <a:pt x="12217" y="54589"/>
                    <a:pt x="12217" y="54657"/>
                    <a:pt x="12251" y="54691"/>
                  </a:cubicBezTo>
                  <a:lnTo>
                    <a:pt x="12319" y="54691"/>
                  </a:lnTo>
                  <a:cubicBezTo>
                    <a:pt x="12319" y="54691"/>
                    <a:pt x="12353" y="54691"/>
                    <a:pt x="12387" y="54657"/>
                  </a:cubicBezTo>
                  <a:lnTo>
                    <a:pt x="12456" y="54555"/>
                  </a:lnTo>
                  <a:cubicBezTo>
                    <a:pt x="12456" y="54520"/>
                    <a:pt x="12456" y="54486"/>
                    <a:pt x="12421" y="54452"/>
                  </a:cubicBezTo>
                  <a:cubicBezTo>
                    <a:pt x="12404" y="54435"/>
                    <a:pt x="12379" y="54427"/>
                    <a:pt x="12353" y="54427"/>
                  </a:cubicBezTo>
                  <a:close/>
                  <a:moveTo>
                    <a:pt x="11773" y="55280"/>
                  </a:moveTo>
                  <a:cubicBezTo>
                    <a:pt x="11748" y="55280"/>
                    <a:pt x="11722" y="55288"/>
                    <a:pt x="11705" y="55305"/>
                  </a:cubicBezTo>
                  <a:lnTo>
                    <a:pt x="11637" y="55408"/>
                  </a:lnTo>
                  <a:cubicBezTo>
                    <a:pt x="11637" y="55442"/>
                    <a:pt x="11637" y="55510"/>
                    <a:pt x="11671" y="55544"/>
                  </a:cubicBezTo>
                  <a:lnTo>
                    <a:pt x="11739" y="55544"/>
                  </a:lnTo>
                  <a:cubicBezTo>
                    <a:pt x="11739" y="55544"/>
                    <a:pt x="11773" y="55544"/>
                    <a:pt x="11807" y="55510"/>
                  </a:cubicBezTo>
                  <a:lnTo>
                    <a:pt x="11875" y="55408"/>
                  </a:lnTo>
                  <a:cubicBezTo>
                    <a:pt x="11875" y="55374"/>
                    <a:pt x="11875" y="55305"/>
                    <a:pt x="11841" y="55305"/>
                  </a:cubicBezTo>
                  <a:cubicBezTo>
                    <a:pt x="11824" y="55288"/>
                    <a:pt x="11799" y="55280"/>
                    <a:pt x="11773" y="55280"/>
                  </a:cubicBezTo>
                  <a:close/>
                  <a:moveTo>
                    <a:pt x="11193" y="56133"/>
                  </a:moveTo>
                  <a:cubicBezTo>
                    <a:pt x="11167" y="56133"/>
                    <a:pt x="11142" y="56141"/>
                    <a:pt x="11125" y="56158"/>
                  </a:cubicBezTo>
                  <a:lnTo>
                    <a:pt x="11057" y="56261"/>
                  </a:lnTo>
                  <a:cubicBezTo>
                    <a:pt x="11057" y="56295"/>
                    <a:pt x="11057" y="56363"/>
                    <a:pt x="11091" y="56397"/>
                  </a:cubicBezTo>
                  <a:lnTo>
                    <a:pt x="11125" y="56397"/>
                  </a:lnTo>
                  <a:cubicBezTo>
                    <a:pt x="11159" y="56397"/>
                    <a:pt x="11193" y="56397"/>
                    <a:pt x="11227" y="56363"/>
                  </a:cubicBezTo>
                  <a:lnTo>
                    <a:pt x="11261" y="56261"/>
                  </a:lnTo>
                  <a:cubicBezTo>
                    <a:pt x="11295" y="56227"/>
                    <a:pt x="11295" y="56158"/>
                    <a:pt x="11261" y="56158"/>
                  </a:cubicBezTo>
                  <a:cubicBezTo>
                    <a:pt x="11244" y="56141"/>
                    <a:pt x="11219" y="56133"/>
                    <a:pt x="11193" y="56133"/>
                  </a:cubicBezTo>
                  <a:close/>
                  <a:moveTo>
                    <a:pt x="10613" y="56986"/>
                  </a:moveTo>
                  <a:cubicBezTo>
                    <a:pt x="10587" y="56986"/>
                    <a:pt x="10562" y="56994"/>
                    <a:pt x="10545" y="57011"/>
                  </a:cubicBezTo>
                  <a:lnTo>
                    <a:pt x="10476" y="57114"/>
                  </a:lnTo>
                  <a:cubicBezTo>
                    <a:pt x="10476" y="57148"/>
                    <a:pt x="10476" y="57216"/>
                    <a:pt x="10511" y="57216"/>
                  </a:cubicBezTo>
                  <a:cubicBezTo>
                    <a:pt x="10511" y="57250"/>
                    <a:pt x="10545" y="57250"/>
                    <a:pt x="10545" y="57250"/>
                  </a:cubicBezTo>
                  <a:cubicBezTo>
                    <a:pt x="10579" y="57250"/>
                    <a:pt x="10613" y="57250"/>
                    <a:pt x="10647" y="57216"/>
                  </a:cubicBezTo>
                  <a:lnTo>
                    <a:pt x="10681" y="57114"/>
                  </a:lnTo>
                  <a:cubicBezTo>
                    <a:pt x="10715" y="57080"/>
                    <a:pt x="10715" y="57011"/>
                    <a:pt x="10681" y="57011"/>
                  </a:cubicBezTo>
                  <a:cubicBezTo>
                    <a:pt x="10664" y="56994"/>
                    <a:pt x="10639" y="56986"/>
                    <a:pt x="10613" y="56986"/>
                  </a:cubicBezTo>
                  <a:close/>
                  <a:moveTo>
                    <a:pt x="10101" y="57830"/>
                  </a:moveTo>
                  <a:cubicBezTo>
                    <a:pt x="10067" y="57830"/>
                    <a:pt x="9999" y="57830"/>
                    <a:pt x="9965" y="57864"/>
                  </a:cubicBezTo>
                  <a:lnTo>
                    <a:pt x="9896" y="57967"/>
                  </a:lnTo>
                  <a:cubicBezTo>
                    <a:pt x="9896" y="58001"/>
                    <a:pt x="9896" y="58069"/>
                    <a:pt x="9930" y="58069"/>
                  </a:cubicBezTo>
                  <a:cubicBezTo>
                    <a:pt x="9930" y="58103"/>
                    <a:pt x="9965" y="58103"/>
                    <a:pt x="9965" y="58103"/>
                  </a:cubicBezTo>
                  <a:cubicBezTo>
                    <a:pt x="9999" y="58103"/>
                    <a:pt x="10033" y="58069"/>
                    <a:pt x="10033" y="58069"/>
                  </a:cubicBezTo>
                  <a:lnTo>
                    <a:pt x="10101" y="57967"/>
                  </a:lnTo>
                  <a:cubicBezTo>
                    <a:pt x="10135" y="57933"/>
                    <a:pt x="10135" y="57864"/>
                    <a:pt x="10101" y="57830"/>
                  </a:cubicBezTo>
                  <a:close/>
                  <a:moveTo>
                    <a:pt x="9521" y="58683"/>
                  </a:moveTo>
                  <a:cubicBezTo>
                    <a:pt x="9487" y="58683"/>
                    <a:pt x="9419" y="58683"/>
                    <a:pt x="9385" y="58718"/>
                  </a:cubicBezTo>
                  <a:lnTo>
                    <a:pt x="9316" y="58820"/>
                  </a:lnTo>
                  <a:cubicBezTo>
                    <a:pt x="9282" y="58854"/>
                    <a:pt x="9316" y="58922"/>
                    <a:pt x="9350" y="58922"/>
                  </a:cubicBezTo>
                  <a:cubicBezTo>
                    <a:pt x="9350" y="58956"/>
                    <a:pt x="9385" y="58956"/>
                    <a:pt x="9385" y="58956"/>
                  </a:cubicBezTo>
                  <a:cubicBezTo>
                    <a:pt x="9419" y="58956"/>
                    <a:pt x="9453" y="58922"/>
                    <a:pt x="9453" y="58922"/>
                  </a:cubicBezTo>
                  <a:lnTo>
                    <a:pt x="9521" y="58820"/>
                  </a:lnTo>
                  <a:cubicBezTo>
                    <a:pt x="9555" y="58786"/>
                    <a:pt x="9555" y="58718"/>
                    <a:pt x="9521" y="58683"/>
                  </a:cubicBezTo>
                  <a:close/>
                  <a:moveTo>
                    <a:pt x="8941" y="59537"/>
                  </a:moveTo>
                  <a:cubicBezTo>
                    <a:pt x="8873" y="59537"/>
                    <a:pt x="8839" y="59537"/>
                    <a:pt x="8804" y="59571"/>
                  </a:cubicBezTo>
                  <a:lnTo>
                    <a:pt x="8736" y="59673"/>
                  </a:lnTo>
                  <a:cubicBezTo>
                    <a:pt x="8702" y="59707"/>
                    <a:pt x="8736" y="59741"/>
                    <a:pt x="8770" y="59775"/>
                  </a:cubicBezTo>
                  <a:cubicBezTo>
                    <a:pt x="8770" y="59810"/>
                    <a:pt x="8804" y="59810"/>
                    <a:pt x="8804" y="59810"/>
                  </a:cubicBezTo>
                  <a:cubicBezTo>
                    <a:pt x="8839" y="59810"/>
                    <a:pt x="8873" y="59775"/>
                    <a:pt x="8873" y="59775"/>
                  </a:cubicBezTo>
                  <a:lnTo>
                    <a:pt x="8941" y="59673"/>
                  </a:lnTo>
                  <a:cubicBezTo>
                    <a:pt x="8975" y="59639"/>
                    <a:pt x="8975" y="59571"/>
                    <a:pt x="8941" y="59537"/>
                  </a:cubicBezTo>
                  <a:close/>
                  <a:moveTo>
                    <a:pt x="8309" y="60375"/>
                  </a:moveTo>
                  <a:cubicBezTo>
                    <a:pt x="8273" y="60375"/>
                    <a:pt x="8248" y="60400"/>
                    <a:pt x="8224" y="60424"/>
                  </a:cubicBezTo>
                  <a:lnTo>
                    <a:pt x="8156" y="60526"/>
                  </a:lnTo>
                  <a:cubicBezTo>
                    <a:pt x="8122" y="60560"/>
                    <a:pt x="8156" y="60594"/>
                    <a:pt x="8190" y="60628"/>
                  </a:cubicBezTo>
                  <a:cubicBezTo>
                    <a:pt x="8190" y="60628"/>
                    <a:pt x="8224" y="60663"/>
                    <a:pt x="8224" y="60663"/>
                  </a:cubicBezTo>
                  <a:cubicBezTo>
                    <a:pt x="8258" y="60663"/>
                    <a:pt x="8293" y="60628"/>
                    <a:pt x="8293" y="60628"/>
                  </a:cubicBezTo>
                  <a:lnTo>
                    <a:pt x="8361" y="60526"/>
                  </a:lnTo>
                  <a:cubicBezTo>
                    <a:pt x="8395" y="60492"/>
                    <a:pt x="8395" y="60424"/>
                    <a:pt x="8361" y="60390"/>
                  </a:cubicBezTo>
                  <a:cubicBezTo>
                    <a:pt x="8341" y="60380"/>
                    <a:pt x="8324" y="60375"/>
                    <a:pt x="8309" y="60375"/>
                  </a:cubicBezTo>
                  <a:close/>
                  <a:moveTo>
                    <a:pt x="7729" y="61229"/>
                  </a:moveTo>
                  <a:cubicBezTo>
                    <a:pt x="7692" y="61229"/>
                    <a:pt x="7668" y="61253"/>
                    <a:pt x="7644" y="61277"/>
                  </a:cubicBezTo>
                  <a:lnTo>
                    <a:pt x="7576" y="61379"/>
                  </a:lnTo>
                  <a:cubicBezTo>
                    <a:pt x="7542" y="61413"/>
                    <a:pt x="7576" y="61447"/>
                    <a:pt x="7610" y="61482"/>
                  </a:cubicBezTo>
                  <a:cubicBezTo>
                    <a:pt x="7610" y="61482"/>
                    <a:pt x="7644" y="61516"/>
                    <a:pt x="7644" y="61516"/>
                  </a:cubicBezTo>
                  <a:cubicBezTo>
                    <a:pt x="7678" y="61516"/>
                    <a:pt x="7712" y="61482"/>
                    <a:pt x="7712" y="61447"/>
                  </a:cubicBezTo>
                  <a:lnTo>
                    <a:pt x="7781" y="61379"/>
                  </a:lnTo>
                  <a:cubicBezTo>
                    <a:pt x="7815" y="61345"/>
                    <a:pt x="7815" y="61277"/>
                    <a:pt x="7781" y="61243"/>
                  </a:cubicBezTo>
                  <a:cubicBezTo>
                    <a:pt x="7761" y="61233"/>
                    <a:pt x="7744" y="61229"/>
                    <a:pt x="7729" y="61229"/>
                  </a:cubicBezTo>
                  <a:close/>
                  <a:moveTo>
                    <a:pt x="7137" y="62082"/>
                  </a:moveTo>
                  <a:cubicBezTo>
                    <a:pt x="7112" y="62082"/>
                    <a:pt x="7088" y="62106"/>
                    <a:pt x="7064" y="62130"/>
                  </a:cubicBezTo>
                  <a:lnTo>
                    <a:pt x="6996" y="62232"/>
                  </a:lnTo>
                  <a:cubicBezTo>
                    <a:pt x="6962" y="62266"/>
                    <a:pt x="6996" y="62301"/>
                    <a:pt x="7030" y="62335"/>
                  </a:cubicBezTo>
                  <a:lnTo>
                    <a:pt x="7064" y="62335"/>
                  </a:lnTo>
                  <a:cubicBezTo>
                    <a:pt x="7098" y="62335"/>
                    <a:pt x="7132" y="62335"/>
                    <a:pt x="7132" y="62301"/>
                  </a:cubicBezTo>
                  <a:lnTo>
                    <a:pt x="7201" y="62232"/>
                  </a:lnTo>
                  <a:cubicBezTo>
                    <a:pt x="7235" y="62164"/>
                    <a:pt x="7235" y="62130"/>
                    <a:pt x="7167" y="62096"/>
                  </a:cubicBezTo>
                  <a:cubicBezTo>
                    <a:pt x="7157" y="62086"/>
                    <a:pt x="7147" y="62082"/>
                    <a:pt x="7137" y="62082"/>
                  </a:cubicBezTo>
                  <a:close/>
                  <a:moveTo>
                    <a:pt x="6556" y="62935"/>
                  </a:moveTo>
                  <a:cubicBezTo>
                    <a:pt x="6532" y="62935"/>
                    <a:pt x="6508" y="62959"/>
                    <a:pt x="6484" y="62983"/>
                  </a:cubicBezTo>
                  <a:lnTo>
                    <a:pt x="6416" y="63051"/>
                  </a:lnTo>
                  <a:cubicBezTo>
                    <a:pt x="6382" y="63119"/>
                    <a:pt x="6416" y="63154"/>
                    <a:pt x="6450" y="63188"/>
                  </a:cubicBezTo>
                  <a:lnTo>
                    <a:pt x="6484" y="63188"/>
                  </a:lnTo>
                  <a:cubicBezTo>
                    <a:pt x="6518" y="63188"/>
                    <a:pt x="6552" y="63188"/>
                    <a:pt x="6552" y="63154"/>
                  </a:cubicBezTo>
                  <a:lnTo>
                    <a:pt x="6621" y="63085"/>
                  </a:lnTo>
                  <a:cubicBezTo>
                    <a:pt x="6655" y="63017"/>
                    <a:pt x="6655" y="62983"/>
                    <a:pt x="6586" y="62949"/>
                  </a:cubicBezTo>
                  <a:cubicBezTo>
                    <a:pt x="6576" y="62939"/>
                    <a:pt x="6566" y="62935"/>
                    <a:pt x="6556" y="62935"/>
                  </a:cubicBezTo>
                  <a:close/>
                  <a:moveTo>
                    <a:pt x="5964" y="63780"/>
                  </a:moveTo>
                  <a:cubicBezTo>
                    <a:pt x="5944" y="63780"/>
                    <a:pt x="5924" y="63796"/>
                    <a:pt x="5904" y="63836"/>
                  </a:cubicBezTo>
                  <a:lnTo>
                    <a:pt x="5836" y="63904"/>
                  </a:lnTo>
                  <a:cubicBezTo>
                    <a:pt x="5802" y="63973"/>
                    <a:pt x="5802" y="64007"/>
                    <a:pt x="5870" y="64041"/>
                  </a:cubicBezTo>
                  <a:lnTo>
                    <a:pt x="5904" y="64041"/>
                  </a:lnTo>
                  <a:cubicBezTo>
                    <a:pt x="5938" y="64041"/>
                    <a:pt x="5972" y="64041"/>
                    <a:pt x="5972" y="64007"/>
                  </a:cubicBezTo>
                  <a:lnTo>
                    <a:pt x="6040" y="63904"/>
                  </a:lnTo>
                  <a:cubicBezTo>
                    <a:pt x="6075" y="63870"/>
                    <a:pt x="6075" y="63836"/>
                    <a:pt x="6006" y="63802"/>
                  </a:cubicBezTo>
                  <a:cubicBezTo>
                    <a:pt x="5992" y="63788"/>
                    <a:pt x="5978" y="63780"/>
                    <a:pt x="5964" y="63780"/>
                  </a:cubicBezTo>
                  <a:close/>
                  <a:moveTo>
                    <a:pt x="5384" y="64633"/>
                  </a:moveTo>
                  <a:cubicBezTo>
                    <a:pt x="5364" y="64633"/>
                    <a:pt x="5344" y="64649"/>
                    <a:pt x="5324" y="64689"/>
                  </a:cubicBezTo>
                  <a:lnTo>
                    <a:pt x="5256" y="64757"/>
                  </a:lnTo>
                  <a:cubicBezTo>
                    <a:pt x="5221" y="64791"/>
                    <a:pt x="5221" y="64860"/>
                    <a:pt x="5290" y="64894"/>
                  </a:cubicBezTo>
                  <a:lnTo>
                    <a:pt x="5324" y="64894"/>
                  </a:lnTo>
                  <a:cubicBezTo>
                    <a:pt x="5358" y="64894"/>
                    <a:pt x="5392" y="64894"/>
                    <a:pt x="5392" y="64860"/>
                  </a:cubicBezTo>
                  <a:lnTo>
                    <a:pt x="5460" y="64757"/>
                  </a:lnTo>
                  <a:cubicBezTo>
                    <a:pt x="5494" y="64723"/>
                    <a:pt x="5460" y="64689"/>
                    <a:pt x="5426" y="64655"/>
                  </a:cubicBezTo>
                  <a:cubicBezTo>
                    <a:pt x="5412" y="64641"/>
                    <a:pt x="5398" y="64633"/>
                    <a:pt x="5384" y="64633"/>
                  </a:cubicBezTo>
                  <a:close/>
                  <a:moveTo>
                    <a:pt x="4795" y="65482"/>
                  </a:moveTo>
                  <a:cubicBezTo>
                    <a:pt x="4778" y="65482"/>
                    <a:pt x="4761" y="65491"/>
                    <a:pt x="4744" y="65508"/>
                  </a:cubicBezTo>
                  <a:lnTo>
                    <a:pt x="4676" y="65610"/>
                  </a:lnTo>
                  <a:cubicBezTo>
                    <a:pt x="4641" y="65645"/>
                    <a:pt x="4641" y="65713"/>
                    <a:pt x="4710" y="65747"/>
                  </a:cubicBezTo>
                  <a:lnTo>
                    <a:pt x="4744" y="65747"/>
                  </a:lnTo>
                  <a:cubicBezTo>
                    <a:pt x="4778" y="65747"/>
                    <a:pt x="4812" y="65747"/>
                    <a:pt x="4812" y="65713"/>
                  </a:cubicBezTo>
                  <a:lnTo>
                    <a:pt x="4880" y="65610"/>
                  </a:lnTo>
                  <a:cubicBezTo>
                    <a:pt x="4914" y="65576"/>
                    <a:pt x="4880" y="65542"/>
                    <a:pt x="4846" y="65508"/>
                  </a:cubicBezTo>
                  <a:cubicBezTo>
                    <a:pt x="4829" y="65491"/>
                    <a:pt x="4812" y="65482"/>
                    <a:pt x="4795" y="65482"/>
                  </a:cubicBezTo>
                  <a:close/>
                  <a:moveTo>
                    <a:pt x="4215" y="66336"/>
                  </a:moveTo>
                  <a:cubicBezTo>
                    <a:pt x="4198" y="66336"/>
                    <a:pt x="4181" y="66344"/>
                    <a:pt x="4164" y="66361"/>
                  </a:cubicBezTo>
                  <a:lnTo>
                    <a:pt x="4095" y="66464"/>
                  </a:lnTo>
                  <a:cubicBezTo>
                    <a:pt x="4061" y="66498"/>
                    <a:pt x="4061" y="66566"/>
                    <a:pt x="4095" y="66600"/>
                  </a:cubicBezTo>
                  <a:lnTo>
                    <a:pt x="4164" y="66600"/>
                  </a:lnTo>
                  <a:cubicBezTo>
                    <a:pt x="4198" y="66600"/>
                    <a:pt x="4198" y="66600"/>
                    <a:pt x="4232" y="66566"/>
                  </a:cubicBezTo>
                  <a:lnTo>
                    <a:pt x="4300" y="66464"/>
                  </a:lnTo>
                  <a:cubicBezTo>
                    <a:pt x="4334" y="66429"/>
                    <a:pt x="4300" y="66395"/>
                    <a:pt x="4266" y="66361"/>
                  </a:cubicBezTo>
                  <a:cubicBezTo>
                    <a:pt x="4249" y="66344"/>
                    <a:pt x="4232" y="66336"/>
                    <a:pt x="4215" y="66336"/>
                  </a:cubicBezTo>
                  <a:close/>
                  <a:moveTo>
                    <a:pt x="3622" y="67189"/>
                  </a:moveTo>
                  <a:cubicBezTo>
                    <a:pt x="3601" y="67189"/>
                    <a:pt x="3584" y="67197"/>
                    <a:pt x="3584" y="67214"/>
                  </a:cubicBezTo>
                  <a:lnTo>
                    <a:pt x="3515" y="67317"/>
                  </a:lnTo>
                  <a:cubicBezTo>
                    <a:pt x="3481" y="67351"/>
                    <a:pt x="3481" y="67419"/>
                    <a:pt x="3515" y="67453"/>
                  </a:cubicBezTo>
                  <a:lnTo>
                    <a:pt x="3584" y="67453"/>
                  </a:lnTo>
                  <a:cubicBezTo>
                    <a:pt x="3618" y="67453"/>
                    <a:pt x="3618" y="67453"/>
                    <a:pt x="3652" y="67419"/>
                  </a:cubicBezTo>
                  <a:lnTo>
                    <a:pt x="3720" y="67317"/>
                  </a:lnTo>
                  <a:cubicBezTo>
                    <a:pt x="3754" y="67282"/>
                    <a:pt x="3720" y="67214"/>
                    <a:pt x="3686" y="67214"/>
                  </a:cubicBezTo>
                  <a:cubicBezTo>
                    <a:pt x="3669" y="67197"/>
                    <a:pt x="3643" y="67189"/>
                    <a:pt x="3622" y="67189"/>
                  </a:cubicBezTo>
                  <a:close/>
                  <a:moveTo>
                    <a:pt x="3042" y="68042"/>
                  </a:moveTo>
                  <a:cubicBezTo>
                    <a:pt x="3021" y="68042"/>
                    <a:pt x="3004" y="68050"/>
                    <a:pt x="3004" y="68067"/>
                  </a:cubicBezTo>
                  <a:lnTo>
                    <a:pt x="2935" y="68170"/>
                  </a:lnTo>
                  <a:cubicBezTo>
                    <a:pt x="2901" y="68204"/>
                    <a:pt x="2901" y="68272"/>
                    <a:pt x="2935" y="68306"/>
                  </a:cubicBezTo>
                  <a:lnTo>
                    <a:pt x="3004" y="68306"/>
                  </a:lnTo>
                  <a:cubicBezTo>
                    <a:pt x="3038" y="68306"/>
                    <a:pt x="3038" y="68306"/>
                    <a:pt x="3072" y="68272"/>
                  </a:cubicBezTo>
                  <a:lnTo>
                    <a:pt x="3140" y="68170"/>
                  </a:lnTo>
                  <a:cubicBezTo>
                    <a:pt x="3174" y="68136"/>
                    <a:pt x="3140" y="68067"/>
                    <a:pt x="3106" y="68067"/>
                  </a:cubicBezTo>
                  <a:cubicBezTo>
                    <a:pt x="3089" y="68050"/>
                    <a:pt x="3063" y="68042"/>
                    <a:pt x="3042" y="68042"/>
                  </a:cubicBezTo>
                  <a:close/>
                  <a:moveTo>
                    <a:pt x="2462" y="68895"/>
                  </a:moveTo>
                  <a:cubicBezTo>
                    <a:pt x="2440" y="68895"/>
                    <a:pt x="2423" y="68903"/>
                    <a:pt x="2423" y="68920"/>
                  </a:cubicBezTo>
                  <a:lnTo>
                    <a:pt x="2355" y="69023"/>
                  </a:lnTo>
                  <a:cubicBezTo>
                    <a:pt x="2321" y="69057"/>
                    <a:pt x="2321" y="69125"/>
                    <a:pt x="2355" y="69125"/>
                  </a:cubicBezTo>
                  <a:cubicBezTo>
                    <a:pt x="2389" y="69159"/>
                    <a:pt x="2389" y="69159"/>
                    <a:pt x="2423" y="69159"/>
                  </a:cubicBezTo>
                  <a:cubicBezTo>
                    <a:pt x="2458" y="69159"/>
                    <a:pt x="2458" y="69125"/>
                    <a:pt x="2492" y="69125"/>
                  </a:cubicBezTo>
                  <a:lnTo>
                    <a:pt x="2560" y="69023"/>
                  </a:lnTo>
                  <a:cubicBezTo>
                    <a:pt x="2560" y="68989"/>
                    <a:pt x="2560" y="68920"/>
                    <a:pt x="2526" y="68920"/>
                  </a:cubicBezTo>
                  <a:cubicBezTo>
                    <a:pt x="2509" y="68903"/>
                    <a:pt x="2483" y="68895"/>
                    <a:pt x="2462" y="68895"/>
                  </a:cubicBezTo>
                  <a:close/>
                  <a:moveTo>
                    <a:pt x="1946" y="69739"/>
                  </a:moveTo>
                  <a:cubicBezTo>
                    <a:pt x="1912" y="69739"/>
                    <a:pt x="1843" y="69739"/>
                    <a:pt x="1843" y="69773"/>
                  </a:cubicBezTo>
                  <a:lnTo>
                    <a:pt x="1775" y="69876"/>
                  </a:lnTo>
                  <a:cubicBezTo>
                    <a:pt x="1741" y="69910"/>
                    <a:pt x="1741" y="69978"/>
                    <a:pt x="1775" y="69978"/>
                  </a:cubicBezTo>
                  <a:cubicBezTo>
                    <a:pt x="1809" y="70012"/>
                    <a:pt x="1809" y="70012"/>
                    <a:pt x="1843" y="70012"/>
                  </a:cubicBezTo>
                  <a:cubicBezTo>
                    <a:pt x="1877" y="70012"/>
                    <a:pt x="1877" y="69978"/>
                    <a:pt x="1912" y="69978"/>
                  </a:cubicBezTo>
                  <a:lnTo>
                    <a:pt x="1980" y="69876"/>
                  </a:lnTo>
                  <a:cubicBezTo>
                    <a:pt x="1980" y="69842"/>
                    <a:pt x="1980" y="69773"/>
                    <a:pt x="1946" y="69739"/>
                  </a:cubicBezTo>
                  <a:close/>
                  <a:moveTo>
                    <a:pt x="1366" y="70592"/>
                  </a:moveTo>
                  <a:cubicBezTo>
                    <a:pt x="1331" y="70592"/>
                    <a:pt x="1263" y="70592"/>
                    <a:pt x="1229" y="70627"/>
                  </a:cubicBezTo>
                  <a:lnTo>
                    <a:pt x="1195" y="70729"/>
                  </a:lnTo>
                  <a:cubicBezTo>
                    <a:pt x="1161" y="70763"/>
                    <a:pt x="1161" y="70831"/>
                    <a:pt x="1195" y="70831"/>
                  </a:cubicBezTo>
                  <a:cubicBezTo>
                    <a:pt x="1229" y="70865"/>
                    <a:pt x="1229" y="70865"/>
                    <a:pt x="1263" y="70865"/>
                  </a:cubicBezTo>
                  <a:cubicBezTo>
                    <a:pt x="1263" y="70865"/>
                    <a:pt x="1297" y="70831"/>
                    <a:pt x="1331" y="70831"/>
                  </a:cubicBezTo>
                  <a:lnTo>
                    <a:pt x="1400" y="70729"/>
                  </a:lnTo>
                  <a:cubicBezTo>
                    <a:pt x="1400" y="70695"/>
                    <a:pt x="1400" y="70627"/>
                    <a:pt x="1366" y="70592"/>
                  </a:cubicBezTo>
                  <a:close/>
                  <a:moveTo>
                    <a:pt x="786" y="71445"/>
                  </a:moveTo>
                  <a:cubicBezTo>
                    <a:pt x="751" y="71445"/>
                    <a:pt x="683" y="71445"/>
                    <a:pt x="649" y="71480"/>
                  </a:cubicBezTo>
                  <a:lnTo>
                    <a:pt x="615" y="71582"/>
                  </a:lnTo>
                  <a:cubicBezTo>
                    <a:pt x="581" y="71616"/>
                    <a:pt x="581" y="71650"/>
                    <a:pt x="615" y="71684"/>
                  </a:cubicBezTo>
                  <a:cubicBezTo>
                    <a:pt x="649" y="71718"/>
                    <a:pt x="649" y="71718"/>
                    <a:pt x="683" y="71718"/>
                  </a:cubicBezTo>
                  <a:cubicBezTo>
                    <a:pt x="683" y="71718"/>
                    <a:pt x="717" y="71684"/>
                    <a:pt x="751" y="71684"/>
                  </a:cubicBezTo>
                  <a:lnTo>
                    <a:pt x="820" y="71582"/>
                  </a:lnTo>
                  <a:cubicBezTo>
                    <a:pt x="820" y="71548"/>
                    <a:pt x="820" y="71480"/>
                    <a:pt x="786" y="71445"/>
                  </a:cubicBezTo>
                  <a:close/>
                  <a:moveTo>
                    <a:pt x="168" y="72284"/>
                  </a:moveTo>
                  <a:cubicBezTo>
                    <a:pt x="134" y="72284"/>
                    <a:pt x="93" y="72309"/>
                    <a:pt x="69" y="72333"/>
                  </a:cubicBezTo>
                  <a:lnTo>
                    <a:pt x="1" y="72435"/>
                  </a:lnTo>
                  <a:cubicBezTo>
                    <a:pt x="1" y="72469"/>
                    <a:pt x="1" y="72503"/>
                    <a:pt x="35" y="72537"/>
                  </a:cubicBezTo>
                  <a:cubicBezTo>
                    <a:pt x="69" y="72537"/>
                    <a:pt x="69" y="72572"/>
                    <a:pt x="103" y="72572"/>
                  </a:cubicBezTo>
                  <a:cubicBezTo>
                    <a:pt x="103" y="72572"/>
                    <a:pt x="137" y="72537"/>
                    <a:pt x="171" y="72503"/>
                  </a:cubicBezTo>
                  <a:lnTo>
                    <a:pt x="240" y="72435"/>
                  </a:lnTo>
                  <a:cubicBezTo>
                    <a:pt x="240" y="72401"/>
                    <a:pt x="240" y="72333"/>
                    <a:pt x="205" y="72299"/>
                  </a:cubicBezTo>
                  <a:cubicBezTo>
                    <a:pt x="195" y="72289"/>
                    <a:pt x="182" y="72284"/>
                    <a:pt x="168" y="7228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6" name="Google Shape;1828;p45">
              <a:extLst>
                <a:ext uri="{FF2B5EF4-FFF2-40B4-BE49-F238E27FC236}">
                  <a16:creationId xmlns:a16="http://schemas.microsoft.com/office/drawing/2014/main" id="{8C803C14-6B41-C58A-A9CB-E57EFF72FDE3}"/>
                </a:ext>
              </a:extLst>
            </p:cNvPr>
            <p:cNvSpPr/>
            <p:nvPr/>
          </p:nvSpPr>
          <p:spPr>
            <a:xfrm>
              <a:off x="2509294" y="1892135"/>
              <a:ext cx="1083653" cy="1578224"/>
            </a:xfrm>
            <a:custGeom>
              <a:avLst/>
              <a:gdLst/>
              <a:ahLst/>
              <a:cxnLst/>
              <a:rect l="l" t="t" r="r" b="b"/>
              <a:pathLst>
                <a:path w="48627" h="70820" extrusionOk="0">
                  <a:moveTo>
                    <a:pt x="87" y="0"/>
                  </a:moveTo>
                  <a:cubicBezTo>
                    <a:pt x="72" y="0"/>
                    <a:pt x="55" y="5"/>
                    <a:pt x="35" y="15"/>
                  </a:cubicBezTo>
                  <a:cubicBezTo>
                    <a:pt x="1" y="49"/>
                    <a:pt x="1" y="83"/>
                    <a:pt x="35" y="151"/>
                  </a:cubicBezTo>
                  <a:lnTo>
                    <a:pt x="103" y="219"/>
                  </a:lnTo>
                  <a:cubicBezTo>
                    <a:pt x="103" y="253"/>
                    <a:pt x="137" y="253"/>
                    <a:pt x="171" y="253"/>
                  </a:cubicBezTo>
                  <a:lnTo>
                    <a:pt x="205" y="253"/>
                  </a:lnTo>
                  <a:cubicBezTo>
                    <a:pt x="240" y="219"/>
                    <a:pt x="274" y="185"/>
                    <a:pt x="240" y="117"/>
                  </a:cubicBezTo>
                  <a:lnTo>
                    <a:pt x="171" y="49"/>
                  </a:lnTo>
                  <a:cubicBezTo>
                    <a:pt x="147" y="25"/>
                    <a:pt x="123" y="0"/>
                    <a:pt x="87" y="0"/>
                  </a:cubicBezTo>
                  <a:close/>
                  <a:moveTo>
                    <a:pt x="685" y="845"/>
                  </a:moveTo>
                  <a:cubicBezTo>
                    <a:pt x="666" y="845"/>
                    <a:pt x="643" y="853"/>
                    <a:pt x="615" y="868"/>
                  </a:cubicBezTo>
                  <a:cubicBezTo>
                    <a:pt x="581" y="902"/>
                    <a:pt x="581" y="936"/>
                    <a:pt x="615" y="970"/>
                  </a:cubicBezTo>
                  <a:lnTo>
                    <a:pt x="683" y="1072"/>
                  </a:lnTo>
                  <a:cubicBezTo>
                    <a:pt x="683" y="1106"/>
                    <a:pt x="717" y="1106"/>
                    <a:pt x="751" y="1106"/>
                  </a:cubicBezTo>
                  <a:lnTo>
                    <a:pt x="786" y="1106"/>
                  </a:lnTo>
                  <a:cubicBezTo>
                    <a:pt x="820" y="1072"/>
                    <a:pt x="854" y="1004"/>
                    <a:pt x="820" y="970"/>
                  </a:cubicBezTo>
                  <a:lnTo>
                    <a:pt x="751" y="902"/>
                  </a:lnTo>
                  <a:cubicBezTo>
                    <a:pt x="731" y="862"/>
                    <a:pt x="711" y="845"/>
                    <a:pt x="685" y="845"/>
                  </a:cubicBezTo>
                  <a:close/>
                  <a:moveTo>
                    <a:pt x="1280" y="1695"/>
                  </a:moveTo>
                  <a:cubicBezTo>
                    <a:pt x="1263" y="1695"/>
                    <a:pt x="1246" y="1704"/>
                    <a:pt x="1229" y="1721"/>
                  </a:cubicBezTo>
                  <a:cubicBezTo>
                    <a:pt x="1161" y="1755"/>
                    <a:pt x="1161" y="1789"/>
                    <a:pt x="1195" y="1823"/>
                  </a:cubicBezTo>
                  <a:lnTo>
                    <a:pt x="1263" y="1925"/>
                  </a:lnTo>
                  <a:cubicBezTo>
                    <a:pt x="1263" y="1960"/>
                    <a:pt x="1297" y="1960"/>
                    <a:pt x="1332" y="1960"/>
                  </a:cubicBezTo>
                  <a:lnTo>
                    <a:pt x="1366" y="1960"/>
                  </a:lnTo>
                  <a:cubicBezTo>
                    <a:pt x="1400" y="1925"/>
                    <a:pt x="1434" y="1857"/>
                    <a:pt x="1400" y="1823"/>
                  </a:cubicBezTo>
                  <a:lnTo>
                    <a:pt x="1332" y="1721"/>
                  </a:lnTo>
                  <a:cubicBezTo>
                    <a:pt x="1314" y="1704"/>
                    <a:pt x="1297" y="1695"/>
                    <a:pt x="1280" y="1695"/>
                  </a:cubicBezTo>
                  <a:close/>
                  <a:moveTo>
                    <a:pt x="1860" y="2548"/>
                  </a:moveTo>
                  <a:cubicBezTo>
                    <a:pt x="1843" y="2548"/>
                    <a:pt x="1826" y="2557"/>
                    <a:pt x="1809" y="2574"/>
                  </a:cubicBezTo>
                  <a:cubicBezTo>
                    <a:pt x="1741" y="2608"/>
                    <a:pt x="1741" y="2642"/>
                    <a:pt x="1775" y="2676"/>
                  </a:cubicBezTo>
                  <a:lnTo>
                    <a:pt x="1843" y="2778"/>
                  </a:lnTo>
                  <a:cubicBezTo>
                    <a:pt x="1843" y="2813"/>
                    <a:pt x="1878" y="2813"/>
                    <a:pt x="1912" y="2813"/>
                  </a:cubicBezTo>
                  <a:lnTo>
                    <a:pt x="1946" y="2813"/>
                  </a:lnTo>
                  <a:cubicBezTo>
                    <a:pt x="2014" y="2778"/>
                    <a:pt x="2014" y="2710"/>
                    <a:pt x="1980" y="2676"/>
                  </a:cubicBezTo>
                  <a:lnTo>
                    <a:pt x="1912" y="2574"/>
                  </a:lnTo>
                  <a:cubicBezTo>
                    <a:pt x="1895" y="2557"/>
                    <a:pt x="1878" y="2548"/>
                    <a:pt x="1860" y="2548"/>
                  </a:cubicBezTo>
                  <a:close/>
                  <a:moveTo>
                    <a:pt x="2441" y="3401"/>
                  </a:moveTo>
                  <a:cubicBezTo>
                    <a:pt x="2423" y="3401"/>
                    <a:pt x="2406" y="3410"/>
                    <a:pt x="2389" y="3427"/>
                  </a:cubicBezTo>
                  <a:cubicBezTo>
                    <a:pt x="2355" y="3427"/>
                    <a:pt x="2321" y="3495"/>
                    <a:pt x="2355" y="3529"/>
                  </a:cubicBezTo>
                  <a:lnTo>
                    <a:pt x="2423" y="3632"/>
                  </a:lnTo>
                  <a:cubicBezTo>
                    <a:pt x="2423" y="3666"/>
                    <a:pt x="2458" y="3666"/>
                    <a:pt x="2492" y="3666"/>
                  </a:cubicBezTo>
                  <a:lnTo>
                    <a:pt x="2526" y="3666"/>
                  </a:lnTo>
                  <a:cubicBezTo>
                    <a:pt x="2594" y="3632"/>
                    <a:pt x="2594" y="3563"/>
                    <a:pt x="2560" y="3529"/>
                  </a:cubicBezTo>
                  <a:lnTo>
                    <a:pt x="2492" y="3427"/>
                  </a:lnTo>
                  <a:cubicBezTo>
                    <a:pt x="2475" y="3410"/>
                    <a:pt x="2458" y="3401"/>
                    <a:pt x="2441" y="3401"/>
                  </a:cubicBezTo>
                  <a:close/>
                  <a:moveTo>
                    <a:pt x="3033" y="4254"/>
                  </a:moveTo>
                  <a:cubicBezTo>
                    <a:pt x="3012" y="4254"/>
                    <a:pt x="2987" y="4263"/>
                    <a:pt x="2969" y="4280"/>
                  </a:cubicBezTo>
                  <a:cubicBezTo>
                    <a:pt x="2935" y="4280"/>
                    <a:pt x="2901" y="4348"/>
                    <a:pt x="2935" y="4382"/>
                  </a:cubicBezTo>
                  <a:lnTo>
                    <a:pt x="3004" y="4485"/>
                  </a:lnTo>
                  <a:cubicBezTo>
                    <a:pt x="3038" y="4519"/>
                    <a:pt x="3038" y="4519"/>
                    <a:pt x="3072" y="4519"/>
                  </a:cubicBezTo>
                  <a:cubicBezTo>
                    <a:pt x="3106" y="4519"/>
                    <a:pt x="3106" y="4519"/>
                    <a:pt x="3140" y="4485"/>
                  </a:cubicBezTo>
                  <a:cubicBezTo>
                    <a:pt x="3174" y="4485"/>
                    <a:pt x="3174" y="4416"/>
                    <a:pt x="3140" y="4382"/>
                  </a:cubicBezTo>
                  <a:lnTo>
                    <a:pt x="3072" y="4280"/>
                  </a:lnTo>
                  <a:cubicBezTo>
                    <a:pt x="3072" y="4263"/>
                    <a:pt x="3055" y="4254"/>
                    <a:pt x="3033" y="4254"/>
                  </a:cubicBezTo>
                  <a:close/>
                  <a:moveTo>
                    <a:pt x="3550" y="5099"/>
                  </a:moveTo>
                  <a:cubicBezTo>
                    <a:pt x="3515" y="5133"/>
                    <a:pt x="3481" y="5201"/>
                    <a:pt x="3515" y="5235"/>
                  </a:cubicBezTo>
                  <a:lnTo>
                    <a:pt x="3584" y="5338"/>
                  </a:lnTo>
                  <a:cubicBezTo>
                    <a:pt x="3618" y="5338"/>
                    <a:pt x="3618" y="5372"/>
                    <a:pt x="3652" y="5372"/>
                  </a:cubicBezTo>
                  <a:cubicBezTo>
                    <a:pt x="3686" y="5372"/>
                    <a:pt x="3686" y="5372"/>
                    <a:pt x="3720" y="5338"/>
                  </a:cubicBezTo>
                  <a:cubicBezTo>
                    <a:pt x="3754" y="5338"/>
                    <a:pt x="3754" y="5269"/>
                    <a:pt x="3720" y="5235"/>
                  </a:cubicBezTo>
                  <a:lnTo>
                    <a:pt x="3652" y="5133"/>
                  </a:lnTo>
                  <a:cubicBezTo>
                    <a:pt x="3652" y="5099"/>
                    <a:pt x="3584" y="5099"/>
                    <a:pt x="3550" y="5099"/>
                  </a:cubicBezTo>
                  <a:close/>
                  <a:moveTo>
                    <a:pt x="4130" y="5952"/>
                  </a:moveTo>
                  <a:cubicBezTo>
                    <a:pt x="4095" y="5986"/>
                    <a:pt x="4061" y="6054"/>
                    <a:pt x="4095" y="6088"/>
                  </a:cubicBezTo>
                  <a:lnTo>
                    <a:pt x="4164" y="6191"/>
                  </a:lnTo>
                  <a:cubicBezTo>
                    <a:pt x="4198" y="6191"/>
                    <a:pt x="4198" y="6225"/>
                    <a:pt x="4232" y="6225"/>
                  </a:cubicBezTo>
                  <a:cubicBezTo>
                    <a:pt x="4266" y="6225"/>
                    <a:pt x="4266" y="6225"/>
                    <a:pt x="4300" y="6191"/>
                  </a:cubicBezTo>
                  <a:cubicBezTo>
                    <a:pt x="4334" y="6157"/>
                    <a:pt x="4334" y="6123"/>
                    <a:pt x="4300" y="6088"/>
                  </a:cubicBezTo>
                  <a:lnTo>
                    <a:pt x="4232" y="5986"/>
                  </a:lnTo>
                  <a:cubicBezTo>
                    <a:pt x="4232" y="5952"/>
                    <a:pt x="4164" y="5952"/>
                    <a:pt x="4130" y="5952"/>
                  </a:cubicBezTo>
                  <a:close/>
                  <a:moveTo>
                    <a:pt x="4747" y="6791"/>
                  </a:moveTo>
                  <a:cubicBezTo>
                    <a:pt x="4733" y="6791"/>
                    <a:pt x="4720" y="6795"/>
                    <a:pt x="4710" y="6805"/>
                  </a:cubicBezTo>
                  <a:cubicBezTo>
                    <a:pt x="4676" y="6839"/>
                    <a:pt x="4676" y="6907"/>
                    <a:pt x="4676" y="6941"/>
                  </a:cubicBezTo>
                  <a:lnTo>
                    <a:pt x="4744" y="7044"/>
                  </a:lnTo>
                  <a:cubicBezTo>
                    <a:pt x="4778" y="7044"/>
                    <a:pt x="4812" y="7078"/>
                    <a:pt x="4812" y="7078"/>
                  </a:cubicBezTo>
                  <a:cubicBezTo>
                    <a:pt x="4846" y="7078"/>
                    <a:pt x="4846" y="7044"/>
                    <a:pt x="4880" y="7044"/>
                  </a:cubicBezTo>
                  <a:cubicBezTo>
                    <a:pt x="4914" y="7010"/>
                    <a:pt x="4914" y="6976"/>
                    <a:pt x="4880" y="6941"/>
                  </a:cubicBezTo>
                  <a:lnTo>
                    <a:pt x="4846" y="6839"/>
                  </a:lnTo>
                  <a:cubicBezTo>
                    <a:pt x="4822" y="6815"/>
                    <a:pt x="4781" y="6791"/>
                    <a:pt x="4747" y="6791"/>
                  </a:cubicBezTo>
                  <a:close/>
                  <a:moveTo>
                    <a:pt x="5327" y="7644"/>
                  </a:moveTo>
                  <a:cubicBezTo>
                    <a:pt x="5313" y="7644"/>
                    <a:pt x="5300" y="7648"/>
                    <a:pt x="5290" y="7658"/>
                  </a:cubicBezTo>
                  <a:cubicBezTo>
                    <a:pt x="5256" y="7692"/>
                    <a:pt x="5256" y="7760"/>
                    <a:pt x="5256" y="7795"/>
                  </a:cubicBezTo>
                  <a:lnTo>
                    <a:pt x="5324" y="7863"/>
                  </a:lnTo>
                  <a:cubicBezTo>
                    <a:pt x="5358" y="7897"/>
                    <a:pt x="5392" y="7931"/>
                    <a:pt x="5392" y="7931"/>
                  </a:cubicBezTo>
                  <a:cubicBezTo>
                    <a:pt x="5426" y="7931"/>
                    <a:pt x="5426" y="7897"/>
                    <a:pt x="5460" y="7897"/>
                  </a:cubicBezTo>
                  <a:cubicBezTo>
                    <a:pt x="5495" y="7863"/>
                    <a:pt x="5495" y="7829"/>
                    <a:pt x="5460" y="7795"/>
                  </a:cubicBezTo>
                  <a:lnTo>
                    <a:pt x="5426" y="7692"/>
                  </a:lnTo>
                  <a:cubicBezTo>
                    <a:pt x="5402" y="7668"/>
                    <a:pt x="5361" y="7644"/>
                    <a:pt x="5327" y="7644"/>
                  </a:cubicBezTo>
                  <a:close/>
                  <a:moveTo>
                    <a:pt x="5907" y="8497"/>
                  </a:moveTo>
                  <a:cubicBezTo>
                    <a:pt x="5893" y="8497"/>
                    <a:pt x="5880" y="8501"/>
                    <a:pt x="5870" y="8511"/>
                  </a:cubicBezTo>
                  <a:cubicBezTo>
                    <a:pt x="5836" y="8545"/>
                    <a:pt x="5836" y="8579"/>
                    <a:pt x="5870" y="8648"/>
                  </a:cubicBezTo>
                  <a:lnTo>
                    <a:pt x="5904" y="8716"/>
                  </a:lnTo>
                  <a:cubicBezTo>
                    <a:pt x="5938" y="8750"/>
                    <a:pt x="5972" y="8750"/>
                    <a:pt x="5972" y="8750"/>
                  </a:cubicBezTo>
                  <a:lnTo>
                    <a:pt x="6041" y="8750"/>
                  </a:lnTo>
                  <a:cubicBezTo>
                    <a:pt x="6075" y="8716"/>
                    <a:pt x="6075" y="8682"/>
                    <a:pt x="6075" y="8648"/>
                  </a:cubicBezTo>
                  <a:lnTo>
                    <a:pt x="6006" y="8545"/>
                  </a:lnTo>
                  <a:cubicBezTo>
                    <a:pt x="5982" y="8521"/>
                    <a:pt x="5941" y="8497"/>
                    <a:pt x="5907" y="8497"/>
                  </a:cubicBezTo>
                  <a:close/>
                  <a:moveTo>
                    <a:pt x="6505" y="9342"/>
                  </a:moveTo>
                  <a:cubicBezTo>
                    <a:pt x="6484" y="9342"/>
                    <a:pt x="6464" y="9350"/>
                    <a:pt x="6450" y="9364"/>
                  </a:cubicBezTo>
                  <a:cubicBezTo>
                    <a:pt x="6416" y="9398"/>
                    <a:pt x="6416" y="9432"/>
                    <a:pt x="6450" y="9467"/>
                  </a:cubicBezTo>
                  <a:lnTo>
                    <a:pt x="6484" y="9569"/>
                  </a:lnTo>
                  <a:cubicBezTo>
                    <a:pt x="6518" y="9603"/>
                    <a:pt x="6552" y="9603"/>
                    <a:pt x="6586" y="9603"/>
                  </a:cubicBezTo>
                  <a:lnTo>
                    <a:pt x="6621" y="9603"/>
                  </a:lnTo>
                  <a:cubicBezTo>
                    <a:pt x="6655" y="9569"/>
                    <a:pt x="6655" y="9535"/>
                    <a:pt x="6655" y="9467"/>
                  </a:cubicBezTo>
                  <a:lnTo>
                    <a:pt x="6586" y="9398"/>
                  </a:lnTo>
                  <a:cubicBezTo>
                    <a:pt x="6566" y="9358"/>
                    <a:pt x="6535" y="9342"/>
                    <a:pt x="6505" y="9342"/>
                  </a:cubicBezTo>
                  <a:close/>
                  <a:moveTo>
                    <a:pt x="7085" y="10195"/>
                  </a:moveTo>
                  <a:cubicBezTo>
                    <a:pt x="7064" y="10195"/>
                    <a:pt x="7044" y="10203"/>
                    <a:pt x="7030" y="10217"/>
                  </a:cubicBezTo>
                  <a:cubicBezTo>
                    <a:pt x="6996" y="10251"/>
                    <a:pt x="6996" y="10286"/>
                    <a:pt x="7030" y="10320"/>
                  </a:cubicBezTo>
                  <a:lnTo>
                    <a:pt x="7098" y="10422"/>
                  </a:lnTo>
                  <a:cubicBezTo>
                    <a:pt x="7098" y="10456"/>
                    <a:pt x="7132" y="10456"/>
                    <a:pt x="7167" y="10456"/>
                  </a:cubicBezTo>
                  <a:lnTo>
                    <a:pt x="7201" y="10456"/>
                  </a:lnTo>
                  <a:cubicBezTo>
                    <a:pt x="7235" y="10422"/>
                    <a:pt x="7269" y="10354"/>
                    <a:pt x="7235" y="10320"/>
                  </a:cubicBezTo>
                  <a:lnTo>
                    <a:pt x="7167" y="10251"/>
                  </a:lnTo>
                  <a:cubicBezTo>
                    <a:pt x="7147" y="10211"/>
                    <a:pt x="7115" y="10195"/>
                    <a:pt x="7085" y="10195"/>
                  </a:cubicBezTo>
                  <a:close/>
                  <a:moveTo>
                    <a:pt x="7691" y="11045"/>
                  </a:moveTo>
                  <a:cubicBezTo>
                    <a:pt x="7670" y="11045"/>
                    <a:pt x="7644" y="11053"/>
                    <a:pt x="7610" y="11070"/>
                  </a:cubicBezTo>
                  <a:cubicBezTo>
                    <a:pt x="7576" y="11105"/>
                    <a:pt x="7576" y="11139"/>
                    <a:pt x="7610" y="11173"/>
                  </a:cubicBezTo>
                  <a:lnTo>
                    <a:pt x="7678" y="11275"/>
                  </a:lnTo>
                  <a:cubicBezTo>
                    <a:pt x="7678" y="11309"/>
                    <a:pt x="7713" y="11309"/>
                    <a:pt x="7747" y="11309"/>
                  </a:cubicBezTo>
                  <a:lnTo>
                    <a:pt x="7781" y="11309"/>
                  </a:lnTo>
                  <a:cubicBezTo>
                    <a:pt x="7815" y="11275"/>
                    <a:pt x="7849" y="11207"/>
                    <a:pt x="7815" y="11173"/>
                  </a:cubicBezTo>
                  <a:lnTo>
                    <a:pt x="7747" y="11070"/>
                  </a:lnTo>
                  <a:cubicBezTo>
                    <a:pt x="7730" y="11053"/>
                    <a:pt x="7713" y="11045"/>
                    <a:pt x="7691" y="11045"/>
                  </a:cubicBezTo>
                  <a:close/>
                  <a:moveTo>
                    <a:pt x="8271" y="11898"/>
                  </a:moveTo>
                  <a:cubicBezTo>
                    <a:pt x="8250" y="11898"/>
                    <a:pt x="8224" y="11906"/>
                    <a:pt x="8190" y="11923"/>
                  </a:cubicBezTo>
                  <a:cubicBezTo>
                    <a:pt x="8156" y="11923"/>
                    <a:pt x="8156" y="11992"/>
                    <a:pt x="8190" y="12026"/>
                  </a:cubicBezTo>
                  <a:lnTo>
                    <a:pt x="8259" y="12128"/>
                  </a:lnTo>
                  <a:cubicBezTo>
                    <a:pt x="8259" y="12162"/>
                    <a:pt x="8293" y="12162"/>
                    <a:pt x="8327" y="12162"/>
                  </a:cubicBezTo>
                  <a:lnTo>
                    <a:pt x="8361" y="12162"/>
                  </a:lnTo>
                  <a:cubicBezTo>
                    <a:pt x="8395" y="12128"/>
                    <a:pt x="8429" y="12060"/>
                    <a:pt x="8395" y="12026"/>
                  </a:cubicBezTo>
                  <a:lnTo>
                    <a:pt x="8327" y="11923"/>
                  </a:lnTo>
                  <a:cubicBezTo>
                    <a:pt x="8310" y="11906"/>
                    <a:pt x="8293" y="11898"/>
                    <a:pt x="8271" y="11898"/>
                  </a:cubicBezTo>
                  <a:close/>
                  <a:moveTo>
                    <a:pt x="8856" y="12751"/>
                  </a:moveTo>
                  <a:cubicBezTo>
                    <a:pt x="8839" y="12751"/>
                    <a:pt x="8822" y="12759"/>
                    <a:pt x="8804" y="12777"/>
                  </a:cubicBezTo>
                  <a:cubicBezTo>
                    <a:pt x="8736" y="12777"/>
                    <a:pt x="8736" y="12845"/>
                    <a:pt x="8770" y="12879"/>
                  </a:cubicBezTo>
                  <a:lnTo>
                    <a:pt x="8839" y="12981"/>
                  </a:lnTo>
                  <a:cubicBezTo>
                    <a:pt x="8839" y="13015"/>
                    <a:pt x="8873" y="13015"/>
                    <a:pt x="8907" y="13015"/>
                  </a:cubicBezTo>
                  <a:lnTo>
                    <a:pt x="8941" y="13015"/>
                  </a:lnTo>
                  <a:cubicBezTo>
                    <a:pt x="8975" y="12981"/>
                    <a:pt x="9009" y="12913"/>
                    <a:pt x="8975" y="12879"/>
                  </a:cubicBezTo>
                  <a:lnTo>
                    <a:pt x="8907" y="12777"/>
                  </a:lnTo>
                  <a:cubicBezTo>
                    <a:pt x="8890" y="12759"/>
                    <a:pt x="8873" y="12751"/>
                    <a:pt x="8856" y="12751"/>
                  </a:cubicBezTo>
                  <a:close/>
                  <a:moveTo>
                    <a:pt x="9436" y="13604"/>
                  </a:moveTo>
                  <a:cubicBezTo>
                    <a:pt x="9419" y="13604"/>
                    <a:pt x="9402" y="13613"/>
                    <a:pt x="9385" y="13630"/>
                  </a:cubicBezTo>
                  <a:cubicBezTo>
                    <a:pt x="9316" y="13630"/>
                    <a:pt x="9316" y="13698"/>
                    <a:pt x="9350" y="13732"/>
                  </a:cubicBezTo>
                  <a:lnTo>
                    <a:pt x="9419" y="13834"/>
                  </a:lnTo>
                  <a:cubicBezTo>
                    <a:pt x="9419" y="13868"/>
                    <a:pt x="9453" y="13868"/>
                    <a:pt x="9487" y="13868"/>
                  </a:cubicBezTo>
                  <a:cubicBezTo>
                    <a:pt x="9487" y="13868"/>
                    <a:pt x="9521" y="13868"/>
                    <a:pt x="9521" y="13834"/>
                  </a:cubicBezTo>
                  <a:cubicBezTo>
                    <a:pt x="9589" y="13834"/>
                    <a:pt x="9589" y="13766"/>
                    <a:pt x="9555" y="13732"/>
                  </a:cubicBezTo>
                  <a:lnTo>
                    <a:pt x="9487" y="13630"/>
                  </a:lnTo>
                  <a:cubicBezTo>
                    <a:pt x="9470" y="13613"/>
                    <a:pt x="9453" y="13604"/>
                    <a:pt x="9436" y="13604"/>
                  </a:cubicBezTo>
                  <a:close/>
                  <a:moveTo>
                    <a:pt x="9965" y="14449"/>
                  </a:moveTo>
                  <a:cubicBezTo>
                    <a:pt x="9931" y="14483"/>
                    <a:pt x="9896" y="14551"/>
                    <a:pt x="9931" y="14585"/>
                  </a:cubicBezTo>
                  <a:lnTo>
                    <a:pt x="9999" y="14687"/>
                  </a:lnTo>
                  <a:cubicBezTo>
                    <a:pt x="9999" y="14687"/>
                    <a:pt x="10033" y="14722"/>
                    <a:pt x="10067" y="14722"/>
                  </a:cubicBezTo>
                  <a:cubicBezTo>
                    <a:pt x="10101" y="14722"/>
                    <a:pt x="10101" y="14722"/>
                    <a:pt x="10101" y="14687"/>
                  </a:cubicBezTo>
                  <a:cubicBezTo>
                    <a:pt x="10169" y="14687"/>
                    <a:pt x="10169" y="14619"/>
                    <a:pt x="10135" y="14585"/>
                  </a:cubicBezTo>
                  <a:lnTo>
                    <a:pt x="10067" y="14483"/>
                  </a:lnTo>
                  <a:cubicBezTo>
                    <a:pt x="10033" y="14449"/>
                    <a:pt x="9999" y="14449"/>
                    <a:pt x="9965" y="14449"/>
                  </a:cubicBezTo>
                  <a:close/>
                  <a:moveTo>
                    <a:pt x="10545" y="15302"/>
                  </a:moveTo>
                  <a:cubicBezTo>
                    <a:pt x="10511" y="15336"/>
                    <a:pt x="10477" y="15404"/>
                    <a:pt x="10511" y="15438"/>
                  </a:cubicBezTo>
                  <a:lnTo>
                    <a:pt x="10579" y="15541"/>
                  </a:lnTo>
                  <a:cubicBezTo>
                    <a:pt x="10579" y="15541"/>
                    <a:pt x="10613" y="15575"/>
                    <a:pt x="10647" y="15575"/>
                  </a:cubicBezTo>
                  <a:cubicBezTo>
                    <a:pt x="10681" y="15575"/>
                    <a:pt x="10681" y="15575"/>
                    <a:pt x="10715" y="15541"/>
                  </a:cubicBezTo>
                  <a:cubicBezTo>
                    <a:pt x="10749" y="15506"/>
                    <a:pt x="10749" y="15472"/>
                    <a:pt x="10715" y="15438"/>
                  </a:cubicBezTo>
                  <a:lnTo>
                    <a:pt x="10647" y="15336"/>
                  </a:lnTo>
                  <a:cubicBezTo>
                    <a:pt x="10613" y="15302"/>
                    <a:pt x="10579" y="15302"/>
                    <a:pt x="10545" y="15302"/>
                  </a:cubicBezTo>
                  <a:close/>
                  <a:moveTo>
                    <a:pt x="11161" y="16141"/>
                  </a:moveTo>
                  <a:cubicBezTo>
                    <a:pt x="11148" y="16141"/>
                    <a:pt x="11135" y="16145"/>
                    <a:pt x="11125" y="16155"/>
                  </a:cubicBezTo>
                  <a:cubicBezTo>
                    <a:pt x="11091" y="16189"/>
                    <a:pt x="11057" y="16257"/>
                    <a:pt x="11091" y="16291"/>
                  </a:cubicBezTo>
                  <a:lnTo>
                    <a:pt x="11159" y="16394"/>
                  </a:lnTo>
                  <a:cubicBezTo>
                    <a:pt x="11193" y="16394"/>
                    <a:pt x="11193" y="16428"/>
                    <a:pt x="11227" y="16428"/>
                  </a:cubicBezTo>
                  <a:cubicBezTo>
                    <a:pt x="11261" y="16428"/>
                    <a:pt x="11261" y="16394"/>
                    <a:pt x="11295" y="16394"/>
                  </a:cubicBezTo>
                  <a:cubicBezTo>
                    <a:pt x="11330" y="16359"/>
                    <a:pt x="11330" y="16325"/>
                    <a:pt x="11295" y="16291"/>
                  </a:cubicBezTo>
                  <a:lnTo>
                    <a:pt x="11227" y="16189"/>
                  </a:lnTo>
                  <a:cubicBezTo>
                    <a:pt x="11227" y="16165"/>
                    <a:pt x="11193" y="16141"/>
                    <a:pt x="11161" y="16141"/>
                  </a:cubicBezTo>
                  <a:close/>
                  <a:moveTo>
                    <a:pt x="11741" y="16994"/>
                  </a:moveTo>
                  <a:cubicBezTo>
                    <a:pt x="11728" y="16994"/>
                    <a:pt x="11715" y="16998"/>
                    <a:pt x="11705" y="17008"/>
                  </a:cubicBezTo>
                  <a:cubicBezTo>
                    <a:pt x="11671" y="17042"/>
                    <a:pt x="11637" y="17110"/>
                    <a:pt x="11671" y="17144"/>
                  </a:cubicBezTo>
                  <a:lnTo>
                    <a:pt x="11739" y="17213"/>
                  </a:lnTo>
                  <a:cubicBezTo>
                    <a:pt x="11773" y="17247"/>
                    <a:pt x="11773" y="17281"/>
                    <a:pt x="11807" y="17281"/>
                  </a:cubicBezTo>
                  <a:cubicBezTo>
                    <a:pt x="11841" y="17281"/>
                    <a:pt x="11841" y="17247"/>
                    <a:pt x="11876" y="17247"/>
                  </a:cubicBezTo>
                  <a:cubicBezTo>
                    <a:pt x="11910" y="17213"/>
                    <a:pt x="11910" y="17178"/>
                    <a:pt x="11876" y="17144"/>
                  </a:cubicBezTo>
                  <a:lnTo>
                    <a:pt x="11807" y="17042"/>
                  </a:lnTo>
                  <a:cubicBezTo>
                    <a:pt x="11807" y="17018"/>
                    <a:pt x="11773" y="16994"/>
                    <a:pt x="11741" y="16994"/>
                  </a:cubicBezTo>
                  <a:close/>
                  <a:moveTo>
                    <a:pt x="12322" y="17847"/>
                  </a:moveTo>
                  <a:cubicBezTo>
                    <a:pt x="12308" y="17847"/>
                    <a:pt x="12295" y="17851"/>
                    <a:pt x="12285" y="17861"/>
                  </a:cubicBezTo>
                  <a:cubicBezTo>
                    <a:pt x="12251" y="17895"/>
                    <a:pt x="12251" y="17929"/>
                    <a:pt x="12251" y="17997"/>
                  </a:cubicBezTo>
                  <a:lnTo>
                    <a:pt x="12319" y="18066"/>
                  </a:lnTo>
                  <a:cubicBezTo>
                    <a:pt x="12353" y="18100"/>
                    <a:pt x="12387" y="18100"/>
                    <a:pt x="12387" y="18100"/>
                  </a:cubicBezTo>
                  <a:lnTo>
                    <a:pt x="12456" y="18100"/>
                  </a:lnTo>
                  <a:cubicBezTo>
                    <a:pt x="12490" y="18066"/>
                    <a:pt x="12490" y="18032"/>
                    <a:pt x="12456" y="17963"/>
                  </a:cubicBezTo>
                  <a:lnTo>
                    <a:pt x="12422" y="17895"/>
                  </a:lnTo>
                  <a:cubicBezTo>
                    <a:pt x="12397" y="17871"/>
                    <a:pt x="12356" y="17847"/>
                    <a:pt x="12322" y="17847"/>
                  </a:cubicBezTo>
                  <a:close/>
                  <a:moveTo>
                    <a:pt x="12920" y="18692"/>
                  </a:moveTo>
                  <a:cubicBezTo>
                    <a:pt x="12899" y="18692"/>
                    <a:pt x="12879" y="18700"/>
                    <a:pt x="12865" y="18714"/>
                  </a:cubicBezTo>
                  <a:cubicBezTo>
                    <a:pt x="12831" y="18748"/>
                    <a:pt x="12831" y="18782"/>
                    <a:pt x="12831" y="18816"/>
                  </a:cubicBezTo>
                  <a:lnTo>
                    <a:pt x="12899" y="18919"/>
                  </a:lnTo>
                  <a:cubicBezTo>
                    <a:pt x="12933" y="18953"/>
                    <a:pt x="12967" y="18953"/>
                    <a:pt x="12967" y="18953"/>
                  </a:cubicBezTo>
                  <a:lnTo>
                    <a:pt x="13036" y="18953"/>
                  </a:lnTo>
                  <a:cubicBezTo>
                    <a:pt x="13070" y="18919"/>
                    <a:pt x="13070" y="18885"/>
                    <a:pt x="13036" y="18816"/>
                  </a:cubicBezTo>
                  <a:lnTo>
                    <a:pt x="13002" y="18748"/>
                  </a:lnTo>
                  <a:cubicBezTo>
                    <a:pt x="12982" y="18708"/>
                    <a:pt x="12950" y="18692"/>
                    <a:pt x="12920" y="18692"/>
                  </a:cubicBezTo>
                  <a:close/>
                  <a:moveTo>
                    <a:pt x="13500" y="19545"/>
                  </a:moveTo>
                  <a:cubicBezTo>
                    <a:pt x="13479" y="19545"/>
                    <a:pt x="13459" y="19553"/>
                    <a:pt x="13445" y="19567"/>
                  </a:cubicBezTo>
                  <a:cubicBezTo>
                    <a:pt x="13411" y="19601"/>
                    <a:pt x="13411" y="19635"/>
                    <a:pt x="13445" y="19669"/>
                  </a:cubicBezTo>
                  <a:lnTo>
                    <a:pt x="13479" y="19772"/>
                  </a:lnTo>
                  <a:cubicBezTo>
                    <a:pt x="13513" y="19806"/>
                    <a:pt x="13548" y="19806"/>
                    <a:pt x="13548" y="19806"/>
                  </a:cubicBezTo>
                  <a:lnTo>
                    <a:pt x="13616" y="19806"/>
                  </a:lnTo>
                  <a:cubicBezTo>
                    <a:pt x="13650" y="19772"/>
                    <a:pt x="13650" y="19704"/>
                    <a:pt x="13650" y="19669"/>
                  </a:cubicBezTo>
                  <a:lnTo>
                    <a:pt x="13582" y="19601"/>
                  </a:lnTo>
                  <a:cubicBezTo>
                    <a:pt x="13562" y="19561"/>
                    <a:pt x="13530" y="19545"/>
                    <a:pt x="13500" y="19545"/>
                  </a:cubicBezTo>
                  <a:close/>
                  <a:moveTo>
                    <a:pt x="14094" y="20395"/>
                  </a:moveTo>
                  <a:cubicBezTo>
                    <a:pt x="14068" y="20395"/>
                    <a:pt x="14042" y="20403"/>
                    <a:pt x="14025" y="20420"/>
                  </a:cubicBezTo>
                  <a:cubicBezTo>
                    <a:pt x="13991" y="20454"/>
                    <a:pt x="13991" y="20488"/>
                    <a:pt x="14025" y="20522"/>
                  </a:cubicBezTo>
                  <a:lnTo>
                    <a:pt x="14059" y="20625"/>
                  </a:lnTo>
                  <a:cubicBezTo>
                    <a:pt x="14094" y="20659"/>
                    <a:pt x="14128" y="20659"/>
                    <a:pt x="14162" y="20659"/>
                  </a:cubicBezTo>
                  <a:lnTo>
                    <a:pt x="14196" y="20659"/>
                  </a:lnTo>
                  <a:cubicBezTo>
                    <a:pt x="14230" y="20625"/>
                    <a:pt x="14230" y="20557"/>
                    <a:pt x="14230" y="20522"/>
                  </a:cubicBezTo>
                  <a:lnTo>
                    <a:pt x="14162" y="20420"/>
                  </a:lnTo>
                  <a:cubicBezTo>
                    <a:pt x="14145" y="20403"/>
                    <a:pt x="14119" y="20395"/>
                    <a:pt x="14094" y="20395"/>
                  </a:cubicBezTo>
                  <a:close/>
                  <a:moveTo>
                    <a:pt x="14674" y="21248"/>
                  </a:moveTo>
                  <a:cubicBezTo>
                    <a:pt x="14648" y="21248"/>
                    <a:pt x="14622" y="21256"/>
                    <a:pt x="14605" y="21273"/>
                  </a:cubicBezTo>
                  <a:cubicBezTo>
                    <a:pt x="14571" y="21273"/>
                    <a:pt x="14571" y="21341"/>
                    <a:pt x="14605" y="21376"/>
                  </a:cubicBezTo>
                  <a:lnTo>
                    <a:pt x="14674" y="21478"/>
                  </a:lnTo>
                  <a:cubicBezTo>
                    <a:pt x="14674" y="21512"/>
                    <a:pt x="14708" y="21512"/>
                    <a:pt x="14742" y="21512"/>
                  </a:cubicBezTo>
                  <a:lnTo>
                    <a:pt x="14776" y="21512"/>
                  </a:lnTo>
                  <a:cubicBezTo>
                    <a:pt x="14810" y="21478"/>
                    <a:pt x="14810" y="21410"/>
                    <a:pt x="14810" y="21376"/>
                  </a:cubicBezTo>
                  <a:lnTo>
                    <a:pt x="14742" y="21273"/>
                  </a:lnTo>
                  <a:cubicBezTo>
                    <a:pt x="14725" y="21256"/>
                    <a:pt x="14699" y="21248"/>
                    <a:pt x="14674" y="21248"/>
                  </a:cubicBezTo>
                  <a:close/>
                  <a:moveTo>
                    <a:pt x="15267" y="22101"/>
                  </a:moveTo>
                  <a:cubicBezTo>
                    <a:pt x="15245" y="22101"/>
                    <a:pt x="15220" y="22109"/>
                    <a:pt x="15185" y="22126"/>
                  </a:cubicBezTo>
                  <a:cubicBezTo>
                    <a:pt x="15151" y="22126"/>
                    <a:pt x="15151" y="22195"/>
                    <a:pt x="15185" y="22229"/>
                  </a:cubicBezTo>
                  <a:lnTo>
                    <a:pt x="15254" y="22331"/>
                  </a:lnTo>
                  <a:cubicBezTo>
                    <a:pt x="15254" y="22365"/>
                    <a:pt x="15288" y="22365"/>
                    <a:pt x="15322" y="22365"/>
                  </a:cubicBezTo>
                  <a:cubicBezTo>
                    <a:pt x="15322" y="22365"/>
                    <a:pt x="15356" y="22365"/>
                    <a:pt x="15356" y="22331"/>
                  </a:cubicBezTo>
                  <a:cubicBezTo>
                    <a:pt x="15390" y="22331"/>
                    <a:pt x="15424" y="22263"/>
                    <a:pt x="15390" y="22229"/>
                  </a:cubicBezTo>
                  <a:lnTo>
                    <a:pt x="15322" y="22126"/>
                  </a:lnTo>
                  <a:cubicBezTo>
                    <a:pt x="15305" y="22109"/>
                    <a:pt x="15288" y="22101"/>
                    <a:pt x="15267" y="22101"/>
                  </a:cubicBezTo>
                  <a:close/>
                  <a:moveTo>
                    <a:pt x="15766" y="22945"/>
                  </a:moveTo>
                  <a:cubicBezTo>
                    <a:pt x="15731" y="22979"/>
                    <a:pt x="15731" y="23048"/>
                    <a:pt x="15766" y="23082"/>
                  </a:cubicBezTo>
                  <a:lnTo>
                    <a:pt x="15834" y="23184"/>
                  </a:lnTo>
                  <a:cubicBezTo>
                    <a:pt x="15834" y="23184"/>
                    <a:pt x="15868" y="23218"/>
                    <a:pt x="15902" y="23218"/>
                  </a:cubicBezTo>
                  <a:cubicBezTo>
                    <a:pt x="15902" y="23218"/>
                    <a:pt x="15936" y="23218"/>
                    <a:pt x="15936" y="23184"/>
                  </a:cubicBezTo>
                  <a:cubicBezTo>
                    <a:pt x="15970" y="23184"/>
                    <a:pt x="16004" y="23116"/>
                    <a:pt x="15970" y="23082"/>
                  </a:cubicBezTo>
                  <a:lnTo>
                    <a:pt x="15902" y="22979"/>
                  </a:lnTo>
                  <a:cubicBezTo>
                    <a:pt x="15868" y="22945"/>
                    <a:pt x="15834" y="22945"/>
                    <a:pt x="15766" y="22945"/>
                  </a:cubicBezTo>
                  <a:close/>
                  <a:moveTo>
                    <a:pt x="16380" y="23798"/>
                  </a:moveTo>
                  <a:cubicBezTo>
                    <a:pt x="16312" y="23832"/>
                    <a:pt x="16312" y="23901"/>
                    <a:pt x="16346" y="23935"/>
                  </a:cubicBezTo>
                  <a:lnTo>
                    <a:pt x="16414" y="24037"/>
                  </a:lnTo>
                  <a:cubicBezTo>
                    <a:pt x="16414" y="24037"/>
                    <a:pt x="16448" y="24071"/>
                    <a:pt x="16482" y="24071"/>
                  </a:cubicBezTo>
                  <a:cubicBezTo>
                    <a:pt x="16482" y="24071"/>
                    <a:pt x="16516" y="24071"/>
                    <a:pt x="16516" y="24037"/>
                  </a:cubicBezTo>
                  <a:cubicBezTo>
                    <a:pt x="16550" y="24037"/>
                    <a:pt x="16585" y="23969"/>
                    <a:pt x="16550" y="23935"/>
                  </a:cubicBezTo>
                  <a:lnTo>
                    <a:pt x="16482" y="23832"/>
                  </a:lnTo>
                  <a:cubicBezTo>
                    <a:pt x="16448" y="23798"/>
                    <a:pt x="16414" y="23798"/>
                    <a:pt x="16380" y="23798"/>
                  </a:cubicBezTo>
                  <a:close/>
                  <a:moveTo>
                    <a:pt x="16960" y="24651"/>
                  </a:moveTo>
                  <a:cubicBezTo>
                    <a:pt x="16892" y="24686"/>
                    <a:pt x="16892" y="24754"/>
                    <a:pt x="16926" y="24788"/>
                  </a:cubicBezTo>
                  <a:lnTo>
                    <a:pt x="16994" y="24890"/>
                  </a:lnTo>
                  <a:cubicBezTo>
                    <a:pt x="16994" y="24890"/>
                    <a:pt x="17028" y="24924"/>
                    <a:pt x="17062" y="24924"/>
                  </a:cubicBezTo>
                  <a:cubicBezTo>
                    <a:pt x="17062" y="24924"/>
                    <a:pt x="17096" y="24924"/>
                    <a:pt x="17096" y="24890"/>
                  </a:cubicBezTo>
                  <a:cubicBezTo>
                    <a:pt x="17130" y="24856"/>
                    <a:pt x="17165" y="24822"/>
                    <a:pt x="17130" y="24788"/>
                  </a:cubicBezTo>
                  <a:lnTo>
                    <a:pt x="17062" y="24686"/>
                  </a:lnTo>
                  <a:cubicBezTo>
                    <a:pt x="17028" y="24651"/>
                    <a:pt x="16994" y="24651"/>
                    <a:pt x="16960" y="24651"/>
                  </a:cubicBezTo>
                  <a:close/>
                  <a:moveTo>
                    <a:pt x="17570" y="25490"/>
                  </a:moveTo>
                  <a:cubicBezTo>
                    <a:pt x="17560" y="25490"/>
                    <a:pt x="17550" y="25494"/>
                    <a:pt x="17540" y="25504"/>
                  </a:cubicBezTo>
                  <a:cubicBezTo>
                    <a:pt x="17506" y="25539"/>
                    <a:pt x="17472" y="25607"/>
                    <a:pt x="17506" y="25641"/>
                  </a:cubicBezTo>
                  <a:lnTo>
                    <a:pt x="17574" y="25709"/>
                  </a:lnTo>
                  <a:cubicBezTo>
                    <a:pt x="17574" y="25743"/>
                    <a:pt x="17608" y="25777"/>
                    <a:pt x="17642" y="25777"/>
                  </a:cubicBezTo>
                  <a:cubicBezTo>
                    <a:pt x="17642" y="25777"/>
                    <a:pt x="17676" y="25743"/>
                    <a:pt x="17676" y="25743"/>
                  </a:cubicBezTo>
                  <a:cubicBezTo>
                    <a:pt x="17745" y="25709"/>
                    <a:pt x="17745" y="25675"/>
                    <a:pt x="17711" y="25641"/>
                  </a:cubicBezTo>
                  <a:lnTo>
                    <a:pt x="17642" y="25539"/>
                  </a:lnTo>
                  <a:cubicBezTo>
                    <a:pt x="17618" y="25514"/>
                    <a:pt x="17594" y="25490"/>
                    <a:pt x="17570" y="25490"/>
                  </a:cubicBezTo>
                  <a:close/>
                  <a:moveTo>
                    <a:pt x="18150" y="26343"/>
                  </a:moveTo>
                  <a:cubicBezTo>
                    <a:pt x="18140" y="26343"/>
                    <a:pt x="18130" y="26348"/>
                    <a:pt x="18120" y="26358"/>
                  </a:cubicBezTo>
                  <a:cubicBezTo>
                    <a:pt x="18086" y="26392"/>
                    <a:pt x="18052" y="26426"/>
                    <a:pt x="18086" y="26494"/>
                  </a:cubicBezTo>
                  <a:lnTo>
                    <a:pt x="18154" y="26562"/>
                  </a:lnTo>
                  <a:cubicBezTo>
                    <a:pt x="18154" y="26596"/>
                    <a:pt x="18188" y="26596"/>
                    <a:pt x="18222" y="26596"/>
                  </a:cubicBezTo>
                  <a:lnTo>
                    <a:pt x="18291" y="26596"/>
                  </a:lnTo>
                  <a:cubicBezTo>
                    <a:pt x="18325" y="26562"/>
                    <a:pt x="18325" y="26528"/>
                    <a:pt x="18291" y="26494"/>
                  </a:cubicBezTo>
                  <a:lnTo>
                    <a:pt x="18222" y="26392"/>
                  </a:lnTo>
                  <a:cubicBezTo>
                    <a:pt x="18198" y="26368"/>
                    <a:pt x="18174" y="26343"/>
                    <a:pt x="18150" y="26343"/>
                  </a:cubicBezTo>
                  <a:close/>
                  <a:moveTo>
                    <a:pt x="18736" y="27196"/>
                  </a:moveTo>
                  <a:cubicBezTo>
                    <a:pt x="18723" y="27196"/>
                    <a:pt x="18710" y="27201"/>
                    <a:pt x="18700" y="27211"/>
                  </a:cubicBezTo>
                  <a:cubicBezTo>
                    <a:pt x="18666" y="27245"/>
                    <a:pt x="18632" y="27279"/>
                    <a:pt x="18666" y="27347"/>
                  </a:cubicBezTo>
                  <a:lnTo>
                    <a:pt x="18734" y="27415"/>
                  </a:lnTo>
                  <a:cubicBezTo>
                    <a:pt x="18768" y="27449"/>
                    <a:pt x="18768" y="27449"/>
                    <a:pt x="18803" y="27449"/>
                  </a:cubicBezTo>
                  <a:lnTo>
                    <a:pt x="18871" y="27449"/>
                  </a:lnTo>
                  <a:cubicBezTo>
                    <a:pt x="18905" y="27415"/>
                    <a:pt x="18905" y="27381"/>
                    <a:pt x="18871" y="27313"/>
                  </a:cubicBezTo>
                  <a:lnTo>
                    <a:pt x="18803" y="27245"/>
                  </a:lnTo>
                  <a:cubicBezTo>
                    <a:pt x="18803" y="27221"/>
                    <a:pt x="18768" y="27196"/>
                    <a:pt x="18736" y="27196"/>
                  </a:cubicBezTo>
                  <a:close/>
                  <a:moveTo>
                    <a:pt x="19333" y="28041"/>
                  </a:moveTo>
                  <a:cubicBezTo>
                    <a:pt x="19314" y="28041"/>
                    <a:pt x="19294" y="28050"/>
                    <a:pt x="19280" y="28064"/>
                  </a:cubicBezTo>
                  <a:cubicBezTo>
                    <a:pt x="19246" y="28098"/>
                    <a:pt x="19212" y="28132"/>
                    <a:pt x="19246" y="28166"/>
                  </a:cubicBezTo>
                  <a:lnTo>
                    <a:pt x="19314" y="28268"/>
                  </a:lnTo>
                  <a:cubicBezTo>
                    <a:pt x="19348" y="28303"/>
                    <a:pt x="19348" y="28303"/>
                    <a:pt x="19383" y="28303"/>
                  </a:cubicBezTo>
                  <a:lnTo>
                    <a:pt x="19451" y="28303"/>
                  </a:lnTo>
                  <a:cubicBezTo>
                    <a:pt x="19485" y="28268"/>
                    <a:pt x="19485" y="28234"/>
                    <a:pt x="19451" y="28166"/>
                  </a:cubicBezTo>
                  <a:lnTo>
                    <a:pt x="19383" y="28098"/>
                  </a:lnTo>
                  <a:cubicBezTo>
                    <a:pt x="19383" y="28058"/>
                    <a:pt x="19359" y="28041"/>
                    <a:pt x="19333" y="28041"/>
                  </a:cubicBezTo>
                  <a:close/>
                  <a:moveTo>
                    <a:pt x="19913" y="28894"/>
                  </a:moveTo>
                  <a:cubicBezTo>
                    <a:pt x="19894" y="28894"/>
                    <a:pt x="19874" y="28903"/>
                    <a:pt x="19860" y="28917"/>
                  </a:cubicBezTo>
                  <a:cubicBezTo>
                    <a:pt x="19826" y="28951"/>
                    <a:pt x="19826" y="28985"/>
                    <a:pt x="19826" y="29019"/>
                  </a:cubicBezTo>
                  <a:lnTo>
                    <a:pt x="19894" y="29122"/>
                  </a:lnTo>
                  <a:cubicBezTo>
                    <a:pt x="19929" y="29156"/>
                    <a:pt x="19963" y="29156"/>
                    <a:pt x="19963" y="29156"/>
                  </a:cubicBezTo>
                  <a:lnTo>
                    <a:pt x="20031" y="29156"/>
                  </a:lnTo>
                  <a:cubicBezTo>
                    <a:pt x="20065" y="29122"/>
                    <a:pt x="20065" y="29053"/>
                    <a:pt x="20031" y="29019"/>
                  </a:cubicBezTo>
                  <a:lnTo>
                    <a:pt x="19963" y="28951"/>
                  </a:lnTo>
                  <a:cubicBezTo>
                    <a:pt x="19963" y="28911"/>
                    <a:pt x="19939" y="28894"/>
                    <a:pt x="19913" y="28894"/>
                  </a:cubicBezTo>
                  <a:close/>
                  <a:moveTo>
                    <a:pt x="20509" y="29744"/>
                  </a:moveTo>
                  <a:cubicBezTo>
                    <a:pt x="20483" y="29744"/>
                    <a:pt x="20457" y="29753"/>
                    <a:pt x="20440" y="29770"/>
                  </a:cubicBezTo>
                  <a:cubicBezTo>
                    <a:pt x="20406" y="29804"/>
                    <a:pt x="20406" y="29838"/>
                    <a:pt x="20406" y="29872"/>
                  </a:cubicBezTo>
                  <a:lnTo>
                    <a:pt x="20475" y="29975"/>
                  </a:lnTo>
                  <a:cubicBezTo>
                    <a:pt x="20509" y="30009"/>
                    <a:pt x="20543" y="30009"/>
                    <a:pt x="20543" y="30009"/>
                  </a:cubicBezTo>
                  <a:lnTo>
                    <a:pt x="20611" y="30009"/>
                  </a:lnTo>
                  <a:cubicBezTo>
                    <a:pt x="20645" y="29975"/>
                    <a:pt x="20645" y="29906"/>
                    <a:pt x="20611" y="29872"/>
                  </a:cubicBezTo>
                  <a:lnTo>
                    <a:pt x="20577" y="29770"/>
                  </a:lnTo>
                  <a:cubicBezTo>
                    <a:pt x="20560" y="29753"/>
                    <a:pt x="20534" y="29744"/>
                    <a:pt x="20509" y="29744"/>
                  </a:cubicBezTo>
                  <a:close/>
                  <a:moveTo>
                    <a:pt x="21089" y="30597"/>
                  </a:moveTo>
                  <a:cubicBezTo>
                    <a:pt x="21063" y="30597"/>
                    <a:pt x="21038" y="30606"/>
                    <a:pt x="21021" y="30623"/>
                  </a:cubicBezTo>
                  <a:cubicBezTo>
                    <a:pt x="20986" y="30623"/>
                    <a:pt x="20986" y="30691"/>
                    <a:pt x="20986" y="30725"/>
                  </a:cubicBezTo>
                  <a:lnTo>
                    <a:pt x="21055" y="30828"/>
                  </a:lnTo>
                  <a:cubicBezTo>
                    <a:pt x="21089" y="30862"/>
                    <a:pt x="21123" y="30862"/>
                    <a:pt x="21123" y="30862"/>
                  </a:cubicBezTo>
                  <a:lnTo>
                    <a:pt x="21191" y="30862"/>
                  </a:lnTo>
                  <a:cubicBezTo>
                    <a:pt x="21225" y="30828"/>
                    <a:pt x="21225" y="30759"/>
                    <a:pt x="21225" y="30725"/>
                  </a:cubicBezTo>
                  <a:lnTo>
                    <a:pt x="21157" y="30623"/>
                  </a:lnTo>
                  <a:cubicBezTo>
                    <a:pt x="21140" y="30606"/>
                    <a:pt x="21114" y="30597"/>
                    <a:pt x="21089" y="30597"/>
                  </a:cubicBezTo>
                  <a:close/>
                  <a:moveTo>
                    <a:pt x="21669" y="31450"/>
                  </a:moveTo>
                  <a:cubicBezTo>
                    <a:pt x="21643" y="31450"/>
                    <a:pt x="21618" y="31459"/>
                    <a:pt x="21601" y="31476"/>
                  </a:cubicBezTo>
                  <a:cubicBezTo>
                    <a:pt x="21566" y="31476"/>
                    <a:pt x="21566" y="31544"/>
                    <a:pt x="21601" y="31578"/>
                  </a:cubicBezTo>
                  <a:lnTo>
                    <a:pt x="21635" y="31681"/>
                  </a:lnTo>
                  <a:cubicBezTo>
                    <a:pt x="21669" y="31715"/>
                    <a:pt x="21703" y="31715"/>
                    <a:pt x="21737" y="31715"/>
                  </a:cubicBezTo>
                  <a:cubicBezTo>
                    <a:pt x="21737" y="31715"/>
                    <a:pt x="21771" y="31715"/>
                    <a:pt x="21771" y="31681"/>
                  </a:cubicBezTo>
                  <a:cubicBezTo>
                    <a:pt x="21805" y="31681"/>
                    <a:pt x="21805" y="31613"/>
                    <a:pt x="21805" y="31578"/>
                  </a:cubicBezTo>
                  <a:lnTo>
                    <a:pt x="21737" y="31476"/>
                  </a:lnTo>
                  <a:cubicBezTo>
                    <a:pt x="21720" y="31459"/>
                    <a:pt x="21694" y="31450"/>
                    <a:pt x="21669" y="31450"/>
                  </a:cubicBezTo>
                  <a:close/>
                  <a:moveTo>
                    <a:pt x="22181" y="32295"/>
                  </a:moveTo>
                  <a:cubicBezTo>
                    <a:pt x="22147" y="32329"/>
                    <a:pt x="22147" y="32397"/>
                    <a:pt x="22181" y="32431"/>
                  </a:cubicBezTo>
                  <a:lnTo>
                    <a:pt x="22249" y="32534"/>
                  </a:lnTo>
                  <a:cubicBezTo>
                    <a:pt x="22249" y="32534"/>
                    <a:pt x="22283" y="32568"/>
                    <a:pt x="22317" y="32568"/>
                  </a:cubicBezTo>
                  <a:cubicBezTo>
                    <a:pt x="22317" y="32568"/>
                    <a:pt x="22351" y="32568"/>
                    <a:pt x="22351" y="32534"/>
                  </a:cubicBezTo>
                  <a:cubicBezTo>
                    <a:pt x="22385" y="32534"/>
                    <a:pt x="22385" y="32466"/>
                    <a:pt x="22385" y="32431"/>
                  </a:cubicBezTo>
                  <a:lnTo>
                    <a:pt x="22317" y="32329"/>
                  </a:lnTo>
                  <a:cubicBezTo>
                    <a:pt x="22283" y="32295"/>
                    <a:pt x="22215" y="32295"/>
                    <a:pt x="22181" y="32295"/>
                  </a:cubicBezTo>
                  <a:close/>
                  <a:moveTo>
                    <a:pt x="22761" y="33148"/>
                  </a:moveTo>
                  <a:cubicBezTo>
                    <a:pt x="22727" y="33182"/>
                    <a:pt x="22727" y="33250"/>
                    <a:pt x="22761" y="33285"/>
                  </a:cubicBezTo>
                  <a:lnTo>
                    <a:pt x="22829" y="33387"/>
                  </a:lnTo>
                  <a:cubicBezTo>
                    <a:pt x="22829" y="33387"/>
                    <a:pt x="22863" y="33421"/>
                    <a:pt x="22897" y="33421"/>
                  </a:cubicBezTo>
                  <a:cubicBezTo>
                    <a:pt x="22897" y="33421"/>
                    <a:pt x="22931" y="33421"/>
                    <a:pt x="22931" y="33387"/>
                  </a:cubicBezTo>
                  <a:cubicBezTo>
                    <a:pt x="22966" y="33387"/>
                    <a:pt x="23000" y="33319"/>
                    <a:pt x="22966" y="33285"/>
                  </a:cubicBezTo>
                  <a:lnTo>
                    <a:pt x="22897" y="33182"/>
                  </a:lnTo>
                  <a:cubicBezTo>
                    <a:pt x="22863" y="33148"/>
                    <a:pt x="22829" y="33148"/>
                    <a:pt x="22761" y="33148"/>
                  </a:cubicBezTo>
                  <a:close/>
                  <a:moveTo>
                    <a:pt x="23341" y="34001"/>
                  </a:moveTo>
                  <a:cubicBezTo>
                    <a:pt x="23307" y="34035"/>
                    <a:pt x="23307" y="34103"/>
                    <a:pt x="23341" y="34138"/>
                  </a:cubicBezTo>
                  <a:lnTo>
                    <a:pt x="23409" y="34240"/>
                  </a:lnTo>
                  <a:cubicBezTo>
                    <a:pt x="23409" y="34240"/>
                    <a:pt x="23443" y="34274"/>
                    <a:pt x="23477" y="34274"/>
                  </a:cubicBezTo>
                  <a:cubicBezTo>
                    <a:pt x="23477" y="34274"/>
                    <a:pt x="23511" y="34274"/>
                    <a:pt x="23511" y="34240"/>
                  </a:cubicBezTo>
                  <a:cubicBezTo>
                    <a:pt x="23546" y="34206"/>
                    <a:pt x="23580" y="34172"/>
                    <a:pt x="23546" y="34138"/>
                  </a:cubicBezTo>
                  <a:lnTo>
                    <a:pt x="23477" y="34035"/>
                  </a:lnTo>
                  <a:cubicBezTo>
                    <a:pt x="23443" y="34001"/>
                    <a:pt x="23409" y="34001"/>
                    <a:pt x="23341" y="34001"/>
                  </a:cubicBezTo>
                  <a:close/>
                  <a:moveTo>
                    <a:pt x="23985" y="34840"/>
                  </a:moveTo>
                  <a:cubicBezTo>
                    <a:pt x="23975" y="34840"/>
                    <a:pt x="23965" y="34844"/>
                    <a:pt x="23955" y="34854"/>
                  </a:cubicBezTo>
                  <a:cubicBezTo>
                    <a:pt x="23887" y="34888"/>
                    <a:pt x="23887" y="34957"/>
                    <a:pt x="23921" y="34991"/>
                  </a:cubicBezTo>
                  <a:lnTo>
                    <a:pt x="23989" y="35059"/>
                  </a:lnTo>
                  <a:cubicBezTo>
                    <a:pt x="23989" y="35093"/>
                    <a:pt x="24023" y="35127"/>
                    <a:pt x="24057" y="35127"/>
                  </a:cubicBezTo>
                  <a:cubicBezTo>
                    <a:pt x="24057" y="35127"/>
                    <a:pt x="24092" y="35093"/>
                    <a:pt x="24092" y="35093"/>
                  </a:cubicBezTo>
                  <a:cubicBezTo>
                    <a:pt x="24126" y="35059"/>
                    <a:pt x="24160" y="35025"/>
                    <a:pt x="24126" y="34991"/>
                  </a:cubicBezTo>
                  <a:lnTo>
                    <a:pt x="24057" y="34888"/>
                  </a:lnTo>
                  <a:cubicBezTo>
                    <a:pt x="24033" y="34864"/>
                    <a:pt x="24009" y="34840"/>
                    <a:pt x="23985" y="34840"/>
                  </a:cubicBezTo>
                  <a:close/>
                  <a:moveTo>
                    <a:pt x="24565" y="35693"/>
                  </a:moveTo>
                  <a:cubicBezTo>
                    <a:pt x="24555" y="35693"/>
                    <a:pt x="24545" y="35697"/>
                    <a:pt x="24535" y="35707"/>
                  </a:cubicBezTo>
                  <a:cubicBezTo>
                    <a:pt x="24467" y="35741"/>
                    <a:pt x="24467" y="35776"/>
                    <a:pt x="24501" y="35844"/>
                  </a:cubicBezTo>
                  <a:lnTo>
                    <a:pt x="24569" y="35912"/>
                  </a:lnTo>
                  <a:cubicBezTo>
                    <a:pt x="24569" y="35946"/>
                    <a:pt x="24603" y="35946"/>
                    <a:pt x="24638" y="35946"/>
                  </a:cubicBezTo>
                  <a:lnTo>
                    <a:pt x="24672" y="35946"/>
                  </a:lnTo>
                  <a:cubicBezTo>
                    <a:pt x="24706" y="35912"/>
                    <a:pt x="24740" y="35878"/>
                    <a:pt x="24706" y="35844"/>
                  </a:cubicBezTo>
                  <a:lnTo>
                    <a:pt x="24638" y="35741"/>
                  </a:lnTo>
                  <a:cubicBezTo>
                    <a:pt x="24613" y="35717"/>
                    <a:pt x="24589" y="35693"/>
                    <a:pt x="24565" y="35693"/>
                  </a:cubicBezTo>
                  <a:close/>
                  <a:moveTo>
                    <a:pt x="25145" y="36546"/>
                  </a:moveTo>
                  <a:cubicBezTo>
                    <a:pt x="25135" y="36546"/>
                    <a:pt x="25125" y="36550"/>
                    <a:pt x="25115" y="36560"/>
                  </a:cubicBezTo>
                  <a:cubicBezTo>
                    <a:pt x="25081" y="36594"/>
                    <a:pt x="25047" y="36629"/>
                    <a:pt x="25081" y="36697"/>
                  </a:cubicBezTo>
                  <a:lnTo>
                    <a:pt x="25149" y="36765"/>
                  </a:lnTo>
                  <a:cubicBezTo>
                    <a:pt x="25149" y="36799"/>
                    <a:pt x="25184" y="36799"/>
                    <a:pt x="25218" y="36799"/>
                  </a:cubicBezTo>
                  <a:lnTo>
                    <a:pt x="25252" y="36799"/>
                  </a:lnTo>
                  <a:cubicBezTo>
                    <a:pt x="25320" y="36765"/>
                    <a:pt x="25320" y="36731"/>
                    <a:pt x="25286" y="36663"/>
                  </a:cubicBezTo>
                  <a:lnTo>
                    <a:pt x="25218" y="36594"/>
                  </a:lnTo>
                  <a:cubicBezTo>
                    <a:pt x="25194" y="36570"/>
                    <a:pt x="25169" y="36546"/>
                    <a:pt x="25145" y="36546"/>
                  </a:cubicBezTo>
                  <a:close/>
                  <a:moveTo>
                    <a:pt x="25738" y="37391"/>
                  </a:moveTo>
                  <a:cubicBezTo>
                    <a:pt x="25724" y="37391"/>
                    <a:pt x="25710" y="37399"/>
                    <a:pt x="25695" y="37413"/>
                  </a:cubicBezTo>
                  <a:cubicBezTo>
                    <a:pt x="25661" y="37448"/>
                    <a:pt x="25627" y="37482"/>
                    <a:pt x="25661" y="37516"/>
                  </a:cubicBezTo>
                  <a:lnTo>
                    <a:pt x="25729" y="37618"/>
                  </a:lnTo>
                  <a:cubicBezTo>
                    <a:pt x="25729" y="37652"/>
                    <a:pt x="25764" y="37652"/>
                    <a:pt x="25798" y="37652"/>
                  </a:cubicBezTo>
                  <a:lnTo>
                    <a:pt x="25832" y="37652"/>
                  </a:lnTo>
                  <a:cubicBezTo>
                    <a:pt x="25900" y="37618"/>
                    <a:pt x="25900" y="37550"/>
                    <a:pt x="25866" y="37516"/>
                  </a:cubicBezTo>
                  <a:lnTo>
                    <a:pt x="25798" y="37448"/>
                  </a:lnTo>
                  <a:cubicBezTo>
                    <a:pt x="25778" y="37408"/>
                    <a:pt x="25758" y="37391"/>
                    <a:pt x="25738" y="37391"/>
                  </a:cubicBezTo>
                  <a:close/>
                  <a:moveTo>
                    <a:pt x="26339" y="38241"/>
                  </a:moveTo>
                  <a:cubicBezTo>
                    <a:pt x="26318" y="38241"/>
                    <a:pt x="26293" y="38249"/>
                    <a:pt x="26275" y="38267"/>
                  </a:cubicBezTo>
                  <a:cubicBezTo>
                    <a:pt x="26241" y="38301"/>
                    <a:pt x="26207" y="38335"/>
                    <a:pt x="26241" y="38369"/>
                  </a:cubicBezTo>
                  <a:lnTo>
                    <a:pt x="26310" y="38471"/>
                  </a:lnTo>
                  <a:cubicBezTo>
                    <a:pt x="26344" y="38505"/>
                    <a:pt x="26344" y="38505"/>
                    <a:pt x="26378" y="38505"/>
                  </a:cubicBezTo>
                  <a:lnTo>
                    <a:pt x="26446" y="38505"/>
                  </a:lnTo>
                  <a:cubicBezTo>
                    <a:pt x="26480" y="38471"/>
                    <a:pt x="26480" y="38403"/>
                    <a:pt x="26446" y="38369"/>
                  </a:cubicBezTo>
                  <a:lnTo>
                    <a:pt x="26378" y="38267"/>
                  </a:lnTo>
                  <a:cubicBezTo>
                    <a:pt x="26378" y="38249"/>
                    <a:pt x="26361" y="38241"/>
                    <a:pt x="26339" y="38241"/>
                  </a:cubicBezTo>
                  <a:close/>
                  <a:moveTo>
                    <a:pt x="26920" y="39094"/>
                  </a:moveTo>
                  <a:cubicBezTo>
                    <a:pt x="26898" y="39094"/>
                    <a:pt x="26873" y="39103"/>
                    <a:pt x="26856" y="39120"/>
                  </a:cubicBezTo>
                  <a:cubicBezTo>
                    <a:pt x="26821" y="39154"/>
                    <a:pt x="26787" y="39188"/>
                    <a:pt x="26821" y="39222"/>
                  </a:cubicBezTo>
                  <a:lnTo>
                    <a:pt x="26890" y="39324"/>
                  </a:lnTo>
                  <a:cubicBezTo>
                    <a:pt x="26924" y="39358"/>
                    <a:pt x="26924" y="39358"/>
                    <a:pt x="26958" y="39358"/>
                  </a:cubicBezTo>
                  <a:lnTo>
                    <a:pt x="27026" y="39358"/>
                  </a:lnTo>
                  <a:cubicBezTo>
                    <a:pt x="27060" y="39324"/>
                    <a:pt x="27060" y="39256"/>
                    <a:pt x="27026" y="39222"/>
                  </a:cubicBezTo>
                  <a:lnTo>
                    <a:pt x="26958" y="39120"/>
                  </a:lnTo>
                  <a:cubicBezTo>
                    <a:pt x="26958" y="39103"/>
                    <a:pt x="26941" y="39094"/>
                    <a:pt x="26920" y="39094"/>
                  </a:cubicBezTo>
                  <a:close/>
                  <a:moveTo>
                    <a:pt x="27500" y="39947"/>
                  </a:moveTo>
                  <a:cubicBezTo>
                    <a:pt x="27478" y="39947"/>
                    <a:pt x="27453" y="39956"/>
                    <a:pt x="27436" y="39973"/>
                  </a:cubicBezTo>
                  <a:cubicBezTo>
                    <a:pt x="27402" y="39973"/>
                    <a:pt x="27402" y="40041"/>
                    <a:pt x="27402" y="40075"/>
                  </a:cubicBezTo>
                  <a:lnTo>
                    <a:pt x="27470" y="40177"/>
                  </a:lnTo>
                  <a:cubicBezTo>
                    <a:pt x="27504" y="40212"/>
                    <a:pt x="27504" y="40212"/>
                    <a:pt x="27538" y="40212"/>
                  </a:cubicBezTo>
                  <a:lnTo>
                    <a:pt x="27606" y="40212"/>
                  </a:lnTo>
                  <a:cubicBezTo>
                    <a:pt x="27640" y="40177"/>
                    <a:pt x="27640" y="40109"/>
                    <a:pt x="27606" y="40075"/>
                  </a:cubicBezTo>
                  <a:lnTo>
                    <a:pt x="27538" y="39973"/>
                  </a:lnTo>
                  <a:cubicBezTo>
                    <a:pt x="27538" y="39956"/>
                    <a:pt x="27521" y="39947"/>
                    <a:pt x="27500" y="39947"/>
                  </a:cubicBezTo>
                  <a:close/>
                  <a:moveTo>
                    <a:pt x="28084" y="40800"/>
                  </a:moveTo>
                  <a:cubicBezTo>
                    <a:pt x="28058" y="40800"/>
                    <a:pt x="28033" y="40809"/>
                    <a:pt x="28016" y="40826"/>
                  </a:cubicBezTo>
                  <a:cubicBezTo>
                    <a:pt x="27982" y="40826"/>
                    <a:pt x="27982" y="40894"/>
                    <a:pt x="27982" y="40928"/>
                  </a:cubicBezTo>
                  <a:lnTo>
                    <a:pt x="28050" y="41030"/>
                  </a:lnTo>
                  <a:cubicBezTo>
                    <a:pt x="28084" y="41065"/>
                    <a:pt x="28118" y="41065"/>
                    <a:pt x="28118" y="41065"/>
                  </a:cubicBezTo>
                  <a:cubicBezTo>
                    <a:pt x="28152" y="41065"/>
                    <a:pt x="28152" y="41065"/>
                    <a:pt x="28186" y="41030"/>
                  </a:cubicBezTo>
                  <a:cubicBezTo>
                    <a:pt x="28220" y="41030"/>
                    <a:pt x="28220" y="40962"/>
                    <a:pt x="28186" y="40928"/>
                  </a:cubicBezTo>
                  <a:lnTo>
                    <a:pt x="28152" y="40826"/>
                  </a:lnTo>
                  <a:cubicBezTo>
                    <a:pt x="28135" y="40809"/>
                    <a:pt x="28110" y="40800"/>
                    <a:pt x="28084" y="40800"/>
                  </a:cubicBezTo>
                  <a:close/>
                  <a:moveTo>
                    <a:pt x="28596" y="41645"/>
                  </a:moveTo>
                  <a:cubicBezTo>
                    <a:pt x="28562" y="41679"/>
                    <a:pt x="28562" y="41747"/>
                    <a:pt x="28562" y="41781"/>
                  </a:cubicBezTo>
                  <a:lnTo>
                    <a:pt x="28630" y="41884"/>
                  </a:lnTo>
                  <a:cubicBezTo>
                    <a:pt x="28664" y="41884"/>
                    <a:pt x="28698" y="41918"/>
                    <a:pt x="28698" y="41918"/>
                  </a:cubicBezTo>
                  <a:cubicBezTo>
                    <a:pt x="28732" y="41918"/>
                    <a:pt x="28732" y="41918"/>
                    <a:pt x="28766" y="41884"/>
                  </a:cubicBezTo>
                  <a:cubicBezTo>
                    <a:pt x="28801" y="41884"/>
                    <a:pt x="28801" y="41815"/>
                    <a:pt x="28801" y="41781"/>
                  </a:cubicBezTo>
                  <a:lnTo>
                    <a:pt x="28732" y="41679"/>
                  </a:lnTo>
                  <a:cubicBezTo>
                    <a:pt x="28698" y="41645"/>
                    <a:pt x="28630" y="41645"/>
                    <a:pt x="28596" y="41645"/>
                  </a:cubicBezTo>
                  <a:close/>
                  <a:moveTo>
                    <a:pt x="29176" y="42498"/>
                  </a:moveTo>
                  <a:cubicBezTo>
                    <a:pt x="29142" y="42532"/>
                    <a:pt x="29142" y="42600"/>
                    <a:pt x="29176" y="42634"/>
                  </a:cubicBezTo>
                  <a:lnTo>
                    <a:pt x="29210" y="42737"/>
                  </a:lnTo>
                  <a:cubicBezTo>
                    <a:pt x="29244" y="42737"/>
                    <a:pt x="29278" y="42771"/>
                    <a:pt x="29312" y="42771"/>
                  </a:cubicBezTo>
                  <a:cubicBezTo>
                    <a:pt x="29312" y="42771"/>
                    <a:pt x="29347" y="42771"/>
                    <a:pt x="29347" y="42737"/>
                  </a:cubicBezTo>
                  <a:cubicBezTo>
                    <a:pt x="29381" y="42703"/>
                    <a:pt x="29381" y="42668"/>
                    <a:pt x="29381" y="42634"/>
                  </a:cubicBezTo>
                  <a:lnTo>
                    <a:pt x="29312" y="42532"/>
                  </a:lnTo>
                  <a:cubicBezTo>
                    <a:pt x="29278" y="42498"/>
                    <a:pt x="29210" y="42498"/>
                    <a:pt x="29176" y="42498"/>
                  </a:cubicBezTo>
                  <a:close/>
                  <a:moveTo>
                    <a:pt x="29756" y="43351"/>
                  </a:moveTo>
                  <a:cubicBezTo>
                    <a:pt x="29722" y="43385"/>
                    <a:pt x="29722" y="43453"/>
                    <a:pt x="29756" y="43487"/>
                  </a:cubicBezTo>
                  <a:lnTo>
                    <a:pt x="29824" y="43590"/>
                  </a:lnTo>
                  <a:cubicBezTo>
                    <a:pt x="29824" y="43590"/>
                    <a:pt x="29858" y="43624"/>
                    <a:pt x="29893" y="43624"/>
                  </a:cubicBezTo>
                  <a:cubicBezTo>
                    <a:pt x="29893" y="43624"/>
                    <a:pt x="29927" y="43624"/>
                    <a:pt x="29927" y="43590"/>
                  </a:cubicBezTo>
                  <a:cubicBezTo>
                    <a:pt x="29961" y="43556"/>
                    <a:pt x="29961" y="43521"/>
                    <a:pt x="29961" y="43487"/>
                  </a:cubicBezTo>
                  <a:lnTo>
                    <a:pt x="29893" y="43385"/>
                  </a:lnTo>
                  <a:cubicBezTo>
                    <a:pt x="29858" y="43351"/>
                    <a:pt x="29790" y="43351"/>
                    <a:pt x="29756" y="43351"/>
                  </a:cubicBezTo>
                  <a:close/>
                  <a:moveTo>
                    <a:pt x="30388" y="44190"/>
                  </a:moveTo>
                  <a:cubicBezTo>
                    <a:pt x="30373" y="44190"/>
                    <a:pt x="30356" y="44194"/>
                    <a:pt x="30336" y="44204"/>
                  </a:cubicBezTo>
                  <a:cubicBezTo>
                    <a:pt x="30302" y="44238"/>
                    <a:pt x="30302" y="44306"/>
                    <a:pt x="30336" y="44340"/>
                  </a:cubicBezTo>
                  <a:lnTo>
                    <a:pt x="30404" y="44409"/>
                  </a:lnTo>
                  <a:cubicBezTo>
                    <a:pt x="30404" y="44443"/>
                    <a:pt x="30438" y="44477"/>
                    <a:pt x="30473" y="44477"/>
                  </a:cubicBezTo>
                  <a:cubicBezTo>
                    <a:pt x="30473" y="44477"/>
                    <a:pt x="30507" y="44443"/>
                    <a:pt x="30507" y="44443"/>
                  </a:cubicBezTo>
                  <a:cubicBezTo>
                    <a:pt x="30541" y="44409"/>
                    <a:pt x="30575" y="44375"/>
                    <a:pt x="30541" y="44340"/>
                  </a:cubicBezTo>
                  <a:lnTo>
                    <a:pt x="30473" y="44238"/>
                  </a:lnTo>
                  <a:cubicBezTo>
                    <a:pt x="30448" y="44214"/>
                    <a:pt x="30424" y="44190"/>
                    <a:pt x="30388" y="44190"/>
                  </a:cubicBezTo>
                  <a:close/>
                  <a:moveTo>
                    <a:pt x="30968" y="45043"/>
                  </a:moveTo>
                  <a:cubicBezTo>
                    <a:pt x="30953" y="45043"/>
                    <a:pt x="30936" y="45047"/>
                    <a:pt x="30916" y="45057"/>
                  </a:cubicBezTo>
                  <a:cubicBezTo>
                    <a:pt x="30882" y="45091"/>
                    <a:pt x="30882" y="45125"/>
                    <a:pt x="30916" y="45194"/>
                  </a:cubicBezTo>
                  <a:lnTo>
                    <a:pt x="30984" y="45262"/>
                  </a:lnTo>
                  <a:cubicBezTo>
                    <a:pt x="30984" y="45296"/>
                    <a:pt x="31019" y="45296"/>
                    <a:pt x="31053" y="45296"/>
                  </a:cubicBezTo>
                  <a:lnTo>
                    <a:pt x="31087" y="45296"/>
                  </a:lnTo>
                  <a:cubicBezTo>
                    <a:pt x="31121" y="45262"/>
                    <a:pt x="31155" y="45228"/>
                    <a:pt x="31121" y="45194"/>
                  </a:cubicBezTo>
                  <a:lnTo>
                    <a:pt x="31053" y="45091"/>
                  </a:lnTo>
                  <a:cubicBezTo>
                    <a:pt x="31029" y="45067"/>
                    <a:pt x="31004" y="45043"/>
                    <a:pt x="30968" y="45043"/>
                  </a:cubicBezTo>
                  <a:close/>
                  <a:moveTo>
                    <a:pt x="31573" y="45888"/>
                  </a:moveTo>
                  <a:cubicBezTo>
                    <a:pt x="31559" y="45888"/>
                    <a:pt x="31545" y="45896"/>
                    <a:pt x="31530" y="45910"/>
                  </a:cubicBezTo>
                  <a:cubicBezTo>
                    <a:pt x="31462" y="45944"/>
                    <a:pt x="31462" y="45978"/>
                    <a:pt x="31496" y="46012"/>
                  </a:cubicBezTo>
                  <a:lnTo>
                    <a:pt x="31565" y="46115"/>
                  </a:lnTo>
                  <a:cubicBezTo>
                    <a:pt x="31565" y="46149"/>
                    <a:pt x="31599" y="46149"/>
                    <a:pt x="31633" y="46149"/>
                  </a:cubicBezTo>
                  <a:lnTo>
                    <a:pt x="31667" y="46149"/>
                  </a:lnTo>
                  <a:cubicBezTo>
                    <a:pt x="31701" y="46115"/>
                    <a:pt x="31735" y="46081"/>
                    <a:pt x="31701" y="46012"/>
                  </a:cubicBezTo>
                  <a:lnTo>
                    <a:pt x="31633" y="45944"/>
                  </a:lnTo>
                  <a:cubicBezTo>
                    <a:pt x="31613" y="45904"/>
                    <a:pt x="31593" y="45888"/>
                    <a:pt x="31573" y="45888"/>
                  </a:cubicBezTo>
                  <a:close/>
                  <a:moveTo>
                    <a:pt x="32153" y="46741"/>
                  </a:moveTo>
                  <a:cubicBezTo>
                    <a:pt x="32139" y="46741"/>
                    <a:pt x="32125" y="46749"/>
                    <a:pt x="32110" y="46763"/>
                  </a:cubicBezTo>
                  <a:cubicBezTo>
                    <a:pt x="32042" y="46797"/>
                    <a:pt x="32042" y="46831"/>
                    <a:pt x="32076" y="46866"/>
                  </a:cubicBezTo>
                  <a:lnTo>
                    <a:pt x="32145" y="46968"/>
                  </a:lnTo>
                  <a:cubicBezTo>
                    <a:pt x="32145" y="47002"/>
                    <a:pt x="32179" y="47002"/>
                    <a:pt x="32213" y="47002"/>
                  </a:cubicBezTo>
                  <a:lnTo>
                    <a:pt x="32247" y="47002"/>
                  </a:lnTo>
                  <a:cubicBezTo>
                    <a:pt x="32281" y="46968"/>
                    <a:pt x="32315" y="46900"/>
                    <a:pt x="32281" y="46866"/>
                  </a:cubicBezTo>
                  <a:lnTo>
                    <a:pt x="32213" y="46797"/>
                  </a:lnTo>
                  <a:cubicBezTo>
                    <a:pt x="32193" y="46757"/>
                    <a:pt x="32173" y="46741"/>
                    <a:pt x="32153" y="46741"/>
                  </a:cubicBezTo>
                  <a:close/>
                  <a:moveTo>
                    <a:pt x="32742" y="47591"/>
                  </a:moveTo>
                  <a:cubicBezTo>
                    <a:pt x="32725" y="47591"/>
                    <a:pt x="32708" y="47599"/>
                    <a:pt x="32691" y="47616"/>
                  </a:cubicBezTo>
                  <a:cubicBezTo>
                    <a:pt x="32656" y="47650"/>
                    <a:pt x="32622" y="47684"/>
                    <a:pt x="32656" y="47719"/>
                  </a:cubicBezTo>
                  <a:lnTo>
                    <a:pt x="32725" y="47821"/>
                  </a:lnTo>
                  <a:cubicBezTo>
                    <a:pt x="32725" y="47855"/>
                    <a:pt x="32759" y="47855"/>
                    <a:pt x="32793" y="47855"/>
                  </a:cubicBezTo>
                  <a:lnTo>
                    <a:pt x="32827" y="47855"/>
                  </a:lnTo>
                  <a:cubicBezTo>
                    <a:pt x="32895" y="47821"/>
                    <a:pt x="32895" y="47753"/>
                    <a:pt x="32861" y="47719"/>
                  </a:cubicBezTo>
                  <a:lnTo>
                    <a:pt x="32793" y="47616"/>
                  </a:lnTo>
                  <a:cubicBezTo>
                    <a:pt x="32776" y="47599"/>
                    <a:pt x="32759" y="47591"/>
                    <a:pt x="32742" y="47591"/>
                  </a:cubicBezTo>
                  <a:close/>
                  <a:moveTo>
                    <a:pt x="33322" y="48444"/>
                  </a:moveTo>
                  <a:cubicBezTo>
                    <a:pt x="33305" y="48444"/>
                    <a:pt x="33288" y="48452"/>
                    <a:pt x="33271" y="48469"/>
                  </a:cubicBezTo>
                  <a:cubicBezTo>
                    <a:pt x="33237" y="48503"/>
                    <a:pt x="33202" y="48538"/>
                    <a:pt x="33237" y="48572"/>
                  </a:cubicBezTo>
                  <a:lnTo>
                    <a:pt x="33305" y="48674"/>
                  </a:lnTo>
                  <a:cubicBezTo>
                    <a:pt x="33305" y="48708"/>
                    <a:pt x="33339" y="48708"/>
                    <a:pt x="33373" y="48708"/>
                  </a:cubicBezTo>
                  <a:lnTo>
                    <a:pt x="33407" y="48708"/>
                  </a:lnTo>
                  <a:cubicBezTo>
                    <a:pt x="33475" y="48674"/>
                    <a:pt x="33475" y="48606"/>
                    <a:pt x="33441" y="48572"/>
                  </a:cubicBezTo>
                  <a:lnTo>
                    <a:pt x="33373" y="48469"/>
                  </a:lnTo>
                  <a:cubicBezTo>
                    <a:pt x="33356" y="48452"/>
                    <a:pt x="33339" y="48444"/>
                    <a:pt x="33322" y="48444"/>
                  </a:cubicBezTo>
                  <a:close/>
                  <a:moveTo>
                    <a:pt x="33915" y="49297"/>
                  </a:moveTo>
                  <a:cubicBezTo>
                    <a:pt x="33893" y="49297"/>
                    <a:pt x="33868" y="49305"/>
                    <a:pt x="33851" y="49322"/>
                  </a:cubicBezTo>
                  <a:cubicBezTo>
                    <a:pt x="33817" y="49322"/>
                    <a:pt x="33783" y="49391"/>
                    <a:pt x="33817" y="49425"/>
                  </a:cubicBezTo>
                  <a:lnTo>
                    <a:pt x="33885" y="49527"/>
                  </a:lnTo>
                  <a:cubicBezTo>
                    <a:pt x="33919" y="49561"/>
                    <a:pt x="33919" y="49561"/>
                    <a:pt x="33953" y="49561"/>
                  </a:cubicBezTo>
                  <a:lnTo>
                    <a:pt x="34021" y="49561"/>
                  </a:lnTo>
                  <a:cubicBezTo>
                    <a:pt x="34056" y="49527"/>
                    <a:pt x="34056" y="49459"/>
                    <a:pt x="34021" y="49425"/>
                  </a:cubicBezTo>
                  <a:lnTo>
                    <a:pt x="33953" y="49322"/>
                  </a:lnTo>
                  <a:cubicBezTo>
                    <a:pt x="33953" y="49305"/>
                    <a:pt x="33936" y="49297"/>
                    <a:pt x="33915" y="49297"/>
                  </a:cubicBezTo>
                  <a:close/>
                  <a:moveTo>
                    <a:pt x="34495" y="50150"/>
                  </a:moveTo>
                  <a:cubicBezTo>
                    <a:pt x="34474" y="50150"/>
                    <a:pt x="34448" y="50158"/>
                    <a:pt x="34431" y="50175"/>
                  </a:cubicBezTo>
                  <a:cubicBezTo>
                    <a:pt x="34397" y="50175"/>
                    <a:pt x="34363" y="50244"/>
                    <a:pt x="34397" y="50278"/>
                  </a:cubicBezTo>
                  <a:lnTo>
                    <a:pt x="34465" y="50380"/>
                  </a:lnTo>
                  <a:cubicBezTo>
                    <a:pt x="34499" y="50414"/>
                    <a:pt x="34499" y="50414"/>
                    <a:pt x="34533" y="50414"/>
                  </a:cubicBezTo>
                  <a:cubicBezTo>
                    <a:pt x="34567" y="50414"/>
                    <a:pt x="34567" y="50414"/>
                    <a:pt x="34601" y="50380"/>
                  </a:cubicBezTo>
                  <a:cubicBezTo>
                    <a:pt x="34636" y="50380"/>
                    <a:pt x="34636" y="50312"/>
                    <a:pt x="34601" y="50278"/>
                  </a:cubicBezTo>
                  <a:lnTo>
                    <a:pt x="34533" y="50175"/>
                  </a:lnTo>
                  <a:cubicBezTo>
                    <a:pt x="34533" y="50158"/>
                    <a:pt x="34516" y="50150"/>
                    <a:pt x="34495" y="50150"/>
                  </a:cubicBezTo>
                  <a:close/>
                  <a:moveTo>
                    <a:pt x="35011" y="50994"/>
                  </a:moveTo>
                  <a:cubicBezTo>
                    <a:pt x="34977" y="51029"/>
                    <a:pt x="34977" y="51097"/>
                    <a:pt x="34977" y="51131"/>
                  </a:cubicBezTo>
                  <a:lnTo>
                    <a:pt x="35045" y="51233"/>
                  </a:lnTo>
                  <a:cubicBezTo>
                    <a:pt x="35079" y="51233"/>
                    <a:pt x="35079" y="51267"/>
                    <a:pt x="35113" y="51267"/>
                  </a:cubicBezTo>
                  <a:cubicBezTo>
                    <a:pt x="35147" y="51267"/>
                    <a:pt x="35147" y="51267"/>
                    <a:pt x="35182" y="51233"/>
                  </a:cubicBezTo>
                  <a:cubicBezTo>
                    <a:pt x="35216" y="51233"/>
                    <a:pt x="35216" y="51165"/>
                    <a:pt x="35182" y="51131"/>
                  </a:cubicBezTo>
                  <a:lnTo>
                    <a:pt x="35113" y="51029"/>
                  </a:lnTo>
                  <a:cubicBezTo>
                    <a:pt x="35113" y="50994"/>
                    <a:pt x="35045" y="50994"/>
                    <a:pt x="35011" y="50994"/>
                  </a:cubicBezTo>
                  <a:close/>
                  <a:moveTo>
                    <a:pt x="35591" y="51848"/>
                  </a:moveTo>
                  <a:cubicBezTo>
                    <a:pt x="35557" y="51882"/>
                    <a:pt x="35557" y="51950"/>
                    <a:pt x="35557" y="51984"/>
                  </a:cubicBezTo>
                  <a:lnTo>
                    <a:pt x="35625" y="52086"/>
                  </a:lnTo>
                  <a:cubicBezTo>
                    <a:pt x="35659" y="52086"/>
                    <a:pt x="35693" y="52120"/>
                    <a:pt x="35693" y="52120"/>
                  </a:cubicBezTo>
                  <a:cubicBezTo>
                    <a:pt x="35728" y="52120"/>
                    <a:pt x="35728" y="52120"/>
                    <a:pt x="35762" y="52086"/>
                  </a:cubicBezTo>
                  <a:cubicBezTo>
                    <a:pt x="35796" y="52052"/>
                    <a:pt x="35796" y="52018"/>
                    <a:pt x="35762" y="51984"/>
                  </a:cubicBezTo>
                  <a:lnTo>
                    <a:pt x="35728" y="51882"/>
                  </a:lnTo>
                  <a:cubicBezTo>
                    <a:pt x="35693" y="51848"/>
                    <a:pt x="35625" y="51848"/>
                    <a:pt x="35591" y="51848"/>
                  </a:cubicBezTo>
                  <a:close/>
                  <a:moveTo>
                    <a:pt x="36208" y="52686"/>
                  </a:moveTo>
                  <a:cubicBezTo>
                    <a:pt x="36194" y="52686"/>
                    <a:pt x="36181" y="52691"/>
                    <a:pt x="36171" y="52701"/>
                  </a:cubicBezTo>
                  <a:cubicBezTo>
                    <a:pt x="36137" y="52735"/>
                    <a:pt x="36137" y="52803"/>
                    <a:pt x="36137" y="52837"/>
                  </a:cubicBezTo>
                  <a:lnTo>
                    <a:pt x="36205" y="52939"/>
                  </a:lnTo>
                  <a:cubicBezTo>
                    <a:pt x="36239" y="52939"/>
                    <a:pt x="36274" y="52974"/>
                    <a:pt x="36274" y="52974"/>
                  </a:cubicBezTo>
                  <a:cubicBezTo>
                    <a:pt x="36308" y="52974"/>
                    <a:pt x="36308" y="52939"/>
                    <a:pt x="36342" y="52939"/>
                  </a:cubicBezTo>
                  <a:cubicBezTo>
                    <a:pt x="36376" y="52905"/>
                    <a:pt x="36376" y="52871"/>
                    <a:pt x="36342" y="52837"/>
                  </a:cubicBezTo>
                  <a:lnTo>
                    <a:pt x="36308" y="52735"/>
                  </a:lnTo>
                  <a:cubicBezTo>
                    <a:pt x="36284" y="52711"/>
                    <a:pt x="36242" y="52686"/>
                    <a:pt x="36208" y="52686"/>
                  </a:cubicBezTo>
                  <a:close/>
                  <a:moveTo>
                    <a:pt x="36788" y="53540"/>
                  </a:moveTo>
                  <a:cubicBezTo>
                    <a:pt x="36774" y="53540"/>
                    <a:pt x="36761" y="53544"/>
                    <a:pt x="36751" y="53554"/>
                  </a:cubicBezTo>
                  <a:cubicBezTo>
                    <a:pt x="36717" y="53588"/>
                    <a:pt x="36717" y="53656"/>
                    <a:pt x="36751" y="53690"/>
                  </a:cubicBezTo>
                  <a:lnTo>
                    <a:pt x="36785" y="53758"/>
                  </a:lnTo>
                  <a:cubicBezTo>
                    <a:pt x="36819" y="53793"/>
                    <a:pt x="36854" y="53827"/>
                    <a:pt x="36888" y="53827"/>
                  </a:cubicBezTo>
                  <a:cubicBezTo>
                    <a:pt x="36888" y="53827"/>
                    <a:pt x="36888" y="53793"/>
                    <a:pt x="36922" y="53793"/>
                  </a:cubicBezTo>
                  <a:cubicBezTo>
                    <a:pt x="36956" y="53758"/>
                    <a:pt x="36956" y="53724"/>
                    <a:pt x="36956" y="53690"/>
                  </a:cubicBezTo>
                  <a:lnTo>
                    <a:pt x="36888" y="53588"/>
                  </a:lnTo>
                  <a:cubicBezTo>
                    <a:pt x="36864" y="53564"/>
                    <a:pt x="36822" y="53540"/>
                    <a:pt x="36788" y="53540"/>
                  </a:cubicBezTo>
                  <a:close/>
                  <a:moveTo>
                    <a:pt x="37368" y="54393"/>
                  </a:moveTo>
                  <a:cubicBezTo>
                    <a:pt x="37354" y="54393"/>
                    <a:pt x="37341" y="54397"/>
                    <a:pt x="37331" y="54407"/>
                  </a:cubicBezTo>
                  <a:cubicBezTo>
                    <a:pt x="37297" y="54441"/>
                    <a:pt x="37297" y="54475"/>
                    <a:pt x="37331" y="54543"/>
                  </a:cubicBezTo>
                  <a:lnTo>
                    <a:pt x="37400" y="54611"/>
                  </a:lnTo>
                  <a:cubicBezTo>
                    <a:pt x="37400" y="54646"/>
                    <a:pt x="37434" y="54646"/>
                    <a:pt x="37468" y="54646"/>
                  </a:cubicBezTo>
                  <a:lnTo>
                    <a:pt x="37502" y="54646"/>
                  </a:lnTo>
                  <a:cubicBezTo>
                    <a:pt x="37536" y="54611"/>
                    <a:pt x="37536" y="54577"/>
                    <a:pt x="37536" y="54543"/>
                  </a:cubicBezTo>
                  <a:lnTo>
                    <a:pt x="37468" y="54441"/>
                  </a:lnTo>
                  <a:cubicBezTo>
                    <a:pt x="37444" y="54417"/>
                    <a:pt x="37402" y="54393"/>
                    <a:pt x="37368" y="54393"/>
                  </a:cubicBezTo>
                  <a:close/>
                  <a:moveTo>
                    <a:pt x="37948" y="55246"/>
                  </a:moveTo>
                  <a:cubicBezTo>
                    <a:pt x="37934" y="55246"/>
                    <a:pt x="37921" y="55250"/>
                    <a:pt x="37911" y="55260"/>
                  </a:cubicBezTo>
                  <a:cubicBezTo>
                    <a:pt x="37877" y="55294"/>
                    <a:pt x="37877" y="55328"/>
                    <a:pt x="37911" y="55396"/>
                  </a:cubicBezTo>
                  <a:lnTo>
                    <a:pt x="37980" y="55465"/>
                  </a:lnTo>
                  <a:cubicBezTo>
                    <a:pt x="37980" y="55499"/>
                    <a:pt x="38014" y="55499"/>
                    <a:pt x="38048" y="55499"/>
                  </a:cubicBezTo>
                  <a:lnTo>
                    <a:pt x="38082" y="55499"/>
                  </a:lnTo>
                  <a:cubicBezTo>
                    <a:pt x="38116" y="55465"/>
                    <a:pt x="38150" y="55430"/>
                    <a:pt x="38116" y="55362"/>
                  </a:cubicBezTo>
                  <a:lnTo>
                    <a:pt x="38048" y="55294"/>
                  </a:lnTo>
                  <a:cubicBezTo>
                    <a:pt x="38024" y="55270"/>
                    <a:pt x="37983" y="55246"/>
                    <a:pt x="37948" y="55246"/>
                  </a:cubicBezTo>
                  <a:close/>
                  <a:moveTo>
                    <a:pt x="38561" y="56090"/>
                  </a:moveTo>
                  <a:cubicBezTo>
                    <a:pt x="38542" y="56090"/>
                    <a:pt x="38520" y="56099"/>
                    <a:pt x="38492" y="56113"/>
                  </a:cubicBezTo>
                  <a:cubicBezTo>
                    <a:pt x="38457" y="56147"/>
                    <a:pt x="38457" y="56181"/>
                    <a:pt x="38492" y="56215"/>
                  </a:cubicBezTo>
                  <a:lnTo>
                    <a:pt x="38560" y="56318"/>
                  </a:lnTo>
                  <a:cubicBezTo>
                    <a:pt x="38560" y="56352"/>
                    <a:pt x="38594" y="56352"/>
                    <a:pt x="38628" y="56352"/>
                  </a:cubicBezTo>
                  <a:lnTo>
                    <a:pt x="38662" y="56352"/>
                  </a:lnTo>
                  <a:cubicBezTo>
                    <a:pt x="38696" y="56318"/>
                    <a:pt x="38730" y="56249"/>
                    <a:pt x="38696" y="56215"/>
                  </a:cubicBezTo>
                  <a:lnTo>
                    <a:pt x="38628" y="56147"/>
                  </a:lnTo>
                  <a:cubicBezTo>
                    <a:pt x="38608" y="56107"/>
                    <a:pt x="38588" y="56090"/>
                    <a:pt x="38561" y="56090"/>
                  </a:cubicBezTo>
                  <a:close/>
                  <a:moveTo>
                    <a:pt x="39153" y="56940"/>
                  </a:moveTo>
                  <a:cubicBezTo>
                    <a:pt x="39131" y="56940"/>
                    <a:pt x="39106" y="56949"/>
                    <a:pt x="39072" y="56966"/>
                  </a:cubicBezTo>
                  <a:cubicBezTo>
                    <a:pt x="39037" y="57000"/>
                    <a:pt x="39037" y="57034"/>
                    <a:pt x="39072" y="57068"/>
                  </a:cubicBezTo>
                  <a:lnTo>
                    <a:pt x="39140" y="57171"/>
                  </a:lnTo>
                  <a:cubicBezTo>
                    <a:pt x="39140" y="57205"/>
                    <a:pt x="39174" y="57205"/>
                    <a:pt x="39208" y="57205"/>
                  </a:cubicBezTo>
                  <a:lnTo>
                    <a:pt x="39242" y="57205"/>
                  </a:lnTo>
                  <a:cubicBezTo>
                    <a:pt x="39276" y="57171"/>
                    <a:pt x="39310" y="57102"/>
                    <a:pt x="39276" y="57068"/>
                  </a:cubicBezTo>
                  <a:lnTo>
                    <a:pt x="39208" y="56966"/>
                  </a:lnTo>
                  <a:cubicBezTo>
                    <a:pt x="39191" y="56949"/>
                    <a:pt x="39174" y="56940"/>
                    <a:pt x="39153" y="56940"/>
                  </a:cubicBezTo>
                  <a:close/>
                  <a:moveTo>
                    <a:pt x="39737" y="57793"/>
                  </a:moveTo>
                  <a:cubicBezTo>
                    <a:pt x="39720" y="57793"/>
                    <a:pt x="39703" y="57802"/>
                    <a:pt x="39686" y="57819"/>
                  </a:cubicBezTo>
                  <a:cubicBezTo>
                    <a:pt x="39618" y="57853"/>
                    <a:pt x="39618" y="57887"/>
                    <a:pt x="39652" y="57921"/>
                  </a:cubicBezTo>
                  <a:lnTo>
                    <a:pt x="39720" y="58024"/>
                  </a:lnTo>
                  <a:cubicBezTo>
                    <a:pt x="39720" y="58058"/>
                    <a:pt x="39754" y="58058"/>
                    <a:pt x="39788" y="58058"/>
                  </a:cubicBezTo>
                  <a:lnTo>
                    <a:pt x="39822" y="58058"/>
                  </a:lnTo>
                  <a:cubicBezTo>
                    <a:pt x="39856" y="58024"/>
                    <a:pt x="39891" y="57956"/>
                    <a:pt x="39856" y="57921"/>
                  </a:cubicBezTo>
                  <a:lnTo>
                    <a:pt x="39788" y="57819"/>
                  </a:lnTo>
                  <a:cubicBezTo>
                    <a:pt x="39771" y="57802"/>
                    <a:pt x="39754" y="57793"/>
                    <a:pt x="39737" y="57793"/>
                  </a:cubicBezTo>
                  <a:close/>
                  <a:moveTo>
                    <a:pt x="40317" y="58647"/>
                  </a:moveTo>
                  <a:cubicBezTo>
                    <a:pt x="40300" y="58647"/>
                    <a:pt x="40283" y="58655"/>
                    <a:pt x="40266" y="58672"/>
                  </a:cubicBezTo>
                  <a:cubicBezTo>
                    <a:pt x="40198" y="58672"/>
                    <a:pt x="40198" y="58740"/>
                    <a:pt x="40232" y="58775"/>
                  </a:cubicBezTo>
                  <a:lnTo>
                    <a:pt x="40300" y="58877"/>
                  </a:lnTo>
                  <a:cubicBezTo>
                    <a:pt x="40300" y="58911"/>
                    <a:pt x="40334" y="58911"/>
                    <a:pt x="40368" y="58911"/>
                  </a:cubicBezTo>
                  <a:lnTo>
                    <a:pt x="40402" y="58911"/>
                  </a:lnTo>
                  <a:cubicBezTo>
                    <a:pt x="40471" y="58877"/>
                    <a:pt x="40471" y="58809"/>
                    <a:pt x="40437" y="58775"/>
                  </a:cubicBezTo>
                  <a:lnTo>
                    <a:pt x="40368" y="58672"/>
                  </a:lnTo>
                  <a:cubicBezTo>
                    <a:pt x="40351" y="58655"/>
                    <a:pt x="40334" y="58647"/>
                    <a:pt x="40317" y="58647"/>
                  </a:cubicBezTo>
                  <a:close/>
                  <a:moveTo>
                    <a:pt x="40897" y="59500"/>
                  </a:moveTo>
                  <a:cubicBezTo>
                    <a:pt x="40880" y="59500"/>
                    <a:pt x="40863" y="59508"/>
                    <a:pt x="40846" y="59525"/>
                  </a:cubicBezTo>
                  <a:cubicBezTo>
                    <a:pt x="40812" y="59525"/>
                    <a:pt x="40778" y="59593"/>
                    <a:pt x="40812" y="59628"/>
                  </a:cubicBezTo>
                  <a:lnTo>
                    <a:pt x="40880" y="59730"/>
                  </a:lnTo>
                  <a:cubicBezTo>
                    <a:pt x="40880" y="59764"/>
                    <a:pt x="40914" y="59764"/>
                    <a:pt x="40948" y="59764"/>
                  </a:cubicBezTo>
                  <a:cubicBezTo>
                    <a:pt x="40982" y="59764"/>
                    <a:pt x="40982" y="59764"/>
                    <a:pt x="40982" y="59730"/>
                  </a:cubicBezTo>
                  <a:cubicBezTo>
                    <a:pt x="41051" y="59730"/>
                    <a:pt x="41051" y="59662"/>
                    <a:pt x="41017" y="59628"/>
                  </a:cubicBezTo>
                  <a:lnTo>
                    <a:pt x="40948" y="59525"/>
                  </a:lnTo>
                  <a:cubicBezTo>
                    <a:pt x="40931" y="59508"/>
                    <a:pt x="40914" y="59500"/>
                    <a:pt x="40897" y="59500"/>
                  </a:cubicBezTo>
                  <a:close/>
                  <a:moveTo>
                    <a:pt x="41426" y="60344"/>
                  </a:moveTo>
                  <a:cubicBezTo>
                    <a:pt x="41392" y="60378"/>
                    <a:pt x="41358" y="60447"/>
                    <a:pt x="41392" y="60481"/>
                  </a:cubicBezTo>
                  <a:lnTo>
                    <a:pt x="41460" y="60583"/>
                  </a:lnTo>
                  <a:cubicBezTo>
                    <a:pt x="41494" y="60583"/>
                    <a:pt x="41494" y="60617"/>
                    <a:pt x="41528" y="60617"/>
                  </a:cubicBezTo>
                  <a:cubicBezTo>
                    <a:pt x="41563" y="60617"/>
                    <a:pt x="41563" y="60617"/>
                    <a:pt x="41597" y="60583"/>
                  </a:cubicBezTo>
                  <a:cubicBezTo>
                    <a:pt x="41631" y="60583"/>
                    <a:pt x="41631" y="60515"/>
                    <a:pt x="41597" y="60481"/>
                  </a:cubicBezTo>
                  <a:lnTo>
                    <a:pt x="41528" y="60378"/>
                  </a:lnTo>
                  <a:cubicBezTo>
                    <a:pt x="41528" y="60344"/>
                    <a:pt x="41460" y="60344"/>
                    <a:pt x="41426" y="60344"/>
                  </a:cubicBezTo>
                  <a:close/>
                  <a:moveTo>
                    <a:pt x="42006" y="61197"/>
                  </a:moveTo>
                  <a:cubicBezTo>
                    <a:pt x="41972" y="61231"/>
                    <a:pt x="41938" y="61300"/>
                    <a:pt x="41972" y="61334"/>
                  </a:cubicBezTo>
                  <a:lnTo>
                    <a:pt x="42040" y="61436"/>
                  </a:lnTo>
                  <a:cubicBezTo>
                    <a:pt x="42074" y="61436"/>
                    <a:pt x="42074" y="61470"/>
                    <a:pt x="42109" y="61470"/>
                  </a:cubicBezTo>
                  <a:cubicBezTo>
                    <a:pt x="42143" y="61470"/>
                    <a:pt x="42143" y="61470"/>
                    <a:pt x="42177" y="61436"/>
                  </a:cubicBezTo>
                  <a:cubicBezTo>
                    <a:pt x="42211" y="61402"/>
                    <a:pt x="42211" y="61368"/>
                    <a:pt x="42177" y="61334"/>
                  </a:cubicBezTo>
                  <a:lnTo>
                    <a:pt x="42109" y="61231"/>
                  </a:lnTo>
                  <a:cubicBezTo>
                    <a:pt x="42109" y="61197"/>
                    <a:pt x="42040" y="61197"/>
                    <a:pt x="42006" y="61197"/>
                  </a:cubicBezTo>
                  <a:close/>
                  <a:moveTo>
                    <a:pt x="42622" y="62036"/>
                  </a:moveTo>
                  <a:cubicBezTo>
                    <a:pt x="42609" y="62036"/>
                    <a:pt x="42596" y="62040"/>
                    <a:pt x="42586" y="62050"/>
                  </a:cubicBezTo>
                  <a:cubicBezTo>
                    <a:pt x="42552" y="62084"/>
                    <a:pt x="42552" y="62153"/>
                    <a:pt x="42552" y="62187"/>
                  </a:cubicBezTo>
                  <a:lnTo>
                    <a:pt x="42620" y="62289"/>
                  </a:lnTo>
                  <a:cubicBezTo>
                    <a:pt x="42655" y="62289"/>
                    <a:pt x="42655" y="62323"/>
                    <a:pt x="42689" y="62323"/>
                  </a:cubicBezTo>
                  <a:cubicBezTo>
                    <a:pt x="42723" y="62323"/>
                    <a:pt x="42723" y="62289"/>
                    <a:pt x="42757" y="62289"/>
                  </a:cubicBezTo>
                  <a:cubicBezTo>
                    <a:pt x="42791" y="62255"/>
                    <a:pt x="42791" y="62221"/>
                    <a:pt x="42757" y="62187"/>
                  </a:cubicBezTo>
                  <a:lnTo>
                    <a:pt x="42689" y="62084"/>
                  </a:lnTo>
                  <a:cubicBezTo>
                    <a:pt x="42689" y="62060"/>
                    <a:pt x="42655" y="62036"/>
                    <a:pt x="42622" y="62036"/>
                  </a:cubicBezTo>
                  <a:close/>
                  <a:moveTo>
                    <a:pt x="43203" y="62889"/>
                  </a:moveTo>
                  <a:cubicBezTo>
                    <a:pt x="43189" y="62889"/>
                    <a:pt x="43176" y="62893"/>
                    <a:pt x="43166" y="62903"/>
                  </a:cubicBezTo>
                  <a:cubicBezTo>
                    <a:pt x="43132" y="62938"/>
                    <a:pt x="43132" y="63006"/>
                    <a:pt x="43132" y="63040"/>
                  </a:cubicBezTo>
                  <a:lnTo>
                    <a:pt x="43200" y="63108"/>
                  </a:lnTo>
                  <a:cubicBezTo>
                    <a:pt x="43235" y="63142"/>
                    <a:pt x="43269" y="63176"/>
                    <a:pt x="43269" y="63176"/>
                  </a:cubicBezTo>
                  <a:cubicBezTo>
                    <a:pt x="43303" y="63176"/>
                    <a:pt x="43303" y="63142"/>
                    <a:pt x="43337" y="63142"/>
                  </a:cubicBezTo>
                  <a:cubicBezTo>
                    <a:pt x="43371" y="63108"/>
                    <a:pt x="43371" y="63074"/>
                    <a:pt x="43337" y="63040"/>
                  </a:cubicBezTo>
                  <a:lnTo>
                    <a:pt x="43303" y="62938"/>
                  </a:lnTo>
                  <a:cubicBezTo>
                    <a:pt x="43279" y="62913"/>
                    <a:pt x="43238" y="62889"/>
                    <a:pt x="43203" y="62889"/>
                  </a:cubicBezTo>
                  <a:close/>
                  <a:moveTo>
                    <a:pt x="43783" y="63742"/>
                  </a:moveTo>
                  <a:cubicBezTo>
                    <a:pt x="43769" y="63742"/>
                    <a:pt x="43756" y="63746"/>
                    <a:pt x="43746" y="63756"/>
                  </a:cubicBezTo>
                  <a:cubicBezTo>
                    <a:pt x="43712" y="63791"/>
                    <a:pt x="43712" y="63825"/>
                    <a:pt x="43712" y="63893"/>
                  </a:cubicBezTo>
                  <a:lnTo>
                    <a:pt x="43781" y="63961"/>
                  </a:lnTo>
                  <a:cubicBezTo>
                    <a:pt x="43815" y="63995"/>
                    <a:pt x="43849" y="63995"/>
                    <a:pt x="43849" y="63995"/>
                  </a:cubicBezTo>
                  <a:lnTo>
                    <a:pt x="43917" y="63995"/>
                  </a:lnTo>
                  <a:cubicBezTo>
                    <a:pt x="43951" y="63961"/>
                    <a:pt x="43951" y="63927"/>
                    <a:pt x="43917" y="63859"/>
                  </a:cubicBezTo>
                  <a:lnTo>
                    <a:pt x="43883" y="63791"/>
                  </a:lnTo>
                  <a:cubicBezTo>
                    <a:pt x="43859" y="63766"/>
                    <a:pt x="43818" y="63742"/>
                    <a:pt x="43783" y="63742"/>
                  </a:cubicBezTo>
                  <a:close/>
                  <a:moveTo>
                    <a:pt x="44382" y="64587"/>
                  </a:moveTo>
                  <a:cubicBezTo>
                    <a:pt x="44361" y="64587"/>
                    <a:pt x="44341" y="64595"/>
                    <a:pt x="44327" y="64610"/>
                  </a:cubicBezTo>
                  <a:cubicBezTo>
                    <a:pt x="44292" y="64644"/>
                    <a:pt x="44292" y="64678"/>
                    <a:pt x="44327" y="64712"/>
                  </a:cubicBezTo>
                  <a:lnTo>
                    <a:pt x="44361" y="64814"/>
                  </a:lnTo>
                  <a:cubicBezTo>
                    <a:pt x="44395" y="64848"/>
                    <a:pt x="44429" y="64848"/>
                    <a:pt x="44429" y="64848"/>
                  </a:cubicBezTo>
                  <a:lnTo>
                    <a:pt x="44497" y="64848"/>
                  </a:lnTo>
                  <a:cubicBezTo>
                    <a:pt x="44531" y="64814"/>
                    <a:pt x="44531" y="64780"/>
                    <a:pt x="44531" y="64712"/>
                  </a:cubicBezTo>
                  <a:lnTo>
                    <a:pt x="44463" y="64644"/>
                  </a:lnTo>
                  <a:cubicBezTo>
                    <a:pt x="44443" y="64604"/>
                    <a:pt x="44411" y="64587"/>
                    <a:pt x="44382" y="64587"/>
                  </a:cubicBezTo>
                  <a:close/>
                  <a:moveTo>
                    <a:pt x="44962" y="65440"/>
                  </a:moveTo>
                  <a:cubicBezTo>
                    <a:pt x="44941" y="65440"/>
                    <a:pt x="44921" y="65448"/>
                    <a:pt x="44907" y="65463"/>
                  </a:cubicBezTo>
                  <a:cubicBezTo>
                    <a:pt x="44873" y="65497"/>
                    <a:pt x="44873" y="65531"/>
                    <a:pt x="44907" y="65565"/>
                  </a:cubicBezTo>
                  <a:lnTo>
                    <a:pt x="44975" y="65667"/>
                  </a:lnTo>
                  <a:cubicBezTo>
                    <a:pt x="44975" y="65701"/>
                    <a:pt x="45009" y="65701"/>
                    <a:pt x="45043" y="65701"/>
                  </a:cubicBezTo>
                  <a:lnTo>
                    <a:pt x="45077" y="65701"/>
                  </a:lnTo>
                  <a:cubicBezTo>
                    <a:pt x="45111" y="65667"/>
                    <a:pt x="45111" y="65599"/>
                    <a:pt x="45111" y="65565"/>
                  </a:cubicBezTo>
                  <a:lnTo>
                    <a:pt x="45043" y="65497"/>
                  </a:lnTo>
                  <a:cubicBezTo>
                    <a:pt x="45023" y="65457"/>
                    <a:pt x="44991" y="65440"/>
                    <a:pt x="44962" y="65440"/>
                  </a:cubicBezTo>
                  <a:close/>
                  <a:moveTo>
                    <a:pt x="45555" y="66290"/>
                  </a:moveTo>
                  <a:cubicBezTo>
                    <a:pt x="45529" y="66290"/>
                    <a:pt x="45504" y="66299"/>
                    <a:pt x="45487" y="66316"/>
                  </a:cubicBezTo>
                  <a:cubicBezTo>
                    <a:pt x="45453" y="66350"/>
                    <a:pt x="45453" y="66384"/>
                    <a:pt x="45487" y="66418"/>
                  </a:cubicBezTo>
                  <a:lnTo>
                    <a:pt x="45555" y="66520"/>
                  </a:lnTo>
                  <a:cubicBezTo>
                    <a:pt x="45555" y="66555"/>
                    <a:pt x="45589" y="66555"/>
                    <a:pt x="45623" y="66555"/>
                  </a:cubicBezTo>
                  <a:lnTo>
                    <a:pt x="45657" y="66555"/>
                  </a:lnTo>
                  <a:cubicBezTo>
                    <a:pt x="45691" y="66520"/>
                    <a:pt x="45691" y="66452"/>
                    <a:pt x="45691" y="66418"/>
                  </a:cubicBezTo>
                  <a:lnTo>
                    <a:pt x="45623" y="66316"/>
                  </a:lnTo>
                  <a:cubicBezTo>
                    <a:pt x="45606" y="66299"/>
                    <a:pt x="45581" y="66290"/>
                    <a:pt x="45555" y="66290"/>
                  </a:cubicBezTo>
                  <a:close/>
                  <a:moveTo>
                    <a:pt x="46148" y="67143"/>
                  </a:moveTo>
                  <a:cubicBezTo>
                    <a:pt x="46127" y="67143"/>
                    <a:pt x="46101" y="67152"/>
                    <a:pt x="46067" y="67169"/>
                  </a:cubicBezTo>
                  <a:cubicBezTo>
                    <a:pt x="46033" y="67169"/>
                    <a:pt x="46033" y="67237"/>
                    <a:pt x="46067" y="67271"/>
                  </a:cubicBezTo>
                  <a:lnTo>
                    <a:pt x="46135" y="67374"/>
                  </a:lnTo>
                  <a:cubicBezTo>
                    <a:pt x="46135" y="67408"/>
                    <a:pt x="46169" y="67408"/>
                    <a:pt x="46203" y="67408"/>
                  </a:cubicBezTo>
                  <a:lnTo>
                    <a:pt x="46237" y="67408"/>
                  </a:lnTo>
                  <a:cubicBezTo>
                    <a:pt x="46272" y="67374"/>
                    <a:pt x="46306" y="67305"/>
                    <a:pt x="46272" y="67271"/>
                  </a:cubicBezTo>
                  <a:lnTo>
                    <a:pt x="46203" y="67169"/>
                  </a:lnTo>
                  <a:cubicBezTo>
                    <a:pt x="46186" y="67152"/>
                    <a:pt x="46169" y="67143"/>
                    <a:pt x="46148" y="67143"/>
                  </a:cubicBezTo>
                  <a:close/>
                  <a:moveTo>
                    <a:pt x="46728" y="67996"/>
                  </a:moveTo>
                  <a:cubicBezTo>
                    <a:pt x="46707" y="67996"/>
                    <a:pt x="46681" y="68005"/>
                    <a:pt x="46647" y="68022"/>
                  </a:cubicBezTo>
                  <a:cubicBezTo>
                    <a:pt x="46613" y="68022"/>
                    <a:pt x="46613" y="68090"/>
                    <a:pt x="46647" y="68124"/>
                  </a:cubicBezTo>
                  <a:lnTo>
                    <a:pt x="46715" y="68227"/>
                  </a:lnTo>
                  <a:cubicBezTo>
                    <a:pt x="46715" y="68261"/>
                    <a:pt x="46749" y="68261"/>
                    <a:pt x="46783" y="68261"/>
                  </a:cubicBezTo>
                  <a:lnTo>
                    <a:pt x="46818" y="68261"/>
                  </a:lnTo>
                  <a:cubicBezTo>
                    <a:pt x="46852" y="68227"/>
                    <a:pt x="46886" y="68158"/>
                    <a:pt x="46852" y="68124"/>
                  </a:cubicBezTo>
                  <a:lnTo>
                    <a:pt x="46783" y="68022"/>
                  </a:lnTo>
                  <a:cubicBezTo>
                    <a:pt x="46766" y="68005"/>
                    <a:pt x="46749" y="67996"/>
                    <a:pt x="46728" y="67996"/>
                  </a:cubicBezTo>
                  <a:close/>
                  <a:moveTo>
                    <a:pt x="47312" y="68849"/>
                  </a:moveTo>
                  <a:cubicBezTo>
                    <a:pt x="47295" y="68849"/>
                    <a:pt x="47278" y="68858"/>
                    <a:pt x="47261" y="68875"/>
                  </a:cubicBezTo>
                  <a:cubicBezTo>
                    <a:pt x="47193" y="68875"/>
                    <a:pt x="47193" y="68943"/>
                    <a:pt x="47227" y="68977"/>
                  </a:cubicBezTo>
                  <a:lnTo>
                    <a:pt x="47295" y="69080"/>
                  </a:lnTo>
                  <a:cubicBezTo>
                    <a:pt x="47295" y="69114"/>
                    <a:pt x="47329" y="69114"/>
                    <a:pt x="47363" y="69114"/>
                  </a:cubicBezTo>
                  <a:cubicBezTo>
                    <a:pt x="47363" y="69114"/>
                    <a:pt x="47398" y="69114"/>
                    <a:pt x="47398" y="69080"/>
                  </a:cubicBezTo>
                  <a:cubicBezTo>
                    <a:pt x="47432" y="69080"/>
                    <a:pt x="47466" y="69011"/>
                    <a:pt x="47432" y="68977"/>
                  </a:cubicBezTo>
                  <a:lnTo>
                    <a:pt x="47363" y="68875"/>
                  </a:lnTo>
                  <a:cubicBezTo>
                    <a:pt x="47346" y="68858"/>
                    <a:pt x="47329" y="68849"/>
                    <a:pt x="47312" y="68849"/>
                  </a:cubicBezTo>
                  <a:close/>
                  <a:moveTo>
                    <a:pt x="47841" y="69694"/>
                  </a:moveTo>
                  <a:cubicBezTo>
                    <a:pt x="47773" y="69728"/>
                    <a:pt x="47773" y="69796"/>
                    <a:pt x="47807" y="69830"/>
                  </a:cubicBezTo>
                  <a:lnTo>
                    <a:pt x="47875" y="69933"/>
                  </a:lnTo>
                  <a:cubicBezTo>
                    <a:pt x="47875" y="69933"/>
                    <a:pt x="47909" y="69967"/>
                    <a:pt x="47944" y="69967"/>
                  </a:cubicBezTo>
                  <a:cubicBezTo>
                    <a:pt x="47944" y="69967"/>
                    <a:pt x="47978" y="69967"/>
                    <a:pt x="47978" y="69933"/>
                  </a:cubicBezTo>
                  <a:cubicBezTo>
                    <a:pt x="48012" y="69933"/>
                    <a:pt x="48046" y="69865"/>
                    <a:pt x="48012" y="69830"/>
                  </a:cubicBezTo>
                  <a:lnTo>
                    <a:pt x="47944" y="69728"/>
                  </a:lnTo>
                  <a:cubicBezTo>
                    <a:pt x="47909" y="69694"/>
                    <a:pt x="47875" y="69694"/>
                    <a:pt x="47841" y="69694"/>
                  </a:cubicBezTo>
                  <a:close/>
                  <a:moveTo>
                    <a:pt x="48421" y="70547"/>
                  </a:moveTo>
                  <a:cubicBezTo>
                    <a:pt x="48387" y="70581"/>
                    <a:pt x="48353" y="70649"/>
                    <a:pt x="48387" y="70683"/>
                  </a:cubicBezTo>
                  <a:lnTo>
                    <a:pt x="48455" y="70786"/>
                  </a:lnTo>
                  <a:cubicBezTo>
                    <a:pt x="48455" y="70786"/>
                    <a:pt x="48490" y="70820"/>
                    <a:pt x="48524" y="70820"/>
                  </a:cubicBezTo>
                  <a:cubicBezTo>
                    <a:pt x="48558" y="70820"/>
                    <a:pt x="48558" y="70820"/>
                    <a:pt x="48558" y="70786"/>
                  </a:cubicBezTo>
                  <a:cubicBezTo>
                    <a:pt x="48626" y="70752"/>
                    <a:pt x="48626" y="70718"/>
                    <a:pt x="48592" y="70683"/>
                  </a:cubicBezTo>
                  <a:lnTo>
                    <a:pt x="48524" y="70581"/>
                  </a:lnTo>
                  <a:cubicBezTo>
                    <a:pt x="48490" y="70547"/>
                    <a:pt x="48455" y="70547"/>
                    <a:pt x="48421" y="7054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7" name="Google Shape;1829;p45">
              <a:extLst>
                <a:ext uri="{FF2B5EF4-FFF2-40B4-BE49-F238E27FC236}">
                  <a16:creationId xmlns:a16="http://schemas.microsoft.com/office/drawing/2014/main" id="{60CF127E-0148-0214-D20D-7209EEEC9DC0}"/>
                </a:ext>
              </a:extLst>
            </p:cNvPr>
            <p:cNvSpPr/>
            <p:nvPr/>
          </p:nvSpPr>
          <p:spPr>
            <a:xfrm>
              <a:off x="1683479" y="3944094"/>
              <a:ext cx="1523915" cy="262384"/>
            </a:xfrm>
            <a:custGeom>
              <a:avLst/>
              <a:gdLst/>
              <a:ahLst/>
              <a:cxnLst/>
              <a:rect l="l" t="t" r="r" b="b"/>
              <a:pathLst>
                <a:path w="68383" h="11774" extrusionOk="0">
                  <a:moveTo>
                    <a:pt x="137" y="1"/>
                  </a:moveTo>
                  <a:cubicBezTo>
                    <a:pt x="68" y="1"/>
                    <a:pt x="34" y="35"/>
                    <a:pt x="34" y="69"/>
                  </a:cubicBezTo>
                  <a:cubicBezTo>
                    <a:pt x="0" y="137"/>
                    <a:pt x="34" y="171"/>
                    <a:pt x="103" y="171"/>
                  </a:cubicBezTo>
                  <a:lnTo>
                    <a:pt x="205" y="205"/>
                  </a:lnTo>
                  <a:lnTo>
                    <a:pt x="239" y="205"/>
                  </a:lnTo>
                  <a:cubicBezTo>
                    <a:pt x="273" y="205"/>
                    <a:pt x="307" y="171"/>
                    <a:pt x="307" y="137"/>
                  </a:cubicBezTo>
                  <a:cubicBezTo>
                    <a:pt x="307" y="103"/>
                    <a:pt x="273" y="35"/>
                    <a:pt x="239" y="35"/>
                  </a:cubicBezTo>
                  <a:lnTo>
                    <a:pt x="137" y="1"/>
                  </a:lnTo>
                  <a:close/>
                  <a:moveTo>
                    <a:pt x="1099" y="192"/>
                  </a:moveTo>
                  <a:cubicBezTo>
                    <a:pt x="1074" y="192"/>
                    <a:pt x="1049" y="224"/>
                    <a:pt x="1024" y="274"/>
                  </a:cubicBezTo>
                  <a:cubicBezTo>
                    <a:pt x="1024" y="308"/>
                    <a:pt x="1058" y="342"/>
                    <a:pt x="1092" y="376"/>
                  </a:cubicBezTo>
                  <a:lnTo>
                    <a:pt x="1229" y="376"/>
                  </a:lnTo>
                  <a:cubicBezTo>
                    <a:pt x="1263" y="376"/>
                    <a:pt x="1297" y="342"/>
                    <a:pt x="1331" y="308"/>
                  </a:cubicBezTo>
                  <a:cubicBezTo>
                    <a:pt x="1331" y="274"/>
                    <a:pt x="1297" y="240"/>
                    <a:pt x="1263" y="205"/>
                  </a:cubicBezTo>
                  <a:lnTo>
                    <a:pt x="1126" y="205"/>
                  </a:lnTo>
                  <a:cubicBezTo>
                    <a:pt x="1117" y="196"/>
                    <a:pt x="1108" y="192"/>
                    <a:pt x="1099" y="192"/>
                  </a:cubicBezTo>
                  <a:close/>
                  <a:moveTo>
                    <a:pt x="2150" y="376"/>
                  </a:moveTo>
                  <a:cubicBezTo>
                    <a:pt x="2116" y="376"/>
                    <a:pt x="2048" y="410"/>
                    <a:pt x="2048" y="444"/>
                  </a:cubicBezTo>
                  <a:cubicBezTo>
                    <a:pt x="2048" y="478"/>
                    <a:pt x="2082" y="547"/>
                    <a:pt x="2116" y="547"/>
                  </a:cubicBezTo>
                  <a:lnTo>
                    <a:pt x="2218" y="581"/>
                  </a:lnTo>
                  <a:lnTo>
                    <a:pt x="2252" y="581"/>
                  </a:lnTo>
                  <a:cubicBezTo>
                    <a:pt x="2286" y="581"/>
                    <a:pt x="2320" y="547"/>
                    <a:pt x="2320" y="513"/>
                  </a:cubicBezTo>
                  <a:cubicBezTo>
                    <a:pt x="2355" y="444"/>
                    <a:pt x="2320" y="410"/>
                    <a:pt x="2252" y="410"/>
                  </a:cubicBezTo>
                  <a:lnTo>
                    <a:pt x="2150" y="376"/>
                  </a:lnTo>
                  <a:close/>
                  <a:moveTo>
                    <a:pt x="3174" y="547"/>
                  </a:moveTo>
                  <a:cubicBezTo>
                    <a:pt x="3105" y="547"/>
                    <a:pt x="3071" y="581"/>
                    <a:pt x="3071" y="615"/>
                  </a:cubicBezTo>
                  <a:cubicBezTo>
                    <a:pt x="3071" y="683"/>
                    <a:pt x="3105" y="717"/>
                    <a:pt x="3139" y="717"/>
                  </a:cubicBezTo>
                  <a:lnTo>
                    <a:pt x="3242" y="751"/>
                  </a:lnTo>
                  <a:lnTo>
                    <a:pt x="3276" y="751"/>
                  </a:lnTo>
                  <a:cubicBezTo>
                    <a:pt x="3310" y="751"/>
                    <a:pt x="3344" y="717"/>
                    <a:pt x="3344" y="683"/>
                  </a:cubicBezTo>
                  <a:cubicBezTo>
                    <a:pt x="3344" y="615"/>
                    <a:pt x="3310" y="581"/>
                    <a:pt x="3276" y="581"/>
                  </a:cubicBezTo>
                  <a:lnTo>
                    <a:pt x="3174" y="547"/>
                  </a:lnTo>
                  <a:close/>
                  <a:moveTo>
                    <a:pt x="4150" y="738"/>
                  </a:moveTo>
                  <a:cubicBezTo>
                    <a:pt x="4113" y="738"/>
                    <a:pt x="4095" y="770"/>
                    <a:pt x="4095" y="820"/>
                  </a:cubicBezTo>
                  <a:cubicBezTo>
                    <a:pt x="4061" y="854"/>
                    <a:pt x="4095" y="888"/>
                    <a:pt x="4163" y="888"/>
                  </a:cubicBezTo>
                  <a:lnTo>
                    <a:pt x="4266" y="922"/>
                  </a:lnTo>
                  <a:cubicBezTo>
                    <a:pt x="4334" y="922"/>
                    <a:pt x="4368" y="888"/>
                    <a:pt x="4368" y="854"/>
                  </a:cubicBezTo>
                  <a:cubicBezTo>
                    <a:pt x="4368" y="820"/>
                    <a:pt x="4334" y="751"/>
                    <a:pt x="4300" y="751"/>
                  </a:cubicBezTo>
                  <a:lnTo>
                    <a:pt x="4197" y="751"/>
                  </a:lnTo>
                  <a:cubicBezTo>
                    <a:pt x="4179" y="742"/>
                    <a:pt x="4163" y="738"/>
                    <a:pt x="4150" y="738"/>
                  </a:cubicBezTo>
                  <a:close/>
                  <a:moveTo>
                    <a:pt x="5159" y="909"/>
                  </a:moveTo>
                  <a:cubicBezTo>
                    <a:pt x="5134" y="909"/>
                    <a:pt x="5109" y="940"/>
                    <a:pt x="5084" y="990"/>
                  </a:cubicBezTo>
                  <a:cubicBezTo>
                    <a:pt x="5084" y="1024"/>
                    <a:pt x="5119" y="1058"/>
                    <a:pt x="5153" y="1093"/>
                  </a:cubicBezTo>
                  <a:lnTo>
                    <a:pt x="5289" y="1093"/>
                  </a:lnTo>
                  <a:cubicBezTo>
                    <a:pt x="5323" y="1093"/>
                    <a:pt x="5357" y="1058"/>
                    <a:pt x="5392" y="1024"/>
                  </a:cubicBezTo>
                  <a:cubicBezTo>
                    <a:pt x="5392" y="990"/>
                    <a:pt x="5357" y="956"/>
                    <a:pt x="5323" y="922"/>
                  </a:cubicBezTo>
                  <a:lnTo>
                    <a:pt x="5187" y="922"/>
                  </a:lnTo>
                  <a:cubicBezTo>
                    <a:pt x="5178" y="913"/>
                    <a:pt x="5169" y="909"/>
                    <a:pt x="5159" y="909"/>
                  </a:cubicBezTo>
                  <a:close/>
                  <a:moveTo>
                    <a:pt x="6211" y="1093"/>
                  </a:moveTo>
                  <a:cubicBezTo>
                    <a:pt x="6176" y="1093"/>
                    <a:pt x="6108" y="1127"/>
                    <a:pt x="6108" y="1161"/>
                  </a:cubicBezTo>
                  <a:cubicBezTo>
                    <a:pt x="6108" y="1195"/>
                    <a:pt x="6142" y="1263"/>
                    <a:pt x="6176" y="1263"/>
                  </a:cubicBezTo>
                  <a:lnTo>
                    <a:pt x="6313" y="1263"/>
                  </a:lnTo>
                  <a:cubicBezTo>
                    <a:pt x="6347" y="1263"/>
                    <a:pt x="6381" y="1263"/>
                    <a:pt x="6381" y="1195"/>
                  </a:cubicBezTo>
                  <a:cubicBezTo>
                    <a:pt x="6415" y="1161"/>
                    <a:pt x="6381" y="1127"/>
                    <a:pt x="6313" y="1127"/>
                  </a:cubicBezTo>
                  <a:lnTo>
                    <a:pt x="6211" y="1093"/>
                  </a:lnTo>
                  <a:close/>
                  <a:moveTo>
                    <a:pt x="7234" y="1263"/>
                  </a:moveTo>
                  <a:cubicBezTo>
                    <a:pt x="7166" y="1263"/>
                    <a:pt x="7132" y="1297"/>
                    <a:pt x="7132" y="1331"/>
                  </a:cubicBezTo>
                  <a:cubicBezTo>
                    <a:pt x="7132" y="1400"/>
                    <a:pt x="7166" y="1434"/>
                    <a:pt x="7200" y="1434"/>
                  </a:cubicBezTo>
                  <a:lnTo>
                    <a:pt x="7302" y="1468"/>
                  </a:lnTo>
                  <a:lnTo>
                    <a:pt x="7337" y="1468"/>
                  </a:lnTo>
                  <a:cubicBezTo>
                    <a:pt x="7371" y="1468"/>
                    <a:pt x="7405" y="1434"/>
                    <a:pt x="7405" y="1400"/>
                  </a:cubicBezTo>
                  <a:cubicBezTo>
                    <a:pt x="7405" y="1331"/>
                    <a:pt x="7371" y="1297"/>
                    <a:pt x="7337" y="1297"/>
                  </a:cubicBezTo>
                  <a:lnTo>
                    <a:pt x="7234" y="1263"/>
                  </a:lnTo>
                  <a:close/>
                  <a:moveTo>
                    <a:pt x="8224" y="1434"/>
                  </a:moveTo>
                  <a:cubicBezTo>
                    <a:pt x="8190" y="1434"/>
                    <a:pt x="8156" y="1468"/>
                    <a:pt x="8156" y="1502"/>
                  </a:cubicBezTo>
                  <a:cubicBezTo>
                    <a:pt x="8121" y="1570"/>
                    <a:pt x="8156" y="1604"/>
                    <a:pt x="8224" y="1604"/>
                  </a:cubicBezTo>
                  <a:lnTo>
                    <a:pt x="8326" y="1639"/>
                  </a:lnTo>
                  <a:cubicBezTo>
                    <a:pt x="8394" y="1639"/>
                    <a:pt x="8429" y="1604"/>
                    <a:pt x="8429" y="1570"/>
                  </a:cubicBezTo>
                  <a:cubicBezTo>
                    <a:pt x="8429" y="1502"/>
                    <a:pt x="8394" y="1468"/>
                    <a:pt x="8360" y="1468"/>
                  </a:cubicBezTo>
                  <a:lnTo>
                    <a:pt x="8224" y="1434"/>
                  </a:lnTo>
                  <a:close/>
                  <a:moveTo>
                    <a:pt x="9247" y="1604"/>
                  </a:moveTo>
                  <a:cubicBezTo>
                    <a:pt x="9213" y="1604"/>
                    <a:pt x="9179" y="1639"/>
                    <a:pt x="9145" y="1673"/>
                  </a:cubicBezTo>
                  <a:cubicBezTo>
                    <a:pt x="9145" y="1741"/>
                    <a:pt x="9179" y="1775"/>
                    <a:pt x="9213" y="1775"/>
                  </a:cubicBezTo>
                  <a:lnTo>
                    <a:pt x="9350" y="1809"/>
                  </a:lnTo>
                  <a:cubicBezTo>
                    <a:pt x="9384" y="1809"/>
                    <a:pt x="9418" y="1775"/>
                    <a:pt x="9452" y="1741"/>
                  </a:cubicBezTo>
                  <a:cubicBezTo>
                    <a:pt x="9452" y="1673"/>
                    <a:pt x="9418" y="1639"/>
                    <a:pt x="9384" y="1639"/>
                  </a:cubicBezTo>
                  <a:lnTo>
                    <a:pt x="9247" y="1604"/>
                  </a:lnTo>
                  <a:close/>
                  <a:moveTo>
                    <a:pt x="10271" y="1775"/>
                  </a:moveTo>
                  <a:cubicBezTo>
                    <a:pt x="10237" y="1775"/>
                    <a:pt x="10169" y="1809"/>
                    <a:pt x="10169" y="1843"/>
                  </a:cubicBezTo>
                  <a:cubicBezTo>
                    <a:pt x="10169" y="1912"/>
                    <a:pt x="10203" y="1946"/>
                    <a:pt x="10237" y="1946"/>
                  </a:cubicBezTo>
                  <a:lnTo>
                    <a:pt x="10339" y="1980"/>
                  </a:lnTo>
                  <a:lnTo>
                    <a:pt x="10374" y="1980"/>
                  </a:lnTo>
                  <a:cubicBezTo>
                    <a:pt x="10408" y="1980"/>
                    <a:pt x="10442" y="1946"/>
                    <a:pt x="10442" y="1912"/>
                  </a:cubicBezTo>
                  <a:cubicBezTo>
                    <a:pt x="10476" y="1843"/>
                    <a:pt x="10442" y="1809"/>
                    <a:pt x="10374" y="1809"/>
                  </a:cubicBezTo>
                  <a:lnTo>
                    <a:pt x="10271" y="1775"/>
                  </a:lnTo>
                  <a:close/>
                  <a:moveTo>
                    <a:pt x="11295" y="1946"/>
                  </a:moveTo>
                  <a:cubicBezTo>
                    <a:pt x="11227" y="1946"/>
                    <a:pt x="11192" y="1980"/>
                    <a:pt x="11192" y="2014"/>
                  </a:cubicBezTo>
                  <a:cubicBezTo>
                    <a:pt x="11192" y="2082"/>
                    <a:pt x="11227" y="2116"/>
                    <a:pt x="11261" y="2116"/>
                  </a:cubicBezTo>
                  <a:lnTo>
                    <a:pt x="11363" y="2150"/>
                  </a:lnTo>
                  <a:lnTo>
                    <a:pt x="11397" y="2150"/>
                  </a:lnTo>
                  <a:cubicBezTo>
                    <a:pt x="11431" y="2150"/>
                    <a:pt x="11465" y="2116"/>
                    <a:pt x="11465" y="2082"/>
                  </a:cubicBezTo>
                  <a:cubicBezTo>
                    <a:pt x="11465" y="2048"/>
                    <a:pt x="11431" y="1980"/>
                    <a:pt x="11397" y="1980"/>
                  </a:cubicBezTo>
                  <a:lnTo>
                    <a:pt x="11295" y="1946"/>
                  </a:lnTo>
                  <a:close/>
                  <a:moveTo>
                    <a:pt x="12319" y="2116"/>
                  </a:moveTo>
                  <a:cubicBezTo>
                    <a:pt x="12250" y="2116"/>
                    <a:pt x="12216" y="2150"/>
                    <a:pt x="12216" y="2219"/>
                  </a:cubicBezTo>
                  <a:cubicBezTo>
                    <a:pt x="12182" y="2253"/>
                    <a:pt x="12216" y="2287"/>
                    <a:pt x="12284" y="2287"/>
                  </a:cubicBezTo>
                  <a:lnTo>
                    <a:pt x="12387" y="2321"/>
                  </a:lnTo>
                  <a:cubicBezTo>
                    <a:pt x="12455" y="2321"/>
                    <a:pt x="12489" y="2287"/>
                    <a:pt x="12489" y="2253"/>
                  </a:cubicBezTo>
                  <a:cubicBezTo>
                    <a:pt x="12489" y="2219"/>
                    <a:pt x="12455" y="2150"/>
                    <a:pt x="12421" y="2150"/>
                  </a:cubicBezTo>
                  <a:lnTo>
                    <a:pt x="12319" y="2116"/>
                  </a:lnTo>
                  <a:close/>
                  <a:moveTo>
                    <a:pt x="13308" y="2287"/>
                  </a:moveTo>
                  <a:cubicBezTo>
                    <a:pt x="13274" y="2287"/>
                    <a:pt x="13240" y="2321"/>
                    <a:pt x="13206" y="2389"/>
                  </a:cubicBezTo>
                  <a:cubicBezTo>
                    <a:pt x="13206" y="2423"/>
                    <a:pt x="13240" y="2458"/>
                    <a:pt x="13274" y="2458"/>
                  </a:cubicBezTo>
                  <a:lnTo>
                    <a:pt x="13410" y="2492"/>
                  </a:lnTo>
                  <a:cubicBezTo>
                    <a:pt x="13445" y="2492"/>
                    <a:pt x="13479" y="2458"/>
                    <a:pt x="13513" y="2423"/>
                  </a:cubicBezTo>
                  <a:cubicBezTo>
                    <a:pt x="13513" y="2389"/>
                    <a:pt x="13479" y="2321"/>
                    <a:pt x="13445" y="2321"/>
                  </a:cubicBezTo>
                  <a:lnTo>
                    <a:pt x="13308" y="2287"/>
                  </a:lnTo>
                  <a:close/>
                  <a:moveTo>
                    <a:pt x="14332" y="2458"/>
                  </a:moveTo>
                  <a:cubicBezTo>
                    <a:pt x="14298" y="2458"/>
                    <a:pt x="14229" y="2492"/>
                    <a:pt x="14229" y="2560"/>
                  </a:cubicBezTo>
                  <a:cubicBezTo>
                    <a:pt x="14229" y="2594"/>
                    <a:pt x="14264" y="2628"/>
                    <a:pt x="14298" y="2628"/>
                  </a:cubicBezTo>
                  <a:lnTo>
                    <a:pt x="14434" y="2662"/>
                  </a:lnTo>
                  <a:cubicBezTo>
                    <a:pt x="14468" y="2662"/>
                    <a:pt x="14502" y="2628"/>
                    <a:pt x="14502" y="2594"/>
                  </a:cubicBezTo>
                  <a:cubicBezTo>
                    <a:pt x="14537" y="2560"/>
                    <a:pt x="14502" y="2492"/>
                    <a:pt x="14434" y="2492"/>
                  </a:cubicBezTo>
                  <a:lnTo>
                    <a:pt x="14332" y="2458"/>
                  </a:lnTo>
                  <a:close/>
                  <a:moveTo>
                    <a:pt x="15355" y="2628"/>
                  </a:moveTo>
                  <a:cubicBezTo>
                    <a:pt x="15321" y="2628"/>
                    <a:pt x="15253" y="2662"/>
                    <a:pt x="15253" y="2696"/>
                  </a:cubicBezTo>
                  <a:cubicBezTo>
                    <a:pt x="15253" y="2765"/>
                    <a:pt x="15287" y="2799"/>
                    <a:pt x="15321" y="2799"/>
                  </a:cubicBezTo>
                  <a:lnTo>
                    <a:pt x="15424" y="2833"/>
                  </a:lnTo>
                  <a:lnTo>
                    <a:pt x="15458" y="2833"/>
                  </a:lnTo>
                  <a:cubicBezTo>
                    <a:pt x="15492" y="2833"/>
                    <a:pt x="15526" y="2799"/>
                    <a:pt x="15526" y="2765"/>
                  </a:cubicBezTo>
                  <a:cubicBezTo>
                    <a:pt x="15526" y="2696"/>
                    <a:pt x="15526" y="2662"/>
                    <a:pt x="15458" y="2662"/>
                  </a:cubicBezTo>
                  <a:lnTo>
                    <a:pt x="15355" y="2628"/>
                  </a:lnTo>
                  <a:close/>
                  <a:moveTo>
                    <a:pt x="16379" y="2799"/>
                  </a:moveTo>
                  <a:cubicBezTo>
                    <a:pt x="16311" y="2799"/>
                    <a:pt x="16277" y="2833"/>
                    <a:pt x="16277" y="2867"/>
                  </a:cubicBezTo>
                  <a:cubicBezTo>
                    <a:pt x="16243" y="2935"/>
                    <a:pt x="16277" y="2969"/>
                    <a:pt x="16345" y="2969"/>
                  </a:cubicBezTo>
                  <a:lnTo>
                    <a:pt x="16447" y="3003"/>
                  </a:lnTo>
                  <a:lnTo>
                    <a:pt x="16482" y="3003"/>
                  </a:lnTo>
                  <a:cubicBezTo>
                    <a:pt x="16516" y="3003"/>
                    <a:pt x="16550" y="2969"/>
                    <a:pt x="16550" y="2935"/>
                  </a:cubicBezTo>
                  <a:cubicBezTo>
                    <a:pt x="16550" y="2867"/>
                    <a:pt x="16516" y="2833"/>
                    <a:pt x="16482" y="2833"/>
                  </a:cubicBezTo>
                  <a:lnTo>
                    <a:pt x="16379" y="2799"/>
                  </a:lnTo>
                  <a:close/>
                  <a:moveTo>
                    <a:pt x="17369" y="2969"/>
                  </a:moveTo>
                  <a:cubicBezTo>
                    <a:pt x="17335" y="2969"/>
                    <a:pt x="17301" y="3003"/>
                    <a:pt x="17301" y="3038"/>
                  </a:cubicBezTo>
                  <a:cubicBezTo>
                    <a:pt x="17266" y="3106"/>
                    <a:pt x="17301" y="3140"/>
                    <a:pt x="17369" y="3140"/>
                  </a:cubicBezTo>
                  <a:lnTo>
                    <a:pt x="17471" y="3174"/>
                  </a:lnTo>
                  <a:cubicBezTo>
                    <a:pt x="17539" y="3174"/>
                    <a:pt x="17573" y="3140"/>
                    <a:pt x="17573" y="3106"/>
                  </a:cubicBezTo>
                  <a:cubicBezTo>
                    <a:pt x="17573" y="3038"/>
                    <a:pt x="17539" y="3003"/>
                    <a:pt x="17505" y="3003"/>
                  </a:cubicBezTo>
                  <a:lnTo>
                    <a:pt x="17369" y="2969"/>
                  </a:lnTo>
                  <a:close/>
                  <a:moveTo>
                    <a:pt x="18392" y="3140"/>
                  </a:moveTo>
                  <a:cubicBezTo>
                    <a:pt x="18358" y="3140"/>
                    <a:pt x="18324" y="3174"/>
                    <a:pt x="18290" y="3208"/>
                  </a:cubicBezTo>
                  <a:cubicBezTo>
                    <a:pt x="18290" y="3276"/>
                    <a:pt x="18324" y="3311"/>
                    <a:pt x="18358" y="3311"/>
                  </a:cubicBezTo>
                  <a:lnTo>
                    <a:pt x="18495" y="3345"/>
                  </a:lnTo>
                  <a:cubicBezTo>
                    <a:pt x="18529" y="3345"/>
                    <a:pt x="18563" y="3311"/>
                    <a:pt x="18597" y="3276"/>
                  </a:cubicBezTo>
                  <a:cubicBezTo>
                    <a:pt x="18597" y="3208"/>
                    <a:pt x="18563" y="3174"/>
                    <a:pt x="18529" y="3174"/>
                  </a:cubicBezTo>
                  <a:lnTo>
                    <a:pt x="18392" y="3140"/>
                  </a:lnTo>
                  <a:close/>
                  <a:moveTo>
                    <a:pt x="19416" y="3311"/>
                  </a:moveTo>
                  <a:cubicBezTo>
                    <a:pt x="19382" y="3311"/>
                    <a:pt x="19314" y="3345"/>
                    <a:pt x="19314" y="3379"/>
                  </a:cubicBezTo>
                  <a:cubicBezTo>
                    <a:pt x="19314" y="3447"/>
                    <a:pt x="19348" y="3481"/>
                    <a:pt x="19382" y="3481"/>
                  </a:cubicBezTo>
                  <a:lnTo>
                    <a:pt x="19484" y="3515"/>
                  </a:lnTo>
                  <a:lnTo>
                    <a:pt x="19519" y="3515"/>
                  </a:lnTo>
                  <a:cubicBezTo>
                    <a:pt x="19553" y="3515"/>
                    <a:pt x="19587" y="3481"/>
                    <a:pt x="19587" y="3447"/>
                  </a:cubicBezTo>
                  <a:cubicBezTo>
                    <a:pt x="19621" y="3379"/>
                    <a:pt x="19587" y="3345"/>
                    <a:pt x="19519" y="3345"/>
                  </a:cubicBezTo>
                  <a:lnTo>
                    <a:pt x="19416" y="3311"/>
                  </a:lnTo>
                  <a:close/>
                  <a:moveTo>
                    <a:pt x="20440" y="3481"/>
                  </a:moveTo>
                  <a:cubicBezTo>
                    <a:pt x="20372" y="3481"/>
                    <a:pt x="20337" y="3515"/>
                    <a:pt x="20337" y="3549"/>
                  </a:cubicBezTo>
                  <a:cubicBezTo>
                    <a:pt x="20337" y="3584"/>
                    <a:pt x="20372" y="3652"/>
                    <a:pt x="20406" y="3652"/>
                  </a:cubicBezTo>
                  <a:lnTo>
                    <a:pt x="20508" y="3686"/>
                  </a:lnTo>
                  <a:lnTo>
                    <a:pt x="20542" y="3686"/>
                  </a:lnTo>
                  <a:cubicBezTo>
                    <a:pt x="20576" y="3686"/>
                    <a:pt x="20610" y="3652"/>
                    <a:pt x="20610" y="3584"/>
                  </a:cubicBezTo>
                  <a:cubicBezTo>
                    <a:pt x="20610" y="3549"/>
                    <a:pt x="20576" y="3515"/>
                    <a:pt x="20542" y="3515"/>
                  </a:cubicBezTo>
                  <a:lnTo>
                    <a:pt x="20440" y="3481"/>
                  </a:lnTo>
                  <a:close/>
                  <a:moveTo>
                    <a:pt x="21464" y="3652"/>
                  </a:moveTo>
                  <a:cubicBezTo>
                    <a:pt x="21395" y="3652"/>
                    <a:pt x="21361" y="3686"/>
                    <a:pt x="21361" y="3720"/>
                  </a:cubicBezTo>
                  <a:cubicBezTo>
                    <a:pt x="21327" y="3754"/>
                    <a:pt x="21361" y="3822"/>
                    <a:pt x="21429" y="3822"/>
                  </a:cubicBezTo>
                  <a:lnTo>
                    <a:pt x="21532" y="3822"/>
                  </a:lnTo>
                  <a:cubicBezTo>
                    <a:pt x="21600" y="3822"/>
                    <a:pt x="21634" y="3822"/>
                    <a:pt x="21634" y="3754"/>
                  </a:cubicBezTo>
                  <a:cubicBezTo>
                    <a:pt x="21634" y="3720"/>
                    <a:pt x="21600" y="3686"/>
                    <a:pt x="21566" y="3652"/>
                  </a:cubicBezTo>
                  <a:close/>
                  <a:moveTo>
                    <a:pt x="22453" y="3822"/>
                  </a:moveTo>
                  <a:cubicBezTo>
                    <a:pt x="22419" y="3822"/>
                    <a:pt x="22385" y="3822"/>
                    <a:pt x="22351" y="3891"/>
                  </a:cubicBezTo>
                  <a:cubicBezTo>
                    <a:pt x="22351" y="3925"/>
                    <a:pt x="22385" y="3959"/>
                    <a:pt x="22453" y="3993"/>
                  </a:cubicBezTo>
                  <a:lnTo>
                    <a:pt x="22555" y="3993"/>
                  </a:lnTo>
                  <a:cubicBezTo>
                    <a:pt x="22624" y="3993"/>
                    <a:pt x="22658" y="3959"/>
                    <a:pt x="22658" y="3925"/>
                  </a:cubicBezTo>
                  <a:cubicBezTo>
                    <a:pt x="22658" y="3891"/>
                    <a:pt x="22624" y="3822"/>
                    <a:pt x="22590" y="3822"/>
                  </a:cubicBezTo>
                  <a:close/>
                  <a:moveTo>
                    <a:pt x="23444" y="3980"/>
                  </a:moveTo>
                  <a:cubicBezTo>
                    <a:pt x="23411" y="3980"/>
                    <a:pt x="23374" y="4011"/>
                    <a:pt x="23374" y="4061"/>
                  </a:cubicBezTo>
                  <a:cubicBezTo>
                    <a:pt x="23374" y="4095"/>
                    <a:pt x="23409" y="4130"/>
                    <a:pt x="23443" y="4164"/>
                  </a:cubicBezTo>
                  <a:lnTo>
                    <a:pt x="23579" y="4164"/>
                  </a:lnTo>
                  <a:cubicBezTo>
                    <a:pt x="23613" y="4164"/>
                    <a:pt x="23647" y="4130"/>
                    <a:pt x="23682" y="4095"/>
                  </a:cubicBezTo>
                  <a:cubicBezTo>
                    <a:pt x="23682" y="4061"/>
                    <a:pt x="23647" y="3993"/>
                    <a:pt x="23613" y="3993"/>
                  </a:cubicBezTo>
                  <a:lnTo>
                    <a:pt x="23477" y="3993"/>
                  </a:lnTo>
                  <a:cubicBezTo>
                    <a:pt x="23468" y="3984"/>
                    <a:pt x="23456" y="3980"/>
                    <a:pt x="23444" y="3980"/>
                  </a:cubicBezTo>
                  <a:close/>
                  <a:moveTo>
                    <a:pt x="24500" y="4130"/>
                  </a:moveTo>
                  <a:cubicBezTo>
                    <a:pt x="24466" y="4130"/>
                    <a:pt x="24398" y="4164"/>
                    <a:pt x="24398" y="4232"/>
                  </a:cubicBezTo>
                  <a:cubicBezTo>
                    <a:pt x="24398" y="4266"/>
                    <a:pt x="24432" y="4300"/>
                    <a:pt x="24466" y="4300"/>
                  </a:cubicBezTo>
                  <a:lnTo>
                    <a:pt x="24569" y="4334"/>
                  </a:lnTo>
                  <a:lnTo>
                    <a:pt x="24603" y="4334"/>
                  </a:lnTo>
                  <a:cubicBezTo>
                    <a:pt x="24637" y="4334"/>
                    <a:pt x="24671" y="4300"/>
                    <a:pt x="24671" y="4266"/>
                  </a:cubicBezTo>
                  <a:cubicBezTo>
                    <a:pt x="24705" y="4198"/>
                    <a:pt x="24671" y="4164"/>
                    <a:pt x="24603" y="4164"/>
                  </a:cubicBezTo>
                  <a:lnTo>
                    <a:pt x="24500" y="4130"/>
                  </a:lnTo>
                  <a:close/>
                  <a:moveTo>
                    <a:pt x="25524" y="4300"/>
                  </a:moveTo>
                  <a:cubicBezTo>
                    <a:pt x="25456" y="4300"/>
                    <a:pt x="25422" y="4334"/>
                    <a:pt x="25422" y="4368"/>
                  </a:cubicBezTo>
                  <a:cubicBezTo>
                    <a:pt x="25422" y="4437"/>
                    <a:pt x="25456" y="4471"/>
                    <a:pt x="25490" y="4471"/>
                  </a:cubicBezTo>
                  <a:lnTo>
                    <a:pt x="25592" y="4505"/>
                  </a:lnTo>
                  <a:lnTo>
                    <a:pt x="25627" y="4505"/>
                  </a:lnTo>
                  <a:cubicBezTo>
                    <a:pt x="25661" y="4505"/>
                    <a:pt x="25695" y="4471"/>
                    <a:pt x="25695" y="4437"/>
                  </a:cubicBezTo>
                  <a:cubicBezTo>
                    <a:pt x="25695" y="4368"/>
                    <a:pt x="25661" y="4334"/>
                    <a:pt x="25627" y="4334"/>
                  </a:cubicBezTo>
                  <a:lnTo>
                    <a:pt x="25524" y="4300"/>
                  </a:lnTo>
                  <a:close/>
                  <a:moveTo>
                    <a:pt x="26548" y="4471"/>
                  </a:moveTo>
                  <a:cubicBezTo>
                    <a:pt x="26480" y="4471"/>
                    <a:pt x="26445" y="4505"/>
                    <a:pt x="26445" y="4539"/>
                  </a:cubicBezTo>
                  <a:cubicBezTo>
                    <a:pt x="26411" y="4607"/>
                    <a:pt x="26445" y="4641"/>
                    <a:pt x="26514" y="4641"/>
                  </a:cubicBezTo>
                  <a:lnTo>
                    <a:pt x="26616" y="4676"/>
                  </a:lnTo>
                  <a:lnTo>
                    <a:pt x="26650" y="4676"/>
                  </a:lnTo>
                  <a:cubicBezTo>
                    <a:pt x="26684" y="4676"/>
                    <a:pt x="26718" y="4641"/>
                    <a:pt x="26718" y="4607"/>
                  </a:cubicBezTo>
                  <a:cubicBezTo>
                    <a:pt x="26718" y="4539"/>
                    <a:pt x="26684" y="4505"/>
                    <a:pt x="26650" y="4505"/>
                  </a:cubicBezTo>
                  <a:lnTo>
                    <a:pt x="26548" y="4471"/>
                  </a:lnTo>
                  <a:close/>
                  <a:moveTo>
                    <a:pt x="27537" y="4641"/>
                  </a:moveTo>
                  <a:cubicBezTo>
                    <a:pt x="27503" y="4641"/>
                    <a:pt x="27469" y="4676"/>
                    <a:pt x="27469" y="4710"/>
                  </a:cubicBezTo>
                  <a:cubicBezTo>
                    <a:pt x="27435" y="4744"/>
                    <a:pt x="27469" y="4812"/>
                    <a:pt x="27537" y="4812"/>
                  </a:cubicBezTo>
                  <a:lnTo>
                    <a:pt x="27640" y="4812"/>
                  </a:lnTo>
                  <a:cubicBezTo>
                    <a:pt x="27708" y="4812"/>
                    <a:pt x="27742" y="4812"/>
                    <a:pt x="27742" y="4744"/>
                  </a:cubicBezTo>
                  <a:cubicBezTo>
                    <a:pt x="27742" y="4710"/>
                    <a:pt x="27708" y="4676"/>
                    <a:pt x="27674" y="4641"/>
                  </a:cubicBezTo>
                  <a:close/>
                  <a:moveTo>
                    <a:pt x="28561" y="4812"/>
                  </a:moveTo>
                  <a:cubicBezTo>
                    <a:pt x="28527" y="4812"/>
                    <a:pt x="28493" y="4812"/>
                    <a:pt x="28459" y="4880"/>
                  </a:cubicBezTo>
                  <a:cubicBezTo>
                    <a:pt x="28459" y="4914"/>
                    <a:pt x="28493" y="4983"/>
                    <a:pt x="28527" y="4983"/>
                  </a:cubicBezTo>
                  <a:lnTo>
                    <a:pt x="28663" y="4983"/>
                  </a:lnTo>
                  <a:cubicBezTo>
                    <a:pt x="28698" y="4983"/>
                    <a:pt x="28732" y="4949"/>
                    <a:pt x="28766" y="4914"/>
                  </a:cubicBezTo>
                  <a:cubicBezTo>
                    <a:pt x="28766" y="4880"/>
                    <a:pt x="28732" y="4846"/>
                    <a:pt x="28698" y="4812"/>
                  </a:cubicBezTo>
                  <a:close/>
                  <a:moveTo>
                    <a:pt x="29552" y="4969"/>
                  </a:moveTo>
                  <a:cubicBezTo>
                    <a:pt x="29519" y="4969"/>
                    <a:pt x="29482" y="5001"/>
                    <a:pt x="29482" y="5051"/>
                  </a:cubicBezTo>
                  <a:cubicBezTo>
                    <a:pt x="29482" y="5085"/>
                    <a:pt x="29517" y="5119"/>
                    <a:pt x="29551" y="5153"/>
                  </a:cubicBezTo>
                  <a:lnTo>
                    <a:pt x="29687" y="5153"/>
                  </a:lnTo>
                  <a:cubicBezTo>
                    <a:pt x="29721" y="5153"/>
                    <a:pt x="29755" y="5119"/>
                    <a:pt x="29755" y="5085"/>
                  </a:cubicBezTo>
                  <a:cubicBezTo>
                    <a:pt x="29790" y="5051"/>
                    <a:pt x="29755" y="4983"/>
                    <a:pt x="29687" y="4983"/>
                  </a:cubicBezTo>
                  <a:lnTo>
                    <a:pt x="29585" y="4983"/>
                  </a:lnTo>
                  <a:cubicBezTo>
                    <a:pt x="29576" y="4973"/>
                    <a:pt x="29564" y="4969"/>
                    <a:pt x="29552" y="4969"/>
                  </a:cubicBezTo>
                  <a:close/>
                  <a:moveTo>
                    <a:pt x="30608" y="5119"/>
                  </a:moveTo>
                  <a:cubicBezTo>
                    <a:pt x="30540" y="5119"/>
                    <a:pt x="30506" y="5153"/>
                    <a:pt x="30506" y="5221"/>
                  </a:cubicBezTo>
                  <a:cubicBezTo>
                    <a:pt x="30506" y="5256"/>
                    <a:pt x="30540" y="5290"/>
                    <a:pt x="30574" y="5290"/>
                  </a:cubicBezTo>
                  <a:lnTo>
                    <a:pt x="30677" y="5324"/>
                  </a:lnTo>
                  <a:lnTo>
                    <a:pt x="30711" y="5324"/>
                  </a:lnTo>
                  <a:cubicBezTo>
                    <a:pt x="30745" y="5324"/>
                    <a:pt x="30779" y="5290"/>
                    <a:pt x="30779" y="5256"/>
                  </a:cubicBezTo>
                  <a:cubicBezTo>
                    <a:pt x="30779" y="5187"/>
                    <a:pt x="30779" y="5153"/>
                    <a:pt x="30711" y="5153"/>
                  </a:cubicBezTo>
                  <a:lnTo>
                    <a:pt x="30608" y="5119"/>
                  </a:lnTo>
                  <a:close/>
                  <a:moveTo>
                    <a:pt x="31632" y="5290"/>
                  </a:moveTo>
                  <a:cubicBezTo>
                    <a:pt x="31564" y="5290"/>
                    <a:pt x="31530" y="5324"/>
                    <a:pt x="31530" y="5358"/>
                  </a:cubicBezTo>
                  <a:cubicBezTo>
                    <a:pt x="31530" y="5426"/>
                    <a:pt x="31530" y="5460"/>
                    <a:pt x="31598" y="5460"/>
                  </a:cubicBezTo>
                  <a:lnTo>
                    <a:pt x="31700" y="5494"/>
                  </a:lnTo>
                  <a:lnTo>
                    <a:pt x="31735" y="5494"/>
                  </a:lnTo>
                  <a:cubicBezTo>
                    <a:pt x="31769" y="5494"/>
                    <a:pt x="31803" y="5460"/>
                    <a:pt x="31803" y="5426"/>
                  </a:cubicBezTo>
                  <a:cubicBezTo>
                    <a:pt x="31803" y="5358"/>
                    <a:pt x="31769" y="5324"/>
                    <a:pt x="31735" y="5324"/>
                  </a:cubicBezTo>
                  <a:lnTo>
                    <a:pt x="31632" y="5290"/>
                  </a:lnTo>
                  <a:close/>
                  <a:moveTo>
                    <a:pt x="32622" y="5460"/>
                  </a:moveTo>
                  <a:cubicBezTo>
                    <a:pt x="32588" y="5460"/>
                    <a:pt x="32553" y="5494"/>
                    <a:pt x="32553" y="5529"/>
                  </a:cubicBezTo>
                  <a:cubicBezTo>
                    <a:pt x="32519" y="5597"/>
                    <a:pt x="32553" y="5631"/>
                    <a:pt x="32622" y="5631"/>
                  </a:cubicBezTo>
                  <a:lnTo>
                    <a:pt x="32724" y="5665"/>
                  </a:lnTo>
                  <a:cubicBezTo>
                    <a:pt x="32792" y="5665"/>
                    <a:pt x="32826" y="5631"/>
                    <a:pt x="32826" y="5597"/>
                  </a:cubicBezTo>
                  <a:cubicBezTo>
                    <a:pt x="32826" y="5529"/>
                    <a:pt x="32792" y="5494"/>
                    <a:pt x="32758" y="5494"/>
                  </a:cubicBezTo>
                  <a:lnTo>
                    <a:pt x="32622" y="5460"/>
                  </a:lnTo>
                  <a:close/>
                  <a:moveTo>
                    <a:pt x="33645" y="5631"/>
                  </a:moveTo>
                  <a:cubicBezTo>
                    <a:pt x="33611" y="5631"/>
                    <a:pt x="33577" y="5665"/>
                    <a:pt x="33543" y="5699"/>
                  </a:cubicBezTo>
                  <a:cubicBezTo>
                    <a:pt x="33543" y="5733"/>
                    <a:pt x="33577" y="5802"/>
                    <a:pt x="33611" y="5802"/>
                  </a:cubicBezTo>
                  <a:lnTo>
                    <a:pt x="33748" y="5802"/>
                  </a:lnTo>
                  <a:cubicBezTo>
                    <a:pt x="33782" y="5802"/>
                    <a:pt x="33816" y="5802"/>
                    <a:pt x="33850" y="5733"/>
                  </a:cubicBezTo>
                  <a:cubicBezTo>
                    <a:pt x="33850" y="5699"/>
                    <a:pt x="33816" y="5665"/>
                    <a:pt x="33782" y="5631"/>
                  </a:cubicBezTo>
                  <a:close/>
                  <a:moveTo>
                    <a:pt x="34669" y="5802"/>
                  </a:moveTo>
                  <a:cubicBezTo>
                    <a:pt x="34635" y="5802"/>
                    <a:pt x="34567" y="5802"/>
                    <a:pt x="34567" y="5870"/>
                  </a:cubicBezTo>
                  <a:cubicBezTo>
                    <a:pt x="34567" y="5904"/>
                    <a:pt x="34601" y="5938"/>
                    <a:pt x="34635" y="5972"/>
                  </a:cubicBezTo>
                  <a:lnTo>
                    <a:pt x="34771" y="5972"/>
                  </a:lnTo>
                  <a:cubicBezTo>
                    <a:pt x="34806" y="5972"/>
                    <a:pt x="34840" y="5938"/>
                    <a:pt x="34874" y="5904"/>
                  </a:cubicBezTo>
                  <a:cubicBezTo>
                    <a:pt x="34874" y="5870"/>
                    <a:pt x="34840" y="5836"/>
                    <a:pt x="34771" y="5802"/>
                  </a:cubicBezTo>
                  <a:close/>
                  <a:moveTo>
                    <a:pt x="35660" y="5959"/>
                  </a:moveTo>
                  <a:cubicBezTo>
                    <a:pt x="35627" y="5959"/>
                    <a:pt x="35590" y="5990"/>
                    <a:pt x="35590" y="6040"/>
                  </a:cubicBezTo>
                  <a:cubicBezTo>
                    <a:pt x="35590" y="6075"/>
                    <a:pt x="35625" y="6109"/>
                    <a:pt x="35659" y="6143"/>
                  </a:cubicBezTo>
                  <a:lnTo>
                    <a:pt x="35795" y="6143"/>
                  </a:lnTo>
                  <a:cubicBezTo>
                    <a:pt x="35829" y="6143"/>
                    <a:pt x="35863" y="6109"/>
                    <a:pt x="35863" y="6075"/>
                  </a:cubicBezTo>
                  <a:cubicBezTo>
                    <a:pt x="35898" y="6040"/>
                    <a:pt x="35863" y="5972"/>
                    <a:pt x="35795" y="5972"/>
                  </a:cubicBezTo>
                  <a:lnTo>
                    <a:pt x="35693" y="5972"/>
                  </a:lnTo>
                  <a:cubicBezTo>
                    <a:pt x="35684" y="5963"/>
                    <a:pt x="35672" y="5959"/>
                    <a:pt x="35660" y="5959"/>
                  </a:cubicBezTo>
                  <a:close/>
                  <a:moveTo>
                    <a:pt x="36717" y="6109"/>
                  </a:moveTo>
                  <a:cubicBezTo>
                    <a:pt x="36648" y="6109"/>
                    <a:pt x="36614" y="6143"/>
                    <a:pt x="36614" y="6211"/>
                  </a:cubicBezTo>
                  <a:cubicBezTo>
                    <a:pt x="36614" y="6245"/>
                    <a:pt x="36648" y="6279"/>
                    <a:pt x="36682" y="6279"/>
                  </a:cubicBezTo>
                  <a:lnTo>
                    <a:pt x="36785" y="6313"/>
                  </a:lnTo>
                  <a:lnTo>
                    <a:pt x="36819" y="6313"/>
                  </a:lnTo>
                  <a:cubicBezTo>
                    <a:pt x="36853" y="6313"/>
                    <a:pt x="36887" y="6279"/>
                    <a:pt x="36887" y="6245"/>
                  </a:cubicBezTo>
                  <a:cubicBezTo>
                    <a:pt x="36887" y="6177"/>
                    <a:pt x="36853" y="6143"/>
                    <a:pt x="36819" y="6143"/>
                  </a:cubicBezTo>
                  <a:lnTo>
                    <a:pt x="36717" y="6109"/>
                  </a:lnTo>
                  <a:close/>
                  <a:moveTo>
                    <a:pt x="37740" y="6279"/>
                  </a:moveTo>
                  <a:cubicBezTo>
                    <a:pt x="37672" y="6279"/>
                    <a:pt x="37638" y="6313"/>
                    <a:pt x="37638" y="6348"/>
                  </a:cubicBezTo>
                  <a:cubicBezTo>
                    <a:pt x="37604" y="6416"/>
                    <a:pt x="37638" y="6450"/>
                    <a:pt x="37706" y="6450"/>
                  </a:cubicBezTo>
                  <a:lnTo>
                    <a:pt x="37808" y="6484"/>
                  </a:lnTo>
                  <a:cubicBezTo>
                    <a:pt x="37877" y="6484"/>
                    <a:pt x="37911" y="6450"/>
                    <a:pt x="37911" y="6416"/>
                  </a:cubicBezTo>
                  <a:cubicBezTo>
                    <a:pt x="37911" y="6348"/>
                    <a:pt x="37877" y="6313"/>
                    <a:pt x="37843" y="6313"/>
                  </a:cubicBezTo>
                  <a:lnTo>
                    <a:pt x="37740" y="6279"/>
                  </a:lnTo>
                  <a:close/>
                  <a:moveTo>
                    <a:pt x="38730" y="6450"/>
                  </a:moveTo>
                  <a:cubicBezTo>
                    <a:pt x="38696" y="6450"/>
                    <a:pt x="38662" y="6484"/>
                    <a:pt x="38627" y="6518"/>
                  </a:cubicBezTo>
                  <a:cubicBezTo>
                    <a:pt x="38627" y="6586"/>
                    <a:pt x="38662" y="6621"/>
                    <a:pt x="38730" y="6621"/>
                  </a:cubicBezTo>
                  <a:lnTo>
                    <a:pt x="38832" y="6655"/>
                  </a:lnTo>
                  <a:cubicBezTo>
                    <a:pt x="38866" y="6655"/>
                    <a:pt x="38935" y="6621"/>
                    <a:pt x="38935" y="6586"/>
                  </a:cubicBezTo>
                  <a:cubicBezTo>
                    <a:pt x="38935" y="6518"/>
                    <a:pt x="38900" y="6484"/>
                    <a:pt x="38866" y="6484"/>
                  </a:cubicBezTo>
                  <a:lnTo>
                    <a:pt x="38730" y="6450"/>
                  </a:lnTo>
                  <a:close/>
                  <a:moveTo>
                    <a:pt x="39753" y="6621"/>
                  </a:moveTo>
                  <a:cubicBezTo>
                    <a:pt x="39719" y="6621"/>
                    <a:pt x="39685" y="6655"/>
                    <a:pt x="39651" y="6689"/>
                  </a:cubicBezTo>
                  <a:cubicBezTo>
                    <a:pt x="39651" y="6723"/>
                    <a:pt x="39685" y="6791"/>
                    <a:pt x="39719" y="6791"/>
                  </a:cubicBezTo>
                  <a:lnTo>
                    <a:pt x="39856" y="6825"/>
                  </a:lnTo>
                  <a:cubicBezTo>
                    <a:pt x="39890" y="6825"/>
                    <a:pt x="39924" y="6791"/>
                    <a:pt x="39958" y="6723"/>
                  </a:cubicBezTo>
                  <a:cubicBezTo>
                    <a:pt x="39958" y="6689"/>
                    <a:pt x="39924" y="6655"/>
                    <a:pt x="39856" y="6655"/>
                  </a:cubicBezTo>
                  <a:lnTo>
                    <a:pt x="39753" y="6621"/>
                  </a:lnTo>
                  <a:close/>
                  <a:moveTo>
                    <a:pt x="40777" y="6791"/>
                  </a:moveTo>
                  <a:cubicBezTo>
                    <a:pt x="40743" y="6791"/>
                    <a:pt x="40675" y="6825"/>
                    <a:pt x="40675" y="6859"/>
                  </a:cubicBezTo>
                  <a:cubicBezTo>
                    <a:pt x="40675" y="6894"/>
                    <a:pt x="40709" y="6962"/>
                    <a:pt x="40743" y="6962"/>
                  </a:cubicBezTo>
                  <a:lnTo>
                    <a:pt x="40880" y="6962"/>
                  </a:lnTo>
                  <a:cubicBezTo>
                    <a:pt x="40914" y="6962"/>
                    <a:pt x="40948" y="6962"/>
                    <a:pt x="40948" y="6894"/>
                  </a:cubicBezTo>
                  <a:cubicBezTo>
                    <a:pt x="40982" y="6859"/>
                    <a:pt x="40948" y="6825"/>
                    <a:pt x="40880" y="6791"/>
                  </a:cubicBezTo>
                  <a:close/>
                  <a:moveTo>
                    <a:pt x="41801" y="6962"/>
                  </a:moveTo>
                  <a:cubicBezTo>
                    <a:pt x="41733" y="6962"/>
                    <a:pt x="41698" y="6962"/>
                    <a:pt x="41698" y="7030"/>
                  </a:cubicBezTo>
                  <a:cubicBezTo>
                    <a:pt x="41698" y="7064"/>
                    <a:pt x="41733" y="7132"/>
                    <a:pt x="41767" y="7132"/>
                  </a:cubicBezTo>
                  <a:lnTo>
                    <a:pt x="41903" y="7132"/>
                  </a:lnTo>
                  <a:cubicBezTo>
                    <a:pt x="41937" y="7132"/>
                    <a:pt x="41971" y="7098"/>
                    <a:pt x="41971" y="7064"/>
                  </a:cubicBezTo>
                  <a:cubicBezTo>
                    <a:pt x="41971" y="7030"/>
                    <a:pt x="41937" y="6996"/>
                    <a:pt x="41903" y="6962"/>
                  </a:cubicBezTo>
                  <a:close/>
                  <a:moveTo>
                    <a:pt x="42825" y="7132"/>
                  </a:moveTo>
                  <a:cubicBezTo>
                    <a:pt x="42756" y="7132"/>
                    <a:pt x="42722" y="7132"/>
                    <a:pt x="42722" y="7201"/>
                  </a:cubicBezTo>
                  <a:cubicBezTo>
                    <a:pt x="42688" y="7235"/>
                    <a:pt x="42722" y="7269"/>
                    <a:pt x="42790" y="7303"/>
                  </a:cubicBezTo>
                  <a:lnTo>
                    <a:pt x="42927" y="7303"/>
                  </a:lnTo>
                  <a:cubicBezTo>
                    <a:pt x="42961" y="7303"/>
                    <a:pt x="42995" y="7269"/>
                    <a:pt x="42995" y="7235"/>
                  </a:cubicBezTo>
                  <a:cubicBezTo>
                    <a:pt x="42995" y="7201"/>
                    <a:pt x="42961" y="7132"/>
                    <a:pt x="42927" y="7132"/>
                  </a:cubicBezTo>
                  <a:close/>
                  <a:moveTo>
                    <a:pt x="43787" y="7290"/>
                  </a:moveTo>
                  <a:cubicBezTo>
                    <a:pt x="43762" y="7290"/>
                    <a:pt x="43737" y="7321"/>
                    <a:pt x="43712" y="7371"/>
                  </a:cubicBezTo>
                  <a:cubicBezTo>
                    <a:pt x="43712" y="7405"/>
                    <a:pt x="43746" y="7439"/>
                    <a:pt x="43814" y="7474"/>
                  </a:cubicBezTo>
                  <a:lnTo>
                    <a:pt x="43916" y="7474"/>
                  </a:lnTo>
                  <a:cubicBezTo>
                    <a:pt x="43985" y="7474"/>
                    <a:pt x="44019" y="7439"/>
                    <a:pt x="44019" y="7405"/>
                  </a:cubicBezTo>
                  <a:cubicBezTo>
                    <a:pt x="44019" y="7371"/>
                    <a:pt x="43985" y="7303"/>
                    <a:pt x="43951" y="7303"/>
                  </a:cubicBezTo>
                  <a:lnTo>
                    <a:pt x="43814" y="7303"/>
                  </a:lnTo>
                  <a:cubicBezTo>
                    <a:pt x="43805" y="7294"/>
                    <a:pt x="43796" y="7290"/>
                    <a:pt x="43787" y="7290"/>
                  </a:cubicBezTo>
                  <a:close/>
                  <a:moveTo>
                    <a:pt x="44810" y="7460"/>
                  </a:moveTo>
                  <a:cubicBezTo>
                    <a:pt x="44785" y="7460"/>
                    <a:pt x="44760" y="7492"/>
                    <a:pt x="44735" y="7542"/>
                  </a:cubicBezTo>
                  <a:cubicBezTo>
                    <a:pt x="44735" y="7576"/>
                    <a:pt x="44770" y="7610"/>
                    <a:pt x="44804" y="7644"/>
                  </a:cubicBezTo>
                  <a:lnTo>
                    <a:pt x="44940" y="7644"/>
                  </a:lnTo>
                  <a:cubicBezTo>
                    <a:pt x="44974" y="7644"/>
                    <a:pt x="45008" y="7610"/>
                    <a:pt x="45043" y="7576"/>
                  </a:cubicBezTo>
                  <a:cubicBezTo>
                    <a:pt x="45043" y="7542"/>
                    <a:pt x="45008" y="7474"/>
                    <a:pt x="44974" y="7474"/>
                  </a:cubicBezTo>
                  <a:lnTo>
                    <a:pt x="44838" y="7474"/>
                  </a:lnTo>
                  <a:cubicBezTo>
                    <a:pt x="44829" y="7464"/>
                    <a:pt x="44819" y="7460"/>
                    <a:pt x="44810" y="7460"/>
                  </a:cubicBezTo>
                  <a:close/>
                  <a:moveTo>
                    <a:pt x="45829" y="7631"/>
                  </a:moveTo>
                  <a:cubicBezTo>
                    <a:pt x="45796" y="7631"/>
                    <a:pt x="45759" y="7663"/>
                    <a:pt x="45759" y="7712"/>
                  </a:cubicBezTo>
                  <a:cubicBezTo>
                    <a:pt x="45759" y="7747"/>
                    <a:pt x="45793" y="7781"/>
                    <a:pt x="45827" y="7815"/>
                  </a:cubicBezTo>
                  <a:lnTo>
                    <a:pt x="45964" y="7815"/>
                  </a:lnTo>
                  <a:cubicBezTo>
                    <a:pt x="45998" y="7815"/>
                    <a:pt x="46032" y="7781"/>
                    <a:pt x="46032" y="7747"/>
                  </a:cubicBezTo>
                  <a:cubicBezTo>
                    <a:pt x="46066" y="7712"/>
                    <a:pt x="46032" y="7644"/>
                    <a:pt x="45964" y="7644"/>
                  </a:cubicBezTo>
                  <a:lnTo>
                    <a:pt x="45861" y="7644"/>
                  </a:lnTo>
                  <a:cubicBezTo>
                    <a:pt x="45852" y="7635"/>
                    <a:pt x="45841" y="7631"/>
                    <a:pt x="45829" y="7631"/>
                  </a:cubicBezTo>
                  <a:close/>
                  <a:moveTo>
                    <a:pt x="46838" y="7801"/>
                  </a:moveTo>
                  <a:cubicBezTo>
                    <a:pt x="46801" y="7801"/>
                    <a:pt x="46783" y="7833"/>
                    <a:pt x="46783" y="7883"/>
                  </a:cubicBezTo>
                  <a:cubicBezTo>
                    <a:pt x="46783" y="7917"/>
                    <a:pt x="46817" y="7951"/>
                    <a:pt x="46851" y="7951"/>
                  </a:cubicBezTo>
                  <a:lnTo>
                    <a:pt x="46953" y="7985"/>
                  </a:lnTo>
                  <a:lnTo>
                    <a:pt x="46988" y="7985"/>
                  </a:lnTo>
                  <a:cubicBezTo>
                    <a:pt x="47022" y="7985"/>
                    <a:pt x="47056" y="7951"/>
                    <a:pt x="47056" y="7917"/>
                  </a:cubicBezTo>
                  <a:cubicBezTo>
                    <a:pt x="47056" y="7883"/>
                    <a:pt x="47056" y="7815"/>
                    <a:pt x="46988" y="7815"/>
                  </a:cubicBezTo>
                  <a:lnTo>
                    <a:pt x="46885" y="7815"/>
                  </a:lnTo>
                  <a:cubicBezTo>
                    <a:pt x="46867" y="7806"/>
                    <a:pt x="46851" y="7801"/>
                    <a:pt x="46838" y="7801"/>
                  </a:cubicBezTo>
                  <a:close/>
                  <a:moveTo>
                    <a:pt x="47861" y="7972"/>
                  </a:moveTo>
                  <a:cubicBezTo>
                    <a:pt x="47825" y="7972"/>
                    <a:pt x="47806" y="8004"/>
                    <a:pt x="47806" y="8054"/>
                  </a:cubicBezTo>
                  <a:cubicBezTo>
                    <a:pt x="47772" y="8088"/>
                    <a:pt x="47806" y="8122"/>
                    <a:pt x="47875" y="8122"/>
                  </a:cubicBezTo>
                  <a:lnTo>
                    <a:pt x="47977" y="8156"/>
                  </a:lnTo>
                  <a:cubicBezTo>
                    <a:pt x="48045" y="8156"/>
                    <a:pt x="48079" y="8122"/>
                    <a:pt x="48079" y="8088"/>
                  </a:cubicBezTo>
                  <a:cubicBezTo>
                    <a:pt x="48079" y="8054"/>
                    <a:pt x="48045" y="7985"/>
                    <a:pt x="48011" y="7985"/>
                  </a:cubicBezTo>
                  <a:lnTo>
                    <a:pt x="47909" y="7985"/>
                  </a:lnTo>
                  <a:cubicBezTo>
                    <a:pt x="47891" y="7976"/>
                    <a:pt x="47875" y="7972"/>
                    <a:pt x="47861" y="7972"/>
                  </a:cubicBezTo>
                  <a:close/>
                  <a:moveTo>
                    <a:pt x="48871" y="8143"/>
                  </a:moveTo>
                  <a:cubicBezTo>
                    <a:pt x="48846" y="8143"/>
                    <a:pt x="48821" y="8174"/>
                    <a:pt x="48796" y="8224"/>
                  </a:cubicBezTo>
                  <a:cubicBezTo>
                    <a:pt x="48796" y="8258"/>
                    <a:pt x="48830" y="8293"/>
                    <a:pt x="48898" y="8293"/>
                  </a:cubicBezTo>
                  <a:lnTo>
                    <a:pt x="49001" y="8327"/>
                  </a:lnTo>
                  <a:cubicBezTo>
                    <a:pt x="49069" y="8327"/>
                    <a:pt x="49103" y="8293"/>
                    <a:pt x="49103" y="8258"/>
                  </a:cubicBezTo>
                  <a:cubicBezTo>
                    <a:pt x="49103" y="8224"/>
                    <a:pt x="49069" y="8156"/>
                    <a:pt x="49035" y="8156"/>
                  </a:cubicBezTo>
                  <a:lnTo>
                    <a:pt x="48898" y="8156"/>
                  </a:lnTo>
                  <a:cubicBezTo>
                    <a:pt x="48889" y="8147"/>
                    <a:pt x="48880" y="8143"/>
                    <a:pt x="48871" y="8143"/>
                  </a:cubicBezTo>
                  <a:close/>
                  <a:moveTo>
                    <a:pt x="49895" y="8313"/>
                  </a:moveTo>
                  <a:cubicBezTo>
                    <a:pt x="49870" y="8313"/>
                    <a:pt x="49845" y="8345"/>
                    <a:pt x="49820" y="8395"/>
                  </a:cubicBezTo>
                  <a:cubicBezTo>
                    <a:pt x="49820" y="8429"/>
                    <a:pt x="49854" y="8463"/>
                    <a:pt x="49888" y="8497"/>
                  </a:cubicBezTo>
                  <a:lnTo>
                    <a:pt x="50024" y="8497"/>
                  </a:lnTo>
                  <a:cubicBezTo>
                    <a:pt x="50059" y="8497"/>
                    <a:pt x="50093" y="8463"/>
                    <a:pt x="50127" y="8429"/>
                  </a:cubicBezTo>
                  <a:cubicBezTo>
                    <a:pt x="50127" y="8395"/>
                    <a:pt x="50093" y="8327"/>
                    <a:pt x="50059" y="8327"/>
                  </a:cubicBezTo>
                  <a:lnTo>
                    <a:pt x="49922" y="8327"/>
                  </a:lnTo>
                  <a:cubicBezTo>
                    <a:pt x="49913" y="8318"/>
                    <a:pt x="49904" y="8313"/>
                    <a:pt x="49895" y="8313"/>
                  </a:cubicBezTo>
                  <a:close/>
                  <a:moveTo>
                    <a:pt x="50913" y="8484"/>
                  </a:moveTo>
                  <a:cubicBezTo>
                    <a:pt x="50880" y="8484"/>
                    <a:pt x="50843" y="8516"/>
                    <a:pt x="50843" y="8566"/>
                  </a:cubicBezTo>
                  <a:cubicBezTo>
                    <a:pt x="50843" y="8600"/>
                    <a:pt x="50878" y="8634"/>
                    <a:pt x="50912" y="8668"/>
                  </a:cubicBezTo>
                  <a:lnTo>
                    <a:pt x="51048" y="8668"/>
                  </a:lnTo>
                  <a:cubicBezTo>
                    <a:pt x="51082" y="8668"/>
                    <a:pt x="51116" y="8634"/>
                    <a:pt x="51116" y="8600"/>
                  </a:cubicBezTo>
                  <a:cubicBezTo>
                    <a:pt x="51151" y="8566"/>
                    <a:pt x="51116" y="8497"/>
                    <a:pt x="51048" y="8497"/>
                  </a:cubicBezTo>
                  <a:lnTo>
                    <a:pt x="50946" y="8497"/>
                  </a:lnTo>
                  <a:cubicBezTo>
                    <a:pt x="50937" y="8488"/>
                    <a:pt x="50925" y="8484"/>
                    <a:pt x="50913" y="8484"/>
                  </a:cubicBezTo>
                  <a:close/>
                  <a:moveTo>
                    <a:pt x="51922" y="8655"/>
                  </a:moveTo>
                  <a:cubicBezTo>
                    <a:pt x="51885" y="8655"/>
                    <a:pt x="51867" y="8686"/>
                    <a:pt x="51867" y="8736"/>
                  </a:cubicBezTo>
                  <a:cubicBezTo>
                    <a:pt x="51867" y="8770"/>
                    <a:pt x="51901" y="8804"/>
                    <a:pt x="51935" y="8839"/>
                  </a:cubicBezTo>
                  <a:lnTo>
                    <a:pt x="52072" y="8839"/>
                  </a:lnTo>
                  <a:cubicBezTo>
                    <a:pt x="52106" y="8839"/>
                    <a:pt x="52140" y="8804"/>
                    <a:pt x="52140" y="8770"/>
                  </a:cubicBezTo>
                  <a:cubicBezTo>
                    <a:pt x="52140" y="8736"/>
                    <a:pt x="52106" y="8668"/>
                    <a:pt x="52072" y="8668"/>
                  </a:cubicBezTo>
                  <a:lnTo>
                    <a:pt x="51969" y="8668"/>
                  </a:lnTo>
                  <a:cubicBezTo>
                    <a:pt x="51951" y="8659"/>
                    <a:pt x="51935" y="8655"/>
                    <a:pt x="51922" y="8655"/>
                  </a:cubicBezTo>
                  <a:close/>
                  <a:moveTo>
                    <a:pt x="52993" y="8839"/>
                  </a:moveTo>
                  <a:cubicBezTo>
                    <a:pt x="52925" y="8839"/>
                    <a:pt x="52891" y="8873"/>
                    <a:pt x="52891" y="8907"/>
                  </a:cubicBezTo>
                  <a:cubicBezTo>
                    <a:pt x="52857" y="8941"/>
                    <a:pt x="52891" y="9009"/>
                    <a:pt x="52959" y="9009"/>
                  </a:cubicBezTo>
                  <a:lnTo>
                    <a:pt x="53061" y="9009"/>
                  </a:lnTo>
                  <a:cubicBezTo>
                    <a:pt x="53130" y="9009"/>
                    <a:pt x="53164" y="9009"/>
                    <a:pt x="53164" y="8941"/>
                  </a:cubicBezTo>
                  <a:cubicBezTo>
                    <a:pt x="53164" y="8907"/>
                    <a:pt x="53130" y="8873"/>
                    <a:pt x="53096" y="8839"/>
                  </a:cubicBezTo>
                  <a:close/>
                  <a:moveTo>
                    <a:pt x="53983" y="9009"/>
                  </a:moveTo>
                  <a:cubicBezTo>
                    <a:pt x="53949" y="9009"/>
                    <a:pt x="53915" y="9043"/>
                    <a:pt x="53880" y="9077"/>
                  </a:cubicBezTo>
                  <a:cubicBezTo>
                    <a:pt x="53880" y="9112"/>
                    <a:pt x="53915" y="9180"/>
                    <a:pt x="53949" y="9180"/>
                  </a:cubicBezTo>
                  <a:lnTo>
                    <a:pt x="54085" y="9214"/>
                  </a:lnTo>
                  <a:cubicBezTo>
                    <a:pt x="54119" y="9214"/>
                    <a:pt x="54153" y="9180"/>
                    <a:pt x="54187" y="9112"/>
                  </a:cubicBezTo>
                  <a:cubicBezTo>
                    <a:pt x="54187" y="9077"/>
                    <a:pt x="54153" y="9043"/>
                    <a:pt x="54119" y="9043"/>
                  </a:cubicBezTo>
                  <a:lnTo>
                    <a:pt x="53983" y="9009"/>
                  </a:lnTo>
                  <a:close/>
                  <a:moveTo>
                    <a:pt x="55006" y="9180"/>
                  </a:moveTo>
                  <a:cubicBezTo>
                    <a:pt x="54972" y="9180"/>
                    <a:pt x="54904" y="9214"/>
                    <a:pt x="54904" y="9248"/>
                  </a:cubicBezTo>
                  <a:cubicBezTo>
                    <a:pt x="54904" y="9316"/>
                    <a:pt x="54938" y="9350"/>
                    <a:pt x="54972" y="9350"/>
                  </a:cubicBezTo>
                  <a:lnTo>
                    <a:pt x="55109" y="9385"/>
                  </a:lnTo>
                  <a:cubicBezTo>
                    <a:pt x="55143" y="9385"/>
                    <a:pt x="55177" y="9350"/>
                    <a:pt x="55177" y="9316"/>
                  </a:cubicBezTo>
                  <a:cubicBezTo>
                    <a:pt x="55211" y="9248"/>
                    <a:pt x="55177" y="9214"/>
                    <a:pt x="55109" y="9214"/>
                  </a:cubicBezTo>
                  <a:lnTo>
                    <a:pt x="55006" y="9180"/>
                  </a:lnTo>
                  <a:close/>
                  <a:moveTo>
                    <a:pt x="56030" y="9350"/>
                  </a:moveTo>
                  <a:cubicBezTo>
                    <a:pt x="55962" y="9350"/>
                    <a:pt x="55928" y="9385"/>
                    <a:pt x="55928" y="9419"/>
                  </a:cubicBezTo>
                  <a:cubicBezTo>
                    <a:pt x="55928" y="9487"/>
                    <a:pt x="55962" y="9521"/>
                    <a:pt x="55996" y="9521"/>
                  </a:cubicBezTo>
                  <a:lnTo>
                    <a:pt x="56098" y="9555"/>
                  </a:lnTo>
                  <a:lnTo>
                    <a:pt x="56133" y="9555"/>
                  </a:lnTo>
                  <a:cubicBezTo>
                    <a:pt x="56167" y="9555"/>
                    <a:pt x="56201" y="9521"/>
                    <a:pt x="56201" y="9487"/>
                  </a:cubicBezTo>
                  <a:cubicBezTo>
                    <a:pt x="56201" y="9419"/>
                    <a:pt x="56201" y="9385"/>
                    <a:pt x="56133" y="9385"/>
                  </a:cubicBezTo>
                  <a:lnTo>
                    <a:pt x="56030" y="9350"/>
                  </a:lnTo>
                  <a:close/>
                  <a:moveTo>
                    <a:pt x="57006" y="9542"/>
                  </a:moveTo>
                  <a:cubicBezTo>
                    <a:pt x="56970" y="9542"/>
                    <a:pt x="56951" y="9573"/>
                    <a:pt x="56951" y="9623"/>
                  </a:cubicBezTo>
                  <a:cubicBezTo>
                    <a:pt x="56917" y="9657"/>
                    <a:pt x="56951" y="9692"/>
                    <a:pt x="57020" y="9726"/>
                  </a:cubicBezTo>
                  <a:lnTo>
                    <a:pt x="57122" y="9726"/>
                  </a:lnTo>
                  <a:cubicBezTo>
                    <a:pt x="57190" y="9726"/>
                    <a:pt x="57224" y="9692"/>
                    <a:pt x="57224" y="9657"/>
                  </a:cubicBezTo>
                  <a:cubicBezTo>
                    <a:pt x="57224" y="9623"/>
                    <a:pt x="57190" y="9555"/>
                    <a:pt x="57156" y="9555"/>
                  </a:cubicBezTo>
                  <a:lnTo>
                    <a:pt x="57054" y="9555"/>
                  </a:lnTo>
                  <a:cubicBezTo>
                    <a:pt x="57036" y="9546"/>
                    <a:pt x="57020" y="9542"/>
                    <a:pt x="57006" y="9542"/>
                  </a:cubicBezTo>
                  <a:close/>
                  <a:moveTo>
                    <a:pt x="58043" y="9726"/>
                  </a:moveTo>
                  <a:cubicBezTo>
                    <a:pt x="58009" y="9726"/>
                    <a:pt x="57975" y="9760"/>
                    <a:pt x="57941" y="9794"/>
                  </a:cubicBezTo>
                  <a:cubicBezTo>
                    <a:pt x="57941" y="9828"/>
                    <a:pt x="57975" y="9896"/>
                    <a:pt x="58009" y="9896"/>
                  </a:cubicBezTo>
                  <a:lnTo>
                    <a:pt x="58146" y="9896"/>
                  </a:lnTo>
                  <a:cubicBezTo>
                    <a:pt x="58180" y="9896"/>
                    <a:pt x="58214" y="9896"/>
                    <a:pt x="58248" y="9828"/>
                  </a:cubicBezTo>
                  <a:cubicBezTo>
                    <a:pt x="58248" y="9794"/>
                    <a:pt x="58214" y="9760"/>
                    <a:pt x="58180" y="9726"/>
                  </a:cubicBezTo>
                  <a:close/>
                  <a:moveTo>
                    <a:pt x="59067" y="9896"/>
                  </a:moveTo>
                  <a:cubicBezTo>
                    <a:pt x="59033" y="9896"/>
                    <a:pt x="58965" y="9930"/>
                    <a:pt x="58965" y="9965"/>
                  </a:cubicBezTo>
                  <a:cubicBezTo>
                    <a:pt x="58965" y="10033"/>
                    <a:pt x="58999" y="10067"/>
                    <a:pt x="59033" y="10067"/>
                  </a:cubicBezTo>
                  <a:lnTo>
                    <a:pt x="59169" y="10101"/>
                  </a:lnTo>
                  <a:cubicBezTo>
                    <a:pt x="59204" y="10101"/>
                    <a:pt x="59238" y="10067"/>
                    <a:pt x="59238" y="10033"/>
                  </a:cubicBezTo>
                  <a:cubicBezTo>
                    <a:pt x="59272" y="9965"/>
                    <a:pt x="59238" y="9930"/>
                    <a:pt x="59169" y="9930"/>
                  </a:cubicBezTo>
                  <a:lnTo>
                    <a:pt x="59067" y="9896"/>
                  </a:lnTo>
                  <a:close/>
                  <a:moveTo>
                    <a:pt x="60091" y="10067"/>
                  </a:moveTo>
                  <a:cubicBezTo>
                    <a:pt x="60023" y="10067"/>
                    <a:pt x="59988" y="10101"/>
                    <a:pt x="59988" y="10169"/>
                  </a:cubicBezTo>
                  <a:cubicBezTo>
                    <a:pt x="59988" y="10203"/>
                    <a:pt x="60023" y="10238"/>
                    <a:pt x="60057" y="10238"/>
                  </a:cubicBezTo>
                  <a:lnTo>
                    <a:pt x="60159" y="10272"/>
                  </a:lnTo>
                  <a:lnTo>
                    <a:pt x="60193" y="10272"/>
                  </a:lnTo>
                  <a:cubicBezTo>
                    <a:pt x="60227" y="10272"/>
                    <a:pt x="60261" y="10238"/>
                    <a:pt x="60261" y="10203"/>
                  </a:cubicBezTo>
                  <a:cubicBezTo>
                    <a:pt x="60261" y="10169"/>
                    <a:pt x="60261" y="10101"/>
                    <a:pt x="60193" y="10101"/>
                  </a:cubicBezTo>
                  <a:lnTo>
                    <a:pt x="60091" y="10067"/>
                  </a:lnTo>
                  <a:close/>
                  <a:moveTo>
                    <a:pt x="61114" y="10272"/>
                  </a:moveTo>
                  <a:cubicBezTo>
                    <a:pt x="61046" y="10272"/>
                    <a:pt x="61012" y="10306"/>
                    <a:pt x="61012" y="10340"/>
                  </a:cubicBezTo>
                  <a:cubicBezTo>
                    <a:pt x="60978" y="10374"/>
                    <a:pt x="61012" y="10442"/>
                    <a:pt x="61080" y="10442"/>
                  </a:cubicBezTo>
                  <a:lnTo>
                    <a:pt x="61183" y="10442"/>
                  </a:lnTo>
                  <a:cubicBezTo>
                    <a:pt x="61251" y="10442"/>
                    <a:pt x="61285" y="10442"/>
                    <a:pt x="61285" y="10374"/>
                  </a:cubicBezTo>
                  <a:cubicBezTo>
                    <a:pt x="61285" y="10340"/>
                    <a:pt x="61251" y="10306"/>
                    <a:pt x="61217" y="10272"/>
                  </a:cubicBezTo>
                  <a:close/>
                  <a:moveTo>
                    <a:pt x="62104" y="10442"/>
                  </a:moveTo>
                  <a:cubicBezTo>
                    <a:pt x="62070" y="10442"/>
                    <a:pt x="62036" y="10476"/>
                    <a:pt x="62002" y="10511"/>
                  </a:cubicBezTo>
                  <a:cubicBezTo>
                    <a:pt x="62002" y="10579"/>
                    <a:pt x="62036" y="10613"/>
                    <a:pt x="62070" y="10613"/>
                  </a:cubicBezTo>
                  <a:lnTo>
                    <a:pt x="62206" y="10647"/>
                  </a:lnTo>
                  <a:cubicBezTo>
                    <a:pt x="62241" y="10647"/>
                    <a:pt x="62275" y="10613"/>
                    <a:pt x="62309" y="10579"/>
                  </a:cubicBezTo>
                  <a:cubicBezTo>
                    <a:pt x="62309" y="10511"/>
                    <a:pt x="62275" y="10476"/>
                    <a:pt x="62241" y="10476"/>
                  </a:cubicBezTo>
                  <a:lnTo>
                    <a:pt x="62104" y="10442"/>
                  </a:lnTo>
                  <a:close/>
                  <a:moveTo>
                    <a:pt x="63095" y="10634"/>
                  </a:moveTo>
                  <a:cubicBezTo>
                    <a:pt x="63062" y="10634"/>
                    <a:pt x="63025" y="10665"/>
                    <a:pt x="63025" y="10715"/>
                  </a:cubicBezTo>
                  <a:cubicBezTo>
                    <a:pt x="63025" y="10749"/>
                    <a:pt x="63059" y="10784"/>
                    <a:pt x="63094" y="10818"/>
                  </a:cubicBezTo>
                  <a:lnTo>
                    <a:pt x="63230" y="10818"/>
                  </a:lnTo>
                  <a:cubicBezTo>
                    <a:pt x="63264" y="10818"/>
                    <a:pt x="63298" y="10784"/>
                    <a:pt x="63298" y="10749"/>
                  </a:cubicBezTo>
                  <a:cubicBezTo>
                    <a:pt x="63332" y="10715"/>
                    <a:pt x="63298" y="10681"/>
                    <a:pt x="63230" y="10647"/>
                  </a:cubicBezTo>
                  <a:lnTo>
                    <a:pt x="63128" y="10647"/>
                  </a:lnTo>
                  <a:cubicBezTo>
                    <a:pt x="63119" y="10638"/>
                    <a:pt x="63107" y="10634"/>
                    <a:pt x="63095" y="10634"/>
                  </a:cubicBezTo>
                  <a:close/>
                  <a:moveTo>
                    <a:pt x="64151" y="10818"/>
                  </a:moveTo>
                  <a:cubicBezTo>
                    <a:pt x="64083" y="10818"/>
                    <a:pt x="64049" y="10852"/>
                    <a:pt x="64049" y="10886"/>
                  </a:cubicBezTo>
                  <a:cubicBezTo>
                    <a:pt x="64049" y="10954"/>
                    <a:pt x="64083" y="10988"/>
                    <a:pt x="64117" y="10988"/>
                  </a:cubicBezTo>
                  <a:lnTo>
                    <a:pt x="64220" y="11022"/>
                  </a:lnTo>
                  <a:lnTo>
                    <a:pt x="64254" y="11022"/>
                  </a:lnTo>
                  <a:cubicBezTo>
                    <a:pt x="64288" y="11022"/>
                    <a:pt x="64322" y="10988"/>
                    <a:pt x="64322" y="10954"/>
                  </a:cubicBezTo>
                  <a:cubicBezTo>
                    <a:pt x="64322" y="10886"/>
                    <a:pt x="64288" y="10852"/>
                    <a:pt x="64254" y="10852"/>
                  </a:cubicBezTo>
                  <a:lnTo>
                    <a:pt x="64151" y="10818"/>
                  </a:lnTo>
                  <a:close/>
                  <a:moveTo>
                    <a:pt x="65128" y="11009"/>
                  </a:moveTo>
                  <a:cubicBezTo>
                    <a:pt x="65091" y="11009"/>
                    <a:pt x="65073" y="11041"/>
                    <a:pt x="65073" y="11091"/>
                  </a:cubicBezTo>
                  <a:cubicBezTo>
                    <a:pt x="65039" y="11125"/>
                    <a:pt x="65073" y="11159"/>
                    <a:pt x="65141" y="11193"/>
                  </a:cubicBezTo>
                  <a:lnTo>
                    <a:pt x="65243" y="11193"/>
                  </a:lnTo>
                  <a:cubicBezTo>
                    <a:pt x="65312" y="11193"/>
                    <a:pt x="65346" y="11159"/>
                    <a:pt x="65346" y="11125"/>
                  </a:cubicBezTo>
                  <a:cubicBezTo>
                    <a:pt x="65346" y="11091"/>
                    <a:pt x="65312" y="11057"/>
                    <a:pt x="65277" y="11022"/>
                  </a:cubicBezTo>
                  <a:lnTo>
                    <a:pt x="65175" y="11022"/>
                  </a:lnTo>
                  <a:cubicBezTo>
                    <a:pt x="65157" y="11013"/>
                    <a:pt x="65141" y="11009"/>
                    <a:pt x="65128" y="11009"/>
                  </a:cubicBezTo>
                  <a:close/>
                  <a:moveTo>
                    <a:pt x="66165" y="11193"/>
                  </a:moveTo>
                  <a:cubicBezTo>
                    <a:pt x="66131" y="11193"/>
                    <a:pt x="66096" y="11227"/>
                    <a:pt x="66062" y="11261"/>
                  </a:cubicBezTo>
                  <a:cubicBezTo>
                    <a:pt x="66062" y="11330"/>
                    <a:pt x="66096" y="11364"/>
                    <a:pt x="66131" y="11364"/>
                  </a:cubicBezTo>
                  <a:lnTo>
                    <a:pt x="66267" y="11398"/>
                  </a:lnTo>
                  <a:cubicBezTo>
                    <a:pt x="66301" y="11398"/>
                    <a:pt x="66335" y="11364"/>
                    <a:pt x="66335" y="11330"/>
                  </a:cubicBezTo>
                  <a:cubicBezTo>
                    <a:pt x="66369" y="11261"/>
                    <a:pt x="66335" y="11227"/>
                    <a:pt x="66267" y="11227"/>
                  </a:cubicBezTo>
                  <a:lnTo>
                    <a:pt x="66165" y="11193"/>
                  </a:lnTo>
                  <a:close/>
                  <a:moveTo>
                    <a:pt x="67188" y="11398"/>
                  </a:moveTo>
                  <a:cubicBezTo>
                    <a:pt x="67120" y="11398"/>
                    <a:pt x="67086" y="11432"/>
                    <a:pt x="67086" y="11466"/>
                  </a:cubicBezTo>
                  <a:cubicBezTo>
                    <a:pt x="67086" y="11500"/>
                    <a:pt x="67120" y="11568"/>
                    <a:pt x="67154" y="11568"/>
                  </a:cubicBezTo>
                  <a:lnTo>
                    <a:pt x="67291" y="11568"/>
                  </a:lnTo>
                  <a:cubicBezTo>
                    <a:pt x="67325" y="11568"/>
                    <a:pt x="67359" y="11568"/>
                    <a:pt x="67359" y="11500"/>
                  </a:cubicBezTo>
                  <a:cubicBezTo>
                    <a:pt x="67359" y="11466"/>
                    <a:pt x="67359" y="11432"/>
                    <a:pt x="67291" y="11398"/>
                  </a:cubicBezTo>
                  <a:close/>
                  <a:moveTo>
                    <a:pt x="68212" y="11568"/>
                  </a:moveTo>
                  <a:cubicBezTo>
                    <a:pt x="68144" y="11568"/>
                    <a:pt x="68110" y="11603"/>
                    <a:pt x="68110" y="11637"/>
                  </a:cubicBezTo>
                  <a:cubicBezTo>
                    <a:pt x="68076" y="11705"/>
                    <a:pt x="68110" y="11739"/>
                    <a:pt x="68178" y="11739"/>
                  </a:cubicBezTo>
                  <a:lnTo>
                    <a:pt x="68280" y="11773"/>
                  </a:lnTo>
                  <a:cubicBezTo>
                    <a:pt x="68349" y="11773"/>
                    <a:pt x="68383" y="11739"/>
                    <a:pt x="68383" y="11705"/>
                  </a:cubicBezTo>
                  <a:cubicBezTo>
                    <a:pt x="68383" y="11671"/>
                    <a:pt x="68349" y="11603"/>
                    <a:pt x="68314" y="11603"/>
                  </a:cubicBezTo>
                  <a:lnTo>
                    <a:pt x="68212" y="115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8" name="Google Shape;1830;p45">
              <a:extLst>
                <a:ext uri="{FF2B5EF4-FFF2-40B4-BE49-F238E27FC236}">
                  <a16:creationId xmlns:a16="http://schemas.microsoft.com/office/drawing/2014/main" id="{A7DAACF9-42C1-3719-614F-342E220162BC}"/>
                </a:ext>
              </a:extLst>
            </p:cNvPr>
            <p:cNvSpPr/>
            <p:nvPr/>
          </p:nvSpPr>
          <p:spPr>
            <a:xfrm>
              <a:off x="396052" y="3727372"/>
              <a:ext cx="1260818" cy="217502"/>
            </a:xfrm>
            <a:custGeom>
              <a:avLst/>
              <a:gdLst/>
              <a:ahLst/>
              <a:cxnLst/>
              <a:rect l="l" t="t" r="r" b="b"/>
              <a:pathLst>
                <a:path w="56577" h="9760" extrusionOk="0">
                  <a:moveTo>
                    <a:pt x="103" y="1"/>
                  </a:moveTo>
                  <a:cubicBezTo>
                    <a:pt x="35" y="1"/>
                    <a:pt x="1" y="35"/>
                    <a:pt x="1" y="69"/>
                  </a:cubicBezTo>
                  <a:cubicBezTo>
                    <a:pt x="1" y="137"/>
                    <a:pt x="35" y="171"/>
                    <a:pt x="69" y="171"/>
                  </a:cubicBezTo>
                  <a:lnTo>
                    <a:pt x="171" y="205"/>
                  </a:lnTo>
                  <a:lnTo>
                    <a:pt x="206" y="205"/>
                  </a:lnTo>
                  <a:cubicBezTo>
                    <a:pt x="240" y="205"/>
                    <a:pt x="274" y="171"/>
                    <a:pt x="274" y="137"/>
                  </a:cubicBezTo>
                  <a:cubicBezTo>
                    <a:pt x="274" y="69"/>
                    <a:pt x="240" y="35"/>
                    <a:pt x="206" y="35"/>
                  </a:cubicBezTo>
                  <a:lnTo>
                    <a:pt x="103" y="1"/>
                  </a:lnTo>
                  <a:close/>
                  <a:moveTo>
                    <a:pt x="1127" y="171"/>
                  </a:moveTo>
                  <a:cubicBezTo>
                    <a:pt x="1059" y="171"/>
                    <a:pt x="1025" y="205"/>
                    <a:pt x="1025" y="239"/>
                  </a:cubicBezTo>
                  <a:cubicBezTo>
                    <a:pt x="990" y="308"/>
                    <a:pt x="1025" y="342"/>
                    <a:pt x="1093" y="342"/>
                  </a:cubicBezTo>
                  <a:lnTo>
                    <a:pt x="1195" y="376"/>
                  </a:lnTo>
                  <a:cubicBezTo>
                    <a:pt x="1263" y="376"/>
                    <a:pt x="1298" y="342"/>
                    <a:pt x="1298" y="308"/>
                  </a:cubicBezTo>
                  <a:cubicBezTo>
                    <a:pt x="1298" y="239"/>
                    <a:pt x="1263" y="205"/>
                    <a:pt x="1229" y="205"/>
                  </a:cubicBezTo>
                  <a:lnTo>
                    <a:pt x="1127" y="171"/>
                  </a:lnTo>
                  <a:close/>
                  <a:moveTo>
                    <a:pt x="2116" y="342"/>
                  </a:moveTo>
                  <a:cubicBezTo>
                    <a:pt x="2082" y="342"/>
                    <a:pt x="2048" y="376"/>
                    <a:pt x="2014" y="410"/>
                  </a:cubicBezTo>
                  <a:cubicBezTo>
                    <a:pt x="2014" y="478"/>
                    <a:pt x="2048" y="512"/>
                    <a:pt x="2116" y="512"/>
                  </a:cubicBezTo>
                  <a:lnTo>
                    <a:pt x="2219" y="547"/>
                  </a:lnTo>
                  <a:cubicBezTo>
                    <a:pt x="2253" y="547"/>
                    <a:pt x="2321" y="512"/>
                    <a:pt x="2321" y="478"/>
                  </a:cubicBezTo>
                  <a:cubicBezTo>
                    <a:pt x="2321" y="410"/>
                    <a:pt x="2287" y="376"/>
                    <a:pt x="2253" y="376"/>
                  </a:cubicBezTo>
                  <a:lnTo>
                    <a:pt x="2116" y="342"/>
                  </a:lnTo>
                  <a:close/>
                  <a:moveTo>
                    <a:pt x="3140" y="512"/>
                  </a:moveTo>
                  <a:cubicBezTo>
                    <a:pt x="3106" y="512"/>
                    <a:pt x="3072" y="547"/>
                    <a:pt x="3038" y="581"/>
                  </a:cubicBezTo>
                  <a:cubicBezTo>
                    <a:pt x="3038" y="615"/>
                    <a:pt x="3072" y="683"/>
                    <a:pt x="3106" y="683"/>
                  </a:cubicBezTo>
                  <a:lnTo>
                    <a:pt x="3243" y="717"/>
                  </a:lnTo>
                  <a:cubicBezTo>
                    <a:pt x="3277" y="717"/>
                    <a:pt x="3311" y="683"/>
                    <a:pt x="3345" y="615"/>
                  </a:cubicBezTo>
                  <a:cubicBezTo>
                    <a:pt x="3345" y="581"/>
                    <a:pt x="3311" y="547"/>
                    <a:pt x="3277" y="547"/>
                  </a:cubicBezTo>
                  <a:lnTo>
                    <a:pt x="3140" y="512"/>
                  </a:lnTo>
                  <a:close/>
                  <a:moveTo>
                    <a:pt x="4164" y="683"/>
                  </a:moveTo>
                  <a:cubicBezTo>
                    <a:pt x="4130" y="683"/>
                    <a:pt x="4062" y="717"/>
                    <a:pt x="4062" y="751"/>
                  </a:cubicBezTo>
                  <a:cubicBezTo>
                    <a:pt x="4062" y="785"/>
                    <a:pt x="4096" y="854"/>
                    <a:pt x="4130" y="854"/>
                  </a:cubicBezTo>
                  <a:lnTo>
                    <a:pt x="4232" y="888"/>
                  </a:lnTo>
                  <a:lnTo>
                    <a:pt x="4266" y="888"/>
                  </a:lnTo>
                  <a:cubicBezTo>
                    <a:pt x="4300" y="888"/>
                    <a:pt x="4334" y="854"/>
                    <a:pt x="4334" y="785"/>
                  </a:cubicBezTo>
                  <a:cubicBezTo>
                    <a:pt x="4369" y="751"/>
                    <a:pt x="4334" y="717"/>
                    <a:pt x="4266" y="717"/>
                  </a:cubicBezTo>
                  <a:lnTo>
                    <a:pt x="4164" y="683"/>
                  </a:lnTo>
                  <a:close/>
                  <a:moveTo>
                    <a:pt x="5188" y="854"/>
                  </a:moveTo>
                  <a:cubicBezTo>
                    <a:pt x="5119" y="854"/>
                    <a:pt x="5085" y="888"/>
                    <a:pt x="5085" y="922"/>
                  </a:cubicBezTo>
                  <a:cubicBezTo>
                    <a:pt x="5085" y="956"/>
                    <a:pt x="5119" y="1024"/>
                    <a:pt x="5153" y="1024"/>
                  </a:cubicBezTo>
                  <a:lnTo>
                    <a:pt x="5256" y="1024"/>
                  </a:lnTo>
                  <a:cubicBezTo>
                    <a:pt x="5256" y="1058"/>
                    <a:pt x="5290" y="1058"/>
                    <a:pt x="5290" y="1058"/>
                  </a:cubicBezTo>
                  <a:cubicBezTo>
                    <a:pt x="5324" y="1058"/>
                    <a:pt x="5358" y="1024"/>
                    <a:pt x="5358" y="956"/>
                  </a:cubicBezTo>
                  <a:cubicBezTo>
                    <a:pt x="5358" y="922"/>
                    <a:pt x="5358" y="888"/>
                    <a:pt x="5290" y="888"/>
                  </a:cubicBezTo>
                  <a:lnTo>
                    <a:pt x="5188" y="854"/>
                  </a:lnTo>
                  <a:close/>
                  <a:moveTo>
                    <a:pt x="6211" y="1024"/>
                  </a:moveTo>
                  <a:cubicBezTo>
                    <a:pt x="6143" y="1024"/>
                    <a:pt x="6109" y="1058"/>
                    <a:pt x="6109" y="1093"/>
                  </a:cubicBezTo>
                  <a:cubicBezTo>
                    <a:pt x="6109" y="1127"/>
                    <a:pt x="6109" y="1195"/>
                    <a:pt x="6177" y="1195"/>
                  </a:cubicBezTo>
                  <a:lnTo>
                    <a:pt x="6314" y="1195"/>
                  </a:lnTo>
                  <a:cubicBezTo>
                    <a:pt x="6348" y="1195"/>
                    <a:pt x="6382" y="1195"/>
                    <a:pt x="6382" y="1127"/>
                  </a:cubicBezTo>
                  <a:cubicBezTo>
                    <a:pt x="6382" y="1093"/>
                    <a:pt x="6348" y="1058"/>
                    <a:pt x="6314" y="1024"/>
                  </a:cubicBezTo>
                  <a:close/>
                  <a:moveTo>
                    <a:pt x="7201" y="1195"/>
                  </a:moveTo>
                  <a:cubicBezTo>
                    <a:pt x="7167" y="1195"/>
                    <a:pt x="7133" y="1229"/>
                    <a:pt x="7133" y="1263"/>
                  </a:cubicBezTo>
                  <a:cubicBezTo>
                    <a:pt x="7098" y="1297"/>
                    <a:pt x="7133" y="1365"/>
                    <a:pt x="7201" y="1365"/>
                  </a:cubicBezTo>
                  <a:lnTo>
                    <a:pt x="7303" y="1365"/>
                  </a:lnTo>
                  <a:cubicBezTo>
                    <a:pt x="7371" y="1365"/>
                    <a:pt x="7406" y="1365"/>
                    <a:pt x="7406" y="1297"/>
                  </a:cubicBezTo>
                  <a:cubicBezTo>
                    <a:pt x="7406" y="1263"/>
                    <a:pt x="7371" y="1229"/>
                    <a:pt x="7337" y="1195"/>
                  </a:cubicBezTo>
                  <a:close/>
                  <a:moveTo>
                    <a:pt x="8225" y="1365"/>
                  </a:moveTo>
                  <a:cubicBezTo>
                    <a:pt x="8190" y="1365"/>
                    <a:pt x="8156" y="1400"/>
                    <a:pt x="8122" y="1434"/>
                  </a:cubicBezTo>
                  <a:cubicBezTo>
                    <a:pt x="8122" y="1468"/>
                    <a:pt x="8156" y="1536"/>
                    <a:pt x="8190" y="1536"/>
                  </a:cubicBezTo>
                  <a:lnTo>
                    <a:pt x="8327" y="1536"/>
                  </a:lnTo>
                  <a:cubicBezTo>
                    <a:pt x="8361" y="1536"/>
                    <a:pt x="8395" y="1536"/>
                    <a:pt x="8429" y="1468"/>
                  </a:cubicBezTo>
                  <a:cubicBezTo>
                    <a:pt x="8429" y="1434"/>
                    <a:pt x="8395" y="1400"/>
                    <a:pt x="8361" y="1365"/>
                  </a:cubicBezTo>
                  <a:close/>
                  <a:moveTo>
                    <a:pt x="9248" y="1536"/>
                  </a:moveTo>
                  <a:cubicBezTo>
                    <a:pt x="9214" y="1536"/>
                    <a:pt x="9146" y="1570"/>
                    <a:pt x="9146" y="1604"/>
                  </a:cubicBezTo>
                  <a:cubicBezTo>
                    <a:pt x="9146" y="1638"/>
                    <a:pt x="9180" y="1707"/>
                    <a:pt x="9214" y="1707"/>
                  </a:cubicBezTo>
                  <a:lnTo>
                    <a:pt x="9351" y="1707"/>
                  </a:lnTo>
                  <a:cubicBezTo>
                    <a:pt x="9385" y="1707"/>
                    <a:pt x="9419" y="1707"/>
                    <a:pt x="9419" y="1638"/>
                  </a:cubicBezTo>
                  <a:cubicBezTo>
                    <a:pt x="9453" y="1604"/>
                    <a:pt x="9419" y="1570"/>
                    <a:pt x="9351" y="1536"/>
                  </a:cubicBezTo>
                  <a:close/>
                  <a:moveTo>
                    <a:pt x="10272" y="1707"/>
                  </a:moveTo>
                  <a:cubicBezTo>
                    <a:pt x="10238" y="1707"/>
                    <a:pt x="10170" y="1707"/>
                    <a:pt x="10170" y="1775"/>
                  </a:cubicBezTo>
                  <a:cubicBezTo>
                    <a:pt x="10170" y="1809"/>
                    <a:pt x="10204" y="1877"/>
                    <a:pt x="10238" y="1877"/>
                  </a:cubicBezTo>
                  <a:lnTo>
                    <a:pt x="10374" y="1877"/>
                  </a:lnTo>
                  <a:cubicBezTo>
                    <a:pt x="10408" y="1877"/>
                    <a:pt x="10443" y="1843"/>
                    <a:pt x="10443" y="1809"/>
                  </a:cubicBezTo>
                  <a:cubicBezTo>
                    <a:pt x="10477" y="1775"/>
                    <a:pt x="10443" y="1741"/>
                    <a:pt x="10374" y="1707"/>
                  </a:cubicBezTo>
                  <a:close/>
                  <a:moveTo>
                    <a:pt x="11296" y="1877"/>
                  </a:moveTo>
                  <a:cubicBezTo>
                    <a:pt x="11227" y="1877"/>
                    <a:pt x="11193" y="1877"/>
                    <a:pt x="11193" y="1946"/>
                  </a:cubicBezTo>
                  <a:cubicBezTo>
                    <a:pt x="11193" y="1980"/>
                    <a:pt x="11227" y="2014"/>
                    <a:pt x="11261" y="2048"/>
                  </a:cubicBezTo>
                  <a:lnTo>
                    <a:pt x="11398" y="2048"/>
                  </a:lnTo>
                  <a:cubicBezTo>
                    <a:pt x="11432" y="2048"/>
                    <a:pt x="11466" y="2014"/>
                    <a:pt x="11466" y="1980"/>
                  </a:cubicBezTo>
                  <a:cubicBezTo>
                    <a:pt x="11466" y="1946"/>
                    <a:pt x="11432" y="1877"/>
                    <a:pt x="11398" y="1877"/>
                  </a:cubicBezTo>
                  <a:close/>
                  <a:moveTo>
                    <a:pt x="12319" y="2048"/>
                  </a:moveTo>
                  <a:cubicBezTo>
                    <a:pt x="12251" y="2048"/>
                    <a:pt x="12217" y="2048"/>
                    <a:pt x="12217" y="2116"/>
                  </a:cubicBezTo>
                  <a:cubicBezTo>
                    <a:pt x="12183" y="2150"/>
                    <a:pt x="12217" y="2184"/>
                    <a:pt x="12285" y="2219"/>
                  </a:cubicBezTo>
                  <a:lnTo>
                    <a:pt x="12388" y="2219"/>
                  </a:lnTo>
                  <a:cubicBezTo>
                    <a:pt x="12456" y="2219"/>
                    <a:pt x="12490" y="2184"/>
                    <a:pt x="12490" y="2150"/>
                  </a:cubicBezTo>
                  <a:cubicBezTo>
                    <a:pt x="12490" y="2116"/>
                    <a:pt x="12456" y="2048"/>
                    <a:pt x="12422" y="2048"/>
                  </a:cubicBezTo>
                  <a:close/>
                  <a:moveTo>
                    <a:pt x="13281" y="2205"/>
                  </a:moveTo>
                  <a:cubicBezTo>
                    <a:pt x="13256" y="2205"/>
                    <a:pt x="13231" y="2237"/>
                    <a:pt x="13206" y="2287"/>
                  </a:cubicBezTo>
                  <a:cubicBezTo>
                    <a:pt x="13206" y="2321"/>
                    <a:pt x="13241" y="2355"/>
                    <a:pt x="13309" y="2389"/>
                  </a:cubicBezTo>
                  <a:lnTo>
                    <a:pt x="13411" y="2389"/>
                  </a:lnTo>
                  <a:cubicBezTo>
                    <a:pt x="13445" y="2389"/>
                    <a:pt x="13514" y="2355"/>
                    <a:pt x="13514" y="2321"/>
                  </a:cubicBezTo>
                  <a:cubicBezTo>
                    <a:pt x="13514" y="2287"/>
                    <a:pt x="13479" y="2219"/>
                    <a:pt x="13445" y="2219"/>
                  </a:cubicBezTo>
                  <a:lnTo>
                    <a:pt x="13309" y="2219"/>
                  </a:lnTo>
                  <a:cubicBezTo>
                    <a:pt x="13300" y="2209"/>
                    <a:pt x="13291" y="2205"/>
                    <a:pt x="13281" y="2205"/>
                  </a:cubicBezTo>
                  <a:close/>
                  <a:moveTo>
                    <a:pt x="14300" y="2376"/>
                  </a:moveTo>
                  <a:cubicBezTo>
                    <a:pt x="14267" y="2376"/>
                    <a:pt x="14230" y="2407"/>
                    <a:pt x="14230" y="2457"/>
                  </a:cubicBezTo>
                  <a:cubicBezTo>
                    <a:pt x="14230" y="2492"/>
                    <a:pt x="14264" y="2526"/>
                    <a:pt x="14298" y="2560"/>
                  </a:cubicBezTo>
                  <a:lnTo>
                    <a:pt x="14435" y="2560"/>
                  </a:lnTo>
                  <a:cubicBezTo>
                    <a:pt x="14469" y="2560"/>
                    <a:pt x="14503" y="2526"/>
                    <a:pt x="14537" y="2492"/>
                  </a:cubicBezTo>
                  <a:cubicBezTo>
                    <a:pt x="14537" y="2457"/>
                    <a:pt x="14503" y="2389"/>
                    <a:pt x="14435" y="2389"/>
                  </a:cubicBezTo>
                  <a:lnTo>
                    <a:pt x="14333" y="2389"/>
                  </a:lnTo>
                  <a:cubicBezTo>
                    <a:pt x="14323" y="2380"/>
                    <a:pt x="14312" y="2376"/>
                    <a:pt x="14300" y="2376"/>
                  </a:cubicBezTo>
                  <a:close/>
                  <a:moveTo>
                    <a:pt x="15323" y="2546"/>
                  </a:moveTo>
                  <a:cubicBezTo>
                    <a:pt x="15290" y="2546"/>
                    <a:pt x="15254" y="2578"/>
                    <a:pt x="15254" y="2628"/>
                  </a:cubicBezTo>
                  <a:cubicBezTo>
                    <a:pt x="15254" y="2662"/>
                    <a:pt x="15288" y="2696"/>
                    <a:pt x="15322" y="2730"/>
                  </a:cubicBezTo>
                  <a:lnTo>
                    <a:pt x="15459" y="2730"/>
                  </a:lnTo>
                  <a:cubicBezTo>
                    <a:pt x="15493" y="2730"/>
                    <a:pt x="15527" y="2696"/>
                    <a:pt x="15527" y="2662"/>
                  </a:cubicBezTo>
                  <a:cubicBezTo>
                    <a:pt x="15561" y="2628"/>
                    <a:pt x="15527" y="2560"/>
                    <a:pt x="15459" y="2560"/>
                  </a:cubicBezTo>
                  <a:lnTo>
                    <a:pt x="15356" y="2560"/>
                  </a:lnTo>
                  <a:cubicBezTo>
                    <a:pt x="15347" y="2551"/>
                    <a:pt x="15335" y="2546"/>
                    <a:pt x="15323" y="2546"/>
                  </a:cubicBezTo>
                  <a:close/>
                  <a:moveTo>
                    <a:pt x="16332" y="2717"/>
                  </a:moveTo>
                  <a:cubicBezTo>
                    <a:pt x="16296" y="2717"/>
                    <a:pt x="16278" y="2749"/>
                    <a:pt x="16278" y="2799"/>
                  </a:cubicBezTo>
                  <a:cubicBezTo>
                    <a:pt x="16278" y="2833"/>
                    <a:pt x="16278" y="2867"/>
                    <a:pt x="16346" y="2901"/>
                  </a:cubicBezTo>
                  <a:lnTo>
                    <a:pt x="16482" y="2901"/>
                  </a:lnTo>
                  <a:cubicBezTo>
                    <a:pt x="16516" y="2901"/>
                    <a:pt x="16551" y="2867"/>
                    <a:pt x="16551" y="2833"/>
                  </a:cubicBezTo>
                  <a:cubicBezTo>
                    <a:pt x="16551" y="2799"/>
                    <a:pt x="16516" y="2730"/>
                    <a:pt x="16482" y="2730"/>
                  </a:cubicBezTo>
                  <a:lnTo>
                    <a:pt x="16380" y="2730"/>
                  </a:lnTo>
                  <a:cubicBezTo>
                    <a:pt x="16362" y="2721"/>
                    <a:pt x="16346" y="2717"/>
                    <a:pt x="16332" y="2717"/>
                  </a:cubicBezTo>
                  <a:close/>
                  <a:moveTo>
                    <a:pt x="17343" y="2888"/>
                  </a:moveTo>
                  <a:cubicBezTo>
                    <a:pt x="17320" y="2888"/>
                    <a:pt x="17301" y="2919"/>
                    <a:pt x="17301" y="2969"/>
                  </a:cubicBezTo>
                  <a:cubicBezTo>
                    <a:pt x="17267" y="3003"/>
                    <a:pt x="17301" y="3038"/>
                    <a:pt x="17369" y="3038"/>
                  </a:cubicBezTo>
                  <a:lnTo>
                    <a:pt x="17472" y="3072"/>
                  </a:lnTo>
                  <a:cubicBezTo>
                    <a:pt x="17540" y="3072"/>
                    <a:pt x="17574" y="3038"/>
                    <a:pt x="17574" y="3003"/>
                  </a:cubicBezTo>
                  <a:cubicBezTo>
                    <a:pt x="17574" y="2969"/>
                    <a:pt x="17540" y="2901"/>
                    <a:pt x="17506" y="2901"/>
                  </a:cubicBezTo>
                  <a:lnTo>
                    <a:pt x="17369" y="2901"/>
                  </a:lnTo>
                  <a:cubicBezTo>
                    <a:pt x="17360" y="2892"/>
                    <a:pt x="17351" y="2888"/>
                    <a:pt x="17343" y="2888"/>
                  </a:cubicBezTo>
                  <a:close/>
                  <a:moveTo>
                    <a:pt x="18393" y="3038"/>
                  </a:moveTo>
                  <a:cubicBezTo>
                    <a:pt x="18359" y="3038"/>
                    <a:pt x="18325" y="3072"/>
                    <a:pt x="18291" y="3140"/>
                  </a:cubicBezTo>
                  <a:cubicBezTo>
                    <a:pt x="18291" y="3174"/>
                    <a:pt x="18325" y="3208"/>
                    <a:pt x="18359" y="3208"/>
                  </a:cubicBezTo>
                  <a:lnTo>
                    <a:pt x="18496" y="3242"/>
                  </a:lnTo>
                  <a:cubicBezTo>
                    <a:pt x="18530" y="3242"/>
                    <a:pt x="18564" y="3208"/>
                    <a:pt x="18598" y="3174"/>
                  </a:cubicBezTo>
                  <a:cubicBezTo>
                    <a:pt x="18598" y="3140"/>
                    <a:pt x="18564" y="3072"/>
                    <a:pt x="18530" y="3072"/>
                  </a:cubicBezTo>
                  <a:lnTo>
                    <a:pt x="18393" y="3038"/>
                  </a:lnTo>
                  <a:close/>
                  <a:moveTo>
                    <a:pt x="19417" y="3208"/>
                  </a:moveTo>
                  <a:cubicBezTo>
                    <a:pt x="19383" y="3208"/>
                    <a:pt x="19349" y="3242"/>
                    <a:pt x="19314" y="3311"/>
                  </a:cubicBezTo>
                  <a:cubicBezTo>
                    <a:pt x="19314" y="3345"/>
                    <a:pt x="19349" y="3379"/>
                    <a:pt x="19383" y="3379"/>
                  </a:cubicBezTo>
                  <a:lnTo>
                    <a:pt x="19519" y="3413"/>
                  </a:lnTo>
                  <a:cubicBezTo>
                    <a:pt x="19553" y="3413"/>
                    <a:pt x="19587" y="3379"/>
                    <a:pt x="19622" y="3345"/>
                  </a:cubicBezTo>
                  <a:cubicBezTo>
                    <a:pt x="19622" y="3311"/>
                    <a:pt x="19587" y="3242"/>
                    <a:pt x="19553" y="3242"/>
                  </a:cubicBezTo>
                  <a:lnTo>
                    <a:pt x="19417" y="3208"/>
                  </a:lnTo>
                  <a:close/>
                  <a:moveTo>
                    <a:pt x="20441" y="3379"/>
                  </a:moveTo>
                  <a:cubicBezTo>
                    <a:pt x="20406" y="3379"/>
                    <a:pt x="20338" y="3413"/>
                    <a:pt x="20338" y="3447"/>
                  </a:cubicBezTo>
                  <a:cubicBezTo>
                    <a:pt x="20338" y="3515"/>
                    <a:pt x="20372" y="3549"/>
                    <a:pt x="20406" y="3549"/>
                  </a:cubicBezTo>
                  <a:lnTo>
                    <a:pt x="20509" y="3583"/>
                  </a:lnTo>
                  <a:lnTo>
                    <a:pt x="20543" y="3583"/>
                  </a:lnTo>
                  <a:cubicBezTo>
                    <a:pt x="20577" y="3583"/>
                    <a:pt x="20611" y="3549"/>
                    <a:pt x="20611" y="3515"/>
                  </a:cubicBezTo>
                  <a:cubicBezTo>
                    <a:pt x="20645" y="3447"/>
                    <a:pt x="20611" y="3413"/>
                    <a:pt x="20543" y="3413"/>
                  </a:cubicBezTo>
                  <a:lnTo>
                    <a:pt x="20441" y="3379"/>
                  </a:lnTo>
                  <a:close/>
                  <a:moveTo>
                    <a:pt x="21464" y="3549"/>
                  </a:moveTo>
                  <a:cubicBezTo>
                    <a:pt x="21396" y="3549"/>
                    <a:pt x="21362" y="3583"/>
                    <a:pt x="21362" y="3618"/>
                  </a:cubicBezTo>
                  <a:cubicBezTo>
                    <a:pt x="21362" y="3686"/>
                    <a:pt x="21396" y="3720"/>
                    <a:pt x="21430" y="3720"/>
                  </a:cubicBezTo>
                  <a:lnTo>
                    <a:pt x="21532" y="3754"/>
                  </a:lnTo>
                  <a:lnTo>
                    <a:pt x="21567" y="3754"/>
                  </a:lnTo>
                  <a:cubicBezTo>
                    <a:pt x="21601" y="3754"/>
                    <a:pt x="21635" y="3720"/>
                    <a:pt x="21635" y="3686"/>
                  </a:cubicBezTo>
                  <a:cubicBezTo>
                    <a:pt x="21635" y="3618"/>
                    <a:pt x="21601" y="3583"/>
                    <a:pt x="21567" y="3583"/>
                  </a:cubicBezTo>
                  <a:lnTo>
                    <a:pt x="21464" y="3549"/>
                  </a:lnTo>
                  <a:close/>
                  <a:moveTo>
                    <a:pt x="22488" y="3720"/>
                  </a:moveTo>
                  <a:cubicBezTo>
                    <a:pt x="22420" y="3720"/>
                    <a:pt x="22386" y="3754"/>
                    <a:pt x="22386" y="3788"/>
                  </a:cubicBezTo>
                  <a:cubicBezTo>
                    <a:pt x="22351" y="3856"/>
                    <a:pt x="22386" y="3891"/>
                    <a:pt x="22454" y="3891"/>
                  </a:cubicBezTo>
                  <a:lnTo>
                    <a:pt x="22556" y="3925"/>
                  </a:lnTo>
                  <a:lnTo>
                    <a:pt x="22590" y="3925"/>
                  </a:lnTo>
                  <a:cubicBezTo>
                    <a:pt x="22624" y="3925"/>
                    <a:pt x="22659" y="3891"/>
                    <a:pt x="22659" y="3856"/>
                  </a:cubicBezTo>
                  <a:cubicBezTo>
                    <a:pt x="22659" y="3788"/>
                    <a:pt x="22624" y="3754"/>
                    <a:pt x="22590" y="3754"/>
                  </a:cubicBezTo>
                  <a:lnTo>
                    <a:pt x="22488" y="3720"/>
                  </a:lnTo>
                  <a:close/>
                  <a:moveTo>
                    <a:pt x="23477" y="3891"/>
                  </a:moveTo>
                  <a:cubicBezTo>
                    <a:pt x="23443" y="3891"/>
                    <a:pt x="23409" y="3925"/>
                    <a:pt x="23409" y="3959"/>
                  </a:cubicBezTo>
                  <a:cubicBezTo>
                    <a:pt x="23375" y="4027"/>
                    <a:pt x="23409" y="4061"/>
                    <a:pt x="23477" y="4061"/>
                  </a:cubicBezTo>
                  <a:lnTo>
                    <a:pt x="23580" y="4095"/>
                  </a:lnTo>
                  <a:cubicBezTo>
                    <a:pt x="23648" y="4095"/>
                    <a:pt x="23682" y="4061"/>
                    <a:pt x="23682" y="4027"/>
                  </a:cubicBezTo>
                  <a:cubicBezTo>
                    <a:pt x="23682" y="3959"/>
                    <a:pt x="23648" y="3925"/>
                    <a:pt x="23614" y="3925"/>
                  </a:cubicBezTo>
                  <a:lnTo>
                    <a:pt x="23477" y="3891"/>
                  </a:lnTo>
                  <a:close/>
                  <a:moveTo>
                    <a:pt x="24501" y="4061"/>
                  </a:moveTo>
                  <a:cubicBezTo>
                    <a:pt x="24467" y="4061"/>
                    <a:pt x="24433" y="4095"/>
                    <a:pt x="24399" y="4129"/>
                  </a:cubicBezTo>
                  <a:cubicBezTo>
                    <a:pt x="24399" y="4198"/>
                    <a:pt x="24433" y="4232"/>
                    <a:pt x="24467" y="4232"/>
                  </a:cubicBezTo>
                  <a:lnTo>
                    <a:pt x="24604" y="4266"/>
                  </a:lnTo>
                  <a:cubicBezTo>
                    <a:pt x="24638" y="4266"/>
                    <a:pt x="24672" y="4232"/>
                    <a:pt x="24706" y="4198"/>
                  </a:cubicBezTo>
                  <a:cubicBezTo>
                    <a:pt x="24706" y="4129"/>
                    <a:pt x="24672" y="4095"/>
                    <a:pt x="24638" y="4095"/>
                  </a:cubicBezTo>
                  <a:lnTo>
                    <a:pt x="24501" y="4061"/>
                  </a:lnTo>
                  <a:close/>
                  <a:moveTo>
                    <a:pt x="25525" y="4232"/>
                  </a:moveTo>
                  <a:cubicBezTo>
                    <a:pt x="25491" y="4232"/>
                    <a:pt x="25423" y="4266"/>
                    <a:pt x="25423" y="4300"/>
                  </a:cubicBezTo>
                  <a:cubicBezTo>
                    <a:pt x="25423" y="4368"/>
                    <a:pt x="25457" y="4402"/>
                    <a:pt x="25491" y="4402"/>
                  </a:cubicBezTo>
                  <a:lnTo>
                    <a:pt x="25627" y="4437"/>
                  </a:lnTo>
                  <a:cubicBezTo>
                    <a:pt x="25661" y="4437"/>
                    <a:pt x="25695" y="4402"/>
                    <a:pt x="25695" y="4368"/>
                  </a:cubicBezTo>
                  <a:cubicBezTo>
                    <a:pt x="25730" y="4300"/>
                    <a:pt x="25695" y="4266"/>
                    <a:pt x="25627" y="4266"/>
                  </a:cubicBezTo>
                  <a:lnTo>
                    <a:pt x="25525" y="4232"/>
                  </a:lnTo>
                  <a:close/>
                  <a:moveTo>
                    <a:pt x="26549" y="4402"/>
                  </a:moveTo>
                  <a:cubicBezTo>
                    <a:pt x="26480" y="4402"/>
                    <a:pt x="26446" y="4437"/>
                    <a:pt x="26446" y="4471"/>
                  </a:cubicBezTo>
                  <a:cubicBezTo>
                    <a:pt x="26446" y="4539"/>
                    <a:pt x="26480" y="4573"/>
                    <a:pt x="26514" y="4573"/>
                  </a:cubicBezTo>
                  <a:lnTo>
                    <a:pt x="26617" y="4607"/>
                  </a:lnTo>
                  <a:lnTo>
                    <a:pt x="26651" y="4607"/>
                  </a:lnTo>
                  <a:cubicBezTo>
                    <a:pt x="26685" y="4607"/>
                    <a:pt x="26719" y="4573"/>
                    <a:pt x="26719" y="4539"/>
                  </a:cubicBezTo>
                  <a:cubicBezTo>
                    <a:pt x="26719" y="4471"/>
                    <a:pt x="26719" y="4437"/>
                    <a:pt x="26651" y="4437"/>
                  </a:cubicBezTo>
                  <a:lnTo>
                    <a:pt x="26549" y="4402"/>
                  </a:lnTo>
                  <a:close/>
                  <a:moveTo>
                    <a:pt x="27572" y="4573"/>
                  </a:moveTo>
                  <a:cubicBezTo>
                    <a:pt x="27504" y="4573"/>
                    <a:pt x="27470" y="4607"/>
                    <a:pt x="27470" y="4641"/>
                  </a:cubicBezTo>
                  <a:cubicBezTo>
                    <a:pt x="27470" y="4710"/>
                    <a:pt x="27470" y="4744"/>
                    <a:pt x="27538" y="4744"/>
                  </a:cubicBezTo>
                  <a:lnTo>
                    <a:pt x="27641" y="4778"/>
                  </a:lnTo>
                  <a:lnTo>
                    <a:pt x="27675" y="4778"/>
                  </a:lnTo>
                  <a:cubicBezTo>
                    <a:pt x="27709" y="4778"/>
                    <a:pt x="27743" y="4744"/>
                    <a:pt x="27743" y="4710"/>
                  </a:cubicBezTo>
                  <a:cubicBezTo>
                    <a:pt x="27743" y="4641"/>
                    <a:pt x="27709" y="4607"/>
                    <a:pt x="27675" y="4607"/>
                  </a:cubicBezTo>
                  <a:lnTo>
                    <a:pt x="27572" y="4573"/>
                  </a:lnTo>
                  <a:close/>
                  <a:moveTo>
                    <a:pt x="28562" y="4744"/>
                  </a:moveTo>
                  <a:cubicBezTo>
                    <a:pt x="28528" y="4744"/>
                    <a:pt x="28494" y="4778"/>
                    <a:pt x="28494" y="4812"/>
                  </a:cubicBezTo>
                  <a:cubicBezTo>
                    <a:pt x="28459" y="4880"/>
                    <a:pt x="28494" y="4914"/>
                    <a:pt x="28562" y="4914"/>
                  </a:cubicBezTo>
                  <a:lnTo>
                    <a:pt x="28664" y="4948"/>
                  </a:lnTo>
                  <a:cubicBezTo>
                    <a:pt x="28732" y="4948"/>
                    <a:pt x="28767" y="4914"/>
                    <a:pt x="28767" y="4880"/>
                  </a:cubicBezTo>
                  <a:cubicBezTo>
                    <a:pt x="28767" y="4812"/>
                    <a:pt x="28732" y="4778"/>
                    <a:pt x="28698" y="4778"/>
                  </a:cubicBezTo>
                  <a:lnTo>
                    <a:pt x="28562" y="4744"/>
                  </a:lnTo>
                  <a:close/>
                  <a:moveTo>
                    <a:pt x="29586" y="4914"/>
                  </a:moveTo>
                  <a:cubicBezTo>
                    <a:pt x="29551" y="4914"/>
                    <a:pt x="29517" y="4948"/>
                    <a:pt x="29483" y="4983"/>
                  </a:cubicBezTo>
                  <a:cubicBezTo>
                    <a:pt x="29483" y="5051"/>
                    <a:pt x="29517" y="5085"/>
                    <a:pt x="29551" y="5085"/>
                  </a:cubicBezTo>
                  <a:lnTo>
                    <a:pt x="29688" y="5119"/>
                  </a:lnTo>
                  <a:cubicBezTo>
                    <a:pt x="29722" y="5119"/>
                    <a:pt x="29756" y="5085"/>
                    <a:pt x="29790" y="5051"/>
                  </a:cubicBezTo>
                  <a:cubicBezTo>
                    <a:pt x="29790" y="4983"/>
                    <a:pt x="29756" y="4948"/>
                    <a:pt x="29722" y="4948"/>
                  </a:cubicBezTo>
                  <a:lnTo>
                    <a:pt x="29586" y="4914"/>
                  </a:lnTo>
                  <a:close/>
                  <a:moveTo>
                    <a:pt x="30609" y="5085"/>
                  </a:moveTo>
                  <a:cubicBezTo>
                    <a:pt x="30575" y="5085"/>
                    <a:pt x="30507" y="5119"/>
                    <a:pt x="30507" y="5153"/>
                  </a:cubicBezTo>
                  <a:cubicBezTo>
                    <a:pt x="30507" y="5221"/>
                    <a:pt x="30541" y="5256"/>
                    <a:pt x="30575" y="5256"/>
                  </a:cubicBezTo>
                  <a:lnTo>
                    <a:pt x="30712" y="5290"/>
                  </a:lnTo>
                  <a:cubicBezTo>
                    <a:pt x="30746" y="5290"/>
                    <a:pt x="30780" y="5256"/>
                    <a:pt x="30780" y="5221"/>
                  </a:cubicBezTo>
                  <a:cubicBezTo>
                    <a:pt x="30814" y="5153"/>
                    <a:pt x="30780" y="5119"/>
                    <a:pt x="30712" y="5119"/>
                  </a:cubicBezTo>
                  <a:lnTo>
                    <a:pt x="30609" y="5085"/>
                  </a:lnTo>
                  <a:close/>
                  <a:moveTo>
                    <a:pt x="31633" y="5256"/>
                  </a:moveTo>
                  <a:cubicBezTo>
                    <a:pt x="31599" y="5256"/>
                    <a:pt x="31531" y="5290"/>
                    <a:pt x="31531" y="5324"/>
                  </a:cubicBezTo>
                  <a:cubicBezTo>
                    <a:pt x="31531" y="5392"/>
                    <a:pt x="31565" y="5426"/>
                    <a:pt x="31599" y="5426"/>
                  </a:cubicBezTo>
                  <a:lnTo>
                    <a:pt x="31701" y="5460"/>
                  </a:lnTo>
                  <a:lnTo>
                    <a:pt x="31735" y="5460"/>
                  </a:lnTo>
                  <a:cubicBezTo>
                    <a:pt x="31769" y="5460"/>
                    <a:pt x="31804" y="5426"/>
                    <a:pt x="31804" y="5392"/>
                  </a:cubicBezTo>
                  <a:cubicBezTo>
                    <a:pt x="31838" y="5324"/>
                    <a:pt x="31804" y="5290"/>
                    <a:pt x="31735" y="5290"/>
                  </a:cubicBezTo>
                  <a:lnTo>
                    <a:pt x="31633" y="5256"/>
                  </a:lnTo>
                  <a:close/>
                  <a:moveTo>
                    <a:pt x="32657" y="5426"/>
                  </a:moveTo>
                  <a:cubicBezTo>
                    <a:pt x="32588" y="5426"/>
                    <a:pt x="32554" y="5460"/>
                    <a:pt x="32554" y="5494"/>
                  </a:cubicBezTo>
                  <a:cubicBezTo>
                    <a:pt x="32554" y="5563"/>
                    <a:pt x="32554" y="5597"/>
                    <a:pt x="32622" y="5597"/>
                  </a:cubicBezTo>
                  <a:lnTo>
                    <a:pt x="32725" y="5631"/>
                  </a:lnTo>
                  <a:lnTo>
                    <a:pt x="32759" y="5631"/>
                  </a:lnTo>
                  <a:cubicBezTo>
                    <a:pt x="32793" y="5631"/>
                    <a:pt x="32827" y="5597"/>
                    <a:pt x="32827" y="5563"/>
                  </a:cubicBezTo>
                  <a:cubicBezTo>
                    <a:pt x="32827" y="5494"/>
                    <a:pt x="32793" y="5460"/>
                    <a:pt x="32759" y="5460"/>
                  </a:cubicBezTo>
                  <a:lnTo>
                    <a:pt x="32657" y="5426"/>
                  </a:lnTo>
                  <a:close/>
                  <a:moveTo>
                    <a:pt x="33680" y="5597"/>
                  </a:moveTo>
                  <a:cubicBezTo>
                    <a:pt x="33612" y="5597"/>
                    <a:pt x="33578" y="5631"/>
                    <a:pt x="33578" y="5665"/>
                  </a:cubicBezTo>
                  <a:cubicBezTo>
                    <a:pt x="33544" y="5733"/>
                    <a:pt x="33578" y="5767"/>
                    <a:pt x="33646" y="5767"/>
                  </a:cubicBezTo>
                  <a:lnTo>
                    <a:pt x="33749" y="5801"/>
                  </a:lnTo>
                  <a:cubicBezTo>
                    <a:pt x="33817" y="5801"/>
                    <a:pt x="33851" y="5767"/>
                    <a:pt x="33851" y="5733"/>
                  </a:cubicBezTo>
                  <a:cubicBezTo>
                    <a:pt x="33851" y="5665"/>
                    <a:pt x="33817" y="5631"/>
                    <a:pt x="33783" y="5631"/>
                  </a:cubicBezTo>
                  <a:lnTo>
                    <a:pt x="33680" y="5597"/>
                  </a:lnTo>
                  <a:close/>
                  <a:moveTo>
                    <a:pt x="34670" y="5767"/>
                  </a:moveTo>
                  <a:cubicBezTo>
                    <a:pt x="34636" y="5767"/>
                    <a:pt x="34602" y="5801"/>
                    <a:pt x="34567" y="5836"/>
                  </a:cubicBezTo>
                  <a:cubicBezTo>
                    <a:pt x="34567" y="5904"/>
                    <a:pt x="34602" y="5938"/>
                    <a:pt x="34636" y="5938"/>
                  </a:cubicBezTo>
                  <a:lnTo>
                    <a:pt x="34772" y="5972"/>
                  </a:lnTo>
                  <a:cubicBezTo>
                    <a:pt x="34806" y="5972"/>
                    <a:pt x="34840" y="5938"/>
                    <a:pt x="34875" y="5904"/>
                  </a:cubicBezTo>
                  <a:cubicBezTo>
                    <a:pt x="34875" y="5836"/>
                    <a:pt x="34840" y="5801"/>
                    <a:pt x="34806" y="5801"/>
                  </a:cubicBezTo>
                  <a:lnTo>
                    <a:pt x="34670" y="5767"/>
                  </a:lnTo>
                  <a:close/>
                  <a:moveTo>
                    <a:pt x="35694" y="5938"/>
                  </a:moveTo>
                  <a:cubicBezTo>
                    <a:pt x="35659" y="5938"/>
                    <a:pt x="35591" y="5972"/>
                    <a:pt x="35591" y="6006"/>
                  </a:cubicBezTo>
                  <a:cubicBezTo>
                    <a:pt x="35591" y="6074"/>
                    <a:pt x="35625" y="6109"/>
                    <a:pt x="35659" y="6109"/>
                  </a:cubicBezTo>
                  <a:lnTo>
                    <a:pt x="35796" y="6143"/>
                  </a:lnTo>
                  <a:cubicBezTo>
                    <a:pt x="35830" y="6143"/>
                    <a:pt x="35864" y="6109"/>
                    <a:pt x="35864" y="6074"/>
                  </a:cubicBezTo>
                  <a:cubicBezTo>
                    <a:pt x="35898" y="6006"/>
                    <a:pt x="35864" y="5972"/>
                    <a:pt x="35796" y="5972"/>
                  </a:cubicBezTo>
                  <a:lnTo>
                    <a:pt x="35694" y="5938"/>
                  </a:lnTo>
                  <a:close/>
                  <a:moveTo>
                    <a:pt x="36717" y="6109"/>
                  </a:moveTo>
                  <a:cubicBezTo>
                    <a:pt x="36683" y="6109"/>
                    <a:pt x="36615" y="6143"/>
                    <a:pt x="36615" y="6211"/>
                  </a:cubicBezTo>
                  <a:cubicBezTo>
                    <a:pt x="36615" y="6245"/>
                    <a:pt x="36649" y="6279"/>
                    <a:pt x="36717" y="6279"/>
                  </a:cubicBezTo>
                  <a:lnTo>
                    <a:pt x="36785" y="6313"/>
                  </a:lnTo>
                  <a:lnTo>
                    <a:pt x="36820" y="6313"/>
                  </a:lnTo>
                  <a:cubicBezTo>
                    <a:pt x="36854" y="6313"/>
                    <a:pt x="36888" y="6279"/>
                    <a:pt x="36888" y="6245"/>
                  </a:cubicBezTo>
                  <a:cubicBezTo>
                    <a:pt x="36922" y="6211"/>
                    <a:pt x="36888" y="6143"/>
                    <a:pt x="36820" y="6143"/>
                  </a:cubicBezTo>
                  <a:lnTo>
                    <a:pt x="36717" y="6143"/>
                  </a:lnTo>
                  <a:lnTo>
                    <a:pt x="36717" y="6109"/>
                  </a:lnTo>
                  <a:close/>
                  <a:moveTo>
                    <a:pt x="37741" y="6279"/>
                  </a:moveTo>
                  <a:cubicBezTo>
                    <a:pt x="37673" y="6279"/>
                    <a:pt x="37639" y="6313"/>
                    <a:pt x="37639" y="6382"/>
                  </a:cubicBezTo>
                  <a:cubicBezTo>
                    <a:pt x="37639" y="6416"/>
                    <a:pt x="37673" y="6450"/>
                    <a:pt x="37707" y="6484"/>
                  </a:cubicBezTo>
                  <a:lnTo>
                    <a:pt x="37843" y="6484"/>
                  </a:lnTo>
                  <a:cubicBezTo>
                    <a:pt x="37877" y="6484"/>
                    <a:pt x="37912" y="6450"/>
                    <a:pt x="37912" y="6416"/>
                  </a:cubicBezTo>
                  <a:cubicBezTo>
                    <a:pt x="37912" y="6382"/>
                    <a:pt x="37877" y="6313"/>
                    <a:pt x="37843" y="6313"/>
                  </a:cubicBezTo>
                  <a:lnTo>
                    <a:pt x="37741" y="6313"/>
                  </a:lnTo>
                  <a:lnTo>
                    <a:pt x="37741" y="6279"/>
                  </a:lnTo>
                  <a:close/>
                  <a:moveTo>
                    <a:pt x="38717" y="6471"/>
                  </a:moveTo>
                  <a:cubicBezTo>
                    <a:pt x="38681" y="6471"/>
                    <a:pt x="38662" y="6502"/>
                    <a:pt x="38662" y="6552"/>
                  </a:cubicBezTo>
                  <a:cubicBezTo>
                    <a:pt x="38662" y="6586"/>
                    <a:pt x="38696" y="6620"/>
                    <a:pt x="38730" y="6655"/>
                  </a:cubicBezTo>
                  <a:lnTo>
                    <a:pt x="38833" y="6655"/>
                  </a:lnTo>
                  <a:cubicBezTo>
                    <a:pt x="38901" y="6655"/>
                    <a:pt x="38935" y="6620"/>
                    <a:pt x="38935" y="6586"/>
                  </a:cubicBezTo>
                  <a:cubicBezTo>
                    <a:pt x="38935" y="6552"/>
                    <a:pt x="38901" y="6484"/>
                    <a:pt x="38867" y="6484"/>
                  </a:cubicBezTo>
                  <a:lnTo>
                    <a:pt x="38765" y="6484"/>
                  </a:lnTo>
                  <a:cubicBezTo>
                    <a:pt x="38746" y="6475"/>
                    <a:pt x="38730" y="6471"/>
                    <a:pt x="38717" y="6471"/>
                  </a:cubicBezTo>
                  <a:close/>
                  <a:moveTo>
                    <a:pt x="39727" y="6641"/>
                  </a:moveTo>
                  <a:cubicBezTo>
                    <a:pt x="39704" y="6641"/>
                    <a:pt x="39686" y="6673"/>
                    <a:pt x="39686" y="6723"/>
                  </a:cubicBezTo>
                  <a:cubicBezTo>
                    <a:pt x="39652" y="6757"/>
                    <a:pt x="39720" y="6791"/>
                    <a:pt x="39754" y="6825"/>
                  </a:cubicBezTo>
                  <a:lnTo>
                    <a:pt x="39857" y="6825"/>
                  </a:lnTo>
                  <a:cubicBezTo>
                    <a:pt x="39891" y="6825"/>
                    <a:pt x="39959" y="6791"/>
                    <a:pt x="39959" y="6757"/>
                  </a:cubicBezTo>
                  <a:cubicBezTo>
                    <a:pt x="39959" y="6723"/>
                    <a:pt x="39925" y="6655"/>
                    <a:pt x="39891" y="6655"/>
                  </a:cubicBezTo>
                  <a:lnTo>
                    <a:pt x="39754" y="6655"/>
                  </a:lnTo>
                  <a:cubicBezTo>
                    <a:pt x="39745" y="6645"/>
                    <a:pt x="39736" y="6641"/>
                    <a:pt x="39727" y="6641"/>
                  </a:cubicBezTo>
                  <a:close/>
                  <a:moveTo>
                    <a:pt x="40745" y="6812"/>
                  </a:moveTo>
                  <a:cubicBezTo>
                    <a:pt x="40712" y="6812"/>
                    <a:pt x="40676" y="6843"/>
                    <a:pt x="40676" y="6893"/>
                  </a:cubicBezTo>
                  <a:cubicBezTo>
                    <a:pt x="40676" y="6928"/>
                    <a:pt x="40710" y="6962"/>
                    <a:pt x="40744" y="6996"/>
                  </a:cubicBezTo>
                  <a:lnTo>
                    <a:pt x="40880" y="6996"/>
                  </a:lnTo>
                  <a:cubicBezTo>
                    <a:pt x="40914" y="6996"/>
                    <a:pt x="40948" y="6962"/>
                    <a:pt x="40983" y="6928"/>
                  </a:cubicBezTo>
                  <a:cubicBezTo>
                    <a:pt x="40983" y="6893"/>
                    <a:pt x="40948" y="6859"/>
                    <a:pt x="40880" y="6825"/>
                  </a:cubicBezTo>
                  <a:lnTo>
                    <a:pt x="40778" y="6825"/>
                  </a:lnTo>
                  <a:cubicBezTo>
                    <a:pt x="40769" y="6816"/>
                    <a:pt x="40757" y="6812"/>
                    <a:pt x="40745" y="6812"/>
                  </a:cubicBezTo>
                  <a:close/>
                  <a:moveTo>
                    <a:pt x="41802" y="6996"/>
                  </a:moveTo>
                  <a:cubicBezTo>
                    <a:pt x="41767" y="6996"/>
                    <a:pt x="41699" y="7030"/>
                    <a:pt x="41699" y="7064"/>
                  </a:cubicBezTo>
                  <a:cubicBezTo>
                    <a:pt x="41699" y="7098"/>
                    <a:pt x="41733" y="7166"/>
                    <a:pt x="41767" y="7166"/>
                  </a:cubicBezTo>
                  <a:lnTo>
                    <a:pt x="41904" y="7166"/>
                  </a:lnTo>
                  <a:cubicBezTo>
                    <a:pt x="41938" y="7166"/>
                    <a:pt x="41972" y="7166"/>
                    <a:pt x="41972" y="7098"/>
                  </a:cubicBezTo>
                  <a:cubicBezTo>
                    <a:pt x="42006" y="7064"/>
                    <a:pt x="41972" y="7030"/>
                    <a:pt x="41904" y="6996"/>
                  </a:cubicBezTo>
                  <a:close/>
                  <a:moveTo>
                    <a:pt x="42825" y="7166"/>
                  </a:moveTo>
                  <a:cubicBezTo>
                    <a:pt x="42757" y="7166"/>
                    <a:pt x="42723" y="7201"/>
                    <a:pt x="42723" y="7235"/>
                  </a:cubicBezTo>
                  <a:cubicBezTo>
                    <a:pt x="42723" y="7269"/>
                    <a:pt x="42757" y="7337"/>
                    <a:pt x="42791" y="7337"/>
                  </a:cubicBezTo>
                  <a:lnTo>
                    <a:pt x="42893" y="7337"/>
                  </a:lnTo>
                  <a:cubicBezTo>
                    <a:pt x="42893" y="7371"/>
                    <a:pt x="42928" y="7371"/>
                    <a:pt x="42928" y="7371"/>
                  </a:cubicBezTo>
                  <a:cubicBezTo>
                    <a:pt x="42962" y="7371"/>
                    <a:pt x="42996" y="7337"/>
                    <a:pt x="42996" y="7269"/>
                  </a:cubicBezTo>
                  <a:cubicBezTo>
                    <a:pt x="42996" y="7235"/>
                    <a:pt x="42962" y="7201"/>
                    <a:pt x="42928" y="7201"/>
                  </a:cubicBezTo>
                  <a:lnTo>
                    <a:pt x="42825" y="7166"/>
                  </a:lnTo>
                  <a:close/>
                  <a:moveTo>
                    <a:pt x="43849" y="7337"/>
                  </a:moveTo>
                  <a:cubicBezTo>
                    <a:pt x="43781" y="7337"/>
                    <a:pt x="43747" y="7371"/>
                    <a:pt x="43747" y="7405"/>
                  </a:cubicBezTo>
                  <a:cubicBezTo>
                    <a:pt x="43712" y="7474"/>
                    <a:pt x="43747" y="7508"/>
                    <a:pt x="43815" y="7508"/>
                  </a:cubicBezTo>
                  <a:lnTo>
                    <a:pt x="43917" y="7542"/>
                  </a:lnTo>
                  <a:cubicBezTo>
                    <a:pt x="43985" y="7542"/>
                    <a:pt x="44020" y="7508"/>
                    <a:pt x="44020" y="7474"/>
                  </a:cubicBezTo>
                  <a:cubicBezTo>
                    <a:pt x="44020" y="7405"/>
                    <a:pt x="43985" y="7371"/>
                    <a:pt x="43951" y="7371"/>
                  </a:cubicBezTo>
                  <a:lnTo>
                    <a:pt x="43849" y="7337"/>
                  </a:lnTo>
                  <a:close/>
                  <a:moveTo>
                    <a:pt x="44839" y="7508"/>
                  </a:moveTo>
                  <a:cubicBezTo>
                    <a:pt x="44804" y="7508"/>
                    <a:pt x="44770" y="7542"/>
                    <a:pt x="44736" y="7576"/>
                  </a:cubicBezTo>
                  <a:cubicBezTo>
                    <a:pt x="44736" y="7644"/>
                    <a:pt x="44770" y="7678"/>
                    <a:pt x="44839" y="7678"/>
                  </a:cubicBezTo>
                  <a:lnTo>
                    <a:pt x="44941" y="7712"/>
                  </a:lnTo>
                  <a:cubicBezTo>
                    <a:pt x="44975" y="7712"/>
                    <a:pt x="45043" y="7678"/>
                    <a:pt x="45043" y="7644"/>
                  </a:cubicBezTo>
                  <a:cubicBezTo>
                    <a:pt x="45043" y="7576"/>
                    <a:pt x="45009" y="7542"/>
                    <a:pt x="44975" y="7542"/>
                  </a:cubicBezTo>
                  <a:lnTo>
                    <a:pt x="44839" y="7508"/>
                  </a:lnTo>
                  <a:close/>
                  <a:moveTo>
                    <a:pt x="45835" y="7699"/>
                  </a:moveTo>
                  <a:cubicBezTo>
                    <a:pt x="45812" y="7699"/>
                    <a:pt x="45794" y="7731"/>
                    <a:pt x="45794" y="7781"/>
                  </a:cubicBezTo>
                  <a:cubicBezTo>
                    <a:pt x="45760" y="7815"/>
                    <a:pt x="45828" y="7849"/>
                    <a:pt x="45862" y="7883"/>
                  </a:cubicBezTo>
                  <a:lnTo>
                    <a:pt x="45965" y="7883"/>
                  </a:lnTo>
                  <a:cubicBezTo>
                    <a:pt x="45999" y="7883"/>
                    <a:pt x="46033" y="7849"/>
                    <a:pt x="46067" y="7815"/>
                  </a:cubicBezTo>
                  <a:cubicBezTo>
                    <a:pt x="46067" y="7781"/>
                    <a:pt x="46033" y="7712"/>
                    <a:pt x="45965" y="7712"/>
                  </a:cubicBezTo>
                  <a:lnTo>
                    <a:pt x="45862" y="7712"/>
                  </a:lnTo>
                  <a:cubicBezTo>
                    <a:pt x="45853" y="7703"/>
                    <a:pt x="45844" y="7699"/>
                    <a:pt x="45835" y="7699"/>
                  </a:cubicBezTo>
                  <a:close/>
                  <a:moveTo>
                    <a:pt x="46886" y="7883"/>
                  </a:moveTo>
                  <a:cubicBezTo>
                    <a:pt x="46852" y="7883"/>
                    <a:pt x="46818" y="7917"/>
                    <a:pt x="46784" y="7951"/>
                  </a:cubicBezTo>
                  <a:cubicBezTo>
                    <a:pt x="46784" y="7985"/>
                    <a:pt x="46818" y="8054"/>
                    <a:pt x="46886" y="8054"/>
                  </a:cubicBezTo>
                  <a:lnTo>
                    <a:pt x="46988" y="8054"/>
                  </a:lnTo>
                  <a:cubicBezTo>
                    <a:pt x="47022" y="8054"/>
                    <a:pt x="47057" y="8054"/>
                    <a:pt x="47057" y="7985"/>
                  </a:cubicBezTo>
                  <a:cubicBezTo>
                    <a:pt x="47091" y="7951"/>
                    <a:pt x="47057" y="7917"/>
                    <a:pt x="46988" y="7883"/>
                  </a:cubicBezTo>
                  <a:close/>
                  <a:moveTo>
                    <a:pt x="47910" y="8054"/>
                  </a:moveTo>
                  <a:cubicBezTo>
                    <a:pt x="47841" y="8054"/>
                    <a:pt x="47807" y="8088"/>
                    <a:pt x="47807" y="8122"/>
                  </a:cubicBezTo>
                  <a:cubicBezTo>
                    <a:pt x="47807" y="8190"/>
                    <a:pt x="47841" y="8224"/>
                    <a:pt x="47875" y="8224"/>
                  </a:cubicBezTo>
                  <a:lnTo>
                    <a:pt x="47978" y="8258"/>
                  </a:lnTo>
                  <a:lnTo>
                    <a:pt x="48012" y="8258"/>
                  </a:lnTo>
                  <a:cubicBezTo>
                    <a:pt x="48046" y="8258"/>
                    <a:pt x="48080" y="8224"/>
                    <a:pt x="48080" y="8190"/>
                  </a:cubicBezTo>
                  <a:cubicBezTo>
                    <a:pt x="48080" y="8122"/>
                    <a:pt x="48046" y="8088"/>
                    <a:pt x="48012" y="8088"/>
                  </a:cubicBezTo>
                  <a:lnTo>
                    <a:pt x="47910" y="8054"/>
                  </a:lnTo>
                  <a:close/>
                  <a:moveTo>
                    <a:pt x="48886" y="8245"/>
                  </a:moveTo>
                  <a:cubicBezTo>
                    <a:pt x="48849" y="8245"/>
                    <a:pt x="48831" y="8277"/>
                    <a:pt x="48831" y="8327"/>
                  </a:cubicBezTo>
                  <a:cubicBezTo>
                    <a:pt x="48797" y="8361"/>
                    <a:pt x="48831" y="8395"/>
                    <a:pt x="48899" y="8429"/>
                  </a:cubicBezTo>
                  <a:lnTo>
                    <a:pt x="49002" y="8429"/>
                  </a:lnTo>
                  <a:cubicBezTo>
                    <a:pt x="49070" y="8429"/>
                    <a:pt x="49104" y="8395"/>
                    <a:pt x="49104" y="8361"/>
                  </a:cubicBezTo>
                  <a:cubicBezTo>
                    <a:pt x="49104" y="8327"/>
                    <a:pt x="49070" y="8292"/>
                    <a:pt x="49036" y="8258"/>
                  </a:cubicBezTo>
                  <a:lnTo>
                    <a:pt x="48933" y="8258"/>
                  </a:lnTo>
                  <a:cubicBezTo>
                    <a:pt x="48915" y="8249"/>
                    <a:pt x="48899" y="8245"/>
                    <a:pt x="48886" y="8245"/>
                  </a:cubicBezTo>
                  <a:close/>
                  <a:moveTo>
                    <a:pt x="49923" y="8429"/>
                  </a:moveTo>
                  <a:cubicBezTo>
                    <a:pt x="49889" y="8429"/>
                    <a:pt x="49855" y="8463"/>
                    <a:pt x="49820" y="8497"/>
                  </a:cubicBezTo>
                  <a:cubicBezTo>
                    <a:pt x="49820" y="8565"/>
                    <a:pt x="49855" y="8600"/>
                    <a:pt x="49889" y="8600"/>
                  </a:cubicBezTo>
                  <a:lnTo>
                    <a:pt x="50025" y="8634"/>
                  </a:lnTo>
                  <a:cubicBezTo>
                    <a:pt x="50059" y="8634"/>
                    <a:pt x="50093" y="8600"/>
                    <a:pt x="50128" y="8565"/>
                  </a:cubicBezTo>
                  <a:cubicBezTo>
                    <a:pt x="50128" y="8531"/>
                    <a:pt x="50093" y="8463"/>
                    <a:pt x="50059" y="8463"/>
                  </a:cubicBezTo>
                  <a:lnTo>
                    <a:pt x="49923" y="8429"/>
                  </a:lnTo>
                  <a:close/>
                  <a:moveTo>
                    <a:pt x="51322" y="8634"/>
                  </a:moveTo>
                  <a:cubicBezTo>
                    <a:pt x="51254" y="8634"/>
                    <a:pt x="51220" y="8668"/>
                    <a:pt x="51220" y="8702"/>
                  </a:cubicBezTo>
                  <a:cubicBezTo>
                    <a:pt x="51185" y="8736"/>
                    <a:pt x="51220" y="8804"/>
                    <a:pt x="51288" y="8804"/>
                  </a:cubicBezTo>
                  <a:lnTo>
                    <a:pt x="51390" y="8838"/>
                  </a:lnTo>
                  <a:cubicBezTo>
                    <a:pt x="51458" y="8838"/>
                    <a:pt x="51492" y="8804"/>
                    <a:pt x="51492" y="8770"/>
                  </a:cubicBezTo>
                  <a:cubicBezTo>
                    <a:pt x="51492" y="8702"/>
                    <a:pt x="51458" y="8668"/>
                    <a:pt x="51424" y="8668"/>
                  </a:cubicBezTo>
                  <a:lnTo>
                    <a:pt x="51322" y="8634"/>
                  </a:lnTo>
                  <a:close/>
                  <a:moveTo>
                    <a:pt x="52311" y="8804"/>
                  </a:moveTo>
                  <a:cubicBezTo>
                    <a:pt x="52277" y="8804"/>
                    <a:pt x="52243" y="8838"/>
                    <a:pt x="52243" y="8873"/>
                  </a:cubicBezTo>
                  <a:cubicBezTo>
                    <a:pt x="52243" y="8941"/>
                    <a:pt x="52277" y="8975"/>
                    <a:pt x="52311" y="8975"/>
                  </a:cubicBezTo>
                  <a:lnTo>
                    <a:pt x="52414" y="9009"/>
                  </a:lnTo>
                  <a:cubicBezTo>
                    <a:pt x="52448" y="9009"/>
                    <a:pt x="52516" y="8975"/>
                    <a:pt x="52516" y="8941"/>
                  </a:cubicBezTo>
                  <a:cubicBezTo>
                    <a:pt x="52516" y="8873"/>
                    <a:pt x="52482" y="8838"/>
                    <a:pt x="52448" y="8838"/>
                  </a:cubicBezTo>
                  <a:lnTo>
                    <a:pt x="52311" y="8804"/>
                  </a:lnTo>
                  <a:close/>
                  <a:moveTo>
                    <a:pt x="53308" y="8996"/>
                  </a:moveTo>
                  <a:cubicBezTo>
                    <a:pt x="53285" y="8996"/>
                    <a:pt x="53267" y="9027"/>
                    <a:pt x="53267" y="9077"/>
                  </a:cubicBezTo>
                  <a:cubicBezTo>
                    <a:pt x="53233" y="9111"/>
                    <a:pt x="53267" y="9146"/>
                    <a:pt x="53335" y="9180"/>
                  </a:cubicBezTo>
                  <a:lnTo>
                    <a:pt x="53438" y="9180"/>
                  </a:lnTo>
                  <a:cubicBezTo>
                    <a:pt x="53472" y="9180"/>
                    <a:pt x="53506" y="9146"/>
                    <a:pt x="53540" y="9111"/>
                  </a:cubicBezTo>
                  <a:cubicBezTo>
                    <a:pt x="53540" y="9077"/>
                    <a:pt x="53506" y="9009"/>
                    <a:pt x="53438" y="9009"/>
                  </a:cubicBezTo>
                  <a:lnTo>
                    <a:pt x="53335" y="9009"/>
                  </a:lnTo>
                  <a:cubicBezTo>
                    <a:pt x="53326" y="9000"/>
                    <a:pt x="53317" y="8996"/>
                    <a:pt x="53308" y="8996"/>
                  </a:cubicBezTo>
                  <a:close/>
                  <a:moveTo>
                    <a:pt x="54359" y="9180"/>
                  </a:moveTo>
                  <a:cubicBezTo>
                    <a:pt x="54325" y="9180"/>
                    <a:pt x="54256" y="9214"/>
                    <a:pt x="54256" y="9248"/>
                  </a:cubicBezTo>
                  <a:cubicBezTo>
                    <a:pt x="54256" y="9282"/>
                    <a:pt x="54291" y="9350"/>
                    <a:pt x="54325" y="9350"/>
                  </a:cubicBezTo>
                  <a:lnTo>
                    <a:pt x="54427" y="9350"/>
                  </a:lnTo>
                  <a:cubicBezTo>
                    <a:pt x="54461" y="9384"/>
                    <a:pt x="54461" y="9384"/>
                    <a:pt x="54461" y="9384"/>
                  </a:cubicBezTo>
                  <a:cubicBezTo>
                    <a:pt x="54495" y="9384"/>
                    <a:pt x="54529" y="9350"/>
                    <a:pt x="54529" y="9282"/>
                  </a:cubicBezTo>
                  <a:cubicBezTo>
                    <a:pt x="54564" y="9248"/>
                    <a:pt x="54529" y="9214"/>
                    <a:pt x="54461" y="9214"/>
                  </a:cubicBezTo>
                  <a:lnTo>
                    <a:pt x="54359" y="9180"/>
                  </a:lnTo>
                  <a:close/>
                  <a:moveTo>
                    <a:pt x="55383" y="9350"/>
                  </a:moveTo>
                  <a:cubicBezTo>
                    <a:pt x="55314" y="9350"/>
                    <a:pt x="55280" y="9384"/>
                    <a:pt x="55280" y="9419"/>
                  </a:cubicBezTo>
                  <a:cubicBezTo>
                    <a:pt x="55280" y="9487"/>
                    <a:pt x="55314" y="9521"/>
                    <a:pt x="55348" y="9521"/>
                  </a:cubicBezTo>
                  <a:lnTo>
                    <a:pt x="55451" y="9555"/>
                  </a:lnTo>
                  <a:lnTo>
                    <a:pt x="55485" y="9555"/>
                  </a:lnTo>
                  <a:cubicBezTo>
                    <a:pt x="55519" y="9555"/>
                    <a:pt x="55553" y="9521"/>
                    <a:pt x="55553" y="9487"/>
                  </a:cubicBezTo>
                  <a:cubicBezTo>
                    <a:pt x="55553" y="9453"/>
                    <a:pt x="55519" y="9384"/>
                    <a:pt x="55485" y="9384"/>
                  </a:cubicBezTo>
                  <a:lnTo>
                    <a:pt x="55383" y="9350"/>
                  </a:lnTo>
                  <a:close/>
                  <a:moveTo>
                    <a:pt x="56406" y="9555"/>
                  </a:moveTo>
                  <a:cubicBezTo>
                    <a:pt x="56338" y="9555"/>
                    <a:pt x="56304" y="9589"/>
                    <a:pt x="56304" y="9623"/>
                  </a:cubicBezTo>
                  <a:cubicBezTo>
                    <a:pt x="56270" y="9657"/>
                    <a:pt x="56304" y="9726"/>
                    <a:pt x="56372" y="9726"/>
                  </a:cubicBezTo>
                  <a:lnTo>
                    <a:pt x="56474" y="9760"/>
                  </a:lnTo>
                  <a:cubicBezTo>
                    <a:pt x="56543" y="9760"/>
                    <a:pt x="56577" y="9726"/>
                    <a:pt x="56577" y="9692"/>
                  </a:cubicBezTo>
                  <a:cubicBezTo>
                    <a:pt x="56577" y="9623"/>
                    <a:pt x="56543" y="9589"/>
                    <a:pt x="56509" y="9589"/>
                  </a:cubicBezTo>
                  <a:lnTo>
                    <a:pt x="56406" y="955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5" name="ZoneTexte 4">
            <a:extLst>
              <a:ext uri="{FF2B5EF4-FFF2-40B4-BE49-F238E27FC236}">
                <a16:creationId xmlns:a16="http://schemas.microsoft.com/office/drawing/2014/main" id="{3D694FF3-BD85-B89C-7C17-134890E1DA4C}"/>
              </a:ext>
            </a:extLst>
          </p:cNvPr>
          <p:cNvSpPr txBox="1"/>
          <p:nvPr/>
        </p:nvSpPr>
        <p:spPr>
          <a:xfrm>
            <a:off x="8774147" y="4670735"/>
            <a:ext cx="27443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13884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POUTRE</a:t>
            </a:r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AE9125C-7E0B-42A8-1CE8-F441291F96A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4" t="4" r="18295" b="95479"/>
          <a:stretch/>
        </p:blipFill>
        <p:spPr bwMode="auto">
          <a:xfrm>
            <a:off x="1630326" y="595386"/>
            <a:ext cx="5982585" cy="531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6A92022D-63CF-4B63-27F9-8E193E36C41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54" r="21576" b="83668"/>
          <a:stretch/>
        </p:blipFill>
        <p:spPr bwMode="auto">
          <a:xfrm>
            <a:off x="241055" y="1338641"/>
            <a:ext cx="4052649" cy="1364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2F4EE28-0148-0E16-146C-0051E9FAFC7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26" t="79536" r="36219" b="-1"/>
          <a:stretch/>
        </p:blipFill>
        <p:spPr bwMode="auto">
          <a:xfrm>
            <a:off x="4701486" y="3089305"/>
            <a:ext cx="3893873" cy="1816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7785B26-9212-9059-0029-22824D762C3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5" t="17617" r="36805" b="59885"/>
          <a:stretch/>
        </p:blipFill>
        <p:spPr bwMode="auto">
          <a:xfrm>
            <a:off x="268884" y="2735345"/>
            <a:ext cx="3996990" cy="2170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24C925C-66B8-85E6-3CB8-476A49E750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9" t="57546" r="36416" b="21990"/>
          <a:stretch/>
        </p:blipFill>
        <p:spPr bwMode="auto">
          <a:xfrm>
            <a:off x="4701487" y="1338641"/>
            <a:ext cx="3893873" cy="169503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C431C23A-1BB5-FE0C-DA75-8E6A3F988C8B}"/>
              </a:ext>
            </a:extLst>
          </p:cNvPr>
          <p:cNvSpPr txBox="1"/>
          <p:nvPr/>
        </p:nvSpPr>
        <p:spPr>
          <a:xfrm>
            <a:off x="8666769" y="4670735"/>
            <a:ext cx="36420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55973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POTEAU</a:t>
            </a:r>
            <a:endParaRPr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808BF378-30D4-2338-3623-5A812F8C4673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45"/>
          <a:stretch/>
        </p:blipFill>
        <p:spPr>
          <a:xfrm>
            <a:off x="4090727" y="1609061"/>
            <a:ext cx="4600354" cy="3277496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1B57B099-9C06-F82F-FD7D-D77E6E25D2D9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27" r="57331" b="57941"/>
          <a:stretch/>
        </p:blipFill>
        <p:spPr>
          <a:xfrm>
            <a:off x="209252" y="1610396"/>
            <a:ext cx="2139211" cy="1637413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95E594D2-8B8F-9403-80CB-6495A3778426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892" t="17095" r="359" b="57145"/>
          <a:stretch/>
        </p:blipFill>
        <p:spPr>
          <a:xfrm>
            <a:off x="2482405" y="1609061"/>
            <a:ext cx="1474382" cy="1740196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5654BDA-8AFF-BA9C-EB47-3DC2BF7664F7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5" b="90871"/>
          <a:stretch/>
        </p:blipFill>
        <p:spPr>
          <a:xfrm>
            <a:off x="893134" y="617534"/>
            <a:ext cx="7421525" cy="487332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2050" name="Picture 2" descr="Armature de poteau 4HA10 - 10x10 cm - L 6 m - ARMETON">
            <a:extLst>
              <a:ext uri="{FF2B5EF4-FFF2-40B4-BE49-F238E27FC236}">
                <a16:creationId xmlns:a16="http://schemas.microsoft.com/office/drawing/2014/main" id="{8B9AB9E7-21A5-FCB7-E3D2-97CA874674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64" t="21481" r="18345" b="18140"/>
          <a:stretch/>
        </p:blipFill>
        <p:spPr bwMode="auto">
          <a:xfrm rot="16200000">
            <a:off x="546911" y="3085003"/>
            <a:ext cx="1573619" cy="2029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05446B2-880A-C62E-1657-84163DB7D5AC}"/>
              </a:ext>
            </a:extLst>
          </p:cNvPr>
          <p:cNvSpPr txBox="1"/>
          <p:nvPr/>
        </p:nvSpPr>
        <p:spPr>
          <a:xfrm>
            <a:off x="8719950" y="4693228"/>
            <a:ext cx="324633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707847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SEMELLE</a:t>
            </a:r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4284A98-46FC-36F2-8E01-5845AD622210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2" t="-1363" r="22008" b="92213"/>
          <a:stretch/>
        </p:blipFill>
        <p:spPr>
          <a:xfrm>
            <a:off x="1531088" y="540650"/>
            <a:ext cx="6315740" cy="558010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39CB74D9-2473-3706-88F8-3AB8F80BD036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032" r="22191"/>
          <a:stretch/>
        </p:blipFill>
        <p:spPr>
          <a:xfrm>
            <a:off x="3948417" y="1495646"/>
            <a:ext cx="4841163" cy="3310269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4B6E0D6-4D4C-8982-D555-6F45933A58C6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01" r="40772" b="57102"/>
          <a:stretch/>
        </p:blipFill>
        <p:spPr>
          <a:xfrm>
            <a:off x="436998" y="1413175"/>
            <a:ext cx="3411988" cy="1621327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3074" name="Picture 2" descr="armature semelle fondation isole carree 75x75 d07mm sic5775 | VM Matériaux">
            <a:extLst>
              <a:ext uri="{FF2B5EF4-FFF2-40B4-BE49-F238E27FC236}">
                <a16:creationId xmlns:a16="http://schemas.microsoft.com/office/drawing/2014/main" id="{6BD851C8-2E8F-1CDC-014D-1A98AFA03C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44" t="14182" r="12840" b="8616"/>
          <a:stretch/>
        </p:blipFill>
        <p:spPr bwMode="auto">
          <a:xfrm>
            <a:off x="572494" y="3150780"/>
            <a:ext cx="2552369" cy="1705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DEFBFAC5-1CCC-A1CE-D3E5-2AA2FB435ABE}"/>
              </a:ext>
            </a:extLst>
          </p:cNvPr>
          <p:cNvSpPr txBox="1"/>
          <p:nvPr/>
        </p:nvSpPr>
        <p:spPr>
          <a:xfrm>
            <a:off x="8719950" y="4693228"/>
            <a:ext cx="324633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61588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8D1C39-0780-4A7C-841F-39B01B4C8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2875" y="2459612"/>
            <a:ext cx="3567900" cy="2099715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fr-FR" sz="3200" dirty="0"/>
              <a:t>Devis quantitatif</a:t>
            </a:r>
            <a:br>
              <a:rPr lang="fr-FR" sz="3200" dirty="0"/>
            </a:br>
            <a:r>
              <a:rPr lang="fr-FR" sz="3200" dirty="0"/>
              <a:t> et </a:t>
            </a:r>
            <a:br>
              <a:rPr lang="fr-FR" sz="3200" dirty="0"/>
            </a:br>
            <a:r>
              <a:rPr lang="fr-FR" sz="3200" dirty="0"/>
              <a:t>devis estimatif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EE0F3A92-4A3F-4ED6-A10C-0EDABD20EFCB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fr-FR" dirty="0"/>
              <a:t>5</a:t>
            </a:r>
          </a:p>
        </p:txBody>
      </p:sp>
      <p:grpSp>
        <p:nvGrpSpPr>
          <p:cNvPr id="166" name="Google Shape;1992;p46">
            <a:extLst>
              <a:ext uri="{FF2B5EF4-FFF2-40B4-BE49-F238E27FC236}">
                <a16:creationId xmlns:a16="http://schemas.microsoft.com/office/drawing/2014/main" id="{FDDE0BC8-8603-B2B7-6C9F-4A19BB6D44A2}"/>
              </a:ext>
            </a:extLst>
          </p:cNvPr>
          <p:cNvGrpSpPr/>
          <p:nvPr/>
        </p:nvGrpSpPr>
        <p:grpSpPr>
          <a:xfrm>
            <a:off x="2989158" y="1822691"/>
            <a:ext cx="1407913" cy="1702737"/>
            <a:chOff x="6038531" y="2718223"/>
            <a:chExt cx="244485" cy="394246"/>
          </a:xfrm>
        </p:grpSpPr>
        <p:sp>
          <p:nvSpPr>
            <p:cNvPr id="167" name="Google Shape;1993;p46">
              <a:extLst>
                <a:ext uri="{FF2B5EF4-FFF2-40B4-BE49-F238E27FC236}">
                  <a16:creationId xmlns:a16="http://schemas.microsoft.com/office/drawing/2014/main" id="{005B1F31-3156-9319-0275-CB3F9816EB43}"/>
                </a:ext>
              </a:extLst>
            </p:cNvPr>
            <p:cNvSpPr/>
            <p:nvPr/>
          </p:nvSpPr>
          <p:spPr>
            <a:xfrm>
              <a:off x="6038531" y="2718223"/>
              <a:ext cx="244485" cy="394246"/>
            </a:xfrm>
            <a:custGeom>
              <a:avLst/>
              <a:gdLst/>
              <a:ahLst/>
              <a:cxnLst/>
              <a:rect l="l" t="t" r="r" b="b"/>
              <a:pathLst>
                <a:path w="7503" h="12099" extrusionOk="0">
                  <a:moveTo>
                    <a:pt x="3762" y="377"/>
                  </a:moveTo>
                  <a:cubicBezTo>
                    <a:pt x="3859" y="377"/>
                    <a:pt x="3930" y="442"/>
                    <a:pt x="3930" y="524"/>
                  </a:cubicBezTo>
                  <a:lnTo>
                    <a:pt x="3930" y="858"/>
                  </a:lnTo>
                  <a:lnTo>
                    <a:pt x="3597" y="858"/>
                  </a:lnTo>
                  <a:lnTo>
                    <a:pt x="3597" y="548"/>
                  </a:lnTo>
                  <a:cubicBezTo>
                    <a:pt x="3597" y="453"/>
                    <a:pt x="3645" y="381"/>
                    <a:pt x="3716" y="381"/>
                  </a:cubicBezTo>
                  <a:cubicBezTo>
                    <a:pt x="3732" y="378"/>
                    <a:pt x="3747" y="377"/>
                    <a:pt x="3762" y="377"/>
                  </a:cubicBezTo>
                  <a:close/>
                  <a:moveTo>
                    <a:pt x="2930" y="3549"/>
                  </a:moveTo>
                  <a:cubicBezTo>
                    <a:pt x="3025" y="3620"/>
                    <a:pt x="3121" y="3668"/>
                    <a:pt x="3216" y="3715"/>
                  </a:cubicBezTo>
                  <a:lnTo>
                    <a:pt x="2049" y="6859"/>
                  </a:lnTo>
                  <a:lnTo>
                    <a:pt x="1739" y="6859"/>
                  </a:lnTo>
                  <a:lnTo>
                    <a:pt x="2930" y="3549"/>
                  </a:lnTo>
                  <a:close/>
                  <a:moveTo>
                    <a:pt x="3740" y="6526"/>
                  </a:moveTo>
                  <a:cubicBezTo>
                    <a:pt x="3835" y="6526"/>
                    <a:pt x="3930" y="6597"/>
                    <a:pt x="3930" y="6692"/>
                  </a:cubicBezTo>
                  <a:lnTo>
                    <a:pt x="3930" y="6859"/>
                  </a:lnTo>
                  <a:lnTo>
                    <a:pt x="3597" y="6859"/>
                  </a:lnTo>
                  <a:lnTo>
                    <a:pt x="3597" y="6716"/>
                  </a:lnTo>
                  <a:cubicBezTo>
                    <a:pt x="3597" y="6621"/>
                    <a:pt x="3645" y="6549"/>
                    <a:pt x="3740" y="6526"/>
                  </a:cubicBezTo>
                  <a:close/>
                  <a:moveTo>
                    <a:pt x="4550" y="3573"/>
                  </a:moveTo>
                  <a:lnTo>
                    <a:pt x="5740" y="6883"/>
                  </a:lnTo>
                  <a:lnTo>
                    <a:pt x="5454" y="6883"/>
                  </a:lnTo>
                  <a:lnTo>
                    <a:pt x="4669" y="4763"/>
                  </a:lnTo>
                  <a:cubicBezTo>
                    <a:pt x="4629" y="4684"/>
                    <a:pt x="4557" y="4638"/>
                    <a:pt x="4479" y="4638"/>
                  </a:cubicBezTo>
                  <a:cubicBezTo>
                    <a:pt x="4463" y="4638"/>
                    <a:pt x="4447" y="4640"/>
                    <a:pt x="4430" y="4644"/>
                  </a:cubicBezTo>
                  <a:cubicBezTo>
                    <a:pt x="4335" y="4692"/>
                    <a:pt x="4288" y="4811"/>
                    <a:pt x="4311" y="4906"/>
                  </a:cubicBezTo>
                  <a:lnTo>
                    <a:pt x="5050" y="6859"/>
                  </a:lnTo>
                  <a:lnTo>
                    <a:pt x="4288" y="6859"/>
                  </a:lnTo>
                  <a:lnTo>
                    <a:pt x="4288" y="6716"/>
                  </a:lnTo>
                  <a:cubicBezTo>
                    <a:pt x="4288" y="6406"/>
                    <a:pt x="4049" y="6168"/>
                    <a:pt x="3740" y="6168"/>
                  </a:cubicBezTo>
                  <a:cubicBezTo>
                    <a:pt x="3454" y="6168"/>
                    <a:pt x="3216" y="6406"/>
                    <a:pt x="3216" y="6716"/>
                  </a:cubicBezTo>
                  <a:lnTo>
                    <a:pt x="3216" y="6883"/>
                  </a:lnTo>
                  <a:lnTo>
                    <a:pt x="2454" y="6883"/>
                  </a:lnTo>
                  <a:lnTo>
                    <a:pt x="3597" y="3787"/>
                  </a:lnTo>
                  <a:cubicBezTo>
                    <a:pt x="3645" y="3811"/>
                    <a:pt x="3692" y="3811"/>
                    <a:pt x="3740" y="3811"/>
                  </a:cubicBezTo>
                  <a:cubicBezTo>
                    <a:pt x="3811" y="3811"/>
                    <a:pt x="3859" y="3811"/>
                    <a:pt x="3907" y="3787"/>
                  </a:cubicBezTo>
                  <a:lnTo>
                    <a:pt x="4073" y="4239"/>
                  </a:lnTo>
                  <a:cubicBezTo>
                    <a:pt x="4097" y="4335"/>
                    <a:pt x="4169" y="4382"/>
                    <a:pt x="4240" y="4382"/>
                  </a:cubicBezTo>
                  <a:cubicBezTo>
                    <a:pt x="4264" y="4382"/>
                    <a:pt x="4288" y="4358"/>
                    <a:pt x="4311" y="4358"/>
                  </a:cubicBezTo>
                  <a:cubicBezTo>
                    <a:pt x="4407" y="4311"/>
                    <a:pt x="4454" y="4216"/>
                    <a:pt x="4430" y="4120"/>
                  </a:cubicBezTo>
                  <a:lnTo>
                    <a:pt x="4264" y="3715"/>
                  </a:lnTo>
                  <a:cubicBezTo>
                    <a:pt x="4383" y="3668"/>
                    <a:pt x="4478" y="3620"/>
                    <a:pt x="4550" y="3573"/>
                  </a:cubicBezTo>
                  <a:close/>
                  <a:moveTo>
                    <a:pt x="3930" y="7216"/>
                  </a:moveTo>
                  <a:lnTo>
                    <a:pt x="3930" y="7359"/>
                  </a:lnTo>
                  <a:cubicBezTo>
                    <a:pt x="3930" y="7454"/>
                    <a:pt x="3835" y="7526"/>
                    <a:pt x="3740" y="7526"/>
                  </a:cubicBezTo>
                  <a:cubicBezTo>
                    <a:pt x="3645" y="7502"/>
                    <a:pt x="3597" y="7431"/>
                    <a:pt x="3597" y="7359"/>
                  </a:cubicBezTo>
                  <a:lnTo>
                    <a:pt x="3597" y="7216"/>
                  </a:lnTo>
                  <a:close/>
                  <a:moveTo>
                    <a:pt x="5883" y="7216"/>
                  </a:moveTo>
                  <a:lnTo>
                    <a:pt x="7122" y="10669"/>
                  </a:lnTo>
                  <a:lnTo>
                    <a:pt x="7074" y="11146"/>
                  </a:lnTo>
                  <a:lnTo>
                    <a:pt x="6883" y="10598"/>
                  </a:lnTo>
                  <a:lnTo>
                    <a:pt x="5597" y="7216"/>
                  </a:lnTo>
                  <a:close/>
                  <a:moveTo>
                    <a:pt x="3740" y="0"/>
                  </a:moveTo>
                  <a:cubicBezTo>
                    <a:pt x="3454" y="0"/>
                    <a:pt x="3216" y="239"/>
                    <a:pt x="3216" y="524"/>
                  </a:cubicBezTo>
                  <a:lnTo>
                    <a:pt x="3216" y="953"/>
                  </a:lnTo>
                  <a:cubicBezTo>
                    <a:pt x="3097" y="1001"/>
                    <a:pt x="3002" y="1048"/>
                    <a:pt x="2906" y="1120"/>
                  </a:cubicBezTo>
                  <a:cubicBezTo>
                    <a:pt x="2835" y="1167"/>
                    <a:pt x="2811" y="1286"/>
                    <a:pt x="2859" y="1382"/>
                  </a:cubicBezTo>
                  <a:cubicBezTo>
                    <a:pt x="2905" y="1428"/>
                    <a:pt x="2971" y="1454"/>
                    <a:pt x="3031" y="1454"/>
                  </a:cubicBezTo>
                  <a:cubicBezTo>
                    <a:pt x="3064" y="1454"/>
                    <a:pt x="3095" y="1446"/>
                    <a:pt x="3121" y="1429"/>
                  </a:cubicBezTo>
                  <a:cubicBezTo>
                    <a:pt x="3311" y="1286"/>
                    <a:pt x="3526" y="1239"/>
                    <a:pt x="3740" y="1239"/>
                  </a:cubicBezTo>
                  <a:cubicBezTo>
                    <a:pt x="4359" y="1239"/>
                    <a:pt x="4859" y="1715"/>
                    <a:pt x="4859" y="2334"/>
                  </a:cubicBezTo>
                  <a:cubicBezTo>
                    <a:pt x="4859" y="2930"/>
                    <a:pt x="4359" y="3430"/>
                    <a:pt x="3740" y="3430"/>
                  </a:cubicBezTo>
                  <a:cubicBezTo>
                    <a:pt x="3144" y="3430"/>
                    <a:pt x="2644" y="2930"/>
                    <a:pt x="2644" y="2334"/>
                  </a:cubicBezTo>
                  <a:cubicBezTo>
                    <a:pt x="2644" y="2168"/>
                    <a:pt x="2692" y="2001"/>
                    <a:pt x="2763" y="1834"/>
                  </a:cubicBezTo>
                  <a:cubicBezTo>
                    <a:pt x="2811" y="1763"/>
                    <a:pt x="2763" y="1644"/>
                    <a:pt x="2668" y="1596"/>
                  </a:cubicBezTo>
                  <a:cubicBezTo>
                    <a:pt x="2643" y="1583"/>
                    <a:pt x="2617" y="1577"/>
                    <a:pt x="2593" y="1577"/>
                  </a:cubicBezTo>
                  <a:cubicBezTo>
                    <a:pt x="2525" y="1577"/>
                    <a:pt x="2465" y="1622"/>
                    <a:pt x="2430" y="1691"/>
                  </a:cubicBezTo>
                  <a:cubicBezTo>
                    <a:pt x="2335" y="1882"/>
                    <a:pt x="2263" y="2096"/>
                    <a:pt x="2263" y="2334"/>
                  </a:cubicBezTo>
                  <a:cubicBezTo>
                    <a:pt x="2263" y="2691"/>
                    <a:pt x="2406" y="3025"/>
                    <a:pt x="2644" y="3287"/>
                  </a:cubicBezTo>
                  <a:lnTo>
                    <a:pt x="1358" y="6859"/>
                  </a:lnTo>
                  <a:lnTo>
                    <a:pt x="811" y="6859"/>
                  </a:lnTo>
                  <a:cubicBezTo>
                    <a:pt x="692" y="6859"/>
                    <a:pt x="620" y="6930"/>
                    <a:pt x="620" y="7026"/>
                  </a:cubicBezTo>
                  <a:cubicBezTo>
                    <a:pt x="620" y="7145"/>
                    <a:pt x="811" y="7240"/>
                    <a:pt x="811" y="7240"/>
                  </a:cubicBezTo>
                  <a:lnTo>
                    <a:pt x="1216" y="7216"/>
                  </a:lnTo>
                  <a:lnTo>
                    <a:pt x="1216" y="7216"/>
                  </a:lnTo>
                  <a:lnTo>
                    <a:pt x="1025" y="7740"/>
                  </a:lnTo>
                  <a:cubicBezTo>
                    <a:pt x="1001" y="7835"/>
                    <a:pt x="1049" y="7954"/>
                    <a:pt x="1144" y="7978"/>
                  </a:cubicBezTo>
                  <a:cubicBezTo>
                    <a:pt x="1168" y="7978"/>
                    <a:pt x="1192" y="8002"/>
                    <a:pt x="1216" y="8002"/>
                  </a:cubicBezTo>
                  <a:cubicBezTo>
                    <a:pt x="1287" y="8002"/>
                    <a:pt x="1358" y="7954"/>
                    <a:pt x="1382" y="7859"/>
                  </a:cubicBezTo>
                  <a:lnTo>
                    <a:pt x="1620" y="7240"/>
                  </a:lnTo>
                  <a:lnTo>
                    <a:pt x="1906" y="7240"/>
                  </a:lnTo>
                  <a:lnTo>
                    <a:pt x="620" y="10622"/>
                  </a:lnTo>
                  <a:lnTo>
                    <a:pt x="430" y="11146"/>
                  </a:lnTo>
                  <a:lnTo>
                    <a:pt x="382" y="10669"/>
                  </a:lnTo>
                  <a:lnTo>
                    <a:pt x="1120" y="8574"/>
                  </a:lnTo>
                  <a:cubicBezTo>
                    <a:pt x="1168" y="8478"/>
                    <a:pt x="1120" y="8383"/>
                    <a:pt x="1025" y="8335"/>
                  </a:cubicBezTo>
                  <a:cubicBezTo>
                    <a:pt x="1009" y="8331"/>
                    <a:pt x="992" y="8329"/>
                    <a:pt x="974" y="8329"/>
                  </a:cubicBezTo>
                  <a:cubicBezTo>
                    <a:pt x="892" y="8329"/>
                    <a:pt x="807" y="8376"/>
                    <a:pt x="787" y="8455"/>
                  </a:cubicBezTo>
                  <a:lnTo>
                    <a:pt x="1" y="10574"/>
                  </a:lnTo>
                  <a:cubicBezTo>
                    <a:pt x="1" y="10598"/>
                    <a:pt x="1" y="10645"/>
                    <a:pt x="1" y="10669"/>
                  </a:cubicBezTo>
                  <a:lnTo>
                    <a:pt x="120" y="11908"/>
                  </a:lnTo>
                  <a:cubicBezTo>
                    <a:pt x="120" y="12003"/>
                    <a:pt x="191" y="12074"/>
                    <a:pt x="287" y="12098"/>
                  </a:cubicBezTo>
                  <a:lnTo>
                    <a:pt x="311" y="12098"/>
                  </a:lnTo>
                  <a:cubicBezTo>
                    <a:pt x="406" y="12098"/>
                    <a:pt x="477" y="12050"/>
                    <a:pt x="501" y="11955"/>
                  </a:cubicBezTo>
                  <a:lnTo>
                    <a:pt x="977" y="10741"/>
                  </a:lnTo>
                  <a:lnTo>
                    <a:pt x="2311" y="7216"/>
                  </a:lnTo>
                  <a:lnTo>
                    <a:pt x="3216" y="7216"/>
                  </a:lnTo>
                  <a:lnTo>
                    <a:pt x="3216" y="7359"/>
                  </a:lnTo>
                  <a:cubicBezTo>
                    <a:pt x="3216" y="7645"/>
                    <a:pt x="3454" y="7883"/>
                    <a:pt x="3740" y="7883"/>
                  </a:cubicBezTo>
                  <a:cubicBezTo>
                    <a:pt x="4049" y="7883"/>
                    <a:pt x="4288" y="7645"/>
                    <a:pt x="4288" y="7359"/>
                  </a:cubicBezTo>
                  <a:lnTo>
                    <a:pt x="4288" y="7216"/>
                  </a:lnTo>
                  <a:lnTo>
                    <a:pt x="5193" y="7216"/>
                  </a:lnTo>
                  <a:lnTo>
                    <a:pt x="6526" y="10741"/>
                  </a:lnTo>
                  <a:lnTo>
                    <a:pt x="6979" y="11955"/>
                  </a:lnTo>
                  <a:cubicBezTo>
                    <a:pt x="7026" y="12050"/>
                    <a:pt x="7098" y="12098"/>
                    <a:pt x="7193" y="12098"/>
                  </a:cubicBezTo>
                  <a:lnTo>
                    <a:pt x="7217" y="12098"/>
                  </a:lnTo>
                  <a:cubicBezTo>
                    <a:pt x="7312" y="12074"/>
                    <a:pt x="7383" y="12003"/>
                    <a:pt x="7383" y="11908"/>
                  </a:cubicBezTo>
                  <a:lnTo>
                    <a:pt x="7503" y="10669"/>
                  </a:lnTo>
                  <a:cubicBezTo>
                    <a:pt x="7503" y="10645"/>
                    <a:pt x="7503" y="10598"/>
                    <a:pt x="7503" y="10574"/>
                  </a:cubicBezTo>
                  <a:lnTo>
                    <a:pt x="6288" y="7240"/>
                  </a:lnTo>
                  <a:lnTo>
                    <a:pt x="6693" y="7240"/>
                  </a:lnTo>
                  <a:cubicBezTo>
                    <a:pt x="6693" y="7240"/>
                    <a:pt x="6883" y="7145"/>
                    <a:pt x="6883" y="7026"/>
                  </a:cubicBezTo>
                  <a:cubicBezTo>
                    <a:pt x="6883" y="6930"/>
                    <a:pt x="6812" y="6859"/>
                    <a:pt x="6693" y="6859"/>
                  </a:cubicBezTo>
                  <a:lnTo>
                    <a:pt x="6145" y="6859"/>
                  </a:lnTo>
                  <a:lnTo>
                    <a:pt x="4859" y="3287"/>
                  </a:lnTo>
                  <a:cubicBezTo>
                    <a:pt x="5097" y="3049"/>
                    <a:pt x="5216" y="2691"/>
                    <a:pt x="5216" y="2334"/>
                  </a:cubicBezTo>
                  <a:cubicBezTo>
                    <a:pt x="5216" y="1715"/>
                    <a:pt x="4835" y="1167"/>
                    <a:pt x="4311" y="953"/>
                  </a:cubicBezTo>
                  <a:lnTo>
                    <a:pt x="4311" y="524"/>
                  </a:lnTo>
                  <a:cubicBezTo>
                    <a:pt x="4288" y="239"/>
                    <a:pt x="4049" y="0"/>
                    <a:pt x="37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168" name="Google Shape;1994;p46">
              <a:extLst>
                <a:ext uri="{FF2B5EF4-FFF2-40B4-BE49-F238E27FC236}">
                  <a16:creationId xmlns:a16="http://schemas.microsoft.com/office/drawing/2014/main" id="{9D19BFE5-6E9B-D6BB-956B-04D956725BE6}"/>
                </a:ext>
              </a:extLst>
            </p:cNvPr>
            <p:cNvSpPr/>
            <p:nvPr/>
          </p:nvSpPr>
          <p:spPr>
            <a:xfrm>
              <a:off x="6138660" y="2771758"/>
              <a:ext cx="44250" cy="44283"/>
            </a:xfrm>
            <a:custGeom>
              <a:avLst/>
              <a:gdLst/>
              <a:ahLst/>
              <a:cxnLst/>
              <a:rect l="l" t="t" r="r" b="b"/>
              <a:pathLst>
                <a:path w="1358" h="1359" extrusionOk="0">
                  <a:moveTo>
                    <a:pt x="667" y="382"/>
                  </a:moveTo>
                  <a:cubicBezTo>
                    <a:pt x="857" y="382"/>
                    <a:pt x="976" y="525"/>
                    <a:pt x="976" y="691"/>
                  </a:cubicBezTo>
                  <a:cubicBezTo>
                    <a:pt x="976" y="858"/>
                    <a:pt x="857" y="1001"/>
                    <a:pt x="667" y="1001"/>
                  </a:cubicBezTo>
                  <a:cubicBezTo>
                    <a:pt x="500" y="1001"/>
                    <a:pt x="381" y="858"/>
                    <a:pt x="381" y="691"/>
                  </a:cubicBezTo>
                  <a:cubicBezTo>
                    <a:pt x="381" y="525"/>
                    <a:pt x="500" y="382"/>
                    <a:pt x="667" y="382"/>
                  </a:cubicBezTo>
                  <a:close/>
                  <a:moveTo>
                    <a:pt x="667" y="1"/>
                  </a:moveTo>
                  <a:cubicBezTo>
                    <a:pt x="310" y="1"/>
                    <a:pt x="0" y="310"/>
                    <a:pt x="0" y="691"/>
                  </a:cubicBezTo>
                  <a:cubicBezTo>
                    <a:pt x="0" y="1072"/>
                    <a:pt x="310" y="1358"/>
                    <a:pt x="667" y="1358"/>
                  </a:cubicBezTo>
                  <a:cubicBezTo>
                    <a:pt x="1048" y="1358"/>
                    <a:pt x="1357" y="1072"/>
                    <a:pt x="1357" y="691"/>
                  </a:cubicBezTo>
                  <a:cubicBezTo>
                    <a:pt x="1357" y="310"/>
                    <a:pt x="1048" y="1"/>
                    <a:pt x="6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</p:grpSp>
      <p:grpSp>
        <p:nvGrpSpPr>
          <p:cNvPr id="169" name="Google Shape;2052;p46">
            <a:extLst>
              <a:ext uri="{FF2B5EF4-FFF2-40B4-BE49-F238E27FC236}">
                <a16:creationId xmlns:a16="http://schemas.microsoft.com/office/drawing/2014/main" id="{63FF3B9F-2785-9DFA-4E58-BC48AC9A6C1D}"/>
              </a:ext>
            </a:extLst>
          </p:cNvPr>
          <p:cNvGrpSpPr/>
          <p:nvPr/>
        </p:nvGrpSpPr>
        <p:grpSpPr>
          <a:xfrm>
            <a:off x="390018" y="317078"/>
            <a:ext cx="2090787" cy="1702737"/>
            <a:chOff x="2760115" y="2096657"/>
            <a:chExt cx="394246" cy="377953"/>
          </a:xfrm>
        </p:grpSpPr>
        <p:sp>
          <p:nvSpPr>
            <p:cNvPr id="170" name="Google Shape;2053;p46">
              <a:extLst>
                <a:ext uri="{FF2B5EF4-FFF2-40B4-BE49-F238E27FC236}">
                  <a16:creationId xmlns:a16="http://schemas.microsoft.com/office/drawing/2014/main" id="{4C4143F2-5D9B-7A47-A0B1-1B8E8C469DF4}"/>
                </a:ext>
              </a:extLst>
            </p:cNvPr>
            <p:cNvSpPr/>
            <p:nvPr/>
          </p:nvSpPr>
          <p:spPr>
            <a:xfrm>
              <a:off x="2941703" y="2209201"/>
              <a:ext cx="10883" cy="10883"/>
            </a:xfrm>
            <a:custGeom>
              <a:avLst/>
              <a:gdLst/>
              <a:ahLst/>
              <a:cxnLst/>
              <a:rect l="l" t="t" r="r" b="b"/>
              <a:pathLst>
                <a:path w="33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62"/>
                    <a:pt x="72" y="334"/>
                    <a:pt x="167" y="334"/>
                  </a:cubicBezTo>
                  <a:cubicBezTo>
                    <a:pt x="262" y="334"/>
                    <a:pt x="334" y="262"/>
                    <a:pt x="334" y="167"/>
                  </a:cubicBezTo>
                  <a:cubicBezTo>
                    <a:pt x="334" y="72"/>
                    <a:pt x="262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171" name="Google Shape;2054;p46">
              <a:extLst>
                <a:ext uri="{FF2B5EF4-FFF2-40B4-BE49-F238E27FC236}">
                  <a16:creationId xmlns:a16="http://schemas.microsoft.com/office/drawing/2014/main" id="{EE104AB1-60CB-D292-C95C-1693C25505E1}"/>
                </a:ext>
              </a:extLst>
            </p:cNvPr>
            <p:cNvSpPr/>
            <p:nvPr/>
          </p:nvSpPr>
          <p:spPr>
            <a:xfrm>
              <a:off x="2989796" y="2209201"/>
              <a:ext cx="10916" cy="10883"/>
            </a:xfrm>
            <a:custGeom>
              <a:avLst/>
              <a:gdLst/>
              <a:ahLst/>
              <a:cxnLst/>
              <a:rect l="l" t="t" r="r" b="b"/>
              <a:pathLst>
                <a:path w="335" h="334" extrusionOk="0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62"/>
                    <a:pt x="72" y="334"/>
                    <a:pt x="168" y="334"/>
                  </a:cubicBezTo>
                  <a:cubicBezTo>
                    <a:pt x="263" y="334"/>
                    <a:pt x="334" y="262"/>
                    <a:pt x="334" y="167"/>
                  </a:cubicBezTo>
                  <a:cubicBezTo>
                    <a:pt x="334" y="72"/>
                    <a:pt x="263" y="0"/>
                    <a:pt x="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172" name="Google Shape;2055;p46">
              <a:extLst>
                <a:ext uri="{FF2B5EF4-FFF2-40B4-BE49-F238E27FC236}">
                  <a16:creationId xmlns:a16="http://schemas.microsoft.com/office/drawing/2014/main" id="{96CA5501-F8CE-2800-3F69-3C4EF69452FC}"/>
                </a:ext>
              </a:extLst>
            </p:cNvPr>
            <p:cNvSpPr/>
            <p:nvPr/>
          </p:nvSpPr>
          <p:spPr>
            <a:xfrm>
              <a:off x="2949458" y="2241491"/>
              <a:ext cx="48161" cy="20496"/>
            </a:xfrm>
            <a:custGeom>
              <a:avLst/>
              <a:gdLst/>
              <a:ahLst/>
              <a:cxnLst/>
              <a:rect l="l" t="t" r="r" b="b"/>
              <a:pathLst>
                <a:path w="1478" h="629" extrusionOk="0">
                  <a:moveTo>
                    <a:pt x="1265" y="0"/>
                  </a:moveTo>
                  <a:cubicBezTo>
                    <a:pt x="1213" y="0"/>
                    <a:pt x="1159" y="18"/>
                    <a:pt x="1120" y="57"/>
                  </a:cubicBezTo>
                  <a:cubicBezTo>
                    <a:pt x="1025" y="176"/>
                    <a:pt x="882" y="248"/>
                    <a:pt x="739" y="248"/>
                  </a:cubicBezTo>
                  <a:cubicBezTo>
                    <a:pt x="596" y="248"/>
                    <a:pt x="453" y="176"/>
                    <a:pt x="358" y="81"/>
                  </a:cubicBezTo>
                  <a:cubicBezTo>
                    <a:pt x="316" y="25"/>
                    <a:pt x="266" y="2"/>
                    <a:pt x="212" y="2"/>
                  </a:cubicBezTo>
                  <a:cubicBezTo>
                    <a:pt x="175" y="2"/>
                    <a:pt x="135" y="13"/>
                    <a:pt x="96" y="33"/>
                  </a:cubicBezTo>
                  <a:cubicBezTo>
                    <a:pt x="24" y="105"/>
                    <a:pt x="1" y="224"/>
                    <a:pt x="72" y="295"/>
                  </a:cubicBezTo>
                  <a:cubicBezTo>
                    <a:pt x="239" y="510"/>
                    <a:pt x="477" y="629"/>
                    <a:pt x="739" y="629"/>
                  </a:cubicBezTo>
                  <a:cubicBezTo>
                    <a:pt x="1001" y="629"/>
                    <a:pt x="1239" y="510"/>
                    <a:pt x="1406" y="295"/>
                  </a:cubicBezTo>
                  <a:cubicBezTo>
                    <a:pt x="1477" y="224"/>
                    <a:pt x="1453" y="105"/>
                    <a:pt x="1382" y="33"/>
                  </a:cubicBezTo>
                  <a:cubicBezTo>
                    <a:pt x="1350" y="12"/>
                    <a:pt x="1308" y="0"/>
                    <a:pt x="12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173" name="Google Shape;2056;p46">
              <a:extLst>
                <a:ext uri="{FF2B5EF4-FFF2-40B4-BE49-F238E27FC236}">
                  <a16:creationId xmlns:a16="http://schemas.microsoft.com/office/drawing/2014/main" id="{14063D01-8823-2A12-D864-181373553A64}"/>
                </a:ext>
              </a:extLst>
            </p:cNvPr>
            <p:cNvSpPr/>
            <p:nvPr/>
          </p:nvSpPr>
          <p:spPr>
            <a:xfrm>
              <a:off x="2760115" y="2263518"/>
              <a:ext cx="150575" cy="151357"/>
            </a:xfrm>
            <a:custGeom>
              <a:avLst/>
              <a:gdLst/>
              <a:ahLst/>
              <a:cxnLst/>
              <a:rect l="l" t="t" r="r" b="b"/>
              <a:pathLst>
                <a:path w="4621" h="4645" extrusionOk="0">
                  <a:moveTo>
                    <a:pt x="763" y="0"/>
                  </a:moveTo>
                  <a:cubicBezTo>
                    <a:pt x="334" y="0"/>
                    <a:pt x="1" y="334"/>
                    <a:pt x="1" y="762"/>
                  </a:cubicBezTo>
                  <a:lnTo>
                    <a:pt x="1" y="4477"/>
                  </a:lnTo>
                  <a:cubicBezTo>
                    <a:pt x="1" y="4573"/>
                    <a:pt x="72" y="4644"/>
                    <a:pt x="191" y="4644"/>
                  </a:cubicBezTo>
                  <a:cubicBezTo>
                    <a:pt x="287" y="4644"/>
                    <a:pt x="358" y="4573"/>
                    <a:pt x="358" y="4477"/>
                  </a:cubicBezTo>
                  <a:lnTo>
                    <a:pt x="358" y="762"/>
                  </a:lnTo>
                  <a:cubicBezTo>
                    <a:pt x="358" y="548"/>
                    <a:pt x="549" y="357"/>
                    <a:pt x="763" y="357"/>
                  </a:cubicBezTo>
                  <a:lnTo>
                    <a:pt x="4430" y="357"/>
                  </a:lnTo>
                  <a:cubicBezTo>
                    <a:pt x="4549" y="357"/>
                    <a:pt x="4621" y="286"/>
                    <a:pt x="4621" y="191"/>
                  </a:cubicBezTo>
                  <a:cubicBezTo>
                    <a:pt x="4621" y="72"/>
                    <a:pt x="4549" y="0"/>
                    <a:pt x="44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174" name="Google Shape;2057;p46">
              <a:extLst>
                <a:ext uri="{FF2B5EF4-FFF2-40B4-BE49-F238E27FC236}">
                  <a16:creationId xmlns:a16="http://schemas.microsoft.com/office/drawing/2014/main" id="{33EDCB55-41E3-9BD4-96C9-3C0FA1EB8BA9}"/>
                </a:ext>
              </a:extLst>
            </p:cNvPr>
            <p:cNvSpPr/>
            <p:nvPr/>
          </p:nvSpPr>
          <p:spPr>
            <a:xfrm>
              <a:off x="2760115" y="2096657"/>
              <a:ext cx="394246" cy="377953"/>
            </a:xfrm>
            <a:custGeom>
              <a:avLst/>
              <a:gdLst/>
              <a:ahLst/>
              <a:cxnLst/>
              <a:rect l="l" t="t" r="r" b="b"/>
              <a:pathLst>
                <a:path w="12099" h="11599" extrusionOk="0">
                  <a:moveTo>
                    <a:pt x="5026" y="1644"/>
                  </a:moveTo>
                  <a:cubicBezTo>
                    <a:pt x="5121" y="1787"/>
                    <a:pt x="5264" y="1906"/>
                    <a:pt x="5383" y="2025"/>
                  </a:cubicBezTo>
                  <a:cubicBezTo>
                    <a:pt x="5264" y="2144"/>
                    <a:pt x="5145" y="2216"/>
                    <a:pt x="5097" y="2240"/>
                  </a:cubicBezTo>
                  <a:cubicBezTo>
                    <a:pt x="5026" y="2263"/>
                    <a:pt x="4930" y="2311"/>
                    <a:pt x="4859" y="2335"/>
                  </a:cubicBezTo>
                  <a:cubicBezTo>
                    <a:pt x="4859" y="2216"/>
                    <a:pt x="4883" y="2097"/>
                    <a:pt x="4907" y="2002"/>
                  </a:cubicBezTo>
                  <a:cubicBezTo>
                    <a:pt x="4930" y="1859"/>
                    <a:pt x="4954" y="1740"/>
                    <a:pt x="5026" y="1644"/>
                  </a:cubicBezTo>
                  <a:close/>
                  <a:moveTo>
                    <a:pt x="4502" y="2859"/>
                  </a:moveTo>
                  <a:lnTo>
                    <a:pt x="4502" y="3573"/>
                  </a:lnTo>
                  <a:lnTo>
                    <a:pt x="4406" y="3573"/>
                  </a:lnTo>
                  <a:cubicBezTo>
                    <a:pt x="4359" y="3573"/>
                    <a:pt x="4335" y="3526"/>
                    <a:pt x="4335" y="3478"/>
                  </a:cubicBezTo>
                  <a:lnTo>
                    <a:pt x="4335" y="2930"/>
                  </a:lnTo>
                  <a:cubicBezTo>
                    <a:pt x="4335" y="2883"/>
                    <a:pt x="4359" y="2859"/>
                    <a:pt x="4406" y="2859"/>
                  </a:cubicBezTo>
                  <a:close/>
                  <a:moveTo>
                    <a:pt x="8645" y="2859"/>
                  </a:moveTo>
                  <a:cubicBezTo>
                    <a:pt x="8693" y="2859"/>
                    <a:pt x="8717" y="2883"/>
                    <a:pt x="8717" y="2930"/>
                  </a:cubicBezTo>
                  <a:lnTo>
                    <a:pt x="8717" y="3478"/>
                  </a:lnTo>
                  <a:cubicBezTo>
                    <a:pt x="8717" y="3526"/>
                    <a:pt x="8693" y="3573"/>
                    <a:pt x="8645" y="3573"/>
                  </a:cubicBezTo>
                  <a:lnTo>
                    <a:pt x="8574" y="3573"/>
                  </a:lnTo>
                  <a:lnTo>
                    <a:pt x="8574" y="2859"/>
                  </a:lnTo>
                  <a:close/>
                  <a:moveTo>
                    <a:pt x="5692" y="2263"/>
                  </a:moveTo>
                  <a:cubicBezTo>
                    <a:pt x="6216" y="2668"/>
                    <a:pt x="6836" y="2859"/>
                    <a:pt x="7479" y="2859"/>
                  </a:cubicBezTo>
                  <a:cubicBezTo>
                    <a:pt x="7669" y="2859"/>
                    <a:pt x="7955" y="2835"/>
                    <a:pt x="8193" y="2764"/>
                  </a:cubicBezTo>
                  <a:lnTo>
                    <a:pt x="8193" y="3740"/>
                  </a:lnTo>
                  <a:cubicBezTo>
                    <a:pt x="8193" y="3740"/>
                    <a:pt x="8193" y="3788"/>
                    <a:pt x="8217" y="3811"/>
                  </a:cubicBezTo>
                  <a:lnTo>
                    <a:pt x="8217" y="3859"/>
                  </a:lnTo>
                  <a:cubicBezTo>
                    <a:pt x="8217" y="4359"/>
                    <a:pt x="8002" y="4812"/>
                    <a:pt x="7621" y="5121"/>
                  </a:cubicBezTo>
                  <a:lnTo>
                    <a:pt x="5454" y="5121"/>
                  </a:lnTo>
                  <a:cubicBezTo>
                    <a:pt x="5454" y="5121"/>
                    <a:pt x="4859" y="4335"/>
                    <a:pt x="4859" y="3859"/>
                  </a:cubicBezTo>
                  <a:lnTo>
                    <a:pt x="4859" y="3764"/>
                  </a:lnTo>
                  <a:cubicBezTo>
                    <a:pt x="4859" y="3764"/>
                    <a:pt x="4883" y="3740"/>
                    <a:pt x="4883" y="3740"/>
                  </a:cubicBezTo>
                  <a:lnTo>
                    <a:pt x="4883" y="2716"/>
                  </a:lnTo>
                  <a:cubicBezTo>
                    <a:pt x="5026" y="2668"/>
                    <a:pt x="5169" y="2621"/>
                    <a:pt x="5288" y="2549"/>
                  </a:cubicBezTo>
                  <a:cubicBezTo>
                    <a:pt x="5359" y="2525"/>
                    <a:pt x="5502" y="2430"/>
                    <a:pt x="5692" y="2263"/>
                  </a:cubicBezTo>
                  <a:close/>
                  <a:moveTo>
                    <a:pt x="11718" y="11003"/>
                  </a:moveTo>
                  <a:cubicBezTo>
                    <a:pt x="11670" y="11146"/>
                    <a:pt x="11551" y="11242"/>
                    <a:pt x="11384" y="11242"/>
                  </a:cubicBezTo>
                  <a:lnTo>
                    <a:pt x="8288" y="11242"/>
                  </a:lnTo>
                  <a:lnTo>
                    <a:pt x="8288" y="11003"/>
                  </a:lnTo>
                  <a:close/>
                  <a:moveTo>
                    <a:pt x="6842" y="1"/>
                  </a:moveTo>
                  <a:cubicBezTo>
                    <a:pt x="6720" y="1"/>
                    <a:pt x="5998" y="21"/>
                    <a:pt x="5359" y="573"/>
                  </a:cubicBezTo>
                  <a:cubicBezTo>
                    <a:pt x="5169" y="739"/>
                    <a:pt x="4978" y="954"/>
                    <a:pt x="4835" y="1192"/>
                  </a:cubicBezTo>
                  <a:cubicBezTo>
                    <a:pt x="4692" y="1430"/>
                    <a:pt x="4597" y="1668"/>
                    <a:pt x="4549" y="1906"/>
                  </a:cubicBezTo>
                  <a:cubicBezTo>
                    <a:pt x="4502" y="2121"/>
                    <a:pt x="4502" y="2311"/>
                    <a:pt x="4502" y="2502"/>
                  </a:cubicBezTo>
                  <a:lnTo>
                    <a:pt x="4240" y="2502"/>
                  </a:lnTo>
                  <a:cubicBezTo>
                    <a:pt x="4097" y="2502"/>
                    <a:pt x="3978" y="2621"/>
                    <a:pt x="3978" y="2764"/>
                  </a:cubicBezTo>
                  <a:lnTo>
                    <a:pt x="3978" y="3478"/>
                  </a:lnTo>
                  <a:cubicBezTo>
                    <a:pt x="3978" y="3716"/>
                    <a:pt x="4168" y="3930"/>
                    <a:pt x="4406" y="3930"/>
                  </a:cubicBezTo>
                  <a:lnTo>
                    <a:pt x="4502" y="3930"/>
                  </a:lnTo>
                  <a:cubicBezTo>
                    <a:pt x="4526" y="4502"/>
                    <a:pt x="4787" y="5050"/>
                    <a:pt x="5240" y="5407"/>
                  </a:cubicBezTo>
                  <a:cubicBezTo>
                    <a:pt x="5264" y="5455"/>
                    <a:pt x="5311" y="5478"/>
                    <a:pt x="5383" y="5478"/>
                  </a:cubicBezTo>
                  <a:lnTo>
                    <a:pt x="7598" y="5478"/>
                  </a:lnTo>
                  <a:cubicBezTo>
                    <a:pt x="7598" y="5502"/>
                    <a:pt x="7621" y="5502"/>
                    <a:pt x="7645" y="5502"/>
                  </a:cubicBezTo>
                  <a:cubicBezTo>
                    <a:pt x="7788" y="5550"/>
                    <a:pt x="7907" y="5717"/>
                    <a:pt x="7907" y="5883"/>
                  </a:cubicBezTo>
                  <a:lnTo>
                    <a:pt x="7907" y="6217"/>
                  </a:lnTo>
                  <a:lnTo>
                    <a:pt x="7907" y="9574"/>
                  </a:lnTo>
                  <a:lnTo>
                    <a:pt x="7907" y="10813"/>
                  </a:lnTo>
                  <a:lnTo>
                    <a:pt x="7907" y="10837"/>
                  </a:lnTo>
                  <a:lnTo>
                    <a:pt x="7907" y="11242"/>
                  </a:lnTo>
                  <a:lnTo>
                    <a:pt x="549" y="11242"/>
                  </a:lnTo>
                  <a:cubicBezTo>
                    <a:pt x="429" y="11242"/>
                    <a:pt x="358" y="11170"/>
                    <a:pt x="358" y="11051"/>
                  </a:cubicBezTo>
                  <a:lnTo>
                    <a:pt x="358" y="10289"/>
                  </a:lnTo>
                  <a:cubicBezTo>
                    <a:pt x="358" y="10265"/>
                    <a:pt x="334" y="10265"/>
                    <a:pt x="334" y="10241"/>
                  </a:cubicBezTo>
                  <a:cubicBezTo>
                    <a:pt x="277" y="10193"/>
                    <a:pt x="221" y="10172"/>
                    <a:pt x="170" y="10172"/>
                  </a:cubicBezTo>
                  <a:cubicBezTo>
                    <a:pt x="73" y="10172"/>
                    <a:pt x="1" y="10250"/>
                    <a:pt x="1" y="10360"/>
                  </a:cubicBezTo>
                  <a:lnTo>
                    <a:pt x="1" y="10789"/>
                  </a:lnTo>
                  <a:cubicBezTo>
                    <a:pt x="1" y="11242"/>
                    <a:pt x="358" y="11599"/>
                    <a:pt x="810" y="11599"/>
                  </a:cubicBezTo>
                  <a:lnTo>
                    <a:pt x="11384" y="11599"/>
                  </a:lnTo>
                  <a:cubicBezTo>
                    <a:pt x="11789" y="11599"/>
                    <a:pt x="12099" y="11289"/>
                    <a:pt x="12099" y="10884"/>
                  </a:cubicBezTo>
                  <a:lnTo>
                    <a:pt x="12099" y="10813"/>
                  </a:lnTo>
                  <a:cubicBezTo>
                    <a:pt x="12099" y="10718"/>
                    <a:pt x="12027" y="10622"/>
                    <a:pt x="11908" y="10622"/>
                  </a:cubicBezTo>
                  <a:lnTo>
                    <a:pt x="10408" y="10622"/>
                  </a:lnTo>
                  <a:cubicBezTo>
                    <a:pt x="10646" y="10360"/>
                    <a:pt x="10789" y="10027"/>
                    <a:pt x="10789" y="9670"/>
                  </a:cubicBezTo>
                  <a:lnTo>
                    <a:pt x="10789" y="8265"/>
                  </a:lnTo>
                  <a:cubicBezTo>
                    <a:pt x="10789" y="8169"/>
                    <a:pt x="10717" y="8098"/>
                    <a:pt x="10622" y="8098"/>
                  </a:cubicBezTo>
                  <a:cubicBezTo>
                    <a:pt x="10612" y="8095"/>
                    <a:pt x="10602" y="8094"/>
                    <a:pt x="10592" y="8094"/>
                  </a:cubicBezTo>
                  <a:cubicBezTo>
                    <a:pt x="10508" y="8094"/>
                    <a:pt x="10432" y="8180"/>
                    <a:pt x="10432" y="8265"/>
                  </a:cubicBezTo>
                  <a:lnTo>
                    <a:pt x="10432" y="9670"/>
                  </a:lnTo>
                  <a:cubicBezTo>
                    <a:pt x="10432" y="10217"/>
                    <a:pt x="10003" y="10622"/>
                    <a:pt x="9455" y="10622"/>
                  </a:cubicBezTo>
                  <a:lnTo>
                    <a:pt x="8288" y="10622"/>
                  </a:lnTo>
                  <a:lnTo>
                    <a:pt x="8288" y="9765"/>
                  </a:lnTo>
                  <a:lnTo>
                    <a:pt x="9265" y="9765"/>
                  </a:lnTo>
                  <a:cubicBezTo>
                    <a:pt x="9384" y="9765"/>
                    <a:pt x="9455" y="9670"/>
                    <a:pt x="9455" y="9574"/>
                  </a:cubicBezTo>
                  <a:lnTo>
                    <a:pt x="9455" y="8503"/>
                  </a:lnTo>
                  <a:cubicBezTo>
                    <a:pt x="9455" y="8408"/>
                    <a:pt x="9384" y="8336"/>
                    <a:pt x="9288" y="8312"/>
                  </a:cubicBezTo>
                  <a:cubicBezTo>
                    <a:pt x="9193" y="8312"/>
                    <a:pt x="9098" y="8384"/>
                    <a:pt x="9098" y="8503"/>
                  </a:cubicBezTo>
                  <a:lnTo>
                    <a:pt x="9098" y="9384"/>
                  </a:lnTo>
                  <a:lnTo>
                    <a:pt x="8288" y="9384"/>
                  </a:lnTo>
                  <a:lnTo>
                    <a:pt x="8288" y="6479"/>
                  </a:lnTo>
                  <a:lnTo>
                    <a:pt x="9479" y="6836"/>
                  </a:lnTo>
                  <a:cubicBezTo>
                    <a:pt x="9860" y="6955"/>
                    <a:pt x="10193" y="7265"/>
                    <a:pt x="10336" y="7669"/>
                  </a:cubicBezTo>
                  <a:cubicBezTo>
                    <a:pt x="10360" y="7765"/>
                    <a:pt x="10432" y="7788"/>
                    <a:pt x="10527" y="7788"/>
                  </a:cubicBezTo>
                  <a:lnTo>
                    <a:pt x="10574" y="7788"/>
                  </a:lnTo>
                  <a:cubicBezTo>
                    <a:pt x="10670" y="7741"/>
                    <a:pt x="10717" y="7646"/>
                    <a:pt x="10693" y="7550"/>
                  </a:cubicBezTo>
                  <a:cubicBezTo>
                    <a:pt x="10479" y="7026"/>
                    <a:pt x="10098" y="6645"/>
                    <a:pt x="9598" y="6502"/>
                  </a:cubicBezTo>
                  <a:lnTo>
                    <a:pt x="8288" y="6098"/>
                  </a:lnTo>
                  <a:lnTo>
                    <a:pt x="8288" y="5907"/>
                  </a:lnTo>
                  <a:cubicBezTo>
                    <a:pt x="8288" y="5645"/>
                    <a:pt x="8169" y="5431"/>
                    <a:pt x="8002" y="5288"/>
                  </a:cubicBezTo>
                  <a:cubicBezTo>
                    <a:pt x="8360" y="4931"/>
                    <a:pt x="8574" y="4454"/>
                    <a:pt x="8574" y="3954"/>
                  </a:cubicBezTo>
                  <a:lnTo>
                    <a:pt x="8836" y="3954"/>
                  </a:lnTo>
                  <a:cubicBezTo>
                    <a:pt x="8979" y="3954"/>
                    <a:pt x="9098" y="3811"/>
                    <a:pt x="9098" y="3669"/>
                  </a:cubicBezTo>
                  <a:lnTo>
                    <a:pt x="9098" y="2954"/>
                  </a:lnTo>
                  <a:cubicBezTo>
                    <a:pt x="9098" y="2692"/>
                    <a:pt x="8907" y="2502"/>
                    <a:pt x="8669" y="2502"/>
                  </a:cubicBezTo>
                  <a:cubicBezTo>
                    <a:pt x="8693" y="2406"/>
                    <a:pt x="8645" y="2311"/>
                    <a:pt x="8526" y="2263"/>
                  </a:cubicBezTo>
                  <a:cubicBezTo>
                    <a:pt x="8479" y="2263"/>
                    <a:pt x="8431" y="2263"/>
                    <a:pt x="8407" y="2287"/>
                  </a:cubicBezTo>
                  <a:cubicBezTo>
                    <a:pt x="8241" y="2430"/>
                    <a:pt x="7740" y="2502"/>
                    <a:pt x="7479" y="2502"/>
                  </a:cubicBezTo>
                  <a:cubicBezTo>
                    <a:pt x="6883" y="2502"/>
                    <a:pt x="6288" y="2287"/>
                    <a:pt x="5788" y="1906"/>
                  </a:cubicBezTo>
                  <a:lnTo>
                    <a:pt x="5216" y="1263"/>
                  </a:lnTo>
                  <a:cubicBezTo>
                    <a:pt x="5335" y="1097"/>
                    <a:pt x="5454" y="954"/>
                    <a:pt x="5597" y="835"/>
                  </a:cubicBezTo>
                  <a:cubicBezTo>
                    <a:pt x="6117" y="402"/>
                    <a:pt x="6715" y="382"/>
                    <a:pt x="6820" y="382"/>
                  </a:cubicBezTo>
                  <a:cubicBezTo>
                    <a:pt x="6830" y="382"/>
                    <a:pt x="6836" y="382"/>
                    <a:pt x="6836" y="382"/>
                  </a:cubicBezTo>
                  <a:cubicBezTo>
                    <a:pt x="7264" y="406"/>
                    <a:pt x="7669" y="596"/>
                    <a:pt x="8050" y="954"/>
                  </a:cubicBezTo>
                  <a:cubicBezTo>
                    <a:pt x="8383" y="1287"/>
                    <a:pt x="8622" y="1740"/>
                    <a:pt x="8788" y="2311"/>
                  </a:cubicBezTo>
                  <a:cubicBezTo>
                    <a:pt x="8809" y="2394"/>
                    <a:pt x="8884" y="2459"/>
                    <a:pt x="8965" y="2459"/>
                  </a:cubicBezTo>
                  <a:cubicBezTo>
                    <a:pt x="8978" y="2459"/>
                    <a:pt x="8990" y="2457"/>
                    <a:pt x="9003" y="2454"/>
                  </a:cubicBezTo>
                  <a:cubicBezTo>
                    <a:pt x="9098" y="2406"/>
                    <a:pt x="9169" y="2311"/>
                    <a:pt x="9122" y="2216"/>
                  </a:cubicBezTo>
                  <a:cubicBezTo>
                    <a:pt x="8955" y="1573"/>
                    <a:pt x="8669" y="1049"/>
                    <a:pt x="8312" y="692"/>
                  </a:cubicBezTo>
                  <a:cubicBezTo>
                    <a:pt x="7860" y="263"/>
                    <a:pt x="7383" y="25"/>
                    <a:pt x="6859" y="1"/>
                  </a:cubicBezTo>
                  <a:cubicBezTo>
                    <a:pt x="6858" y="1"/>
                    <a:pt x="6852" y="1"/>
                    <a:pt x="68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175" name="Google Shape;2058;p46">
              <a:extLst>
                <a:ext uri="{FF2B5EF4-FFF2-40B4-BE49-F238E27FC236}">
                  <a16:creationId xmlns:a16="http://schemas.microsoft.com/office/drawing/2014/main" id="{E31AAA71-D0FF-7948-26AD-5A88F4902E13}"/>
                </a:ext>
              </a:extLst>
            </p:cNvPr>
            <p:cNvSpPr/>
            <p:nvPr/>
          </p:nvSpPr>
          <p:spPr>
            <a:xfrm>
              <a:off x="2870313" y="2344195"/>
              <a:ext cx="49692" cy="49725"/>
            </a:xfrm>
            <a:custGeom>
              <a:avLst/>
              <a:gdLst/>
              <a:ahLst/>
              <a:cxnLst/>
              <a:rect l="l" t="t" r="r" b="b"/>
              <a:pathLst>
                <a:path w="1525" h="1526" extrusionOk="0">
                  <a:moveTo>
                    <a:pt x="762" y="358"/>
                  </a:moveTo>
                  <a:cubicBezTo>
                    <a:pt x="977" y="358"/>
                    <a:pt x="1167" y="549"/>
                    <a:pt x="1167" y="763"/>
                  </a:cubicBezTo>
                  <a:cubicBezTo>
                    <a:pt x="1167" y="1001"/>
                    <a:pt x="977" y="1168"/>
                    <a:pt x="762" y="1168"/>
                  </a:cubicBezTo>
                  <a:cubicBezTo>
                    <a:pt x="548" y="1168"/>
                    <a:pt x="358" y="1001"/>
                    <a:pt x="358" y="763"/>
                  </a:cubicBezTo>
                  <a:cubicBezTo>
                    <a:pt x="358" y="549"/>
                    <a:pt x="548" y="358"/>
                    <a:pt x="762" y="358"/>
                  </a:cubicBezTo>
                  <a:close/>
                  <a:moveTo>
                    <a:pt x="762" y="1"/>
                  </a:moveTo>
                  <a:cubicBezTo>
                    <a:pt x="334" y="1"/>
                    <a:pt x="0" y="334"/>
                    <a:pt x="0" y="763"/>
                  </a:cubicBezTo>
                  <a:cubicBezTo>
                    <a:pt x="0" y="1192"/>
                    <a:pt x="334" y="1525"/>
                    <a:pt x="762" y="1525"/>
                  </a:cubicBezTo>
                  <a:cubicBezTo>
                    <a:pt x="1191" y="1525"/>
                    <a:pt x="1525" y="1192"/>
                    <a:pt x="1525" y="763"/>
                  </a:cubicBezTo>
                  <a:cubicBezTo>
                    <a:pt x="1525" y="334"/>
                    <a:pt x="1191" y="1"/>
                    <a:pt x="7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</p:grpSp>
      <p:grpSp>
        <p:nvGrpSpPr>
          <p:cNvPr id="176" name="Google Shape;2062;p46">
            <a:extLst>
              <a:ext uri="{FF2B5EF4-FFF2-40B4-BE49-F238E27FC236}">
                <a16:creationId xmlns:a16="http://schemas.microsoft.com/office/drawing/2014/main" id="{08D84188-9516-AE9C-C30C-D58170B0CE2C}"/>
              </a:ext>
            </a:extLst>
          </p:cNvPr>
          <p:cNvGrpSpPr/>
          <p:nvPr/>
        </p:nvGrpSpPr>
        <p:grpSpPr>
          <a:xfrm>
            <a:off x="469471" y="3076161"/>
            <a:ext cx="1931880" cy="1702737"/>
            <a:chOff x="4040449" y="2087370"/>
            <a:chExt cx="394246" cy="394246"/>
          </a:xfrm>
        </p:grpSpPr>
        <p:sp>
          <p:nvSpPr>
            <p:cNvPr id="177" name="Google Shape;2063;p46">
              <a:extLst>
                <a:ext uri="{FF2B5EF4-FFF2-40B4-BE49-F238E27FC236}">
                  <a16:creationId xmlns:a16="http://schemas.microsoft.com/office/drawing/2014/main" id="{C7F211FE-EDE4-D9A9-7613-C6E659B2E755}"/>
                </a:ext>
              </a:extLst>
            </p:cNvPr>
            <p:cNvSpPr/>
            <p:nvPr/>
          </p:nvSpPr>
          <p:spPr>
            <a:xfrm>
              <a:off x="4276353" y="2205323"/>
              <a:ext cx="91596" cy="170094"/>
            </a:xfrm>
            <a:custGeom>
              <a:avLst/>
              <a:gdLst/>
              <a:ahLst/>
              <a:cxnLst/>
              <a:rect l="l" t="t" r="r" b="b"/>
              <a:pathLst>
                <a:path w="2811" h="5220" extrusionOk="0">
                  <a:moveTo>
                    <a:pt x="2620" y="0"/>
                  </a:moveTo>
                  <a:cubicBezTo>
                    <a:pt x="1167" y="0"/>
                    <a:pt x="0" y="1167"/>
                    <a:pt x="0" y="2596"/>
                  </a:cubicBezTo>
                  <a:cubicBezTo>
                    <a:pt x="0" y="2691"/>
                    <a:pt x="72" y="2763"/>
                    <a:pt x="143" y="2786"/>
                  </a:cubicBezTo>
                  <a:cubicBezTo>
                    <a:pt x="158" y="2789"/>
                    <a:pt x="172" y="2790"/>
                    <a:pt x="186" y="2790"/>
                  </a:cubicBezTo>
                  <a:cubicBezTo>
                    <a:pt x="305" y="2790"/>
                    <a:pt x="381" y="2703"/>
                    <a:pt x="381" y="2596"/>
                  </a:cubicBezTo>
                  <a:cubicBezTo>
                    <a:pt x="381" y="1429"/>
                    <a:pt x="1286" y="476"/>
                    <a:pt x="2429" y="381"/>
                  </a:cubicBezTo>
                  <a:lnTo>
                    <a:pt x="2429" y="5025"/>
                  </a:lnTo>
                  <a:cubicBezTo>
                    <a:pt x="2429" y="5096"/>
                    <a:pt x="2477" y="5192"/>
                    <a:pt x="2572" y="5215"/>
                  </a:cubicBezTo>
                  <a:cubicBezTo>
                    <a:pt x="2585" y="5218"/>
                    <a:pt x="2597" y="5219"/>
                    <a:pt x="2609" y="5219"/>
                  </a:cubicBezTo>
                  <a:cubicBezTo>
                    <a:pt x="2715" y="5219"/>
                    <a:pt x="2810" y="5132"/>
                    <a:pt x="2810" y="5025"/>
                  </a:cubicBezTo>
                  <a:lnTo>
                    <a:pt x="2810" y="191"/>
                  </a:lnTo>
                  <a:cubicBezTo>
                    <a:pt x="2810" y="72"/>
                    <a:pt x="2715" y="0"/>
                    <a:pt x="2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178" name="Google Shape;2064;p46">
              <a:extLst>
                <a:ext uri="{FF2B5EF4-FFF2-40B4-BE49-F238E27FC236}">
                  <a16:creationId xmlns:a16="http://schemas.microsoft.com/office/drawing/2014/main" id="{44FB07B3-7BFB-153E-32F2-06D92A66ECF3}"/>
                </a:ext>
              </a:extLst>
            </p:cNvPr>
            <p:cNvSpPr/>
            <p:nvPr/>
          </p:nvSpPr>
          <p:spPr>
            <a:xfrm>
              <a:off x="4040449" y="2087370"/>
              <a:ext cx="394246" cy="394246"/>
            </a:xfrm>
            <a:custGeom>
              <a:avLst/>
              <a:gdLst/>
              <a:ahLst/>
              <a:cxnLst/>
              <a:rect l="l" t="t" r="r" b="b"/>
              <a:pathLst>
                <a:path w="12099" h="12099" extrusionOk="0">
                  <a:moveTo>
                    <a:pt x="11717" y="381"/>
                  </a:moveTo>
                  <a:lnTo>
                    <a:pt x="11717" y="1810"/>
                  </a:lnTo>
                  <a:lnTo>
                    <a:pt x="10765" y="1810"/>
                  </a:lnTo>
                  <a:cubicBezTo>
                    <a:pt x="10693" y="1810"/>
                    <a:pt x="10598" y="1858"/>
                    <a:pt x="10574" y="1953"/>
                  </a:cubicBezTo>
                  <a:cubicBezTo>
                    <a:pt x="10550" y="2072"/>
                    <a:pt x="10646" y="2191"/>
                    <a:pt x="10765" y="2191"/>
                  </a:cubicBezTo>
                  <a:lnTo>
                    <a:pt x="11717" y="2191"/>
                  </a:lnTo>
                  <a:lnTo>
                    <a:pt x="11717" y="2691"/>
                  </a:lnTo>
                  <a:lnTo>
                    <a:pt x="11146" y="2691"/>
                  </a:lnTo>
                  <a:cubicBezTo>
                    <a:pt x="11051" y="2691"/>
                    <a:pt x="10979" y="2763"/>
                    <a:pt x="10955" y="2834"/>
                  </a:cubicBezTo>
                  <a:cubicBezTo>
                    <a:pt x="10932" y="2977"/>
                    <a:pt x="11027" y="3072"/>
                    <a:pt x="11146" y="3072"/>
                  </a:cubicBezTo>
                  <a:lnTo>
                    <a:pt x="11717" y="3072"/>
                  </a:lnTo>
                  <a:lnTo>
                    <a:pt x="11717" y="3620"/>
                  </a:lnTo>
                  <a:lnTo>
                    <a:pt x="11146" y="3620"/>
                  </a:lnTo>
                  <a:cubicBezTo>
                    <a:pt x="11051" y="3620"/>
                    <a:pt x="10979" y="3692"/>
                    <a:pt x="10955" y="3763"/>
                  </a:cubicBezTo>
                  <a:cubicBezTo>
                    <a:pt x="10932" y="3882"/>
                    <a:pt x="11027" y="4001"/>
                    <a:pt x="11146" y="4001"/>
                  </a:cubicBezTo>
                  <a:lnTo>
                    <a:pt x="11717" y="4001"/>
                  </a:lnTo>
                  <a:lnTo>
                    <a:pt x="11717" y="4525"/>
                  </a:lnTo>
                  <a:lnTo>
                    <a:pt x="10765" y="4525"/>
                  </a:lnTo>
                  <a:cubicBezTo>
                    <a:pt x="10693" y="4525"/>
                    <a:pt x="10598" y="4573"/>
                    <a:pt x="10574" y="4668"/>
                  </a:cubicBezTo>
                  <a:cubicBezTo>
                    <a:pt x="10550" y="4787"/>
                    <a:pt x="10646" y="4906"/>
                    <a:pt x="10765" y="4906"/>
                  </a:cubicBezTo>
                  <a:lnTo>
                    <a:pt x="11717" y="4906"/>
                  </a:lnTo>
                  <a:lnTo>
                    <a:pt x="11717" y="5430"/>
                  </a:lnTo>
                  <a:lnTo>
                    <a:pt x="11146" y="5430"/>
                  </a:lnTo>
                  <a:cubicBezTo>
                    <a:pt x="11051" y="5430"/>
                    <a:pt x="10979" y="5478"/>
                    <a:pt x="10955" y="5573"/>
                  </a:cubicBezTo>
                  <a:cubicBezTo>
                    <a:pt x="10932" y="5692"/>
                    <a:pt x="11027" y="5787"/>
                    <a:pt x="11146" y="5787"/>
                  </a:cubicBezTo>
                  <a:lnTo>
                    <a:pt x="11717" y="5787"/>
                  </a:lnTo>
                  <a:lnTo>
                    <a:pt x="11717" y="6311"/>
                  </a:lnTo>
                  <a:lnTo>
                    <a:pt x="11146" y="6311"/>
                  </a:lnTo>
                  <a:cubicBezTo>
                    <a:pt x="11051" y="6311"/>
                    <a:pt x="10979" y="6383"/>
                    <a:pt x="10955" y="6454"/>
                  </a:cubicBezTo>
                  <a:cubicBezTo>
                    <a:pt x="10932" y="6597"/>
                    <a:pt x="11027" y="6692"/>
                    <a:pt x="11146" y="6692"/>
                  </a:cubicBezTo>
                  <a:lnTo>
                    <a:pt x="11717" y="6692"/>
                  </a:lnTo>
                  <a:lnTo>
                    <a:pt x="11717" y="7216"/>
                  </a:lnTo>
                  <a:lnTo>
                    <a:pt x="10765" y="7216"/>
                  </a:lnTo>
                  <a:cubicBezTo>
                    <a:pt x="10693" y="7216"/>
                    <a:pt x="10598" y="7288"/>
                    <a:pt x="10574" y="7359"/>
                  </a:cubicBezTo>
                  <a:cubicBezTo>
                    <a:pt x="10550" y="7478"/>
                    <a:pt x="10646" y="7597"/>
                    <a:pt x="10765" y="7597"/>
                  </a:cubicBezTo>
                  <a:lnTo>
                    <a:pt x="11717" y="7597"/>
                  </a:lnTo>
                  <a:lnTo>
                    <a:pt x="11717" y="8121"/>
                  </a:lnTo>
                  <a:lnTo>
                    <a:pt x="11146" y="8121"/>
                  </a:lnTo>
                  <a:cubicBezTo>
                    <a:pt x="11051" y="8121"/>
                    <a:pt x="10979" y="8169"/>
                    <a:pt x="10955" y="8264"/>
                  </a:cubicBezTo>
                  <a:cubicBezTo>
                    <a:pt x="10932" y="8383"/>
                    <a:pt x="11027" y="8502"/>
                    <a:pt x="11146" y="8502"/>
                  </a:cubicBezTo>
                  <a:lnTo>
                    <a:pt x="11717" y="8502"/>
                  </a:lnTo>
                  <a:lnTo>
                    <a:pt x="11717" y="9026"/>
                  </a:lnTo>
                  <a:lnTo>
                    <a:pt x="11146" y="9026"/>
                  </a:lnTo>
                  <a:cubicBezTo>
                    <a:pt x="11051" y="9026"/>
                    <a:pt x="10979" y="9097"/>
                    <a:pt x="10955" y="9193"/>
                  </a:cubicBezTo>
                  <a:cubicBezTo>
                    <a:pt x="10932" y="9312"/>
                    <a:pt x="11027" y="9407"/>
                    <a:pt x="11146" y="9407"/>
                  </a:cubicBezTo>
                  <a:lnTo>
                    <a:pt x="11717" y="9407"/>
                  </a:lnTo>
                  <a:lnTo>
                    <a:pt x="11717" y="9931"/>
                  </a:lnTo>
                  <a:lnTo>
                    <a:pt x="10765" y="9931"/>
                  </a:lnTo>
                  <a:cubicBezTo>
                    <a:pt x="10693" y="9931"/>
                    <a:pt x="10598" y="10002"/>
                    <a:pt x="10574" y="10074"/>
                  </a:cubicBezTo>
                  <a:cubicBezTo>
                    <a:pt x="10550" y="10193"/>
                    <a:pt x="10646" y="10312"/>
                    <a:pt x="10765" y="10312"/>
                  </a:cubicBezTo>
                  <a:lnTo>
                    <a:pt x="11717" y="10312"/>
                  </a:lnTo>
                  <a:lnTo>
                    <a:pt x="11717" y="11479"/>
                  </a:lnTo>
                  <a:lnTo>
                    <a:pt x="5621" y="5359"/>
                  </a:lnTo>
                  <a:cubicBezTo>
                    <a:pt x="6026" y="3358"/>
                    <a:pt x="7764" y="1906"/>
                    <a:pt x="9836" y="1882"/>
                  </a:cubicBezTo>
                  <a:cubicBezTo>
                    <a:pt x="9931" y="1882"/>
                    <a:pt x="10027" y="1810"/>
                    <a:pt x="10027" y="1691"/>
                  </a:cubicBezTo>
                  <a:lnTo>
                    <a:pt x="10027" y="381"/>
                  </a:lnTo>
                  <a:close/>
                  <a:moveTo>
                    <a:pt x="9836" y="0"/>
                  </a:moveTo>
                  <a:cubicBezTo>
                    <a:pt x="9717" y="0"/>
                    <a:pt x="9646" y="96"/>
                    <a:pt x="9646" y="191"/>
                  </a:cubicBezTo>
                  <a:lnTo>
                    <a:pt x="9646" y="1524"/>
                  </a:lnTo>
                  <a:cubicBezTo>
                    <a:pt x="7574" y="1620"/>
                    <a:pt x="5811" y="3049"/>
                    <a:pt x="5287" y="5049"/>
                  </a:cubicBezTo>
                  <a:lnTo>
                    <a:pt x="310" y="72"/>
                  </a:lnTo>
                  <a:cubicBezTo>
                    <a:pt x="269" y="30"/>
                    <a:pt x="219" y="5"/>
                    <a:pt x="171" y="5"/>
                  </a:cubicBezTo>
                  <a:cubicBezTo>
                    <a:pt x="136" y="5"/>
                    <a:pt x="102" y="18"/>
                    <a:pt x="72" y="48"/>
                  </a:cubicBezTo>
                  <a:cubicBezTo>
                    <a:pt x="24" y="96"/>
                    <a:pt x="1" y="143"/>
                    <a:pt x="1" y="191"/>
                  </a:cubicBezTo>
                  <a:lnTo>
                    <a:pt x="1" y="9383"/>
                  </a:lnTo>
                  <a:cubicBezTo>
                    <a:pt x="1" y="9383"/>
                    <a:pt x="72" y="9574"/>
                    <a:pt x="191" y="9574"/>
                  </a:cubicBezTo>
                  <a:cubicBezTo>
                    <a:pt x="286" y="9574"/>
                    <a:pt x="382" y="9478"/>
                    <a:pt x="382" y="9383"/>
                  </a:cubicBezTo>
                  <a:lnTo>
                    <a:pt x="382" y="643"/>
                  </a:lnTo>
                  <a:lnTo>
                    <a:pt x="1977" y="2239"/>
                  </a:lnTo>
                  <a:lnTo>
                    <a:pt x="1287" y="2930"/>
                  </a:lnTo>
                  <a:cubicBezTo>
                    <a:pt x="1215" y="3001"/>
                    <a:pt x="1215" y="3120"/>
                    <a:pt x="1287" y="3191"/>
                  </a:cubicBezTo>
                  <a:cubicBezTo>
                    <a:pt x="1334" y="3215"/>
                    <a:pt x="1382" y="3239"/>
                    <a:pt x="1430" y="3239"/>
                  </a:cubicBezTo>
                  <a:cubicBezTo>
                    <a:pt x="1477" y="3239"/>
                    <a:pt x="1525" y="3215"/>
                    <a:pt x="1549" y="3191"/>
                  </a:cubicBezTo>
                  <a:lnTo>
                    <a:pt x="2239" y="2501"/>
                  </a:lnTo>
                  <a:lnTo>
                    <a:pt x="2620" y="2882"/>
                  </a:lnTo>
                  <a:lnTo>
                    <a:pt x="2192" y="3311"/>
                  </a:lnTo>
                  <a:cubicBezTo>
                    <a:pt x="2120" y="3382"/>
                    <a:pt x="2120" y="3501"/>
                    <a:pt x="2192" y="3573"/>
                  </a:cubicBezTo>
                  <a:cubicBezTo>
                    <a:pt x="2215" y="3596"/>
                    <a:pt x="2263" y="3620"/>
                    <a:pt x="2311" y="3620"/>
                  </a:cubicBezTo>
                  <a:cubicBezTo>
                    <a:pt x="2358" y="3620"/>
                    <a:pt x="2406" y="3596"/>
                    <a:pt x="2454" y="3573"/>
                  </a:cubicBezTo>
                  <a:lnTo>
                    <a:pt x="2882" y="3144"/>
                  </a:lnTo>
                  <a:lnTo>
                    <a:pt x="3239" y="3525"/>
                  </a:lnTo>
                  <a:lnTo>
                    <a:pt x="2835" y="3930"/>
                  </a:lnTo>
                  <a:cubicBezTo>
                    <a:pt x="2763" y="4001"/>
                    <a:pt x="2763" y="4120"/>
                    <a:pt x="2835" y="4215"/>
                  </a:cubicBezTo>
                  <a:cubicBezTo>
                    <a:pt x="2858" y="4239"/>
                    <a:pt x="2906" y="4263"/>
                    <a:pt x="2954" y="4263"/>
                  </a:cubicBezTo>
                  <a:cubicBezTo>
                    <a:pt x="3001" y="4263"/>
                    <a:pt x="3049" y="4239"/>
                    <a:pt x="3097" y="4215"/>
                  </a:cubicBezTo>
                  <a:lnTo>
                    <a:pt x="3501" y="3787"/>
                  </a:lnTo>
                  <a:lnTo>
                    <a:pt x="3882" y="4168"/>
                  </a:lnTo>
                  <a:lnTo>
                    <a:pt x="3216" y="4835"/>
                  </a:lnTo>
                  <a:cubicBezTo>
                    <a:pt x="3120" y="4906"/>
                    <a:pt x="3120" y="5025"/>
                    <a:pt x="3216" y="5097"/>
                  </a:cubicBezTo>
                  <a:cubicBezTo>
                    <a:pt x="3239" y="5144"/>
                    <a:pt x="3287" y="5168"/>
                    <a:pt x="3335" y="5168"/>
                  </a:cubicBezTo>
                  <a:cubicBezTo>
                    <a:pt x="3382" y="5168"/>
                    <a:pt x="3430" y="5144"/>
                    <a:pt x="3478" y="5097"/>
                  </a:cubicBezTo>
                  <a:lnTo>
                    <a:pt x="4144" y="4430"/>
                  </a:lnTo>
                  <a:lnTo>
                    <a:pt x="4525" y="4787"/>
                  </a:lnTo>
                  <a:lnTo>
                    <a:pt x="4097" y="5216"/>
                  </a:lnTo>
                  <a:cubicBezTo>
                    <a:pt x="4025" y="5287"/>
                    <a:pt x="4025" y="5406"/>
                    <a:pt x="4097" y="5478"/>
                  </a:cubicBezTo>
                  <a:cubicBezTo>
                    <a:pt x="4144" y="5525"/>
                    <a:pt x="4192" y="5525"/>
                    <a:pt x="4240" y="5525"/>
                  </a:cubicBezTo>
                  <a:cubicBezTo>
                    <a:pt x="4287" y="5525"/>
                    <a:pt x="4335" y="5525"/>
                    <a:pt x="4359" y="5478"/>
                  </a:cubicBezTo>
                  <a:lnTo>
                    <a:pt x="4787" y="5049"/>
                  </a:lnTo>
                  <a:lnTo>
                    <a:pt x="5168" y="5430"/>
                  </a:lnTo>
                  <a:lnTo>
                    <a:pt x="4740" y="5859"/>
                  </a:lnTo>
                  <a:cubicBezTo>
                    <a:pt x="4668" y="5930"/>
                    <a:pt x="4668" y="6049"/>
                    <a:pt x="4740" y="6121"/>
                  </a:cubicBezTo>
                  <a:cubicBezTo>
                    <a:pt x="4787" y="6144"/>
                    <a:pt x="4835" y="6168"/>
                    <a:pt x="4883" y="6168"/>
                  </a:cubicBezTo>
                  <a:cubicBezTo>
                    <a:pt x="4930" y="6168"/>
                    <a:pt x="4978" y="6144"/>
                    <a:pt x="5002" y="6121"/>
                  </a:cubicBezTo>
                  <a:lnTo>
                    <a:pt x="5430" y="5692"/>
                  </a:lnTo>
                  <a:lnTo>
                    <a:pt x="5788" y="6073"/>
                  </a:lnTo>
                  <a:lnTo>
                    <a:pt x="5121" y="6740"/>
                  </a:lnTo>
                  <a:cubicBezTo>
                    <a:pt x="5049" y="6835"/>
                    <a:pt x="5049" y="6954"/>
                    <a:pt x="5121" y="7026"/>
                  </a:cubicBezTo>
                  <a:cubicBezTo>
                    <a:pt x="5145" y="7049"/>
                    <a:pt x="5192" y="7073"/>
                    <a:pt x="5240" y="7073"/>
                  </a:cubicBezTo>
                  <a:cubicBezTo>
                    <a:pt x="5287" y="7073"/>
                    <a:pt x="5359" y="7049"/>
                    <a:pt x="5383" y="7026"/>
                  </a:cubicBezTo>
                  <a:lnTo>
                    <a:pt x="6073" y="6335"/>
                  </a:lnTo>
                  <a:lnTo>
                    <a:pt x="6431" y="6716"/>
                  </a:lnTo>
                  <a:lnTo>
                    <a:pt x="6026" y="7121"/>
                  </a:lnTo>
                  <a:cubicBezTo>
                    <a:pt x="5954" y="7192"/>
                    <a:pt x="5954" y="7311"/>
                    <a:pt x="6026" y="7407"/>
                  </a:cubicBezTo>
                  <a:cubicBezTo>
                    <a:pt x="6050" y="7430"/>
                    <a:pt x="6097" y="7454"/>
                    <a:pt x="6145" y="7454"/>
                  </a:cubicBezTo>
                  <a:cubicBezTo>
                    <a:pt x="6192" y="7454"/>
                    <a:pt x="6240" y="7430"/>
                    <a:pt x="6288" y="7407"/>
                  </a:cubicBezTo>
                  <a:lnTo>
                    <a:pt x="6693" y="6978"/>
                  </a:lnTo>
                  <a:lnTo>
                    <a:pt x="7074" y="7359"/>
                  </a:lnTo>
                  <a:lnTo>
                    <a:pt x="6645" y="7764"/>
                  </a:lnTo>
                  <a:cubicBezTo>
                    <a:pt x="6573" y="7835"/>
                    <a:pt x="6573" y="7954"/>
                    <a:pt x="6645" y="8026"/>
                  </a:cubicBezTo>
                  <a:cubicBezTo>
                    <a:pt x="6693" y="8073"/>
                    <a:pt x="6740" y="8097"/>
                    <a:pt x="6788" y="8097"/>
                  </a:cubicBezTo>
                  <a:cubicBezTo>
                    <a:pt x="6835" y="8097"/>
                    <a:pt x="6883" y="8073"/>
                    <a:pt x="6931" y="8026"/>
                  </a:cubicBezTo>
                  <a:lnTo>
                    <a:pt x="7336" y="7621"/>
                  </a:lnTo>
                  <a:lnTo>
                    <a:pt x="7717" y="7978"/>
                  </a:lnTo>
                  <a:lnTo>
                    <a:pt x="7026" y="8669"/>
                  </a:lnTo>
                  <a:cubicBezTo>
                    <a:pt x="6955" y="8740"/>
                    <a:pt x="6955" y="8859"/>
                    <a:pt x="7026" y="8931"/>
                  </a:cubicBezTo>
                  <a:cubicBezTo>
                    <a:pt x="7074" y="8978"/>
                    <a:pt x="7121" y="8978"/>
                    <a:pt x="7169" y="8978"/>
                  </a:cubicBezTo>
                  <a:cubicBezTo>
                    <a:pt x="7216" y="8978"/>
                    <a:pt x="7264" y="8978"/>
                    <a:pt x="7288" y="8931"/>
                  </a:cubicBezTo>
                  <a:lnTo>
                    <a:pt x="7979" y="8240"/>
                  </a:lnTo>
                  <a:lnTo>
                    <a:pt x="8360" y="8621"/>
                  </a:lnTo>
                  <a:lnTo>
                    <a:pt x="7931" y="9050"/>
                  </a:lnTo>
                  <a:cubicBezTo>
                    <a:pt x="7859" y="9121"/>
                    <a:pt x="7859" y="9240"/>
                    <a:pt x="7931" y="9312"/>
                  </a:cubicBezTo>
                  <a:cubicBezTo>
                    <a:pt x="7955" y="9336"/>
                    <a:pt x="8026" y="9359"/>
                    <a:pt x="8074" y="9359"/>
                  </a:cubicBezTo>
                  <a:cubicBezTo>
                    <a:pt x="8121" y="9359"/>
                    <a:pt x="8169" y="9336"/>
                    <a:pt x="8193" y="9312"/>
                  </a:cubicBezTo>
                  <a:lnTo>
                    <a:pt x="8622" y="8883"/>
                  </a:lnTo>
                  <a:lnTo>
                    <a:pt x="8979" y="9264"/>
                  </a:lnTo>
                  <a:lnTo>
                    <a:pt x="8574" y="9693"/>
                  </a:lnTo>
                  <a:cubicBezTo>
                    <a:pt x="8502" y="9764"/>
                    <a:pt x="8502" y="9883"/>
                    <a:pt x="8574" y="9955"/>
                  </a:cubicBezTo>
                  <a:cubicBezTo>
                    <a:pt x="8598" y="9979"/>
                    <a:pt x="8645" y="10002"/>
                    <a:pt x="8693" y="10002"/>
                  </a:cubicBezTo>
                  <a:cubicBezTo>
                    <a:pt x="8741" y="10002"/>
                    <a:pt x="8788" y="9979"/>
                    <a:pt x="8836" y="9955"/>
                  </a:cubicBezTo>
                  <a:lnTo>
                    <a:pt x="9265" y="9526"/>
                  </a:lnTo>
                  <a:lnTo>
                    <a:pt x="9622" y="9907"/>
                  </a:lnTo>
                  <a:lnTo>
                    <a:pt x="8955" y="10574"/>
                  </a:lnTo>
                  <a:cubicBezTo>
                    <a:pt x="8883" y="10645"/>
                    <a:pt x="8883" y="10764"/>
                    <a:pt x="8955" y="10836"/>
                  </a:cubicBezTo>
                  <a:cubicBezTo>
                    <a:pt x="8979" y="10884"/>
                    <a:pt x="9026" y="10907"/>
                    <a:pt x="9074" y="10907"/>
                  </a:cubicBezTo>
                  <a:cubicBezTo>
                    <a:pt x="9122" y="10907"/>
                    <a:pt x="9169" y="10884"/>
                    <a:pt x="9217" y="10836"/>
                  </a:cubicBezTo>
                  <a:lnTo>
                    <a:pt x="9884" y="10169"/>
                  </a:lnTo>
                  <a:lnTo>
                    <a:pt x="11455" y="11741"/>
                  </a:lnTo>
                  <a:lnTo>
                    <a:pt x="382" y="11741"/>
                  </a:lnTo>
                  <a:lnTo>
                    <a:pt x="382" y="10241"/>
                  </a:lnTo>
                  <a:cubicBezTo>
                    <a:pt x="382" y="10169"/>
                    <a:pt x="310" y="10074"/>
                    <a:pt x="239" y="10074"/>
                  </a:cubicBezTo>
                  <a:cubicBezTo>
                    <a:pt x="213" y="10065"/>
                    <a:pt x="189" y="10061"/>
                    <a:pt x="166" y="10061"/>
                  </a:cubicBezTo>
                  <a:cubicBezTo>
                    <a:pt x="65" y="10061"/>
                    <a:pt x="1" y="10143"/>
                    <a:pt x="1" y="10241"/>
                  </a:cubicBezTo>
                  <a:lnTo>
                    <a:pt x="1" y="11931"/>
                  </a:lnTo>
                  <a:cubicBezTo>
                    <a:pt x="1" y="12027"/>
                    <a:pt x="72" y="12098"/>
                    <a:pt x="191" y="12098"/>
                  </a:cubicBezTo>
                  <a:lnTo>
                    <a:pt x="11908" y="12098"/>
                  </a:lnTo>
                  <a:cubicBezTo>
                    <a:pt x="12027" y="12098"/>
                    <a:pt x="12098" y="12027"/>
                    <a:pt x="12098" y="11931"/>
                  </a:cubicBezTo>
                  <a:lnTo>
                    <a:pt x="12098" y="191"/>
                  </a:lnTo>
                  <a:cubicBezTo>
                    <a:pt x="12098" y="96"/>
                    <a:pt x="12027" y="0"/>
                    <a:pt x="119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179" name="Google Shape;2065;p46">
              <a:extLst>
                <a:ext uri="{FF2B5EF4-FFF2-40B4-BE49-F238E27FC236}">
                  <a16:creationId xmlns:a16="http://schemas.microsoft.com/office/drawing/2014/main" id="{09844D07-4F0F-220C-9F8B-44B812905296}"/>
                </a:ext>
              </a:extLst>
            </p:cNvPr>
            <p:cNvSpPr/>
            <p:nvPr/>
          </p:nvSpPr>
          <p:spPr>
            <a:xfrm>
              <a:off x="4107180" y="2256317"/>
              <a:ext cx="158331" cy="157777"/>
            </a:xfrm>
            <a:custGeom>
              <a:avLst/>
              <a:gdLst/>
              <a:ahLst/>
              <a:cxnLst/>
              <a:rect l="l" t="t" r="r" b="b"/>
              <a:pathLst>
                <a:path w="4859" h="4842" extrusionOk="0">
                  <a:moveTo>
                    <a:pt x="382" y="650"/>
                  </a:moveTo>
                  <a:lnTo>
                    <a:pt x="4216" y="4460"/>
                  </a:lnTo>
                  <a:lnTo>
                    <a:pt x="382" y="4460"/>
                  </a:lnTo>
                  <a:lnTo>
                    <a:pt x="382" y="650"/>
                  </a:lnTo>
                  <a:close/>
                  <a:moveTo>
                    <a:pt x="203" y="1"/>
                  </a:moveTo>
                  <a:cubicBezTo>
                    <a:pt x="156" y="1"/>
                    <a:pt x="108" y="19"/>
                    <a:pt x="72" y="55"/>
                  </a:cubicBezTo>
                  <a:cubicBezTo>
                    <a:pt x="25" y="78"/>
                    <a:pt x="1" y="150"/>
                    <a:pt x="1" y="197"/>
                  </a:cubicBezTo>
                  <a:lnTo>
                    <a:pt x="1" y="4651"/>
                  </a:lnTo>
                  <a:cubicBezTo>
                    <a:pt x="1" y="4770"/>
                    <a:pt x="96" y="4841"/>
                    <a:pt x="191" y="4841"/>
                  </a:cubicBezTo>
                  <a:lnTo>
                    <a:pt x="4645" y="4841"/>
                  </a:lnTo>
                  <a:cubicBezTo>
                    <a:pt x="4716" y="4841"/>
                    <a:pt x="4764" y="4817"/>
                    <a:pt x="4811" y="4770"/>
                  </a:cubicBezTo>
                  <a:cubicBezTo>
                    <a:pt x="4859" y="4698"/>
                    <a:pt x="4859" y="4603"/>
                    <a:pt x="4787" y="4532"/>
                  </a:cubicBezTo>
                  <a:lnTo>
                    <a:pt x="334" y="55"/>
                  </a:lnTo>
                  <a:cubicBezTo>
                    <a:pt x="298" y="19"/>
                    <a:pt x="251" y="1"/>
                    <a:pt x="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1E9B4921-D002-4ADC-CBBA-E26A4BB8C829}"/>
              </a:ext>
            </a:extLst>
          </p:cNvPr>
          <p:cNvSpPr txBox="1"/>
          <p:nvPr/>
        </p:nvSpPr>
        <p:spPr>
          <a:xfrm>
            <a:off x="8719950" y="4693228"/>
            <a:ext cx="324633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426733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DEVIS QUANTITAF</a:t>
            </a:r>
            <a:endParaRPr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AE22EACF-BC13-F663-5318-6C7596983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50" y="1240450"/>
            <a:ext cx="7717500" cy="3487494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BCC38352-A47A-F7C7-8FBB-1028359620BF}"/>
              </a:ext>
            </a:extLst>
          </p:cNvPr>
          <p:cNvSpPr txBox="1"/>
          <p:nvPr/>
        </p:nvSpPr>
        <p:spPr>
          <a:xfrm>
            <a:off x="8719950" y="4693228"/>
            <a:ext cx="324633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90735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DEVIS ESTIMATIF</a:t>
            </a:r>
            <a:endParaRPr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45F3EF5-211D-F262-56C5-28329E576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602850"/>
            <a:ext cx="3858650" cy="344834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57291CF0-28E9-0516-10E8-0817B1E54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349" y="1275376"/>
            <a:ext cx="7717301" cy="3261182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DE8A3BD6-E188-CFA2-7554-8F65044351CF}"/>
              </a:ext>
            </a:extLst>
          </p:cNvPr>
          <p:cNvSpPr txBox="1"/>
          <p:nvPr/>
        </p:nvSpPr>
        <p:spPr>
          <a:xfrm>
            <a:off x="8719950" y="4693228"/>
            <a:ext cx="324633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288426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8D1C39-0780-4A7C-841F-39B01B4C8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580" y="1955130"/>
            <a:ext cx="4093541" cy="1206284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fr-FR" sz="3200" dirty="0"/>
              <a:t>Méthodologie, planning et pic</a:t>
            </a:r>
            <a:br>
              <a:rPr lang="fr-FR" sz="3200" dirty="0"/>
            </a:br>
            <a:br>
              <a:rPr lang="fr-FR" sz="4800" dirty="0"/>
            </a:br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EE0F3A92-4A3F-4ED6-A10C-0EDABD20EFCB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5540139" y="609776"/>
            <a:ext cx="1161600" cy="1056000"/>
          </a:xfrm>
        </p:spPr>
        <p:txBody>
          <a:bodyPr/>
          <a:lstStyle/>
          <a:p>
            <a:r>
              <a:rPr lang="fr-FR" dirty="0"/>
              <a:t>6</a:t>
            </a:r>
          </a:p>
        </p:txBody>
      </p:sp>
      <p:sp>
        <p:nvSpPr>
          <p:cNvPr id="178" name="Google Shape;1955;p46">
            <a:extLst>
              <a:ext uri="{FF2B5EF4-FFF2-40B4-BE49-F238E27FC236}">
                <a16:creationId xmlns:a16="http://schemas.microsoft.com/office/drawing/2014/main" id="{4ED71AAB-E834-CDA2-E0C6-0EC39430B567}"/>
              </a:ext>
            </a:extLst>
          </p:cNvPr>
          <p:cNvSpPr/>
          <p:nvPr/>
        </p:nvSpPr>
        <p:spPr>
          <a:xfrm>
            <a:off x="228844" y="1550920"/>
            <a:ext cx="2273435" cy="3546564"/>
          </a:xfrm>
          <a:custGeom>
            <a:avLst/>
            <a:gdLst/>
            <a:ahLst/>
            <a:cxnLst/>
            <a:rect l="l" t="t" r="r" b="b"/>
            <a:pathLst>
              <a:path w="12123" h="11693" extrusionOk="0">
                <a:moveTo>
                  <a:pt x="1859" y="1905"/>
                </a:moveTo>
                <a:lnTo>
                  <a:pt x="1501" y="2381"/>
                </a:lnTo>
                <a:lnTo>
                  <a:pt x="1287" y="1905"/>
                </a:lnTo>
                <a:close/>
                <a:moveTo>
                  <a:pt x="3478" y="1905"/>
                </a:moveTo>
                <a:lnTo>
                  <a:pt x="2906" y="2453"/>
                </a:lnTo>
                <a:lnTo>
                  <a:pt x="2525" y="1905"/>
                </a:lnTo>
                <a:close/>
                <a:moveTo>
                  <a:pt x="5502" y="1905"/>
                </a:moveTo>
                <a:lnTo>
                  <a:pt x="4907" y="2501"/>
                </a:lnTo>
                <a:lnTo>
                  <a:pt x="4311" y="1905"/>
                </a:lnTo>
                <a:close/>
                <a:moveTo>
                  <a:pt x="977" y="2048"/>
                </a:moveTo>
                <a:lnTo>
                  <a:pt x="1192" y="2548"/>
                </a:lnTo>
                <a:lnTo>
                  <a:pt x="573" y="2548"/>
                </a:lnTo>
                <a:lnTo>
                  <a:pt x="977" y="2048"/>
                </a:lnTo>
                <a:close/>
                <a:moveTo>
                  <a:pt x="2192" y="2024"/>
                </a:moveTo>
                <a:lnTo>
                  <a:pt x="2549" y="2548"/>
                </a:lnTo>
                <a:lnTo>
                  <a:pt x="1811" y="2548"/>
                </a:lnTo>
                <a:lnTo>
                  <a:pt x="2192" y="2024"/>
                </a:lnTo>
                <a:close/>
                <a:moveTo>
                  <a:pt x="3883" y="1977"/>
                </a:moveTo>
                <a:lnTo>
                  <a:pt x="4478" y="2548"/>
                </a:lnTo>
                <a:lnTo>
                  <a:pt x="3311" y="2548"/>
                </a:lnTo>
                <a:lnTo>
                  <a:pt x="3883" y="1977"/>
                </a:lnTo>
                <a:close/>
                <a:moveTo>
                  <a:pt x="5764" y="2143"/>
                </a:moveTo>
                <a:lnTo>
                  <a:pt x="5764" y="2548"/>
                </a:lnTo>
                <a:lnTo>
                  <a:pt x="5359" y="2548"/>
                </a:lnTo>
                <a:lnTo>
                  <a:pt x="5764" y="2143"/>
                </a:lnTo>
                <a:close/>
                <a:moveTo>
                  <a:pt x="6121" y="2215"/>
                </a:moveTo>
                <a:lnTo>
                  <a:pt x="6383" y="2548"/>
                </a:lnTo>
                <a:lnTo>
                  <a:pt x="6121" y="2548"/>
                </a:lnTo>
                <a:lnTo>
                  <a:pt x="6121" y="2215"/>
                </a:lnTo>
                <a:close/>
                <a:moveTo>
                  <a:pt x="7598" y="429"/>
                </a:moveTo>
                <a:lnTo>
                  <a:pt x="7050" y="2548"/>
                </a:lnTo>
                <a:lnTo>
                  <a:pt x="6860" y="2548"/>
                </a:lnTo>
                <a:lnTo>
                  <a:pt x="6098" y="1643"/>
                </a:lnTo>
                <a:cubicBezTo>
                  <a:pt x="6074" y="1596"/>
                  <a:pt x="6050" y="1572"/>
                  <a:pt x="6002" y="1548"/>
                </a:cubicBezTo>
                <a:cubicBezTo>
                  <a:pt x="5990" y="1536"/>
                  <a:pt x="5972" y="1530"/>
                  <a:pt x="5955" y="1530"/>
                </a:cubicBezTo>
                <a:cubicBezTo>
                  <a:pt x="5937" y="1530"/>
                  <a:pt x="5919" y="1536"/>
                  <a:pt x="5907" y="1548"/>
                </a:cubicBezTo>
                <a:lnTo>
                  <a:pt x="3502" y="1548"/>
                </a:lnTo>
                <a:lnTo>
                  <a:pt x="7598" y="429"/>
                </a:lnTo>
                <a:close/>
                <a:moveTo>
                  <a:pt x="7836" y="905"/>
                </a:moveTo>
                <a:lnTo>
                  <a:pt x="8241" y="2548"/>
                </a:lnTo>
                <a:lnTo>
                  <a:pt x="7407" y="2548"/>
                </a:lnTo>
                <a:lnTo>
                  <a:pt x="7836" y="905"/>
                </a:lnTo>
                <a:close/>
                <a:moveTo>
                  <a:pt x="8122" y="595"/>
                </a:moveTo>
                <a:lnTo>
                  <a:pt x="9860" y="1762"/>
                </a:lnTo>
                <a:lnTo>
                  <a:pt x="9860" y="2572"/>
                </a:lnTo>
                <a:lnTo>
                  <a:pt x="8622" y="2572"/>
                </a:lnTo>
                <a:lnTo>
                  <a:pt x="8122" y="595"/>
                </a:lnTo>
                <a:close/>
                <a:moveTo>
                  <a:pt x="2716" y="2905"/>
                </a:moveTo>
                <a:lnTo>
                  <a:pt x="2716" y="3144"/>
                </a:lnTo>
                <a:lnTo>
                  <a:pt x="1644" y="3144"/>
                </a:lnTo>
                <a:lnTo>
                  <a:pt x="1644" y="2905"/>
                </a:lnTo>
                <a:close/>
                <a:moveTo>
                  <a:pt x="2382" y="3525"/>
                </a:moveTo>
                <a:lnTo>
                  <a:pt x="2382" y="4025"/>
                </a:lnTo>
                <a:lnTo>
                  <a:pt x="2001" y="4025"/>
                </a:lnTo>
                <a:lnTo>
                  <a:pt x="2001" y="3525"/>
                </a:lnTo>
                <a:close/>
                <a:moveTo>
                  <a:pt x="8288" y="2929"/>
                </a:moveTo>
                <a:lnTo>
                  <a:pt x="8288" y="4715"/>
                </a:lnTo>
                <a:lnTo>
                  <a:pt x="7241" y="4715"/>
                </a:lnTo>
                <a:lnTo>
                  <a:pt x="6931" y="4334"/>
                </a:lnTo>
                <a:cubicBezTo>
                  <a:pt x="6931" y="4334"/>
                  <a:pt x="6931" y="4334"/>
                  <a:pt x="6931" y="4310"/>
                </a:cubicBezTo>
                <a:lnTo>
                  <a:pt x="6931" y="2929"/>
                </a:lnTo>
                <a:close/>
                <a:moveTo>
                  <a:pt x="2835" y="4382"/>
                </a:moveTo>
                <a:lnTo>
                  <a:pt x="2835" y="4644"/>
                </a:lnTo>
                <a:lnTo>
                  <a:pt x="2216" y="5215"/>
                </a:lnTo>
                <a:lnTo>
                  <a:pt x="2144" y="5215"/>
                </a:lnTo>
                <a:lnTo>
                  <a:pt x="1501" y="4644"/>
                </a:lnTo>
                <a:lnTo>
                  <a:pt x="1501" y="4382"/>
                </a:lnTo>
                <a:close/>
                <a:moveTo>
                  <a:pt x="8050" y="5073"/>
                </a:moveTo>
                <a:lnTo>
                  <a:pt x="7360" y="5763"/>
                </a:lnTo>
                <a:lnTo>
                  <a:pt x="7360" y="5073"/>
                </a:lnTo>
                <a:close/>
                <a:moveTo>
                  <a:pt x="8288" y="5311"/>
                </a:moveTo>
                <a:lnTo>
                  <a:pt x="8288" y="6001"/>
                </a:lnTo>
                <a:lnTo>
                  <a:pt x="7598" y="6001"/>
                </a:lnTo>
                <a:lnTo>
                  <a:pt x="8288" y="5311"/>
                </a:lnTo>
                <a:close/>
                <a:moveTo>
                  <a:pt x="8050" y="6358"/>
                </a:moveTo>
                <a:lnTo>
                  <a:pt x="7360" y="7097"/>
                </a:lnTo>
                <a:lnTo>
                  <a:pt x="7360" y="6358"/>
                </a:lnTo>
                <a:close/>
                <a:moveTo>
                  <a:pt x="8288" y="6644"/>
                </a:moveTo>
                <a:lnTo>
                  <a:pt x="8288" y="7359"/>
                </a:lnTo>
                <a:lnTo>
                  <a:pt x="7598" y="7359"/>
                </a:lnTo>
                <a:lnTo>
                  <a:pt x="8288" y="6644"/>
                </a:lnTo>
                <a:close/>
                <a:moveTo>
                  <a:pt x="8050" y="7716"/>
                </a:moveTo>
                <a:lnTo>
                  <a:pt x="7360" y="8407"/>
                </a:lnTo>
                <a:lnTo>
                  <a:pt x="7360" y="7716"/>
                </a:lnTo>
                <a:close/>
                <a:moveTo>
                  <a:pt x="8288" y="7954"/>
                </a:moveTo>
                <a:lnTo>
                  <a:pt x="8288" y="8645"/>
                </a:lnTo>
                <a:lnTo>
                  <a:pt x="7622" y="8645"/>
                </a:lnTo>
                <a:lnTo>
                  <a:pt x="8288" y="7954"/>
                </a:lnTo>
                <a:close/>
                <a:moveTo>
                  <a:pt x="8026" y="8978"/>
                </a:moveTo>
                <a:lnTo>
                  <a:pt x="7360" y="9621"/>
                </a:lnTo>
                <a:lnTo>
                  <a:pt x="7360" y="8978"/>
                </a:lnTo>
                <a:close/>
                <a:moveTo>
                  <a:pt x="8288" y="9216"/>
                </a:moveTo>
                <a:lnTo>
                  <a:pt x="8288" y="9835"/>
                </a:lnTo>
                <a:lnTo>
                  <a:pt x="7622" y="9835"/>
                </a:lnTo>
                <a:lnTo>
                  <a:pt x="8288" y="9216"/>
                </a:lnTo>
                <a:close/>
                <a:moveTo>
                  <a:pt x="7788" y="0"/>
                </a:moveTo>
                <a:lnTo>
                  <a:pt x="2168" y="1548"/>
                </a:lnTo>
                <a:lnTo>
                  <a:pt x="930" y="1548"/>
                </a:lnTo>
                <a:cubicBezTo>
                  <a:pt x="930" y="1572"/>
                  <a:pt x="930" y="1572"/>
                  <a:pt x="930" y="1572"/>
                </a:cubicBezTo>
                <a:lnTo>
                  <a:pt x="906" y="1572"/>
                </a:lnTo>
                <a:cubicBezTo>
                  <a:pt x="906" y="1596"/>
                  <a:pt x="906" y="1596"/>
                  <a:pt x="882" y="1596"/>
                </a:cubicBezTo>
                <a:lnTo>
                  <a:pt x="882" y="1619"/>
                </a:lnTo>
                <a:lnTo>
                  <a:pt x="49" y="2620"/>
                </a:lnTo>
                <a:cubicBezTo>
                  <a:pt x="25" y="2667"/>
                  <a:pt x="1" y="2715"/>
                  <a:pt x="25" y="2763"/>
                </a:cubicBezTo>
                <a:cubicBezTo>
                  <a:pt x="25" y="2858"/>
                  <a:pt x="96" y="2905"/>
                  <a:pt x="192" y="2905"/>
                </a:cubicBezTo>
                <a:lnTo>
                  <a:pt x="1287" y="2905"/>
                </a:lnTo>
                <a:lnTo>
                  <a:pt x="1287" y="3239"/>
                </a:lnTo>
                <a:cubicBezTo>
                  <a:pt x="1287" y="3406"/>
                  <a:pt x="1430" y="3525"/>
                  <a:pt x="1597" y="3525"/>
                </a:cubicBezTo>
                <a:lnTo>
                  <a:pt x="1644" y="3525"/>
                </a:lnTo>
                <a:lnTo>
                  <a:pt x="1644" y="4025"/>
                </a:lnTo>
                <a:lnTo>
                  <a:pt x="1406" y="4025"/>
                </a:lnTo>
                <a:cubicBezTo>
                  <a:pt x="1263" y="4025"/>
                  <a:pt x="1144" y="4144"/>
                  <a:pt x="1144" y="4287"/>
                </a:cubicBezTo>
                <a:lnTo>
                  <a:pt x="1144" y="4691"/>
                </a:lnTo>
                <a:cubicBezTo>
                  <a:pt x="1144" y="4763"/>
                  <a:pt x="1192" y="4834"/>
                  <a:pt x="1263" y="4906"/>
                </a:cubicBezTo>
                <a:lnTo>
                  <a:pt x="1954" y="5525"/>
                </a:lnTo>
                <a:cubicBezTo>
                  <a:pt x="1978" y="5549"/>
                  <a:pt x="1978" y="5549"/>
                  <a:pt x="2001" y="5549"/>
                </a:cubicBezTo>
                <a:lnTo>
                  <a:pt x="2001" y="5620"/>
                </a:lnTo>
                <a:cubicBezTo>
                  <a:pt x="2001" y="5763"/>
                  <a:pt x="2097" y="5906"/>
                  <a:pt x="2216" y="5977"/>
                </a:cubicBezTo>
                <a:cubicBezTo>
                  <a:pt x="2240" y="5977"/>
                  <a:pt x="2287" y="6001"/>
                  <a:pt x="2287" y="6049"/>
                </a:cubicBezTo>
                <a:cubicBezTo>
                  <a:pt x="2263" y="6097"/>
                  <a:pt x="2240" y="6144"/>
                  <a:pt x="2192" y="6144"/>
                </a:cubicBezTo>
                <a:cubicBezTo>
                  <a:pt x="2144" y="6144"/>
                  <a:pt x="2120" y="6120"/>
                  <a:pt x="2120" y="6120"/>
                </a:cubicBezTo>
                <a:cubicBezTo>
                  <a:pt x="2120" y="6097"/>
                  <a:pt x="2097" y="6073"/>
                  <a:pt x="2097" y="6049"/>
                </a:cubicBezTo>
                <a:cubicBezTo>
                  <a:pt x="2097" y="6001"/>
                  <a:pt x="2073" y="5930"/>
                  <a:pt x="2025" y="5906"/>
                </a:cubicBezTo>
                <a:cubicBezTo>
                  <a:pt x="1985" y="5879"/>
                  <a:pt x="1945" y="5868"/>
                  <a:pt x="1909" y="5868"/>
                </a:cubicBezTo>
                <a:cubicBezTo>
                  <a:pt x="1814" y="5868"/>
                  <a:pt x="1739" y="5946"/>
                  <a:pt x="1739" y="6049"/>
                </a:cubicBezTo>
                <a:cubicBezTo>
                  <a:pt x="1739" y="6168"/>
                  <a:pt x="1787" y="6287"/>
                  <a:pt x="1882" y="6382"/>
                </a:cubicBezTo>
                <a:cubicBezTo>
                  <a:pt x="1954" y="6454"/>
                  <a:pt x="2073" y="6501"/>
                  <a:pt x="2192" y="6501"/>
                </a:cubicBezTo>
                <a:lnTo>
                  <a:pt x="2216" y="6501"/>
                </a:lnTo>
                <a:cubicBezTo>
                  <a:pt x="2430" y="6478"/>
                  <a:pt x="2621" y="6311"/>
                  <a:pt x="2621" y="6073"/>
                </a:cubicBezTo>
                <a:cubicBezTo>
                  <a:pt x="2644" y="5906"/>
                  <a:pt x="2549" y="5739"/>
                  <a:pt x="2382" y="5644"/>
                </a:cubicBezTo>
                <a:cubicBezTo>
                  <a:pt x="2382" y="5644"/>
                  <a:pt x="2359" y="5620"/>
                  <a:pt x="2359" y="5620"/>
                </a:cubicBezTo>
                <a:lnTo>
                  <a:pt x="2359" y="5573"/>
                </a:lnTo>
                <a:cubicBezTo>
                  <a:pt x="2382" y="5549"/>
                  <a:pt x="2406" y="5549"/>
                  <a:pt x="2406" y="5525"/>
                </a:cubicBezTo>
                <a:lnTo>
                  <a:pt x="3097" y="4906"/>
                </a:lnTo>
                <a:cubicBezTo>
                  <a:pt x="3145" y="4834"/>
                  <a:pt x="3192" y="4763"/>
                  <a:pt x="3192" y="4691"/>
                </a:cubicBezTo>
                <a:lnTo>
                  <a:pt x="3192" y="4287"/>
                </a:lnTo>
                <a:cubicBezTo>
                  <a:pt x="3192" y="4144"/>
                  <a:pt x="3073" y="4025"/>
                  <a:pt x="2930" y="4025"/>
                </a:cubicBezTo>
                <a:lnTo>
                  <a:pt x="2716" y="4025"/>
                </a:lnTo>
                <a:lnTo>
                  <a:pt x="2716" y="3501"/>
                </a:lnTo>
                <a:lnTo>
                  <a:pt x="2787" y="3501"/>
                </a:lnTo>
                <a:cubicBezTo>
                  <a:pt x="2954" y="3501"/>
                  <a:pt x="3073" y="3382"/>
                  <a:pt x="3073" y="3215"/>
                </a:cubicBezTo>
                <a:lnTo>
                  <a:pt x="3073" y="2905"/>
                </a:lnTo>
                <a:lnTo>
                  <a:pt x="4812" y="2905"/>
                </a:lnTo>
                <a:cubicBezTo>
                  <a:pt x="4835" y="2929"/>
                  <a:pt x="4859" y="2929"/>
                  <a:pt x="4883" y="2929"/>
                </a:cubicBezTo>
                <a:cubicBezTo>
                  <a:pt x="4907" y="2929"/>
                  <a:pt x="4931" y="2929"/>
                  <a:pt x="4931" y="2905"/>
                </a:cubicBezTo>
                <a:lnTo>
                  <a:pt x="6574" y="2905"/>
                </a:lnTo>
                <a:lnTo>
                  <a:pt x="6574" y="4310"/>
                </a:lnTo>
                <a:cubicBezTo>
                  <a:pt x="6574" y="4382"/>
                  <a:pt x="6598" y="4453"/>
                  <a:pt x="6621" y="4525"/>
                </a:cubicBezTo>
                <a:cubicBezTo>
                  <a:pt x="6621" y="4525"/>
                  <a:pt x="6645" y="4549"/>
                  <a:pt x="6645" y="4549"/>
                </a:cubicBezTo>
                <a:lnTo>
                  <a:pt x="7002" y="4953"/>
                </a:lnTo>
                <a:lnTo>
                  <a:pt x="7002" y="6168"/>
                </a:lnTo>
                <a:cubicBezTo>
                  <a:pt x="7002" y="6192"/>
                  <a:pt x="7002" y="6192"/>
                  <a:pt x="7002" y="6216"/>
                </a:cubicBezTo>
                <a:lnTo>
                  <a:pt x="7002" y="9835"/>
                </a:lnTo>
                <a:lnTo>
                  <a:pt x="6383" y="9835"/>
                </a:lnTo>
                <a:cubicBezTo>
                  <a:pt x="6264" y="9835"/>
                  <a:pt x="6193" y="9931"/>
                  <a:pt x="6193" y="10026"/>
                </a:cubicBezTo>
                <a:lnTo>
                  <a:pt x="6193" y="10812"/>
                </a:lnTo>
                <a:cubicBezTo>
                  <a:pt x="6193" y="10812"/>
                  <a:pt x="6193" y="10836"/>
                  <a:pt x="6217" y="10836"/>
                </a:cubicBezTo>
                <a:cubicBezTo>
                  <a:pt x="6266" y="10893"/>
                  <a:pt x="6321" y="10917"/>
                  <a:pt x="6372" y="10917"/>
                </a:cubicBezTo>
                <a:cubicBezTo>
                  <a:pt x="6469" y="10917"/>
                  <a:pt x="6550" y="10834"/>
                  <a:pt x="6550" y="10740"/>
                </a:cubicBezTo>
                <a:lnTo>
                  <a:pt x="6550" y="10407"/>
                </a:lnTo>
                <a:cubicBezTo>
                  <a:pt x="6550" y="10288"/>
                  <a:pt x="6645" y="10193"/>
                  <a:pt x="6764" y="10193"/>
                </a:cubicBezTo>
                <a:lnTo>
                  <a:pt x="8908" y="10193"/>
                </a:lnTo>
                <a:cubicBezTo>
                  <a:pt x="9027" y="10193"/>
                  <a:pt x="9122" y="10288"/>
                  <a:pt x="9122" y="10407"/>
                </a:cubicBezTo>
                <a:lnTo>
                  <a:pt x="9122" y="11336"/>
                </a:lnTo>
                <a:lnTo>
                  <a:pt x="215" y="11336"/>
                </a:lnTo>
                <a:cubicBezTo>
                  <a:pt x="120" y="11336"/>
                  <a:pt x="49" y="11383"/>
                  <a:pt x="25" y="11479"/>
                </a:cubicBezTo>
                <a:cubicBezTo>
                  <a:pt x="25" y="11598"/>
                  <a:pt x="96" y="11693"/>
                  <a:pt x="215" y="11693"/>
                </a:cubicBezTo>
                <a:lnTo>
                  <a:pt x="11884" y="11693"/>
                </a:lnTo>
                <a:cubicBezTo>
                  <a:pt x="11980" y="11693"/>
                  <a:pt x="12051" y="11621"/>
                  <a:pt x="12075" y="11526"/>
                </a:cubicBezTo>
                <a:cubicBezTo>
                  <a:pt x="12075" y="11431"/>
                  <a:pt x="12003" y="11336"/>
                  <a:pt x="11884" y="11336"/>
                </a:cubicBezTo>
                <a:lnTo>
                  <a:pt x="9479" y="11336"/>
                </a:lnTo>
                <a:lnTo>
                  <a:pt x="9479" y="10407"/>
                </a:lnTo>
                <a:cubicBezTo>
                  <a:pt x="9479" y="10097"/>
                  <a:pt x="9217" y="9835"/>
                  <a:pt x="8908" y="9835"/>
                </a:cubicBezTo>
                <a:lnTo>
                  <a:pt x="8646" y="9835"/>
                </a:lnTo>
                <a:lnTo>
                  <a:pt x="8646" y="4906"/>
                </a:lnTo>
                <a:lnTo>
                  <a:pt x="8646" y="2929"/>
                </a:lnTo>
                <a:lnTo>
                  <a:pt x="9860" y="2929"/>
                </a:lnTo>
                <a:lnTo>
                  <a:pt x="9860" y="3644"/>
                </a:lnTo>
                <a:cubicBezTo>
                  <a:pt x="9860" y="3834"/>
                  <a:pt x="10027" y="4001"/>
                  <a:pt x="10217" y="4001"/>
                </a:cubicBezTo>
                <a:lnTo>
                  <a:pt x="11765" y="4001"/>
                </a:lnTo>
                <a:cubicBezTo>
                  <a:pt x="11956" y="4001"/>
                  <a:pt x="12123" y="3834"/>
                  <a:pt x="12123" y="3644"/>
                </a:cubicBezTo>
                <a:lnTo>
                  <a:pt x="12123" y="2501"/>
                </a:lnTo>
                <a:cubicBezTo>
                  <a:pt x="12123" y="2415"/>
                  <a:pt x="12046" y="2330"/>
                  <a:pt x="11962" y="2330"/>
                </a:cubicBezTo>
                <a:cubicBezTo>
                  <a:pt x="11952" y="2330"/>
                  <a:pt x="11942" y="2331"/>
                  <a:pt x="11932" y="2334"/>
                </a:cubicBezTo>
                <a:cubicBezTo>
                  <a:pt x="11837" y="2334"/>
                  <a:pt x="11765" y="2429"/>
                  <a:pt x="11765" y="2524"/>
                </a:cubicBezTo>
                <a:lnTo>
                  <a:pt x="11765" y="3644"/>
                </a:lnTo>
                <a:lnTo>
                  <a:pt x="10217" y="3644"/>
                </a:lnTo>
                <a:lnTo>
                  <a:pt x="10217" y="1858"/>
                </a:lnTo>
                <a:lnTo>
                  <a:pt x="11765" y="1858"/>
                </a:lnTo>
                <a:cubicBezTo>
                  <a:pt x="11765" y="1943"/>
                  <a:pt x="11842" y="2028"/>
                  <a:pt x="11943" y="2028"/>
                </a:cubicBezTo>
                <a:cubicBezTo>
                  <a:pt x="11955" y="2028"/>
                  <a:pt x="11967" y="2027"/>
                  <a:pt x="11980" y="2024"/>
                </a:cubicBezTo>
                <a:cubicBezTo>
                  <a:pt x="12075" y="2024"/>
                  <a:pt x="12123" y="1929"/>
                  <a:pt x="12123" y="1834"/>
                </a:cubicBezTo>
                <a:cubicBezTo>
                  <a:pt x="12123" y="1643"/>
                  <a:pt x="11956" y="1500"/>
                  <a:pt x="11765" y="1500"/>
                </a:cubicBezTo>
                <a:lnTo>
                  <a:pt x="10098" y="1500"/>
                </a:lnTo>
                <a:lnTo>
                  <a:pt x="7931" y="48"/>
                </a:lnTo>
                <a:cubicBezTo>
                  <a:pt x="7931" y="24"/>
                  <a:pt x="7931" y="24"/>
                  <a:pt x="7907" y="24"/>
                </a:cubicBezTo>
                <a:lnTo>
                  <a:pt x="7884" y="24"/>
                </a:lnTo>
                <a:cubicBezTo>
                  <a:pt x="7884" y="0"/>
                  <a:pt x="7860" y="0"/>
                  <a:pt x="786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179" name="Google Shape;1843;p46">
            <a:extLst>
              <a:ext uri="{FF2B5EF4-FFF2-40B4-BE49-F238E27FC236}">
                <a16:creationId xmlns:a16="http://schemas.microsoft.com/office/drawing/2014/main" id="{9170F35F-5544-2C4E-C408-94208ADC028F}"/>
              </a:ext>
            </a:extLst>
          </p:cNvPr>
          <p:cNvSpPr/>
          <p:nvPr/>
        </p:nvSpPr>
        <p:spPr>
          <a:xfrm>
            <a:off x="2307846" y="4467316"/>
            <a:ext cx="745538" cy="676184"/>
          </a:xfrm>
          <a:custGeom>
            <a:avLst/>
            <a:gdLst/>
            <a:ahLst/>
            <a:cxnLst/>
            <a:rect l="l" t="t" r="r" b="b"/>
            <a:pathLst>
              <a:path w="12099" h="11717" extrusionOk="0">
                <a:moveTo>
                  <a:pt x="2597" y="357"/>
                </a:moveTo>
                <a:cubicBezTo>
                  <a:pt x="2787" y="357"/>
                  <a:pt x="2954" y="500"/>
                  <a:pt x="2978" y="691"/>
                </a:cubicBezTo>
                <a:lnTo>
                  <a:pt x="2025" y="691"/>
                </a:lnTo>
                <a:cubicBezTo>
                  <a:pt x="2049" y="500"/>
                  <a:pt x="2216" y="357"/>
                  <a:pt x="2406" y="357"/>
                </a:cubicBezTo>
                <a:close/>
                <a:moveTo>
                  <a:pt x="9574" y="357"/>
                </a:moveTo>
                <a:cubicBezTo>
                  <a:pt x="9765" y="357"/>
                  <a:pt x="9932" y="500"/>
                  <a:pt x="9955" y="691"/>
                </a:cubicBezTo>
                <a:lnTo>
                  <a:pt x="9003" y="691"/>
                </a:lnTo>
                <a:cubicBezTo>
                  <a:pt x="9027" y="500"/>
                  <a:pt x="9193" y="357"/>
                  <a:pt x="9384" y="357"/>
                </a:cubicBezTo>
                <a:close/>
                <a:moveTo>
                  <a:pt x="3168" y="1048"/>
                </a:moveTo>
                <a:lnTo>
                  <a:pt x="3168" y="1310"/>
                </a:lnTo>
                <a:lnTo>
                  <a:pt x="1811" y="1310"/>
                </a:lnTo>
                <a:lnTo>
                  <a:pt x="1811" y="1048"/>
                </a:lnTo>
                <a:close/>
                <a:moveTo>
                  <a:pt x="10146" y="1048"/>
                </a:moveTo>
                <a:lnTo>
                  <a:pt x="10146" y="1310"/>
                </a:lnTo>
                <a:lnTo>
                  <a:pt x="8788" y="1310"/>
                </a:lnTo>
                <a:lnTo>
                  <a:pt x="8788" y="1048"/>
                </a:lnTo>
                <a:close/>
                <a:moveTo>
                  <a:pt x="1787" y="1667"/>
                </a:moveTo>
                <a:lnTo>
                  <a:pt x="977" y="4001"/>
                </a:lnTo>
                <a:lnTo>
                  <a:pt x="549" y="4001"/>
                </a:lnTo>
                <a:cubicBezTo>
                  <a:pt x="453" y="4001"/>
                  <a:pt x="382" y="3906"/>
                  <a:pt x="382" y="3834"/>
                </a:cubicBezTo>
                <a:lnTo>
                  <a:pt x="382" y="1834"/>
                </a:lnTo>
                <a:cubicBezTo>
                  <a:pt x="382" y="1739"/>
                  <a:pt x="453" y="1667"/>
                  <a:pt x="549" y="1667"/>
                </a:cubicBezTo>
                <a:close/>
                <a:moveTo>
                  <a:pt x="3002" y="1667"/>
                </a:moveTo>
                <a:lnTo>
                  <a:pt x="2192" y="4001"/>
                </a:lnTo>
                <a:lnTo>
                  <a:pt x="1358" y="4001"/>
                </a:lnTo>
                <a:lnTo>
                  <a:pt x="2168" y="1667"/>
                </a:lnTo>
                <a:close/>
                <a:moveTo>
                  <a:pt x="4454" y="1667"/>
                </a:moveTo>
                <a:lnTo>
                  <a:pt x="3644" y="4001"/>
                </a:lnTo>
                <a:lnTo>
                  <a:pt x="2573" y="4001"/>
                </a:lnTo>
                <a:lnTo>
                  <a:pt x="3383" y="1667"/>
                </a:lnTo>
                <a:close/>
                <a:moveTo>
                  <a:pt x="8360" y="1667"/>
                </a:moveTo>
                <a:lnTo>
                  <a:pt x="7550" y="4001"/>
                </a:lnTo>
                <a:lnTo>
                  <a:pt x="6717" y="4001"/>
                </a:lnTo>
                <a:lnTo>
                  <a:pt x="7526" y="1667"/>
                </a:lnTo>
                <a:close/>
                <a:moveTo>
                  <a:pt x="9812" y="1667"/>
                </a:moveTo>
                <a:lnTo>
                  <a:pt x="9003" y="4001"/>
                </a:lnTo>
                <a:lnTo>
                  <a:pt x="7931" y="4001"/>
                </a:lnTo>
                <a:lnTo>
                  <a:pt x="8741" y="1667"/>
                </a:lnTo>
                <a:close/>
                <a:moveTo>
                  <a:pt x="11027" y="1667"/>
                </a:moveTo>
                <a:lnTo>
                  <a:pt x="10694" y="2667"/>
                </a:lnTo>
                <a:cubicBezTo>
                  <a:pt x="10646" y="2763"/>
                  <a:pt x="10717" y="2858"/>
                  <a:pt x="10813" y="2906"/>
                </a:cubicBezTo>
                <a:cubicBezTo>
                  <a:pt x="10829" y="2910"/>
                  <a:pt x="10845" y="2912"/>
                  <a:pt x="10861" y="2912"/>
                </a:cubicBezTo>
                <a:cubicBezTo>
                  <a:pt x="10939" y="2912"/>
                  <a:pt x="11011" y="2865"/>
                  <a:pt x="11051" y="2787"/>
                </a:cubicBezTo>
                <a:lnTo>
                  <a:pt x="11432" y="1691"/>
                </a:lnTo>
                <a:lnTo>
                  <a:pt x="11575" y="1691"/>
                </a:lnTo>
                <a:cubicBezTo>
                  <a:pt x="11646" y="1691"/>
                  <a:pt x="11718" y="1858"/>
                  <a:pt x="11718" y="1858"/>
                </a:cubicBezTo>
                <a:lnTo>
                  <a:pt x="11718" y="3834"/>
                </a:lnTo>
                <a:cubicBezTo>
                  <a:pt x="11718" y="3906"/>
                  <a:pt x="11646" y="4001"/>
                  <a:pt x="11551" y="4001"/>
                </a:cubicBezTo>
                <a:lnTo>
                  <a:pt x="10598" y="4001"/>
                </a:lnTo>
                <a:lnTo>
                  <a:pt x="10717" y="3668"/>
                </a:lnTo>
                <a:cubicBezTo>
                  <a:pt x="10765" y="3572"/>
                  <a:pt x="10717" y="3477"/>
                  <a:pt x="10646" y="3429"/>
                </a:cubicBezTo>
                <a:cubicBezTo>
                  <a:pt x="10619" y="3409"/>
                  <a:pt x="10588" y="3400"/>
                  <a:pt x="10557" y="3400"/>
                </a:cubicBezTo>
                <a:cubicBezTo>
                  <a:pt x="10479" y="3400"/>
                  <a:pt x="10401" y="3456"/>
                  <a:pt x="10384" y="3525"/>
                </a:cubicBezTo>
                <a:lnTo>
                  <a:pt x="10217" y="4001"/>
                </a:lnTo>
                <a:lnTo>
                  <a:pt x="9384" y="4001"/>
                </a:lnTo>
                <a:lnTo>
                  <a:pt x="10193" y="1667"/>
                </a:lnTo>
                <a:close/>
                <a:moveTo>
                  <a:pt x="7145" y="1667"/>
                </a:moveTo>
                <a:lnTo>
                  <a:pt x="6336" y="4001"/>
                </a:lnTo>
                <a:lnTo>
                  <a:pt x="5264" y="4001"/>
                </a:lnTo>
                <a:lnTo>
                  <a:pt x="5621" y="2953"/>
                </a:lnTo>
                <a:cubicBezTo>
                  <a:pt x="5669" y="2858"/>
                  <a:pt x="5597" y="2763"/>
                  <a:pt x="5502" y="2715"/>
                </a:cubicBezTo>
                <a:cubicBezTo>
                  <a:pt x="5486" y="2711"/>
                  <a:pt x="5469" y="2709"/>
                  <a:pt x="5453" y="2709"/>
                </a:cubicBezTo>
                <a:cubicBezTo>
                  <a:pt x="5375" y="2709"/>
                  <a:pt x="5303" y="2755"/>
                  <a:pt x="5264" y="2834"/>
                </a:cubicBezTo>
                <a:lnTo>
                  <a:pt x="4859" y="4025"/>
                </a:lnTo>
                <a:lnTo>
                  <a:pt x="4026" y="4025"/>
                </a:lnTo>
                <a:lnTo>
                  <a:pt x="4859" y="1667"/>
                </a:lnTo>
                <a:lnTo>
                  <a:pt x="5669" y="1667"/>
                </a:lnTo>
                <a:lnTo>
                  <a:pt x="5597" y="1905"/>
                </a:lnTo>
                <a:cubicBezTo>
                  <a:pt x="5573" y="1977"/>
                  <a:pt x="5597" y="2072"/>
                  <a:pt x="5669" y="2120"/>
                </a:cubicBezTo>
                <a:cubicBezTo>
                  <a:pt x="5702" y="2140"/>
                  <a:pt x="5736" y="2149"/>
                  <a:pt x="5768" y="2149"/>
                </a:cubicBezTo>
                <a:cubicBezTo>
                  <a:pt x="5850" y="2149"/>
                  <a:pt x="5920" y="2093"/>
                  <a:pt x="5954" y="2024"/>
                </a:cubicBezTo>
                <a:lnTo>
                  <a:pt x="6074" y="1667"/>
                </a:lnTo>
                <a:close/>
                <a:moveTo>
                  <a:pt x="9884" y="4358"/>
                </a:moveTo>
                <a:lnTo>
                  <a:pt x="9884" y="10598"/>
                </a:lnTo>
                <a:lnTo>
                  <a:pt x="9074" y="10598"/>
                </a:lnTo>
                <a:lnTo>
                  <a:pt x="9074" y="4358"/>
                </a:lnTo>
                <a:close/>
                <a:moveTo>
                  <a:pt x="3406" y="10979"/>
                </a:moveTo>
                <a:lnTo>
                  <a:pt x="3406" y="11336"/>
                </a:lnTo>
                <a:lnTo>
                  <a:pt x="1573" y="11336"/>
                </a:lnTo>
                <a:lnTo>
                  <a:pt x="1573" y="10979"/>
                </a:lnTo>
                <a:close/>
                <a:moveTo>
                  <a:pt x="10384" y="10979"/>
                </a:moveTo>
                <a:lnTo>
                  <a:pt x="10384" y="11336"/>
                </a:lnTo>
                <a:lnTo>
                  <a:pt x="8550" y="11336"/>
                </a:lnTo>
                <a:lnTo>
                  <a:pt x="8550" y="10979"/>
                </a:lnTo>
                <a:close/>
                <a:moveTo>
                  <a:pt x="2382" y="0"/>
                </a:moveTo>
                <a:cubicBezTo>
                  <a:pt x="1977" y="0"/>
                  <a:pt x="1644" y="310"/>
                  <a:pt x="1620" y="738"/>
                </a:cubicBezTo>
                <a:cubicBezTo>
                  <a:pt x="1525" y="786"/>
                  <a:pt x="1430" y="881"/>
                  <a:pt x="1430" y="1024"/>
                </a:cubicBezTo>
                <a:lnTo>
                  <a:pt x="1430" y="1310"/>
                </a:lnTo>
                <a:lnTo>
                  <a:pt x="525" y="1310"/>
                </a:lnTo>
                <a:cubicBezTo>
                  <a:pt x="239" y="1310"/>
                  <a:pt x="1" y="1548"/>
                  <a:pt x="1" y="1858"/>
                </a:cubicBezTo>
                <a:lnTo>
                  <a:pt x="1" y="3834"/>
                </a:lnTo>
                <a:cubicBezTo>
                  <a:pt x="1" y="4120"/>
                  <a:pt x="239" y="4358"/>
                  <a:pt x="525" y="4358"/>
                </a:cubicBezTo>
                <a:lnTo>
                  <a:pt x="1716" y="4358"/>
                </a:lnTo>
                <a:lnTo>
                  <a:pt x="1716" y="10598"/>
                </a:lnTo>
                <a:lnTo>
                  <a:pt x="1382" y="10598"/>
                </a:lnTo>
                <a:cubicBezTo>
                  <a:pt x="1287" y="10598"/>
                  <a:pt x="1215" y="10693"/>
                  <a:pt x="1215" y="10788"/>
                </a:cubicBezTo>
                <a:lnTo>
                  <a:pt x="1215" y="11526"/>
                </a:lnTo>
                <a:cubicBezTo>
                  <a:pt x="1215" y="11645"/>
                  <a:pt x="1287" y="11717"/>
                  <a:pt x="1382" y="11717"/>
                </a:cubicBezTo>
                <a:lnTo>
                  <a:pt x="3597" y="11717"/>
                </a:lnTo>
                <a:cubicBezTo>
                  <a:pt x="3692" y="11717"/>
                  <a:pt x="3787" y="11645"/>
                  <a:pt x="3787" y="11526"/>
                </a:cubicBezTo>
                <a:lnTo>
                  <a:pt x="3787" y="10788"/>
                </a:lnTo>
                <a:cubicBezTo>
                  <a:pt x="3787" y="10693"/>
                  <a:pt x="3692" y="10598"/>
                  <a:pt x="3597" y="10598"/>
                </a:cubicBezTo>
                <a:lnTo>
                  <a:pt x="3263" y="10598"/>
                </a:lnTo>
                <a:lnTo>
                  <a:pt x="3263" y="5811"/>
                </a:lnTo>
                <a:cubicBezTo>
                  <a:pt x="3263" y="5716"/>
                  <a:pt x="3192" y="5644"/>
                  <a:pt x="3121" y="5620"/>
                </a:cubicBezTo>
                <a:cubicBezTo>
                  <a:pt x="3108" y="5618"/>
                  <a:pt x="3096" y="5617"/>
                  <a:pt x="3083" y="5617"/>
                </a:cubicBezTo>
                <a:cubicBezTo>
                  <a:pt x="2978" y="5617"/>
                  <a:pt x="2882" y="5704"/>
                  <a:pt x="2882" y="5811"/>
                </a:cubicBezTo>
                <a:lnTo>
                  <a:pt x="2882" y="10598"/>
                </a:lnTo>
                <a:lnTo>
                  <a:pt x="2097" y="10598"/>
                </a:lnTo>
                <a:lnTo>
                  <a:pt x="2097" y="4358"/>
                </a:lnTo>
                <a:lnTo>
                  <a:pt x="2882" y="4358"/>
                </a:lnTo>
                <a:lnTo>
                  <a:pt x="2882" y="4954"/>
                </a:lnTo>
                <a:cubicBezTo>
                  <a:pt x="2882" y="5049"/>
                  <a:pt x="2930" y="5120"/>
                  <a:pt x="3025" y="5144"/>
                </a:cubicBezTo>
                <a:cubicBezTo>
                  <a:pt x="3038" y="5147"/>
                  <a:pt x="3050" y="5148"/>
                  <a:pt x="3062" y="5148"/>
                </a:cubicBezTo>
                <a:cubicBezTo>
                  <a:pt x="3168" y="5148"/>
                  <a:pt x="3263" y="5060"/>
                  <a:pt x="3263" y="4954"/>
                </a:cubicBezTo>
                <a:lnTo>
                  <a:pt x="3263" y="4358"/>
                </a:lnTo>
                <a:lnTo>
                  <a:pt x="8693" y="4358"/>
                </a:lnTo>
                <a:lnTo>
                  <a:pt x="8693" y="10598"/>
                </a:lnTo>
                <a:lnTo>
                  <a:pt x="8360" y="10598"/>
                </a:lnTo>
                <a:cubicBezTo>
                  <a:pt x="8265" y="10598"/>
                  <a:pt x="8169" y="10693"/>
                  <a:pt x="8169" y="10788"/>
                </a:cubicBezTo>
                <a:lnTo>
                  <a:pt x="8169" y="11526"/>
                </a:lnTo>
                <a:cubicBezTo>
                  <a:pt x="8169" y="11645"/>
                  <a:pt x="8265" y="11717"/>
                  <a:pt x="8360" y="11717"/>
                </a:cubicBezTo>
                <a:lnTo>
                  <a:pt x="10575" y="11717"/>
                </a:lnTo>
                <a:cubicBezTo>
                  <a:pt x="10670" y="11717"/>
                  <a:pt x="10765" y="11645"/>
                  <a:pt x="10765" y="11526"/>
                </a:cubicBezTo>
                <a:lnTo>
                  <a:pt x="10765" y="10788"/>
                </a:lnTo>
                <a:cubicBezTo>
                  <a:pt x="10765" y="10693"/>
                  <a:pt x="10670" y="10598"/>
                  <a:pt x="10575" y="10598"/>
                </a:cubicBezTo>
                <a:lnTo>
                  <a:pt x="10265" y="10598"/>
                </a:lnTo>
                <a:lnTo>
                  <a:pt x="10265" y="4358"/>
                </a:lnTo>
                <a:lnTo>
                  <a:pt x="11575" y="4358"/>
                </a:lnTo>
                <a:cubicBezTo>
                  <a:pt x="11860" y="4358"/>
                  <a:pt x="12099" y="4120"/>
                  <a:pt x="12099" y="3834"/>
                </a:cubicBezTo>
                <a:lnTo>
                  <a:pt x="12099" y="1858"/>
                </a:lnTo>
                <a:cubicBezTo>
                  <a:pt x="12099" y="1548"/>
                  <a:pt x="11860" y="1310"/>
                  <a:pt x="11575" y="1310"/>
                </a:cubicBezTo>
                <a:lnTo>
                  <a:pt x="10527" y="1310"/>
                </a:lnTo>
                <a:lnTo>
                  <a:pt x="10527" y="1024"/>
                </a:lnTo>
                <a:cubicBezTo>
                  <a:pt x="10527" y="881"/>
                  <a:pt x="10432" y="786"/>
                  <a:pt x="10336" y="738"/>
                </a:cubicBezTo>
                <a:cubicBezTo>
                  <a:pt x="10313" y="310"/>
                  <a:pt x="9979" y="0"/>
                  <a:pt x="9550" y="0"/>
                </a:cubicBezTo>
                <a:lnTo>
                  <a:pt x="9384" y="0"/>
                </a:lnTo>
                <a:cubicBezTo>
                  <a:pt x="8979" y="0"/>
                  <a:pt x="8646" y="310"/>
                  <a:pt x="8622" y="738"/>
                </a:cubicBezTo>
                <a:cubicBezTo>
                  <a:pt x="8526" y="786"/>
                  <a:pt x="8431" y="881"/>
                  <a:pt x="8431" y="1024"/>
                </a:cubicBezTo>
                <a:lnTo>
                  <a:pt x="8431" y="1310"/>
                </a:lnTo>
                <a:lnTo>
                  <a:pt x="3549" y="1310"/>
                </a:lnTo>
                <a:lnTo>
                  <a:pt x="3549" y="1024"/>
                </a:lnTo>
                <a:cubicBezTo>
                  <a:pt x="3549" y="881"/>
                  <a:pt x="3478" y="786"/>
                  <a:pt x="3359" y="738"/>
                </a:cubicBezTo>
                <a:cubicBezTo>
                  <a:pt x="3335" y="310"/>
                  <a:pt x="3002" y="0"/>
                  <a:pt x="259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grpSp>
        <p:nvGrpSpPr>
          <p:cNvPr id="180" name="Google Shape;1965;p46">
            <a:extLst>
              <a:ext uri="{FF2B5EF4-FFF2-40B4-BE49-F238E27FC236}">
                <a16:creationId xmlns:a16="http://schemas.microsoft.com/office/drawing/2014/main" id="{37C73691-AFF0-D57F-8413-3738E576790A}"/>
              </a:ext>
            </a:extLst>
          </p:cNvPr>
          <p:cNvGrpSpPr/>
          <p:nvPr/>
        </p:nvGrpSpPr>
        <p:grpSpPr>
          <a:xfrm>
            <a:off x="5540139" y="4211900"/>
            <a:ext cx="1552424" cy="792473"/>
            <a:chOff x="5309933" y="3969077"/>
            <a:chExt cx="395777" cy="291017"/>
          </a:xfrm>
        </p:grpSpPr>
        <p:sp>
          <p:nvSpPr>
            <p:cNvPr id="181" name="Google Shape;1966;p46">
              <a:extLst>
                <a:ext uri="{FF2B5EF4-FFF2-40B4-BE49-F238E27FC236}">
                  <a16:creationId xmlns:a16="http://schemas.microsoft.com/office/drawing/2014/main" id="{201FE68C-17C3-0808-DF1F-BD13CD04198B}"/>
                </a:ext>
              </a:extLst>
            </p:cNvPr>
            <p:cNvSpPr/>
            <p:nvPr/>
          </p:nvSpPr>
          <p:spPr>
            <a:xfrm>
              <a:off x="5508562" y="4197195"/>
              <a:ext cx="43501" cy="42719"/>
            </a:xfrm>
            <a:custGeom>
              <a:avLst/>
              <a:gdLst/>
              <a:ahLst/>
              <a:cxnLst/>
              <a:rect l="l" t="t" r="r" b="b"/>
              <a:pathLst>
                <a:path w="1335" h="1311" extrusionOk="0">
                  <a:moveTo>
                    <a:pt x="667" y="358"/>
                  </a:moveTo>
                  <a:cubicBezTo>
                    <a:pt x="834" y="358"/>
                    <a:pt x="977" y="501"/>
                    <a:pt x="977" y="667"/>
                  </a:cubicBezTo>
                  <a:cubicBezTo>
                    <a:pt x="977" y="834"/>
                    <a:pt x="834" y="953"/>
                    <a:pt x="667" y="953"/>
                  </a:cubicBezTo>
                  <a:cubicBezTo>
                    <a:pt x="501" y="953"/>
                    <a:pt x="358" y="834"/>
                    <a:pt x="358" y="667"/>
                  </a:cubicBezTo>
                  <a:cubicBezTo>
                    <a:pt x="358" y="501"/>
                    <a:pt x="501" y="358"/>
                    <a:pt x="667" y="358"/>
                  </a:cubicBezTo>
                  <a:close/>
                  <a:moveTo>
                    <a:pt x="667" y="1"/>
                  </a:moveTo>
                  <a:cubicBezTo>
                    <a:pt x="310" y="1"/>
                    <a:pt x="1" y="310"/>
                    <a:pt x="1" y="667"/>
                  </a:cubicBezTo>
                  <a:cubicBezTo>
                    <a:pt x="1" y="1025"/>
                    <a:pt x="310" y="1310"/>
                    <a:pt x="667" y="1310"/>
                  </a:cubicBezTo>
                  <a:cubicBezTo>
                    <a:pt x="1025" y="1310"/>
                    <a:pt x="1334" y="1025"/>
                    <a:pt x="1334" y="667"/>
                  </a:cubicBezTo>
                  <a:cubicBezTo>
                    <a:pt x="1334" y="310"/>
                    <a:pt x="1025" y="1"/>
                    <a:pt x="6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182" name="Google Shape;1967;p46">
              <a:extLst>
                <a:ext uri="{FF2B5EF4-FFF2-40B4-BE49-F238E27FC236}">
                  <a16:creationId xmlns:a16="http://schemas.microsoft.com/office/drawing/2014/main" id="{1D34FC9C-D98B-559D-A0D3-6FA07E07A428}"/>
                </a:ext>
              </a:extLst>
            </p:cNvPr>
            <p:cNvSpPr/>
            <p:nvPr/>
          </p:nvSpPr>
          <p:spPr>
            <a:xfrm>
              <a:off x="5563660" y="4197195"/>
              <a:ext cx="42719" cy="42719"/>
            </a:xfrm>
            <a:custGeom>
              <a:avLst/>
              <a:gdLst/>
              <a:ahLst/>
              <a:cxnLst/>
              <a:rect l="l" t="t" r="r" b="b"/>
              <a:pathLst>
                <a:path w="1311" h="1311" extrusionOk="0">
                  <a:moveTo>
                    <a:pt x="644" y="358"/>
                  </a:moveTo>
                  <a:cubicBezTo>
                    <a:pt x="810" y="358"/>
                    <a:pt x="953" y="501"/>
                    <a:pt x="953" y="667"/>
                  </a:cubicBezTo>
                  <a:cubicBezTo>
                    <a:pt x="953" y="834"/>
                    <a:pt x="810" y="953"/>
                    <a:pt x="644" y="953"/>
                  </a:cubicBezTo>
                  <a:cubicBezTo>
                    <a:pt x="477" y="953"/>
                    <a:pt x="358" y="834"/>
                    <a:pt x="358" y="667"/>
                  </a:cubicBezTo>
                  <a:cubicBezTo>
                    <a:pt x="358" y="501"/>
                    <a:pt x="477" y="358"/>
                    <a:pt x="644" y="358"/>
                  </a:cubicBezTo>
                  <a:close/>
                  <a:moveTo>
                    <a:pt x="644" y="1"/>
                  </a:moveTo>
                  <a:cubicBezTo>
                    <a:pt x="286" y="1"/>
                    <a:pt x="1" y="310"/>
                    <a:pt x="1" y="667"/>
                  </a:cubicBezTo>
                  <a:cubicBezTo>
                    <a:pt x="1" y="1025"/>
                    <a:pt x="286" y="1310"/>
                    <a:pt x="644" y="1310"/>
                  </a:cubicBezTo>
                  <a:cubicBezTo>
                    <a:pt x="1001" y="1310"/>
                    <a:pt x="1310" y="1025"/>
                    <a:pt x="1310" y="667"/>
                  </a:cubicBezTo>
                  <a:cubicBezTo>
                    <a:pt x="1310" y="310"/>
                    <a:pt x="1001" y="1"/>
                    <a:pt x="6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183" name="Google Shape;1968;p46">
              <a:extLst>
                <a:ext uri="{FF2B5EF4-FFF2-40B4-BE49-F238E27FC236}">
                  <a16:creationId xmlns:a16="http://schemas.microsoft.com/office/drawing/2014/main" id="{B76BC8A6-3A49-8C53-7199-9128DE15B346}"/>
                </a:ext>
              </a:extLst>
            </p:cNvPr>
            <p:cNvSpPr/>
            <p:nvPr/>
          </p:nvSpPr>
          <p:spPr>
            <a:xfrm>
              <a:off x="5617977" y="4197195"/>
              <a:ext cx="42719" cy="42719"/>
            </a:xfrm>
            <a:custGeom>
              <a:avLst/>
              <a:gdLst/>
              <a:ahLst/>
              <a:cxnLst/>
              <a:rect l="l" t="t" r="r" b="b"/>
              <a:pathLst>
                <a:path w="1311" h="1311" extrusionOk="0">
                  <a:moveTo>
                    <a:pt x="667" y="358"/>
                  </a:moveTo>
                  <a:cubicBezTo>
                    <a:pt x="810" y="358"/>
                    <a:pt x="953" y="501"/>
                    <a:pt x="953" y="667"/>
                  </a:cubicBezTo>
                  <a:cubicBezTo>
                    <a:pt x="953" y="834"/>
                    <a:pt x="810" y="953"/>
                    <a:pt x="667" y="953"/>
                  </a:cubicBezTo>
                  <a:cubicBezTo>
                    <a:pt x="501" y="953"/>
                    <a:pt x="358" y="834"/>
                    <a:pt x="358" y="667"/>
                  </a:cubicBezTo>
                  <a:cubicBezTo>
                    <a:pt x="358" y="501"/>
                    <a:pt x="501" y="358"/>
                    <a:pt x="667" y="358"/>
                  </a:cubicBezTo>
                  <a:close/>
                  <a:moveTo>
                    <a:pt x="667" y="1"/>
                  </a:moveTo>
                  <a:cubicBezTo>
                    <a:pt x="286" y="1"/>
                    <a:pt x="1" y="310"/>
                    <a:pt x="1" y="667"/>
                  </a:cubicBezTo>
                  <a:cubicBezTo>
                    <a:pt x="1" y="1025"/>
                    <a:pt x="286" y="1310"/>
                    <a:pt x="667" y="1310"/>
                  </a:cubicBezTo>
                  <a:cubicBezTo>
                    <a:pt x="1025" y="1310"/>
                    <a:pt x="1310" y="1025"/>
                    <a:pt x="1310" y="667"/>
                  </a:cubicBezTo>
                  <a:cubicBezTo>
                    <a:pt x="1310" y="310"/>
                    <a:pt x="1025" y="1"/>
                    <a:pt x="6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184" name="Google Shape;1969;p46">
              <a:extLst>
                <a:ext uri="{FF2B5EF4-FFF2-40B4-BE49-F238E27FC236}">
                  <a16:creationId xmlns:a16="http://schemas.microsoft.com/office/drawing/2014/main" id="{FA417208-7984-DAEC-C603-28B4F96A7597}"/>
                </a:ext>
              </a:extLst>
            </p:cNvPr>
            <p:cNvSpPr/>
            <p:nvPr/>
          </p:nvSpPr>
          <p:spPr>
            <a:xfrm>
              <a:off x="5309933" y="3969077"/>
              <a:ext cx="395777" cy="291017"/>
            </a:xfrm>
            <a:custGeom>
              <a:avLst/>
              <a:gdLst/>
              <a:ahLst/>
              <a:cxnLst/>
              <a:rect l="l" t="t" r="r" b="b"/>
              <a:pathLst>
                <a:path w="12146" h="8931" extrusionOk="0">
                  <a:moveTo>
                    <a:pt x="4406" y="357"/>
                  </a:moveTo>
                  <a:cubicBezTo>
                    <a:pt x="4644" y="357"/>
                    <a:pt x="4835" y="572"/>
                    <a:pt x="4835" y="810"/>
                  </a:cubicBezTo>
                  <a:cubicBezTo>
                    <a:pt x="4835" y="1048"/>
                    <a:pt x="4644" y="1239"/>
                    <a:pt x="4406" y="1239"/>
                  </a:cubicBezTo>
                  <a:cubicBezTo>
                    <a:pt x="4144" y="1239"/>
                    <a:pt x="3953" y="1048"/>
                    <a:pt x="3953" y="810"/>
                  </a:cubicBezTo>
                  <a:cubicBezTo>
                    <a:pt x="3953" y="572"/>
                    <a:pt x="4144" y="357"/>
                    <a:pt x="4406" y="357"/>
                  </a:cubicBezTo>
                  <a:close/>
                  <a:moveTo>
                    <a:pt x="5192" y="762"/>
                  </a:moveTo>
                  <a:lnTo>
                    <a:pt x="6263" y="1048"/>
                  </a:lnTo>
                  <a:cubicBezTo>
                    <a:pt x="6216" y="1119"/>
                    <a:pt x="6168" y="1191"/>
                    <a:pt x="6144" y="1262"/>
                  </a:cubicBezTo>
                  <a:lnTo>
                    <a:pt x="5168" y="953"/>
                  </a:lnTo>
                  <a:cubicBezTo>
                    <a:pt x="5192" y="905"/>
                    <a:pt x="5192" y="857"/>
                    <a:pt x="5192" y="810"/>
                  </a:cubicBezTo>
                  <a:cubicBezTo>
                    <a:pt x="5192" y="786"/>
                    <a:pt x="5192" y="786"/>
                    <a:pt x="5192" y="762"/>
                  </a:cubicBezTo>
                  <a:close/>
                  <a:moveTo>
                    <a:pt x="6929" y="1058"/>
                  </a:moveTo>
                  <a:cubicBezTo>
                    <a:pt x="6968" y="1058"/>
                    <a:pt x="7009" y="1062"/>
                    <a:pt x="7049" y="1072"/>
                  </a:cubicBezTo>
                  <a:cubicBezTo>
                    <a:pt x="7168" y="1119"/>
                    <a:pt x="7287" y="1239"/>
                    <a:pt x="7311" y="1358"/>
                  </a:cubicBezTo>
                  <a:cubicBezTo>
                    <a:pt x="7411" y="1657"/>
                    <a:pt x="7177" y="1939"/>
                    <a:pt x="6888" y="1939"/>
                  </a:cubicBezTo>
                  <a:cubicBezTo>
                    <a:pt x="6832" y="1939"/>
                    <a:pt x="6774" y="1929"/>
                    <a:pt x="6716" y="1905"/>
                  </a:cubicBezTo>
                  <a:cubicBezTo>
                    <a:pt x="6573" y="1834"/>
                    <a:pt x="6454" y="1667"/>
                    <a:pt x="6454" y="1500"/>
                  </a:cubicBezTo>
                  <a:cubicBezTo>
                    <a:pt x="6454" y="1252"/>
                    <a:pt x="6669" y="1058"/>
                    <a:pt x="6929" y="1058"/>
                  </a:cubicBezTo>
                  <a:close/>
                  <a:moveTo>
                    <a:pt x="7097" y="2263"/>
                  </a:moveTo>
                  <a:lnTo>
                    <a:pt x="7097" y="2739"/>
                  </a:lnTo>
                  <a:lnTo>
                    <a:pt x="6740" y="2739"/>
                  </a:lnTo>
                  <a:lnTo>
                    <a:pt x="6740" y="2263"/>
                  </a:lnTo>
                  <a:cubicBezTo>
                    <a:pt x="6811" y="2286"/>
                    <a:pt x="6859" y="2286"/>
                    <a:pt x="6906" y="2286"/>
                  </a:cubicBezTo>
                  <a:cubicBezTo>
                    <a:pt x="6978" y="2286"/>
                    <a:pt x="7049" y="2286"/>
                    <a:pt x="7097" y="2263"/>
                  </a:cubicBezTo>
                  <a:close/>
                  <a:moveTo>
                    <a:pt x="6978" y="3715"/>
                  </a:moveTo>
                  <a:lnTo>
                    <a:pt x="6978" y="4501"/>
                  </a:lnTo>
                  <a:cubicBezTo>
                    <a:pt x="6763" y="4573"/>
                    <a:pt x="6573" y="4644"/>
                    <a:pt x="6382" y="4763"/>
                  </a:cubicBezTo>
                  <a:lnTo>
                    <a:pt x="6382" y="3715"/>
                  </a:lnTo>
                  <a:close/>
                  <a:moveTo>
                    <a:pt x="1119" y="4334"/>
                  </a:moveTo>
                  <a:cubicBezTo>
                    <a:pt x="1239" y="4334"/>
                    <a:pt x="1358" y="4406"/>
                    <a:pt x="1405" y="4525"/>
                  </a:cubicBezTo>
                  <a:cubicBezTo>
                    <a:pt x="1453" y="4739"/>
                    <a:pt x="1310" y="4906"/>
                    <a:pt x="1119" y="4906"/>
                  </a:cubicBezTo>
                  <a:cubicBezTo>
                    <a:pt x="929" y="4906"/>
                    <a:pt x="786" y="4739"/>
                    <a:pt x="857" y="4525"/>
                  </a:cubicBezTo>
                  <a:cubicBezTo>
                    <a:pt x="881" y="4406"/>
                    <a:pt x="1000" y="4334"/>
                    <a:pt x="1119" y="4334"/>
                  </a:cubicBezTo>
                  <a:close/>
                  <a:moveTo>
                    <a:pt x="10883" y="4811"/>
                  </a:moveTo>
                  <a:lnTo>
                    <a:pt x="10883" y="5311"/>
                  </a:lnTo>
                  <a:lnTo>
                    <a:pt x="8621" y="5311"/>
                  </a:lnTo>
                  <a:lnTo>
                    <a:pt x="8621" y="4811"/>
                  </a:lnTo>
                  <a:lnTo>
                    <a:pt x="8931" y="4811"/>
                  </a:lnTo>
                  <a:lnTo>
                    <a:pt x="8931" y="4906"/>
                  </a:lnTo>
                  <a:cubicBezTo>
                    <a:pt x="8931" y="5001"/>
                    <a:pt x="8978" y="5096"/>
                    <a:pt x="9073" y="5096"/>
                  </a:cubicBezTo>
                  <a:cubicBezTo>
                    <a:pt x="9086" y="5099"/>
                    <a:pt x="9098" y="5100"/>
                    <a:pt x="9110" y="5100"/>
                  </a:cubicBezTo>
                  <a:cubicBezTo>
                    <a:pt x="9212" y="5100"/>
                    <a:pt x="9288" y="5015"/>
                    <a:pt x="9288" y="4930"/>
                  </a:cubicBezTo>
                  <a:lnTo>
                    <a:pt x="9288" y="4811"/>
                  </a:lnTo>
                  <a:lnTo>
                    <a:pt x="9574" y="4811"/>
                  </a:lnTo>
                  <a:lnTo>
                    <a:pt x="9574" y="4906"/>
                  </a:lnTo>
                  <a:cubicBezTo>
                    <a:pt x="9574" y="5001"/>
                    <a:pt x="9645" y="5096"/>
                    <a:pt x="9740" y="5096"/>
                  </a:cubicBezTo>
                  <a:cubicBezTo>
                    <a:pt x="9750" y="5099"/>
                    <a:pt x="9760" y="5100"/>
                    <a:pt x="9770" y="5100"/>
                  </a:cubicBezTo>
                  <a:cubicBezTo>
                    <a:pt x="9855" y="5100"/>
                    <a:pt x="9931" y="5015"/>
                    <a:pt x="9931" y="4930"/>
                  </a:cubicBezTo>
                  <a:lnTo>
                    <a:pt x="9931" y="4811"/>
                  </a:lnTo>
                  <a:lnTo>
                    <a:pt x="10217" y="4811"/>
                  </a:lnTo>
                  <a:lnTo>
                    <a:pt x="10217" y="4906"/>
                  </a:lnTo>
                  <a:cubicBezTo>
                    <a:pt x="10217" y="5001"/>
                    <a:pt x="10288" y="5096"/>
                    <a:pt x="10383" y="5096"/>
                  </a:cubicBezTo>
                  <a:cubicBezTo>
                    <a:pt x="10393" y="5099"/>
                    <a:pt x="10403" y="5100"/>
                    <a:pt x="10413" y="5100"/>
                  </a:cubicBezTo>
                  <a:cubicBezTo>
                    <a:pt x="10498" y="5100"/>
                    <a:pt x="10574" y="5015"/>
                    <a:pt x="10574" y="4930"/>
                  </a:cubicBezTo>
                  <a:lnTo>
                    <a:pt x="10574" y="4811"/>
                  </a:lnTo>
                  <a:close/>
                  <a:moveTo>
                    <a:pt x="810" y="5192"/>
                  </a:moveTo>
                  <a:cubicBezTo>
                    <a:pt x="905" y="5239"/>
                    <a:pt x="1000" y="5287"/>
                    <a:pt x="1119" y="5287"/>
                  </a:cubicBezTo>
                  <a:lnTo>
                    <a:pt x="1096" y="5835"/>
                  </a:lnTo>
                  <a:cubicBezTo>
                    <a:pt x="1096" y="5906"/>
                    <a:pt x="1119" y="5954"/>
                    <a:pt x="1143" y="5978"/>
                  </a:cubicBezTo>
                  <a:lnTo>
                    <a:pt x="1596" y="6406"/>
                  </a:lnTo>
                  <a:cubicBezTo>
                    <a:pt x="1620" y="6430"/>
                    <a:pt x="1667" y="6454"/>
                    <a:pt x="1691" y="6454"/>
                  </a:cubicBezTo>
                  <a:lnTo>
                    <a:pt x="2191" y="6525"/>
                  </a:lnTo>
                  <a:lnTo>
                    <a:pt x="1096" y="7049"/>
                  </a:lnTo>
                  <a:lnTo>
                    <a:pt x="1072" y="7049"/>
                  </a:lnTo>
                  <a:lnTo>
                    <a:pt x="405" y="6406"/>
                  </a:lnTo>
                  <a:cubicBezTo>
                    <a:pt x="381" y="6406"/>
                    <a:pt x="381" y="6359"/>
                    <a:pt x="405" y="6335"/>
                  </a:cubicBezTo>
                  <a:lnTo>
                    <a:pt x="810" y="5192"/>
                  </a:lnTo>
                  <a:close/>
                  <a:moveTo>
                    <a:pt x="11598" y="4811"/>
                  </a:moveTo>
                  <a:cubicBezTo>
                    <a:pt x="11693" y="4811"/>
                    <a:pt x="11788" y="4882"/>
                    <a:pt x="11788" y="4977"/>
                  </a:cubicBezTo>
                  <a:lnTo>
                    <a:pt x="11788" y="6216"/>
                  </a:lnTo>
                  <a:cubicBezTo>
                    <a:pt x="11788" y="6311"/>
                    <a:pt x="11717" y="6382"/>
                    <a:pt x="11622" y="6382"/>
                  </a:cubicBezTo>
                  <a:lnTo>
                    <a:pt x="7835" y="6382"/>
                  </a:lnTo>
                  <a:cubicBezTo>
                    <a:pt x="7740" y="6382"/>
                    <a:pt x="7645" y="6454"/>
                    <a:pt x="7645" y="6573"/>
                  </a:cubicBezTo>
                  <a:cubicBezTo>
                    <a:pt x="7645" y="6668"/>
                    <a:pt x="7716" y="6740"/>
                    <a:pt x="7835" y="6740"/>
                  </a:cubicBezTo>
                  <a:lnTo>
                    <a:pt x="10169" y="6740"/>
                  </a:lnTo>
                  <a:cubicBezTo>
                    <a:pt x="10669" y="6740"/>
                    <a:pt x="11098" y="7144"/>
                    <a:pt x="11098" y="7645"/>
                  </a:cubicBezTo>
                  <a:cubicBezTo>
                    <a:pt x="11122" y="8145"/>
                    <a:pt x="10717" y="8573"/>
                    <a:pt x="10193" y="8573"/>
                  </a:cubicBezTo>
                  <a:lnTo>
                    <a:pt x="6692" y="8573"/>
                  </a:lnTo>
                  <a:cubicBezTo>
                    <a:pt x="6192" y="8573"/>
                    <a:pt x="5787" y="8169"/>
                    <a:pt x="5763" y="7668"/>
                  </a:cubicBezTo>
                  <a:cubicBezTo>
                    <a:pt x="5763" y="7168"/>
                    <a:pt x="6168" y="6740"/>
                    <a:pt x="6692" y="6740"/>
                  </a:cubicBezTo>
                  <a:lnTo>
                    <a:pt x="6978" y="6740"/>
                  </a:lnTo>
                  <a:cubicBezTo>
                    <a:pt x="7073" y="6740"/>
                    <a:pt x="7168" y="6668"/>
                    <a:pt x="7168" y="6573"/>
                  </a:cubicBezTo>
                  <a:cubicBezTo>
                    <a:pt x="7168" y="6478"/>
                    <a:pt x="7097" y="6382"/>
                    <a:pt x="6978" y="6382"/>
                  </a:cubicBezTo>
                  <a:lnTo>
                    <a:pt x="5787" y="6382"/>
                  </a:lnTo>
                  <a:cubicBezTo>
                    <a:pt x="5859" y="5501"/>
                    <a:pt x="6621" y="4811"/>
                    <a:pt x="7526" y="4811"/>
                  </a:cubicBezTo>
                  <a:lnTo>
                    <a:pt x="8264" y="4811"/>
                  </a:lnTo>
                  <a:lnTo>
                    <a:pt x="8264" y="5477"/>
                  </a:lnTo>
                  <a:cubicBezTo>
                    <a:pt x="8264" y="5573"/>
                    <a:pt x="8335" y="5644"/>
                    <a:pt x="8431" y="5644"/>
                  </a:cubicBezTo>
                  <a:lnTo>
                    <a:pt x="11050" y="5644"/>
                  </a:lnTo>
                  <a:cubicBezTo>
                    <a:pt x="11169" y="5644"/>
                    <a:pt x="11241" y="5573"/>
                    <a:pt x="11241" y="5477"/>
                  </a:cubicBezTo>
                  <a:lnTo>
                    <a:pt x="11241" y="4811"/>
                  </a:lnTo>
                  <a:close/>
                  <a:moveTo>
                    <a:pt x="4406" y="0"/>
                  </a:moveTo>
                  <a:cubicBezTo>
                    <a:pt x="3977" y="0"/>
                    <a:pt x="3644" y="334"/>
                    <a:pt x="3596" y="738"/>
                  </a:cubicBezTo>
                  <a:lnTo>
                    <a:pt x="1024" y="4001"/>
                  </a:lnTo>
                  <a:cubicBezTo>
                    <a:pt x="715" y="4049"/>
                    <a:pt x="476" y="4311"/>
                    <a:pt x="476" y="4644"/>
                  </a:cubicBezTo>
                  <a:cubicBezTo>
                    <a:pt x="476" y="4739"/>
                    <a:pt x="500" y="4811"/>
                    <a:pt x="524" y="4906"/>
                  </a:cubicBezTo>
                  <a:lnTo>
                    <a:pt x="48" y="6216"/>
                  </a:lnTo>
                  <a:cubicBezTo>
                    <a:pt x="0" y="6382"/>
                    <a:pt x="48" y="6549"/>
                    <a:pt x="167" y="6668"/>
                  </a:cubicBezTo>
                  <a:lnTo>
                    <a:pt x="834" y="7311"/>
                  </a:lnTo>
                  <a:cubicBezTo>
                    <a:pt x="905" y="7359"/>
                    <a:pt x="977" y="7406"/>
                    <a:pt x="1072" y="7406"/>
                  </a:cubicBezTo>
                  <a:cubicBezTo>
                    <a:pt x="1143" y="7406"/>
                    <a:pt x="1191" y="7383"/>
                    <a:pt x="1239" y="7359"/>
                  </a:cubicBezTo>
                  <a:lnTo>
                    <a:pt x="2882" y="6573"/>
                  </a:lnTo>
                  <a:cubicBezTo>
                    <a:pt x="2929" y="6549"/>
                    <a:pt x="2929" y="6549"/>
                    <a:pt x="2953" y="6525"/>
                  </a:cubicBezTo>
                  <a:cubicBezTo>
                    <a:pt x="2953" y="6501"/>
                    <a:pt x="2953" y="6501"/>
                    <a:pt x="2977" y="6501"/>
                  </a:cubicBezTo>
                  <a:cubicBezTo>
                    <a:pt x="2977" y="6478"/>
                    <a:pt x="2977" y="6454"/>
                    <a:pt x="2977" y="6406"/>
                  </a:cubicBezTo>
                  <a:lnTo>
                    <a:pt x="2977" y="5954"/>
                  </a:lnTo>
                  <a:cubicBezTo>
                    <a:pt x="2977" y="5869"/>
                    <a:pt x="2901" y="5783"/>
                    <a:pt x="2817" y="5783"/>
                  </a:cubicBezTo>
                  <a:cubicBezTo>
                    <a:pt x="2807" y="5783"/>
                    <a:pt x="2797" y="5785"/>
                    <a:pt x="2786" y="5787"/>
                  </a:cubicBezTo>
                  <a:cubicBezTo>
                    <a:pt x="2691" y="5787"/>
                    <a:pt x="2620" y="5859"/>
                    <a:pt x="2620" y="5954"/>
                  </a:cubicBezTo>
                  <a:lnTo>
                    <a:pt x="2620" y="6216"/>
                  </a:lnTo>
                  <a:lnTo>
                    <a:pt x="1786" y="6120"/>
                  </a:lnTo>
                  <a:lnTo>
                    <a:pt x="1453" y="5787"/>
                  </a:lnTo>
                  <a:lnTo>
                    <a:pt x="1477" y="5168"/>
                  </a:lnTo>
                  <a:cubicBezTo>
                    <a:pt x="1643" y="5049"/>
                    <a:pt x="1762" y="4858"/>
                    <a:pt x="1762" y="4644"/>
                  </a:cubicBezTo>
                  <a:cubicBezTo>
                    <a:pt x="1762" y="4573"/>
                    <a:pt x="1762" y="4525"/>
                    <a:pt x="1739" y="4477"/>
                  </a:cubicBezTo>
                  <a:lnTo>
                    <a:pt x="3906" y="2191"/>
                  </a:lnTo>
                  <a:cubicBezTo>
                    <a:pt x="3977" y="2120"/>
                    <a:pt x="3977" y="2001"/>
                    <a:pt x="3906" y="1953"/>
                  </a:cubicBezTo>
                  <a:cubicBezTo>
                    <a:pt x="3870" y="1917"/>
                    <a:pt x="3822" y="1899"/>
                    <a:pt x="3775" y="1899"/>
                  </a:cubicBezTo>
                  <a:cubicBezTo>
                    <a:pt x="3727" y="1899"/>
                    <a:pt x="3680" y="1917"/>
                    <a:pt x="3644" y="1953"/>
                  </a:cubicBezTo>
                  <a:lnTo>
                    <a:pt x="1548" y="4144"/>
                  </a:lnTo>
                  <a:cubicBezTo>
                    <a:pt x="1524" y="4120"/>
                    <a:pt x="1477" y="4096"/>
                    <a:pt x="1429" y="4072"/>
                  </a:cubicBezTo>
                  <a:lnTo>
                    <a:pt x="3691" y="1191"/>
                  </a:lnTo>
                  <a:cubicBezTo>
                    <a:pt x="3834" y="1429"/>
                    <a:pt x="4096" y="1596"/>
                    <a:pt x="4382" y="1596"/>
                  </a:cubicBezTo>
                  <a:cubicBezTo>
                    <a:pt x="4644" y="1596"/>
                    <a:pt x="4882" y="1477"/>
                    <a:pt x="5025" y="1286"/>
                  </a:cubicBezTo>
                  <a:lnTo>
                    <a:pt x="6121" y="1643"/>
                  </a:lnTo>
                  <a:cubicBezTo>
                    <a:pt x="6168" y="1810"/>
                    <a:pt x="6263" y="1977"/>
                    <a:pt x="6382" y="2096"/>
                  </a:cubicBezTo>
                  <a:lnTo>
                    <a:pt x="6382" y="2739"/>
                  </a:lnTo>
                  <a:lnTo>
                    <a:pt x="6121" y="2739"/>
                  </a:lnTo>
                  <a:cubicBezTo>
                    <a:pt x="5716" y="2739"/>
                    <a:pt x="5406" y="3072"/>
                    <a:pt x="5406" y="3477"/>
                  </a:cubicBezTo>
                  <a:lnTo>
                    <a:pt x="5406" y="6621"/>
                  </a:lnTo>
                  <a:cubicBezTo>
                    <a:pt x="5406" y="6692"/>
                    <a:pt x="5454" y="6740"/>
                    <a:pt x="5525" y="6740"/>
                  </a:cubicBezTo>
                  <a:lnTo>
                    <a:pt x="5787" y="6740"/>
                  </a:lnTo>
                  <a:cubicBezTo>
                    <a:pt x="5358" y="7144"/>
                    <a:pt x="5216" y="7859"/>
                    <a:pt x="5692" y="8526"/>
                  </a:cubicBezTo>
                  <a:cubicBezTo>
                    <a:pt x="5859" y="8740"/>
                    <a:pt x="6216" y="8931"/>
                    <a:pt x="6478" y="8931"/>
                  </a:cubicBezTo>
                  <a:lnTo>
                    <a:pt x="10383" y="8931"/>
                  </a:lnTo>
                  <a:cubicBezTo>
                    <a:pt x="10669" y="8931"/>
                    <a:pt x="11026" y="8740"/>
                    <a:pt x="11169" y="8526"/>
                  </a:cubicBezTo>
                  <a:cubicBezTo>
                    <a:pt x="11645" y="7859"/>
                    <a:pt x="11503" y="7144"/>
                    <a:pt x="11074" y="6740"/>
                  </a:cubicBezTo>
                  <a:lnTo>
                    <a:pt x="11765" y="6740"/>
                  </a:lnTo>
                  <a:cubicBezTo>
                    <a:pt x="11979" y="6740"/>
                    <a:pt x="12146" y="6573"/>
                    <a:pt x="12146" y="6359"/>
                  </a:cubicBezTo>
                  <a:lnTo>
                    <a:pt x="12146" y="5001"/>
                  </a:lnTo>
                  <a:cubicBezTo>
                    <a:pt x="12146" y="4692"/>
                    <a:pt x="11907" y="4453"/>
                    <a:pt x="11598" y="4453"/>
                  </a:cubicBezTo>
                  <a:lnTo>
                    <a:pt x="7335" y="4453"/>
                  </a:lnTo>
                  <a:lnTo>
                    <a:pt x="7335" y="3620"/>
                  </a:lnTo>
                  <a:cubicBezTo>
                    <a:pt x="7335" y="3477"/>
                    <a:pt x="7216" y="3358"/>
                    <a:pt x="7097" y="3358"/>
                  </a:cubicBezTo>
                  <a:lnTo>
                    <a:pt x="6144" y="3358"/>
                  </a:lnTo>
                  <a:cubicBezTo>
                    <a:pt x="6097" y="3358"/>
                    <a:pt x="6049" y="3406"/>
                    <a:pt x="6049" y="3477"/>
                  </a:cubicBezTo>
                  <a:lnTo>
                    <a:pt x="6049" y="5073"/>
                  </a:lnTo>
                  <a:cubicBezTo>
                    <a:pt x="5930" y="5168"/>
                    <a:pt x="5835" y="5287"/>
                    <a:pt x="5763" y="5406"/>
                  </a:cubicBezTo>
                  <a:lnTo>
                    <a:pt x="5763" y="3263"/>
                  </a:lnTo>
                  <a:cubicBezTo>
                    <a:pt x="5763" y="3167"/>
                    <a:pt x="5835" y="3096"/>
                    <a:pt x="5930" y="3096"/>
                  </a:cubicBezTo>
                  <a:lnTo>
                    <a:pt x="7454" y="3096"/>
                  </a:lnTo>
                  <a:cubicBezTo>
                    <a:pt x="7573" y="3096"/>
                    <a:pt x="7645" y="3191"/>
                    <a:pt x="7645" y="3287"/>
                  </a:cubicBezTo>
                  <a:lnTo>
                    <a:pt x="7645" y="4001"/>
                  </a:lnTo>
                  <a:cubicBezTo>
                    <a:pt x="7645" y="4025"/>
                    <a:pt x="7645" y="4049"/>
                    <a:pt x="7668" y="4072"/>
                  </a:cubicBezTo>
                  <a:cubicBezTo>
                    <a:pt x="7722" y="4118"/>
                    <a:pt x="7775" y="4137"/>
                    <a:pt x="7823" y="4137"/>
                  </a:cubicBezTo>
                  <a:cubicBezTo>
                    <a:pt x="7925" y="4137"/>
                    <a:pt x="8002" y="4051"/>
                    <a:pt x="8002" y="3953"/>
                  </a:cubicBezTo>
                  <a:lnTo>
                    <a:pt x="8002" y="3477"/>
                  </a:lnTo>
                  <a:cubicBezTo>
                    <a:pt x="8002" y="3144"/>
                    <a:pt x="7764" y="2858"/>
                    <a:pt x="7454" y="2786"/>
                  </a:cubicBezTo>
                  <a:lnTo>
                    <a:pt x="7454" y="2072"/>
                  </a:lnTo>
                  <a:cubicBezTo>
                    <a:pt x="7621" y="1929"/>
                    <a:pt x="7740" y="1691"/>
                    <a:pt x="7716" y="1429"/>
                  </a:cubicBezTo>
                  <a:cubicBezTo>
                    <a:pt x="7668" y="1048"/>
                    <a:pt x="7383" y="738"/>
                    <a:pt x="7002" y="715"/>
                  </a:cubicBezTo>
                  <a:cubicBezTo>
                    <a:pt x="6963" y="708"/>
                    <a:pt x="6927" y="705"/>
                    <a:pt x="6891" y="705"/>
                  </a:cubicBezTo>
                  <a:cubicBezTo>
                    <a:pt x="6795" y="705"/>
                    <a:pt x="6708" y="727"/>
                    <a:pt x="6621" y="762"/>
                  </a:cubicBezTo>
                  <a:lnTo>
                    <a:pt x="5073" y="357"/>
                  </a:lnTo>
                  <a:cubicBezTo>
                    <a:pt x="4930" y="143"/>
                    <a:pt x="4668" y="0"/>
                    <a:pt x="44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</p:grpSp>
      <p:grpSp>
        <p:nvGrpSpPr>
          <p:cNvPr id="185" name="Google Shape;1970;p46">
            <a:extLst>
              <a:ext uri="{FF2B5EF4-FFF2-40B4-BE49-F238E27FC236}">
                <a16:creationId xmlns:a16="http://schemas.microsoft.com/office/drawing/2014/main" id="{EEAABDD6-F060-DDB9-3DD5-D7FB07EE88AF}"/>
              </a:ext>
            </a:extLst>
          </p:cNvPr>
          <p:cNvGrpSpPr/>
          <p:nvPr/>
        </p:nvGrpSpPr>
        <p:grpSpPr>
          <a:xfrm>
            <a:off x="3314065" y="4211900"/>
            <a:ext cx="1283790" cy="792473"/>
            <a:chOff x="5989656" y="4028054"/>
            <a:chExt cx="395028" cy="257096"/>
          </a:xfrm>
        </p:grpSpPr>
        <p:sp>
          <p:nvSpPr>
            <p:cNvPr id="186" name="Google Shape;1971;p46">
              <a:extLst>
                <a:ext uri="{FF2B5EF4-FFF2-40B4-BE49-F238E27FC236}">
                  <a16:creationId xmlns:a16="http://schemas.microsoft.com/office/drawing/2014/main" id="{7D639779-93F5-3006-41CE-40BDAD6F13EE}"/>
                </a:ext>
              </a:extLst>
            </p:cNvPr>
            <p:cNvSpPr/>
            <p:nvPr/>
          </p:nvSpPr>
          <p:spPr>
            <a:xfrm>
              <a:off x="5989656" y="4028054"/>
              <a:ext cx="395028" cy="257096"/>
            </a:xfrm>
            <a:custGeom>
              <a:avLst/>
              <a:gdLst/>
              <a:ahLst/>
              <a:cxnLst/>
              <a:rect l="l" t="t" r="r" b="b"/>
              <a:pathLst>
                <a:path w="12123" h="7890" extrusionOk="0">
                  <a:moveTo>
                    <a:pt x="9574" y="1977"/>
                  </a:moveTo>
                  <a:cubicBezTo>
                    <a:pt x="9622" y="1977"/>
                    <a:pt x="9646" y="2000"/>
                    <a:pt x="9646" y="2048"/>
                  </a:cubicBezTo>
                  <a:lnTo>
                    <a:pt x="9646" y="2215"/>
                  </a:lnTo>
                  <a:lnTo>
                    <a:pt x="9360" y="2215"/>
                  </a:lnTo>
                  <a:lnTo>
                    <a:pt x="9360" y="2048"/>
                  </a:lnTo>
                  <a:cubicBezTo>
                    <a:pt x="9360" y="2000"/>
                    <a:pt x="9384" y="1977"/>
                    <a:pt x="9431" y="1977"/>
                  </a:cubicBezTo>
                  <a:close/>
                  <a:moveTo>
                    <a:pt x="8193" y="2072"/>
                  </a:moveTo>
                  <a:lnTo>
                    <a:pt x="8193" y="2382"/>
                  </a:lnTo>
                  <a:lnTo>
                    <a:pt x="8193" y="3096"/>
                  </a:lnTo>
                  <a:lnTo>
                    <a:pt x="8193" y="3906"/>
                  </a:lnTo>
                  <a:lnTo>
                    <a:pt x="7693" y="3906"/>
                  </a:lnTo>
                  <a:lnTo>
                    <a:pt x="7693" y="2072"/>
                  </a:lnTo>
                  <a:close/>
                  <a:moveTo>
                    <a:pt x="3001" y="357"/>
                  </a:moveTo>
                  <a:cubicBezTo>
                    <a:pt x="3478" y="429"/>
                    <a:pt x="3954" y="572"/>
                    <a:pt x="4383" y="762"/>
                  </a:cubicBezTo>
                  <a:cubicBezTo>
                    <a:pt x="4883" y="1000"/>
                    <a:pt x="5359" y="1286"/>
                    <a:pt x="5764" y="1619"/>
                  </a:cubicBezTo>
                  <a:lnTo>
                    <a:pt x="4168" y="5096"/>
                  </a:lnTo>
                  <a:cubicBezTo>
                    <a:pt x="3644" y="5025"/>
                    <a:pt x="3097" y="4858"/>
                    <a:pt x="2596" y="4620"/>
                  </a:cubicBezTo>
                  <a:cubicBezTo>
                    <a:pt x="2168" y="4406"/>
                    <a:pt x="1763" y="4144"/>
                    <a:pt x="1406" y="3834"/>
                  </a:cubicBezTo>
                  <a:lnTo>
                    <a:pt x="2454" y="1572"/>
                  </a:lnTo>
                  <a:cubicBezTo>
                    <a:pt x="2477" y="1477"/>
                    <a:pt x="2454" y="1381"/>
                    <a:pt x="2358" y="1334"/>
                  </a:cubicBezTo>
                  <a:cubicBezTo>
                    <a:pt x="2336" y="1328"/>
                    <a:pt x="2313" y="1325"/>
                    <a:pt x="2291" y="1325"/>
                  </a:cubicBezTo>
                  <a:cubicBezTo>
                    <a:pt x="2221" y="1325"/>
                    <a:pt x="2157" y="1356"/>
                    <a:pt x="2120" y="1429"/>
                  </a:cubicBezTo>
                  <a:lnTo>
                    <a:pt x="1215" y="3429"/>
                  </a:lnTo>
                  <a:lnTo>
                    <a:pt x="667" y="2024"/>
                  </a:lnTo>
                  <a:lnTo>
                    <a:pt x="1263" y="738"/>
                  </a:lnTo>
                  <a:lnTo>
                    <a:pt x="2573" y="429"/>
                  </a:lnTo>
                  <a:lnTo>
                    <a:pt x="2573" y="429"/>
                  </a:lnTo>
                  <a:lnTo>
                    <a:pt x="2501" y="619"/>
                  </a:lnTo>
                  <a:cubicBezTo>
                    <a:pt x="2454" y="715"/>
                    <a:pt x="2501" y="810"/>
                    <a:pt x="2573" y="857"/>
                  </a:cubicBezTo>
                  <a:cubicBezTo>
                    <a:pt x="2595" y="863"/>
                    <a:pt x="2618" y="866"/>
                    <a:pt x="2639" y="866"/>
                  </a:cubicBezTo>
                  <a:cubicBezTo>
                    <a:pt x="2710" y="866"/>
                    <a:pt x="2774" y="835"/>
                    <a:pt x="2811" y="762"/>
                  </a:cubicBezTo>
                  <a:lnTo>
                    <a:pt x="3001" y="357"/>
                  </a:lnTo>
                  <a:close/>
                  <a:moveTo>
                    <a:pt x="6050" y="1905"/>
                  </a:moveTo>
                  <a:lnTo>
                    <a:pt x="6621" y="2572"/>
                  </a:lnTo>
                  <a:cubicBezTo>
                    <a:pt x="6788" y="2763"/>
                    <a:pt x="6812" y="3024"/>
                    <a:pt x="6716" y="3239"/>
                  </a:cubicBezTo>
                  <a:lnTo>
                    <a:pt x="5859" y="5120"/>
                  </a:lnTo>
                  <a:lnTo>
                    <a:pt x="4573" y="5120"/>
                  </a:lnTo>
                  <a:lnTo>
                    <a:pt x="6050" y="1905"/>
                  </a:lnTo>
                  <a:close/>
                  <a:moveTo>
                    <a:pt x="9003" y="3239"/>
                  </a:moveTo>
                  <a:lnTo>
                    <a:pt x="9003" y="5120"/>
                  </a:lnTo>
                  <a:lnTo>
                    <a:pt x="8550" y="5120"/>
                  </a:lnTo>
                  <a:lnTo>
                    <a:pt x="8550" y="4072"/>
                  </a:lnTo>
                  <a:lnTo>
                    <a:pt x="8550" y="3239"/>
                  </a:lnTo>
                  <a:close/>
                  <a:moveTo>
                    <a:pt x="644" y="2977"/>
                  </a:moveTo>
                  <a:lnTo>
                    <a:pt x="1001" y="3929"/>
                  </a:lnTo>
                  <a:lnTo>
                    <a:pt x="1001" y="5168"/>
                  </a:lnTo>
                  <a:lnTo>
                    <a:pt x="644" y="5168"/>
                  </a:lnTo>
                  <a:lnTo>
                    <a:pt x="644" y="2977"/>
                  </a:lnTo>
                  <a:close/>
                  <a:moveTo>
                    <a:pt x="1358" y="4263"/>
                  </a:moveTo>
                  <a:cubicBezTo>
                    <a:pt x="1691" y="4525"/>
                    <a:pt x="2049" y="4763"/>
                    <a:pt x="2430" y="4953"/>
                  </a:cubicBezTo>
                  <a:cubicBezTo>
                    <a:pt x="2596" y="5025"/>
                    <a:pt x="2763" y="5096"/>
                    <a:pt x="2954" y="5168"/>
                  </a:cubicBezTo>
                  <a:lnTo>
                    <a:pt x="1358" y="5168"/>
                  </a:lnTo>
                  <a:lnTo>
                    <a:pt x="1358" y="4263"/>
                  </a:lnTo>
                  <a:close/>
                  <a:moveTo>
                    <a:pt x="8169" y="4263"/>
                  </a:moveTo>
                  <a:lnTo>
                    <a:pt x="8169" y="5168"/>
                  </a:lnTo>
                  <a:lnTo>
                    <a:pt x="7455" y="5168"/>
                  </a:lnTo>
                  <a:lnTo>
                    <a:pt x="7455" y="4287"/>
                  </a:lnTo>
                  <a:cubicBezTo>
                    <a:pt x="7455" y="4263"/>
                    <a:pt x="7478" y="4263"/>
                    <a:pt x="7478" y="4263"/>
                  </a:cubicBezTo>
                  <a:close/>
                  <a:moveTo>
                    <a:pt x="11765" y="5906"/>
                  </a:moveTo>
                  <a:lnTo>
                    <a:pt x="11765" y="6192"/>
                  </a:lnTo>
                  <a:lnTo>
                    <a:pt x="11479" y="6192"/>
                  </a:lnTo>
                  <a:lnTo>
                    <a:pt x="11479" y="5906"/>
                  </a:lnTo>
                  <a:close/>
                  <a:moveTo>
                    <a:pt x="6859" y="6359"/>
                  </a:moveTo>
                  <a:cubicBezTo>
                    <a:pt x="7002" y="6359"/>
                    <a:pt x="7097" y="6478"/>
                    <a:pt x="7097" y="6620"/>
                  </a:cubicBezTo>
                  <a:lnTo>
                    <a:pt x="7097" y="6740"/>
                  </a:lnTo>
                  <a:lnTo>
                    <a:pt x="5573" y="6740"/>
                  </a:lnTo>
                  <a:lnTo>
                    <a:pt x="5573" y="6620"/>
                  </a:lnTo>
                  <a:cubicBezTo>
                    <a:pt x="5573" y="6478"/>
                    <a:pt x="5669" y="6359"/>
                    <a:pt x="5811" y="6359"/>
                  </a:cubicBezTo>
                  <a:close/>
                  <a:moveTo>
                    <a:pt x="1811" y="6073"/>
                  </a:moveTo>
                  <a:cubicBezTo>
                    <a:pt x="2215" y="6073"/>
                    <a:pt x="2549" y="6406"/>
                    <a:pt x="2549" y="6811"/>
                  </a:cubicBezTo>
                  <a:cubicBezTo>
                    <a:pt x="2549" y="7216"/>
                    <a:pt x="2215" y="7549"/>
                    <a:pt x="1811" y="7549"/>
                  </a:cubicBezTo>
                  <a:cubicBezTo>
                    <a:pt x="1406" y="7549"/>
                    <a:pt x="1096" y="7216"/>
                    <a:pt x="1096" y="6811"/>
                  </a:cubicBezTo>
                  <a:cubicBezTo>
                    <a:pt x="1096" y="6406"/>
                    <a:pt x="1406" y="6073"/>
                    <a:pt x="1811" y="6073"/>
                  </a:cubicBezTo>
                  <a:close/>
                  <a:moveTo>
                    <a:pt x="3644" y="6073"/>
                  </a:moveTo>
                  <a:cubicBezTo>
                    <a:pt x="4049" y="6073"/>
                    <a:pt x="4383" y="6406"/>
                    <a:pt x="4383" y="6811"/>
                  </a:cubicBezTo>
                  <a:cubicBezTo>
                    <a:pt x="4383" y="7216"/>
                    <a:pt x="4049" y="7549"/>
                    <a:pt x="3644" y="7549"/>
                  </a:cubicBezTo>
                  <a:cubicBezTo>
                    <a:pt x="3239" y="7549"/>
                    <a:pt x="2906" y="7216"/>
                    <a:pt x="2906" y="6811"/>
                  </a:cubicBezTo>
                  <a:cubicBezTo>
                    <a:pt x="2906" y="6406"/>
                    <a:pt x="3239" y="6073"/>
                    <a:pt x="3644" y="6073"/>
                  </a:cubicBezTo>
                  <a:close/>
                  <a:moveTo>
                    <a:pt x="9003" y="6073"/>
                  </a:moveTo>
                  <a:cubicBezTo>
                    <a:pt x="9407" y="6073"/>
                    <a:pt x="9741" y="6406"/>
                    <a:pt x="9741" y="6811"/>
                  </a:cubicBezTo>
                  <a:cubicBezTo>
                    <a:pt x="9741" y="7216"/>
                    <a:pt x="9407" y="7549"/>
                    <a:pt x="9003" y="7549"/>
                  </a:cubicBezTo>
                  <a:cubicBezTo>
                    <a:pt x="8598" y="7549"/>
                    <a:pt x="8264" y="7216"/>
                    <a:pt x="8264" y="6811"/>
                  </a:cubicBezTo>
                  <a:cubicBezTo>
                    <a:pt x="8264" y="6406"/>
                    <a:pt x="8598" y="6073"/>
                    <a:pt x="9003" y="6073"/>
                  </a:cubicBezTo>
                  <a:close/>
                  <a:moveTo>
                    <a:pt x="2858" y="0"/>
                  </a:moveTo>
                  <a:lnTo>
                    <a:pt x="1072" y="429"/>
                  </a:lnTo>
                  <a:cubicBezTo>
                    <a:pt x="1025" y="453"/>
                    <a:pt x="977" y="476"/>
                    <a:pt x="953" y="524"/>
                  </a:cubicBezTo>
                  <a:lnTo>
                    <a:pt x="310" y="1953"/>
                  </a:lnTo>
                  <a:cubicBezTo>
                    <a:pt x="310" y="1977"/>
                    <a:pt x="286" y="2000"/>
                    <a:pt x="286" y="2024"/>
                  </a:cubicBezTo>
                  <a:lnTo>
                    <a:pt x="286" y="5168"/>
                  </a:lnTo>
                  <a:cubicBezTo>
                    <a:pt x="120" y="5239"/>
                    <a:pt x="1" y="5382"/>
                    <a:pt x="1" y="5573"/>
                  </a:cubicBezTo>
                  <a:lnTo>
                    <a:pt x="1" y="6692"/>
                  </a:lnTo>
                  <a:cubicBezTo>
                    <a:pt x="1" y="6906"/>
                    <a:pt x="191" y="7097"/>
                    <a:pt x="429" y="7097"/>
                  </a:cubicBezTo>
                  <a:lnTo>
                    <a:pt x="763" y="7097"/>
                  </a:lnTo>
                  <a:cubicBezTo>
                    <a:pt x="882" y="7549"/>
                    <a:pt x="1310" y="7883"/>
                    <a:pt x="1811" y="7883"/>
                  </a:cubicBezTo>
                  <a:cubicBezTo>
                    <a:pt x="2192" y="7883"/>
                    <a:pt x="2525" y="7692"/>
                    <a:pt x="2716" y="7406"/>
                  </a:cubicBezTo>
                  <a:cubicBezTo>
                    <a:pt x="2910" y="7687"/>
                    <a:pt x="3221" y="7889"/>
                    <a:pt x="3597" y="7889"/>
                  </a:cubicBezTo>
                  <a:cubicBezTo>
                    <a:pt x="3636" y="7889"/>
                    <a:pt x="3676" y="7887"/>
                    <a:pt x="3716" y="7883"/>
                  </a:cubicBezTo>
                  <a:cubicBezTo>
                    <a:pt x="4240" y="7859"/>
                    <a:pt x="4644" y="7430"/>
                    <a:pt x="4692" y="6906"/>
                  </a:cubicBezTo>
                  <a:cubicBezTo>
                    <a:pt x="4740" y="6263"/>
                    <a:pt x="4240" y="5716"/>
                    <a:pt x="3620" y="5716"/>
                  </a:cubicBezTo>
                  <a:cubicBezTo>
                    <a:pt x="3239" y="5716"/>
                    <a:pt x="2906" y="5930"/>
                    <a:pt x="2716" y="6216"/>
                  </a:cubicBezTo>
                  <a:cubicBezTo>
                    <a:pt x="2525" y="5930"/>
                    <a:pt x="2192" y="5716"/>
                    <a:pt x="1811" y="5716"/>
                  </a:cubicBezTo>
                  <a:cubicBezTo>
                    <a:pt x="1239" y="5716"/>
                    <a:pt x="763" y="6168"/>
                    <a:pt x="715" y="6740"/>
                  </a:cubicBezTo>
                  <a:lnTo>
                    <a:pt x="429" y="6740"/>
                  </a:lnTo>
                  <a:cubicBezTo>
                    <a:pt x="382" y="6740"/>
                    <a:pt x="358" y="6716"/>
                    <a:pt x="358" y="6692"/>
                  </a:cubicBezTo>
                  <a:lnTo>
                    <a:pt x="358" y="5573"/>
                  </a:lnTo>
                  <a:cubicBezTo>
                    <a:pt x="358" y="5549"/>
                    <a:pt x="382" y="5525"/>
                    <a:pt x="429" y="5525"/>
                  </a:cubicBezTo>
                  <a:lnTo>
                    <a:pt x="9336" y="5525"/>
                  </a:lnTo>
                  <a:cubicBezTo>
                    <a:pt x="9931" y="5525"/>
                    <a:pt x="10408" y="6001"/>
                    <a:pt x="10408" y="6573"/>
                  </a:cubicBezTo>
                  <a:lnTo>
                    <a:pt x="10408" y="6740"/>
                  </a:lnTo>
                  <a:lnTo>
                    <a:pt x="10098" y="6740"/>
                  </a:lnTo>
                  <a:cubicBezTo>
                    <a:pt x="10074" y="6168"/>
                    <a:pt x="9598" y="5716"/>
                    <a:pt x="9003" y="5716"/>
                  </a:cubicBezTo>
                  <a:cubicBezTo>
                    <a:pt x="8431" y="5716"/>
                    <a:pt x="7955" y="6168"/>
                    <a:pt x="7907" y="6740"/>
                  </a:cubicBezTo>
                  <a:lnTo>
                    <a:pt x="7455" y="6740"/>
                  </a:lnTo>
                  <a:lnTo>
                    <a:pt x="7455" y="6620"/>
                  </a:lnTo>
                  <a:cubicBezTo>
                    <a:pt x="7455" y="6287"/>
                    <a:pt x="7193" y="6001"/>
                    <a:pt x="6859" y="6001"/>
                  </a:cubicBezTo>
                  <a:lnTo>
                    <a:pt x="5788" y="6001"/>
                  </a:lnTo>
                  <a:cubicBezTo>
                    <a:pt x="5454" y="6001"/>
                    <a:pt x="5192" y="6287"/>
                    <a:pt x="5192" y="6620"/>
                  </a:cubicBezTo>
                  <a:lnTo>
                    <a:pt x="5192" y="6930"/>
                  </a:lnTo>
                  <a:cubicBezTo>
                    <a:pt x="5192" y="7025"/>
                    <a:pt x="5264" y="7097"/>
                    <a:pt x="5359" y="7097"/>
                  </a:cubicBezTo>
                  <a:lnTo>
                    <a:pt x="7979" y="7097"/>
                  </a:lnTo>
                  <a:cubicBezTo>
                    <a:pt x="8098" y="7549"/>
                    <a:pt x="8526" y="7883"/>
                    <a:pt x="9026" y="7883"/>
                  </a:cubicBezTo>
                  <a:cubicBezTo>
                    <a:pt x="9526" y="7883"/>
                    <a:pt x="9931" y="7549"/>
                    <a:pt x="10074" y="7097"/>
                  </a:cubicBezTo>
                  <a:lnTo>
                    <a:pt x="11765" y="7097"/>
                  </a:lnTo>
                  <a:cubicBezTo>
                    <a:pt x="11956" y="7097"/>
                    <a:pt x="12122" y="6930"/>
                    <a:pt x="12122" y="6740"/>
                  </a:cubicBezTo>
                  <a:lnTo>
                    <a:pt x="12122" y="6382"/>
                  </a:lnTo>
                  <a:lnTo>
                    <a:pt x="12122" y="5739"/>
                  </a:lnTo>
                  <a:lnTo>
                    <a:pt x="12122" y="3477"/>
                  </a:lnTo>
                  <a:cubicBezTo>
                    <a:pt x="12122" y="2786"/>
                    <a:pt x="11551" y="2239"/>
                    <a:pt x="10860" y="2215"/>
                  </a:cubicBezTo>
                  <a:cubicBezTo>
                    <a:pt x="10765" y="2215"/>
                    <a:pt x="10693" y="2286"/>
                    <a:pt x="10670" y="2358"/>
                  </a:cubicBezTo>
                  <a:cubicBezTo>
                    <a:pt x="10646" y="2477"/>
                    <a:pt x="10741" y="2572"/>
                    <a:pt x="10860" y="2572"/>
                  </a:cubicBezTo>
                  <a:cubicBezTo>
                    <a:pt x="11360" y="2572"/>
                    <a:pt x="11765" y="2977"/>
                    <a:pt x="11765" y="3477"/>
                  </a:cubicBezTo>
                  <a:lnTo>
                    <a:pt x="11765" y="5573"/>
                  </a:lnTo>
                  <a:lnTo>
                    <a:pt x="11432" y="5573"/>
                  </a:lnTo>
                  <a:cubicBezTo>
                    <a:pt x="11265" y="5573"/>
                    <a:pt x="11122" y="5716"/>
                    <a:pt x="11122" y="5882"/>
                  </a:cubicBezTo>
                  <a:lnTo>
                    <a:pt x="11122" y="6239"/>
                  </a:lnTo>
                  <a:cubicBezTo>
                    <a:pt x="11122" y="6406"/>
                    <a:pt x="11265" y="6549"/>
                    <a:pt x="11432" y="6549"/>
                  </a:cubicBezTo>
                  <a:lnTo>
                    <a:pt x="11765" y="6549"/>
                  </a:lnTo>
                  <a:lnTo>
                    <a:pt x="11765" y="6740"/>
                  </a:lnTo>
                  <a:lnTo>
                    <a:pt x="10765" y="6740"/>
                  </a:lnTo>
                  <a:lnTo>
                    <a:pt x="10765" y="6549"/>
                  </a:lnTo>
                  <a:cubicBezTo>
                    <a:pt x="10765" y="5763"/>
                    <a:pt x="10122" y="5144"/>
                    <a:pt x="9336" y="5144"/>
                  </a:cubicBezTo>
                  <a:lnTo>
                    <a:pt x="9360" y="5144"/>
                  </a:lnTo>
                  <a:lnTo>
                    <a:pt x="9360" y="3072"/>
                  </a:lnTo>
                  <a:cubicBezTo>
                    <a:pt x="9360" y="2977"/>
                    <a:pt x="9265" y="2882"/>
                    <a:pt x="9169" y="2882"/>
                  </a:cubicBezTo>
                  <a:lnTo>
                    <a:pt x="8550" y="2882"/>
                  </a:lnTo>
                  <a:lnTo>
                    <a:pt x="8550" y="2548"/>
                  </a:lnTo>
                  <a:lnTo>
                    <a:pt x="10169" y="2548"/>
                  </a:lnTo>
                  <a:cubicBezTo>
                    <a:pt x="10265" y="2548"/>
                    <a:pt x="10336" y="2501"/>
                    <a:pt x="10360" y="2405"/>
                  </a:cubicBezTo>
                  <a:cubicBezTo>
                    <a:pt x="10360" y="2286"/>
                    <a:pt x="10289" y="2215"/>
                    <a:pt x="10169" y="2215"/>
                  </a:cubicBezTo>
                  <a:lnTo>
                    <a:pt x="10003" y="2215"/>
                  </a:lnTo>
                  <a:lnTo>
                    <a:pt x="10003" y="2048"/>
                  </a:lnTo>
                  <a:cubicBezTo>
                    <a:pt x="10003" y="1810"/>
                    <a:pt x="9812" y="1619"/>
                    <a:pt x="9574" y="1619"/>
                  </a:cubicBezTo>
                  <a:lnTo>
                    <a:pt x="9431" y="1619"/>
                  </a:lnTo>
                  <a:cubicBezTo>
                    <a:pt x="9193" y="1619"/>
                    <a:pt x="9003" y="1810"/>
                    <a:pt x="9003" y="2048"/>
                  </a:cubicBezTo>
                  <a:lnTo>
                    <a:pt x="9003" y="2215"/>
                  </a:lnTo>
                  <a:lnTo>
                    <a:pt x="8550" y="2215"/>
                  </a:lnTo>
                  <a:lnTo>
                    <a:pt x="8550" y="1881"/>
                  </a:lnTo>
                  <a:lnTo>
                    <a:pt x="8550" y="905"/>
                  </a:lnTo>
                  <a:cubicBezTo>
                    <a:pt x="8550" y="548"/>
                    <a:pt x="8264" y="262"/>
                    <a:pt x="7907" y="262"/>
                  </a:cubicBezTo>
                  <a:cubicBezTo>
                    <a:pt x="7812" y="262"/>
                    <a:pt x="7717" y="333"/>
                    <a:pt x="7717" y="405"/>
                  </a:cubicBezTo>
                  <a:cubicBezTo>
                    <a:pt x="7693" y="524"/>
                    <a:pt x="7788" y="619"/>
                    <a:pt x="7883" y="619"/>
                  </a:cubicBezTo>
                  <a:cubicBezTo>
                    <a:pt x="8050" y="619"/>
                    <a:pt x="8193" y="738"/>
                    <a:pt x="8193" y="905"/>
                  </a:cubicBezTo>
                  <a:lnTo>
                    <a:pt x="8193" y="1715"/>
                  </a:lnTo>
                  <a:lnTo>
                    <a:pt x="7526" y="1715"/>
                  </a:lnTo>
                  <a:cubicBezTo>
                    <a:pt x="7407" y="1715"/>
                    <a:pt x="7336" y="1786"/>
                    <a:pt x="7336" y="1881"/>
                  </a:cubicBezTo>
                  <a:lnTo>
                    <a:pt x="7336" y="3929"/>
                  </a:lnTo>
                  <a:cubicBezTo>
                    <a:pt x="7193" y="4001"/>
                    <a:pt x="7097" y="4120"/>
                    <a:pt x="7097" y="4287"/>
                  </a:cubicBezTo>
                  <a:lnTo>
                    <a:pt x="7097" y="5168"/>
                  </a:lnTo>
                  <a:lnTo>
                    <a:pt x="6240" y="5168"/>
                  </a:lnTo>
                  <a:lnTo>
                    <a:pt x="7026" y="3406"/>
                  </a:lnTo>
                  <a:cubicBezTo>
                    <a:pt x="7193" y="3072"/>
                    <a:pt x="7145" y="2643"/>
                    <a:pt x="6883" y="2358"/>
                  </a:cubicBezTo>
                  <a:lnTo>
                    <a:pt x="6121" y="1477"/>
                  </a:lnTo>
                  <a:cubicBezTo>
                    <a:pt x="6121" y="1477"/>
                    <a:pt x="6121" y="1453"/>
                    <a:pt x="6097" y="1453"/>
                  </a:cubicBezTo>
                  <a:cubicBezTo>
                    <a:pt x="5621" y="1048"/>
                    <a:pt x="5097" y="715"/>
                    <a:pt x="4525" y="453"/>
                  </a:cubicBezTo>
                  <a:cubicBezTo>
                    <a:pt x="4025" y="238"/>
                    <a:pt x="3478" y="72"/>
                    <a:pt x="2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187" name="Google Shape;1972;p46">
              <a:extLst>
                <a:ext uri="{FF2B5EF4-FFF2-40B4-BE49-F238E27FC236}">
                  <a16:creationId xmlns:a16="http://schemas.microsoft.com/office/drawing/2014/main" id="{D6B7D4CA-6784-38CE-FC6D-A716651457EF}"/>
                </a:ext>
              </a:extLst>
            </p:cNvPr>
            <p:cNvSpPr/>
            <p:nvPr/>
          </p:nvSpPr>
          <p:spPr>
            <a:xfrm>
              <a:off x="6306237" y="4121927"/>
              <a:ext cx="55916" cy="68331"/>
            </a:xfrm>
            <a:custGeom>
              <a:avLst/>
              <a:gdLst/>
              <a:ahLst/>
              <a:cxnLst/>
              <a:rect l="l" t="t" r="r" b="b"/>
              <a:pathLst>
                <a:path w="1716" h="2097" extrusionOk="0">
                  <a:moveTo>
                    <a:pt x="930" y="382"/>
                  </a:moveTo>
                  <a:cubicBezTo>
                    <a:pt x="1192" y="382"/>
                    <a:pt x="1358" y="453"/>
                    <a:pt x="1358" y="763"/>
                  </a:cubicBezTo>
                  <a:lnTo>
                    <a:pt x="1358" y="1739"/>
                  </a:lnTo>
                  <a:lnTo>
                    <a:pt x="358" y="1739"/>
                  </a:lnTo>
                  <a:lnTo>
                    <a:pt x="358" y="382"/>
                  </a:lnTo>
                  <a:close/>
                  <a:moveTo>
                    <a:pt x="334" y="1"/>
                  </a:moveTo>
                  <a:cubicBezTo>
                    <a:pt x="144" y="1"/>
                    <a:pt x="1" y="167"/>
                    <a:pt x="1" y="334"/>
                  </a:cubicBezTo>
                  <a:lnTo>
                    <a:pt x="1" y="1763"/>
                  </a:lnTo>
                  <a:cubicBezTo>
                    <a:pt x="1" y="1953"/>
                    <a:pt x="168" y="2096"/>
                    <a:pt x="334" y="2096"/>
                  </a:cubicBezTo>
                  <a:lnTo>
                    <a:pt x="1382" y="2096"/>
                  </a:lnTo>
                  <a:cubicBezTo>
                    <a:pt x="1573" y="2096"/>
                    <a:pt x="1716" y="1953"/>
                    <a:pt x="1716" y="1763"/>
                  </a:cubicBezTo>
                  <a:lnTo>
                    <a:pt x="1716" y="739"/>
                  </a:lnTo>
                  <a:cubicBezTo>
                    <a:pt x="1716" y="263"/>
                    <a:pt x="1430" y="1"/>
                    <a:pt x="9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</p:grpSp>
      <p:grpSp>
        <p:nvGrpSpPr>
          <p:cNvPr id="188" name="Google Shape;2004;p46">
            <a:extLst>
              <a:ext uri="{FF2B5EF4-FFF2-40B4-BE49-F238E27FC236}">
                <a16:creationId xmlns:a16="http://schemas.microsoft.com/office/drawing/2014/main" id="{019BA211-1B42-3387-CDF6-547AC52002C5}"/>
              </a:ext>
            </a:extLst>
          </p:cNvPr>
          <p:cNvGrpSpPr/>
          <p:nvPr/>
        </p:nvGrpSpPr>
        <p:grpSpPr>
          <a:xfrm>
            <a:off x="280626" y="3997215"/>
            <a:ext cx="865198" cy="1007158"/>
            <a:chOff x="5417784" y="2688735"/>
            <a:chExt cx="284825" cy="394995"/>
          </a:xfrm>
        </p:grpSpPr>
        <p:sp>
          <p:nvSpPr>
            <p:cNvPr id="189" name="Google Shape;2005;p46">
              <a:extLst>
                <a:ext uri="{FF2B5EF4-FFF2-40B4-BE49-F238E27FC236}">
                  <a16:creationId xmlns:a16="http://schemas.microsoft.com/office/drawing/2014/main" id="{77CA5A34-D19E-891A-B1EE-7D2C5E68B6A8}"/>
                </a:ext>
              </a:extLst>
            </p:cNvPr>
            <p:cNvSpPr/>
            <p:nvPr/>
          </p:nvSpPr>
          <p:spPr>
            <a:xfrm>
              <a:off x="5528731" y="2813660"/>
              <a:ext cx="10134" cy="10883"/>
            </a:xfrm>
            <a:custGeom>
              <a:avLst/>
              <a:gdLst/>
              <a:ahLst/>
              <a:cxnLst/>
              <a:rect l="l" t="t" r="r" b="b"/>
              <a:pathLst>
                <a:path w="311" h="334" extrusionOk="0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63"/>
                    <a:pt x="72" y="334"/>
                    <a:pt x="168" y="334"/>
                  </a:cubicBezTo>
                  <a:cubicBezTo>
                    <a:pt x="239" y="334"/>
                    <a:pt x="310" y="263"/>
                    <a:pt x="310" y="167"/>
                  </a:cubicBezTo>
                  <a:cubicBezTo>
                    <a:pt x="310" y="72"/>
                    <a:pt x="239" y="1"/>
                    <a:pt x="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190" name="Google Shape;2006;p46">
              <a:extLst>
                <a:ext uri="{FF2B5EF4-FFF2-40B4-BE49-F238E27FC236}">
                  <a16:creationId xmlns:a16="http://schemas.microsoft.com/office/drawing/2014/main" id="{45FEE7B4-3EE2-CA36-1379-503ACCE309B9}"/>
                </a:ext>
              </a:extLst>
            </p:cNvPr>
            <p:cNvSpPr/>
            <p:nvPr/>
          </p:nvSpPr>
          <p:spPr>
            <a:xfrm>
              <a:off x="5575293" y="2813660"/>
              <a:ext cx="10134" cy="10883"/>
            </a:xfrm>
            <a:custGeom>
              <a:avLst/>
              <a:gdLst/>
              <a:ahLst/>
              <a:cxnLst/>
              <a:rect l="l" t="t" r="r" b="b"/>
              <a:pathLst>
                <a:path w="311" h="334" extrusionOk="0">
                  <a:moveTo>
                    <a:pt x="144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63"/>
                    <a:pt x="72" y="334"/>
                    <a:pt x="144" y="334"/>
                  </a:cubicBezTo>
                  <a:cubicBezTo>
                    <a:pt x="239" y="334"/>
                    <a:pt x="310" y="263"/>
                    <a:pt x="310" y="167"/>
                  </a:cubicBezTo>
                  <a:cubicBezTo>
                    <a:pt x="310" y="72"/>
                    <a:pt x="239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191" name="Google Shape;2007;p46">
              <a:extLst>
                <a:ext uri="{FF2B5EF4-FFF2-40B4-BE49-F238E27FC236}">
                  <a16:creationId xmlns:a16="http://schemas.microsoft.com/office/drawing/2014/main" id="{B00E1A6F-7E2B-ACD5-8A1A-DAB2A5607618}"/>
                </a:ext>
              </a:extLst>
            </p:cNvPr>
            <p:cNvSpPr/>
            <p:nvPr/>
          </p:nvSpPr>
          <p:spPr>
            <a:xfrm>
              <a:off x="5536518" y="2844843"/>
              <a:ext cx="45815" cy="19290"/>
            </a:xfrm>
            <a:custGeom>
              <a:avLst/>
              <a:gdLst/>
              <a:ahLst/>
              <a:cxnLst/>
              <a:rect l="l" t="t" r="r" b="b"/>
              <a:pathLst>
                <a:path w="1406" h="592" extrusionOk="0">
                  <a:moveTo>
                    <a:pt x="194" y="1"/>
                  </a:moveTo>
                  <a:cubicBezTo>
                    <a:pt x="159" y="1"/>
                    <a:pt x="125" y="14"/>
                    <a:pt x="95" y="44"/>
                  </a:cubicBezTo>
                  <a:cubicBezTo>
                    <a:pt x="0" y="91"/>
                    <a:pt x="0" y="210"/>
                    <a:pt x="48" y="282"/>
                  </a:cubicBezTo>
                  <a:cubicBezTo>
                    <a:pt x="214" y="472"/>
                    <a:pt x="452" y="592"/>
                    <a:pt x="691" y="592"/>
                  </a:cubicBezTo>
                  <a:cubicBezTo>
                    <a:pt x="953" y="592"/>
                    <a:pt x="1191" y="472"/>
                    <a:pt x="1334" y="282"/>
                  </a:cubicBezTo>
                  <a:cubicBezTo>
                    <a:pt x="1405" y="210"/>
                    <a:pt x="1381" y="91"/>
                    <a:pt x="1310" y="44"/>
                  </a:cubicBezTo>
                  <a:cubicBezTo>
                    <a:pt x="1280" y="14"/>
                    <a:pt x="1242" y="1"/>
                    <a:pt x="1204" y="1"/>
                  </a:cubicBezTo>
                  <a:cubicBezTo>
                    <a:pt x="1151" y="1"/>
                    <a:pt x="1099" y="26"/>
                    <a:pt x="1072" y="68"/>
                  </a:cubicBezTo>
                  <a:cubicBezTo>
                    <a:pt x="976" y="163"/>
                    <a:pt x="834" y="234"/>
                    <a:pt x="691" y="234"/>
                  </a:cubicBezTo>
                  <a:cubicBezTo>
                    <a:pt x="548" y="234"/>
                    <a:pt x="429" y="187"/>
                    <a:pt x="333" y="68"/>
                  </a:cubicBezTo>
                  <a:cubicBezTo>
                    <a:pt x="292" y="26"/>
                    <a:pt x="242" y="1"/>
                    <a:pt x="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192" name="Google Shape;2008;p46">
              <a:extLst>
                <a:ext uri="{FF2B5EF4-FFF2-40B4-BE49-F238E27FC236}">
                  <a16:creationId xmlns:a16="http://schemas.microsoft.com/office/drawing/2014/main" id="{C0133FA0-BB4E-7B84-DCCE-80110DCCB13C}"/>
                </a:ext>
              </a:extLst>
            </p:cNvPr>
            <p:cNvSpPr/>
            <p:nvPr/>
          </p:nvSpPr>
          <p:spPr>
            <a:xfrm>
              <a:off x="5417784" y="2688735"/>
              <a:ext cx="284825" cy="394995"/>
            </a:xfrm>
            <a:custGeom>
              <a:avLst/>
              <a:gdLst/>
              <a:ahLst/>
              <a:cxnLst/>
              <a:rect l="l" t="t" r="r" b="b"/>
              <a:pathLst>
                <a:path w="8741" h="12122" extrusionOk="0">
                  <a:moveTo>
                    <a:pt x="4430" y="596"/>
                  </a:moveTo>
                  <a:lnTo>
                    <a:pt x="4430" y="1525"/>
                  </a:lnTo>
                  <a:lnTo>
                    <a:pt x="4239" y="1525"/>
                  </a:lnTo>
                  <a:lnTo>
                    <a:pt x="4239" y="596"/>
                  </a:lnTo>
                  <a:close/>
                  <a:moveTo>
                    <a:pt x="3882" y="667"/>
                  </a:moveTo>
                  <a:lnTo>
                    <a:pt x="3882" y="1548"/>
                  </a:lnTo>
                  <a:lnTo>
                    <a:pt x="3835" y="1548"/>
                  </a:lnTo>
                  <a:cubicBezTo>
                    <a:pt x="3644" y="1548"/>
                    <a:pt x="3477" y="1715"/>
                    <a:pt x="3477" y="1906"/>
                  </a:cubicBezTo>
                  <a:lnTo>
                    <a:pt x="3477" y="2525"/>
                  </a:lnTo>
                  <a:lnTo>
                    <a:pt x="2429" y="2525"/>
                  </a:lnTo>
                  <a:lnTo>
                    <a:pt x="2429" y="2501"/>
                  </a:lnTo>
                  <a:cubicBezTo>
                    <a:pt x="2429" y="1596"/>
                    <a:pt x="3049" y="858"/>
                    <a:pt x="3882" y="667"/>
                  </a:cubicBezTo>
                  <a:close/>
                  <a:moveTo>
                    <a:pt x="4835" y="1906"/>
                  </a:moveTo>
                  <a:lnTo>
                    <a:pt x="4835" y="2525"/>
                  </a:lnTo>
                  <a:lnTo>
                    <a:pt x="3835" y="2525"/>
                  </a:lnTo>
                  <a:lnTo>
                    <a:pt x="3835" y="1906"/>
                  </a:lnTo>
                  <a:close/>
                  <a:moveTo>
                    <a:pt x="4787" y="667"/>
                  </a:moveTo>
                  <a:cubicBezTo>
                    <a:pt x="5621" y="858"/>
                    <a:pt x="6216" y="1620"/>
                    <a:pt x="6216" y="2501"/>
                  </a:cubicBezTo>
                  <a:lnTo>
                    <a:pt x="6216" y="2525"/>
                  </a:lnTo>
                  <a:lnTo>
                    <a:pt x="5168" y="2525"/>
                  </a:lnTo>
                  <a:lnTo>
                    <a:pt x="5168" y="1906"/>
                  </a:lnTo>
                  <a:cubicBezTo>
                    <a:pt x="5168" y="1715"/>
                    <a:pt x="5001" y="1548"/>
                    <a:pt x="4811" y="1548"/>
                  </a:cubicBezTo>
                  <a:lnTo>
                    <a:pt x="4787" y="1548"/>
                  </a:lnTo>
                  <a:lnTo>
                    <a:pt x="4787" y="667"/>
                  </a:lnTo>
                  <a:close/>
                  <a:moveTo>
                    <a:pt x="6597" y="2882"/>
                  </a:moveTo>
                  <a:lnTo>
                    <a:pt x="6597" y="3168"/>
                  </a:lnTo>
                  <a:lnTo>
                    <a:pt x="2072" y="3168"/>
                  </a:lnTo>
                  <a:lnTo>
                    <a:pt x="2072" y="2882"/>
                  </a:lnTo>
                  <a:close/>
                  <a:moveTo>
                    <a:pt x="3382" y="5930"/>
                  </a:moveTo>
                  <a:cubicBezTo>
                    <a:pt x="3668" y="6097"/>
                    <a:pt x="3977" y="6168"/>
                    <a:pt x="4311" y="6168"/>
                  </a:cubicBezTo>
                  <a:cubicBezTo>
                    <a:pt x="4644" y="6168"/>
                    <a:pt x="4954" y="6097"/>
                    <a:pt x="5216" y="5954"/>
                  </a:cubicBezTo>
                  <a:lnTo>
                    <a:pt x="5216" y="6026"/>
                  </a:lnTo>
                  <a:cubicBezTo>
                    <a:pt x="5216" y="6430"/>
                    <a:pt x="4882" y="6764"/>
                    <a:pt x="4478" y="6764"/>
                  </a:cubicBezTo>
                  <a:lnTo>
                    <a:pt x="4120" y="6764"/>
                  </a:lnTo>
                  <a:cubicBezTo>
                    <a:pt x="3715" y="6764"/>
                    <a:pt x="3382" y="6430"/>
                    <a:pt x="3382" y="6026"/>
                  </a:cubicBezTo>
                  <a:lnTo>
                    <a:pt x="3382" y="5930"/>
                  </a:lnTo>
                  <a:close/>
                  <a:moveTo>
                    <a:pt x="5216" y="6835"/>
                  </a:moveTo>
                  <a:lnTo>
                    <a:pt x="5216" y="7002"/>
                  </a:lnTo>
                  <a:cubicBezTo>
                    <a:pt x="5216" y="7097"/>
                    <a:pt x="5216" y="7169"/>
                    <a:pt x="5192" y="7264"/>
                  </a:cubicBezTo>
                  <a:lnTo>
                    <a:pt x="3453" y="7264"/>
                  </a:lnTo>
                  <a:cubicBezTo>
                    <a:pt x="3430" y="7169"/>
                    <a:pt x="3430" y="7073"/>
                    <a:pt x="3430" y="6978"/>
                  </a:cubicBezTo>
                  <a:lnTo>
                    <a:pt x="3430" y="6883"/>
                  </a:lnTo>
                  <a:cubicBezTo>
                    <a:pt x="3620" y="7026"/>
                    <a:pt x="3858" y="7121"/>
                    <a:pt x="4120" y="7121"/>
                  </a:cubicBezTo>
                  <a:lnTo>
                    <a:pt x="4478" y="7121"/>
                  </a:lnTo>
                  <a:cubicBezTo>
                    <a:pt x="4763" y="7121"/>
                    <a:pt x="5025" y="7026"/>
                    <a:pt x="5216" y="6835"/>
                  </a:cubicBezTo>
                  <a:close/>
                  <a:moveTo>
                    <a:pt x="882" y="6478"/>
                  </a:moveTo>
                  <a:lnTo>
                    <a:pt x="882" y="7121"/>
                  </a:lnTo>
                  <a:cubicBezTo>
                    <a:pt x="882" y="7145"/>
                    <a:pt x="882" y="7169"/>
                    <a:pt x="905" y="7169"/>
                  </a:cubicBezTo>
                  <a:lnTo>
                    <a:pt x="905" y="7264"/>
                  </a:lnTo>
                  <a:lnTo>
                    <a:pt x="739" y="7264"/>
                  </a:lnTo>
                  <a:cubicBezTo>
                    <a:pt x="726" y="7265"/>
                    <a:pt x="714" y="7266"/>
                    <a:pt x="702" y="7266"/>
                  </a:cubicBezTo>
                  <a:cubicBezTo>
                    <a:pt x="506" y="7266"/>
                    <a:pt x="358" y="7085"/>
                    <a:pt x="358" y="6883"/>
                  </a:cubicBezTo>
                  <a:cubicBezTo>
                    <a:pt x="358" y="6669"/>
                    <a:pt x="524" y="6502"/>
                    <a:pt x="739" y="6478"/>
                  </a:cubicBezTo>
                  <a:close/>
                  <a:moveTo>
                    <a:pt x="7931" y="6478"/>
                  </a:moveTo>
                  <a:cubicBezTo>
                    <a:pt x="8169" y="6502"/>
                    <a:pt x="8335" y="6669"/>
                    <a:pt x="8335" y="6883"/>
                  </a:cubicBezTo>
                  <a:cubicBezTo>
                    <a:pt x="8335" y="7085"/>
                    <a:pt x="8187" y="7266"/>
                    <a:pt x="7971" y="7266"/>
                  </a:cubicBezTo>
                  <a:cubicBezTo>
                    <a:pt x="7958" y="7266"/>
                    <a:pt x="7944" y="7265"/>
                    <a:pt x="7931" y="7264"/>
                  </a:cubicBezTo>
                  <a:lnTo>
                    <a:pt x="7716" y="7264"/>
                  </a:lnTo>
                  <a:lnTo>
                    <a:pt x="7716" y="7145"/>
                  </a:lnTo>
                  <a:cubicBezTo>
                    <a:pt x="7716" y="7097"/>
                    <a:pt x="7716" y="7073"/>
                    <a:pt x="7740" y="7050"/>
                  </a:cubicBezTo>
                  <a:lnTo>
                    <a:pt x="7740" y="6478"/>
                  </a:lnTo>
                  <a:close/>
                  <a:moveTo>
                    <a:pt x="3072" y="6859"/>
                  </a:moveTo>
                  <a:lnTo>
                    <a:pt x="3072" y="7002"/>
                  </a:lnTo>
                  <a:cubicBezTo>
                    <a:pt x="3072" y="7097"/>
                    <a:pt x="3072" y="7192"/>
                    <a:pt x="3096" y="7288"/>
                  </a:cubicBezTo>
                  <a:lnTo>
                    <a:pt x="2763" y="7288"/>
                  </a:lnTo>
                  <a:lnTo>
                    <a:pt x="3072" y="6859"/>
                  </a:lnTo>
                  <a:close/>
                  <a:moveTo>
                    <a:pt x="5573" y="6859"/>
                  </a:moveTo>
                  <a:lnTo>
                    <a:pt x="5906" y="7288"/>
                  </a:lnTo>
                  <a:lnTo>
                    <a:pt x="5549" y="7288"/>
                  </a:lnTo>
                  <a:cubicBezTo>
                    <a:pt x="5573" y="7192"/>
                    <a:pt x="5573" y="7097"/>
                    <a:pt x="5573" y="7026"/>
                  </a:cubicBezTo>
                  <a:lnTo>
                    <a:pt x="5573" y="6859"/>
                  </a:lnTo>
                  <a:close/>
                  <a:moveTo>
                    <a:pt x="5906" y="6716"/>
                  </a:moveTo>
                  <a:lnTo>
                    <a:pt x="7121" y="7097"/>
                  </a:lnTo>
                  <a:cubicBezTo>
                    <a:pt x="7216" y="7121"/>
                    <a:pt x="7288" y="7145"/>
                    <a:pt x="7359" y="7192"/>
                  </a:cubicBezTo>
                  <a:lnTo>
                    <a:pt x="7359" y="7288"/>
                  </a:lnTo>
                  <a:lnTo>
                    <a:pt x="6335" y="7288"/>
                  </a:lnTo>
                  <a:lnTo>
                    <a:pt x="5906" y="6716"/>
                  </a:lnTo>
                  <a:close/>
                  <a:moveTo>
                    <a:pt x="596" y="9288"/>
                  </a:moveTo>
                  <a:lnTo>
                    <a:pt x="596" y="9312"/>
                  </a:lnTo>
                  <a:lnTo>
                    <a:pt x="620" y="9312"/>
                  </a:lnTo>
                  <a:cubicBezTo>
                    <a:pt x="620" y="9383"/>
                    <a:pt x="691" y="9431"/>
                    <a:pt x="786" y="9431"/>
                  </a:cubicBezTo>
                  <a:lnTo>
                    <a:pt x="1405" y="9431"/>
                  </a:lnTo>
                  <a:cubicBezTo>
                    <a:pt x="1405" y="9431"/>
                    <a:pt x="1429" y="9455"/>
                    <a:pt x="1429" y="9455"/>
                  </a:cubicBezTo>
                  <a:lnTo>
                    <a:pt x="1691" y="10336"/>
                  </a:lnTo>
                  <a:cubicBezTo>
                    <a:pt x="1691" y="10336"/>
                    <a:pt x="1691" y="10336"/>
                    <a:pt x="1691" y="10360"/>
                  </a:cubicBezTo>
                  <a:lnTo>
                    <a:pt x="882" y="10360"/>
                  </a:lnTo>
                  <a:cubicBezTo>
                    <a:pt x="882" y="10360"/>
                    <a:pt x="882" y="10360"/>
                    <a:pt x="858" y="10336"/>
                  </a:cubicBezTo>
                  <a:lnTo>
                    <a:pt x="572" y="9312"/>
                  </a:lnTo>
                  <a:cubicBezTo>
                    <a:pt x="572" y="9288"/>
                    <a:pt x="572" y="9288"/>
                    <a:pt x="596" y="9288"/>
                  </a:cubicBezTo>
                  <a:close/>
                  <a:moveTo>
                    <a:pt x="8050" y="9264"/>
                  </a:moveTo>
                  <a:cubicBezTo>
                    <a:pt x="8050" y="9264"/>
                    <a:pt x="8050" y="9264"/>
                    <a:pt x="8074" y="9288"/>
                  </a:cubicBezTo>
                  <a:cubicBezTo>
                    <a:pt x="8074" y="9288"/>
                    <a:pt x="8074" y="9288"/>
                    <a:pt x="8074" y="9312"/>
                  </a:cubicBezTo>
                  <a:lnTo>
                    <a:pt x="7788" y="10336"/>
                  </a:lnTo>
                  <a:cubicBezTo>
                    <a:pt x="7788" y="10360"/>
                    <a:pt x="7764" y="10360"/>
                    <a:pt x="7764" y="10360"/>
                  </a:cubicBezTo>
                  <a:lnTo>
                    <a:pt x="6954" y="10360"/>
                  </a:lnTo>
                  <a:cubicBezTo>
                    <a:pt x="6954" y="10336"/>
                    <a:pt x="6954" y="10336"/>
                    <a:pt x="6954" y="10336"/>
                  </a:cubicBezTo>
                  <a:lnTo>
                    <a:pt x="7240" y="9455"/>
                  </a:lnTo>
                  <a:cubicBezTo>
                    <a:pt x="7240" y="9455"/>
                    <a:pt x="7240" y="9431"/>
                    <a:pt x="7264" y="9431"/>
                  </a:cubicBezTo>
                  <a:lnTo>
                    <a:pt x="7835" y="9431"/>
                  </a:lnTo>
                  <a:cubicBezTo>
                    <a:pt x="7931" y="9431"/>
                    <a:pt x="8026" y="9360"/>
                    <a:pt x="8026" y="9264"/>
                  </a:cubicBezTo>
                  <a:close/>
                  <a:moveTo>
                    <a:pt x="4192" y="0"/>
                  </a:moveTo>
                  <a:cubicBezTo>
                    <a:pt x="4025" y="0"/>
                    <a:pt x="3882" y="143"/>
                    <a:pt x="3858" y="310"/>
                  </a:cubicBezTo>
                  <a:cubicBezTo>
                    <a:pt x="2834" y="524"/>
                    <a:pt x="2072" y="1406"/>
                    <a:pt x="2072" y="2501"/>
                  </a:cubicBezTo>
                  <a:lnTo>
                    <a:pt x="2072" y="2549"/>
                  </a:lnTo>
                  <a:lnTo>
                    <a:pt x="2025" y="2549"/>
                  </a:lnTo>
                  <a:cubicBezTo>
                    <a:pt x="1858" y="2549"/>
                    <a:pt x="1715" y="2668"/>
                    <a:pt x="1715" y="2858"/>
                  </a:cubicBezTo>
                  <a:lnTo>
                    <a:pt x="1715" y="3215"/>
                  </a:lnTo>
                  <a:cubicBezTo>
                    <a:pt x="1715" y="3382"/>
                    <a:pt x="1858" y="3525"/>
                    <a:pt x="2025" y="3525"/>
                  </a:cubicBezTo>
                  <a:lnTo>
                    <a:pt x="2382" y="3525"/>
                  </a:lnTo>
                  <a:lnTo>
                    <a:pt x="2382" y="4216"/>
                  </a:lnTo>
                  <a:cubicBezTo>
                    <a:pt x="2382" y="4811"/>
                    <a:pt x="2644" y="5335"/>
                    <a:pt x="3049" y="5692"/>
                  </a:cubicBezTo>
                  <a:lnTo>
                    <a:pt x="3049" y="6049"/>
                  </a:lnTo>
                  <a:cubicBezTo>
                    <a:pt x="3049" y="6121"/>
                    <a:pt x="3049" y="6168"/>
                    <a:pt x="3072" y="6240"/>
                  </a:cubicBezTo>
                  <a:lnTo>
                    <a:pt x="2168" y="6526"/>
                  </a:lnTo>
                  <a:cubicBezTo>
                    <a:pt x="2072" y="6573"/>
                    <a:pt x="2025" y="6645"/>
                    <a:pt x="2025" y="6740"/>
                  </a:cubicBezTo>
                  <a:cubicBezTo>
                    <a:pt x="2048" y="6835"/>
                    <a:pt x="2120" y="6883"/>
                    <a:pt x="2215" y="6883"/>
                  </a:cubicBezTo>
                  <a:lnTo>
                    <a:pt x="2263" y="6883"/>
                  </a:lnTo>
                  <a:lnTo>
                    <a:pt x="2763" y="6716"/>
                  </a:lnTo>
                  <a:lnTo>
                    <a:pt x="2334" y="7288"/>
                  </a:lnTo>
                  <a:lnTo>
                    <a:pt x="1263" y="7288"/>
                  </a:lnTo>
                  <a:lnTo>
                    <a:pt x="1263" y="7240"/>
                  </a:lnTo>
                  <a:cubicBezTo>
                    <a:pt x="1263" y="7240"/>
                    <a:pt x="1429" y="7121"/>
                    <a:pt x="1548" y="7097"/>
                  </a:cubicBezTo>
                  <a:cubicBezTo>
                    <a:pt x="1644" y="7050"/>
                    <a:pt x="1691" y="6954"/>
                    <a:pt x="1667" y="6859"/>
                  </a:cubicBezTo>
                  <a:cubicBezTo>
                    <a:pt x="1648" y="6780"/>
                    <a:pt x="1563" y="6734"/>
                    <a:pt x="1480" y="6734"/>
                  </a:cubicBezTo>
                  <a:cubicBezTo>
                    <a:pt x="1463" y="6734"/>
                    <a:pt x="1446" y="6736"/>
                    <a:pt x="1429" y="6740"/>
                  </a:cubicBezTo>
                  <a:cubicBezTo>
                    <a:pt x="1358" y="6764"/>
                    <a:pt x="1310" y="6811"/>
                    <a:pt x="1239" y="6835"/>
                  </a:cubicBezTo>
                  <a:lnTo>
                    <a:pt x="1239" y="6311"/>
                  </a:lnTo>
                  <a:cubicBezTo>
                    <a:pt x="1239" y="6216"/>
                    <a:pt x="1143" y="6145"/>
                    <a:pt x="1048" y="6121"/>
                  </a:cubicBezTo>
                  <a:lnTo>
                    <a:pt x="739" y="6121"/>
                  </a:lnTo>
                  <a:cubicBezTo>
                    <a:pt x="334" y="6145"/>
                    <a:pt x="0" y="6478"/>
                    <a:pt x="0" y="6883"/>
                  </a:cubicBezTo>
                  <a:cubicBezTo>
                    <a:pt x="0" y="6978"/>
                    <a:pt x="24" y="7073"/>
                    <a:pt x="48" y="7169"/>
                  </a:cubicBezTo>
                  <a:lnTo>
                    <a:pt x="358" y="8288"/>
                  </a:lnTo>
                  <a:cubicBezTo>
                    <a:pt x="358" y="8359"/>
                    <a:pt x="429" y="8431"/>
                    <a:pt x="524" y="8431"/>
                  </a:cubicBezTo>
                  <a:cubicBezTo>
                    <a:pt x="524" y="8431"/>
                    <a:pt x="548" y="8407"/>
                    <a:pt x="572" y="8407"/>
                  </a:cubicBezTo>
                  <a:cubicBezTo>
                    <a:pt x="667" y="8383"/>
                    <a:pt x="715" y="8288"/>
                    <a:pt x="691" y="8193"/>
                  </a:cubicBezTo>
                  <a:lnTo>
                    <a:pt x="524" y="7597"/>
                  </a:lnTo>
                  <a:lnTo>
                    <a:pt x="524" y="7597"/>
                  </a:lnTo>
                  <a:cubicBezTo>
                    <a:pt x="596" y="7621"/>
                    <a:pt x="739" y="7621"/>
                    <a:pt x="739" y="7621"/>
                  </a:cubicBezTo>
                  <a:lnTo>
                    <a:pt x="7954" y="7621"/>
                  </a:lnTo>
                  <a:cubicBezTo>
                    <a:pt x="8026" y="7621"/>
                    <a:pt x="8097" y="7597"/>
                    <a:pt x="8169" y="7597"/>
                  </a:cubicBezTo>
                  <a:lnTo>
                    <a:pt x="7764" y="9050"/>
                  </a:lnTo>
                  <a:cubicBezTo>
                    <a:pt x="7740" y="9050"/>
                    <a:pt x="7740" y="9074"/>
                    <a:pt x="7740" y="9074"/>
                  </a:cubicBezTo>
                  <a:lnTo>
                    <a:pt x="7264" y="9074"/>
                  </a:lnTo>
                  <a:cubicBezTo>
                    <a:pt x="7097" y="9074"/>
                    <a:pt x="6954" y="9193"/>
                    <a:pt x="6907" y="9360"/>
                  </a:cubicBezTo>
                  <a:lnTo>
                    <a:pt x="6621" y="10217"/>
                  </a:lnTo>
                  <a:cubicBezTo>
                    <a:pt x="6597" y="10312"/>
                    <a:pt x="6597" y="10431"/>
                    <a:pt x="6668" y="10526"/>
                  </a:cubicBezTo>
                  <a:cubicBezTo>
                    <a:pt x="6716" y="10646"/>
                    <a:pt x="6859" y="10717"/>
                    <a:pt x="6978" y="10717"/>
                  </a:cubicBezTo>
                  <a:lnTo>
                    <a:pt x="7240" y="10717"/>
                  </a:lnTo>
                  <a:lnTo>
                    <a:pt x="7026" y="11503"/>
                  </a:lnTo>
                  <a:cubicBezTo>
                    <a:pt x="6978" y="11646"/>
                    <a:pt x="6859" y="11765"/>
                    <a:pt x="6692" y="11765"/>
                  </a:cubicBezTo>
                  <a:lnTo>
                    <a:pt x="1906" y="11765"/>
                  </a:lnTo>
                  <a:cubicBezTo>
                    <a:pt x="1763" y="11765"/>
                    <a:pt x="1620" y="11646"/>
                    <a:pt x="1572" y="11503"/>
                  </a:cubicBezTo>
                  <a:lnTo>
                    <a:pt x="1382" y="10717"/>
                  </a:lnTo>
                  <a:lnTo>
                    <a:pt x="1667" y="10717"/>
                  </a:lnTo>
                  <a:cubicBezTo>
                    <a:pt x="1763" y="10717"/>
                    <a:pt x="1882" y="10669"/>
                    <a:pt x="1953" y="10598"/>
                  </a:cubicBezTo>
                  <a:cubicBezTo>
                    <a:pt x="2048" y="10503"/>
                    <a:pt x="2072" y="10360"/>
                    <a:pt x="2025" y="10217"/>
                  </a:cubicBezTo>
                  <a:lnTo>
                    <a:pt x="1763" y="9360"/>
                  </a:lnTo>
                  <a:cubicBezTo>
                    <a:pt x="1715" y="9193"/>
                    <a:pt x="1572" y="9074"/>
                    <a:pt x="1405" y="9074"/>
                  </a:cubicBezTo>
                  <a:lnTo>
                    <a:pt x="929" y="9074"/>
                  </a:lnTo>
                  <a:lnTo>
                    <a:pt x="905" y="9050"/>
                  </a:lnTo>
                  <a:lnTo>
                    <a:pt x="882" y="8907"/>
                  </a:lnTo>
                  <a:cubicBezTo>
                    <a:pt x="858" y="8836"/>
                    <a:pt x="786" y="8764"/>
                    <a:pt x="691" y="8764"/>
                  </a:cubicBezTo>
                  <a:cubicBezTo>
                    <a:pt x="596" y="8764"/>
                    <a:pt x="524" y="8836"/>
                    <a:pt x="524" y="8931"/>
                  </a:cubicBezTo>
                  <a:cubicBezTo>
                    <a:pt x="429" y="8955"/>
                    <a:pt x="358" y="9002"/>
                    <a:pt x="310" y="9074"/>
                  </a:cubicBezTo>
                  <a:cubicBezTo>
                    <a:pt x="239" y="9169"/>
                    <a:pt x="215" y="9288"/>
                    <a:pt x="239" y="9383"/>
                  </a:cubicBezTo>
                  <a:lnTo>
                    <a:pt x="524" y="10431"/>
                  </a:lnTo>
                  <a:cubicBezTo>
                    <a:pt x="572" y="10598"/>
                    <a:pt x="715" y="10717"/>
                    <a:pt x="882" y="10717"/>
                  </a:cubicBezTo>
                  <a:lnTo>
                    <a:pt x="977" y="10717"/>
                  </a:lnTo>
                  <a:lnTo>
                    <a:pt x="1215" y="11598"/>
                  </a:lnTo>
                  <a:cubicBezTo>
                    <a:pt x="1286" y="11908"/>
                    <a:pt x="1572" y="12122"/>
                    <a:pt x="1882" y="12122"/>
                  </a:cubicBezTo>
                  <a:lnTo>
                    <a:pt x="6716" y="12122"/>
                  </a:lnTo>
                  <a:cubicBezTo>
                    <a:pt x="7026" y="12122"/>
                    <a:pt x="7311" y="11908"/>
                    <a:pt x="7383" y="11598"/>
                  </a:cubicBezTo>
                  <a:lnTo>
                    <a:pt x="7645" y="10717"/>
                  </a:lnTo>
                  <a:lnTo>
                    <a:pt x="7978" y="10717"/>
                  </a:lnTo>
                  <a:cubicBezTo>
                    <a:pt x="8026" y="10717"/>
                    <a:pt x="8050" y="10693"/>
                    <a:pt x="8074" y="10646"/>
                  </a:cubicBezTo>
                  <a:lnTo>
                    <a:pt x="8407" y="9407"/>
                  </a:lnTo>
                  <a:cubicBezTo>
                    <a:pt x="8431" y="9288"/>
                    <a:pt x="8407" y="9169"/>
                    <a:pt x="8335" y="9074"/>
                  </a:cubicBezTo>
                  <a:cubicBezTo>
                    <a:pt x="8288" y="9002"/>
                    <a:pt x="8216" y="8955"/>
                    <a:pt x="8145" y="8955"/>
                  </a:cubicBezTo>
                  <a:lnTo>
                    <a:pt x="8645" y="7169"/>
                  </a:lnTo>
                  <a:cubicBezTo>
                    <a:pt x="8740" y="6883"/>
                    <a:pt x="8693" y="6526"/>
                    <a:pt x="8359" y="6216"/>
                  </a:cubicBezTo>
                  <a:cubicBezTo>
                    <a:pt x="8312" y="6168"/>
                    <a:pt x="8264" y="6145"/>
                    <a:pt x="8216" y="6145"/>
                  </a:cubicBezTo>
                  <a:lnTo>
                    <a:pt x="7502" y="6145"/>
                  </a:lnTo>
                  <a:cubicBezTo>
                    <a:pt x="7407" y="6168"/>
                    <a:pt x="7359" y="6240"/>
                    <a:pt x="7359" y="6335"/>
                  </a:cubicBezTo>
                  <a:lnTo>
                    <a:pt x="7359" y="6811"/>
                  </a:lnTo>
                  <a:cubicBezTo>
                    <a:pt x="7311" y="6788"/>
                    <a:pt x="7288" y="6788"/>
                    <a:pt x="7240" y="6764"/>
                  </a:cubicBezTo>
                  <a:lnTo>
                    <a:pt x="5573" y="6240"/>
                  </a:lnTo>
                  <a:cubicBezTo>
                    <a:pt x="5573" y="6168"/>
                    <a:pt x="5573" y="6121"/>
                    <a:pt x="5573" y="6049"/>
                  </a:cubicBezTo>
                  <a:lnTo>
                    <a:pt x="5573" y="5716"/>
                  </a:lnTo>
                  <a:cubicBezTo>
                    <a:pt x="5597" y="5692"/>
                    <a:pt x="5621" y="5692"/>
                    <a:pt x="5644" y="5668"/>
                  </a:cubicBezTo>
                  <a:cubicBezTo>
                    <a:pt x="6002" y="5335"/>
                    <a:pt x="6216" y="4906"/>
                    <a:pt x="6264" y="4430"/>
                  </a:cubicBezTo>
                  <a:cubicBezTo>
                    <a:pt x="6287" y="4335"/>
                    <a:pt x="6240" y="4263"/>
                    <a:pt x="6145" y="4239"/>
                  </a:cubicBezTo>
                  <a:cubicBezTo>
                    <a:pt x="6123" y="4231"/>
                    <a:pt x="6102" y="4227"/>
                    <a:pt x="6082" y="4227"/>
                  </a:cubicBezTo>
                  <a:cubicBezTo>
                    <a:pt x="5993" y="4227"/>
                    <a:pt x="5926" y="4305"/>
                    <a:pt x="5906" y="4382"/>
                  </a:cubicBezTo>
                  <a:cubicBezTo>
                    <a:pt x="5839" y="5196"/>
                    <a:pt x="5149" y="5817"/>
                    <a:pt x="4305" y="5817"/>
                  </a:cubicBezTo>
                  <a:cubicBezTo>
                    <a:pt x="4260" y="5817"/>
                    <a:pt x="4214" y="5815"/>
                    <a:pt x="4168" y="5811"/>
                  </a:cubicBezTo>
                  <a:cubicBezTo>
                    <a:pt x="3382" y="5740"/>
                    <a:pt x="2715" y="5001"/>
                    <a:pt x="2715" y="4192"/>
                  </a:cubicBezTo>
                  <a:lnTo>
                    <a:pt x="2715" y="3525"/>
                  </a:lnTo>
                  <a:lnTo>
                    <a:pt x="5930" y="3525"/>
                  </a:lnTo>
                  <a:lnTo>
                    <a:pt x="5930" y="3668"/>
                  </a:lnTo>
                  <a:cubicBezTo>
                    <a:pt x="5930" y="3763"/>
                    <a:pt x="5978" y="3835"/>
                    <a:pt x="6073" y="3858"/>
                  </a:cubicBezTo>
                  <a:cubicBezTo>
                    <a:pt x="6086" y="3861"/>
                    <a:pt x="6098" y="3862"/>
                    <a:pt x="6110" y="3862"/>
                  </a:cubicBezTo>
                  <a:cubicBezTo>
                    <a:pt x="6211" y="3862"/>
                    <a:pt x="6287" y="3775"/>
                    <a:pt x="6287" y="3668"/>
                  </a:cubicBezTo>
                  <a:lnTo>
                    <a:pt x="6287" y="3525"/>
                  </a:lnTo>
                  <a:lnTo>
                    <a:pt x="6645" y="3525"/>
                  </a:lnTo>
                  <a:cubicBezTo>
                    <a:pt x="6811" y="3525"/>
                    <a:pt x="6954" y="3382"/>
                    <a:pt x="6954" y="3215"/>
                  </a:cubicBezTo>
                  <a:lnTo>
                    <a:pt x="6954" y="2858"/>
                  </a:lnTo>
                  <a:cubicBezTo>
                    <a:pt x="6954" y="2668"/>
                    <a:pt x="6811" y="2549"/>
                    <a:pt x="6645" y="2549"/>
                  </a:cubicBezTo>
                  <a:lnTo>
                    <a:pt x="6573" y="2549"/>
                  </a:lnTo>
                  <a:lnTo>
                    <a:pt x="6573" y="2501"/>
                  </a:lnTo>
                  <a:cubicBezTo>
                    <a:pt x="6573" y="1406"/>
                    <a:pt x="5811" y="524"/>
                    <a:pt x="4787" y="310"/>
                  </a:cubicBezTo>
                  <a:cubicBezTo>
                    <a:pt x="4763" y="143"/>
                    <a:pt x="4620" y="0"/>
                    <a:pt x="44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193" name="Google Shape;2009;p46">
              <a:extLst>
                <a:ext uri="{FF2B5EF4-FFF2-40B4-BE49-F238E27FC236}">
                  <a16:creationId xmlns:a16="http://schemas.microsoft.com/office/drawing/2014/main" id="{4B802A67-10A3-8388-72C6-92E08C618B36}"/>
                </a:ext>
              </a:extLst>
            </p:cNvPr>
            <p:cNvSpPr/>
            <p:nvPr/>
          </p:nvSpPr>
          <p:spPr>
            <a:xfrm>
              <a:off x="5479074" y="2946928"/>
              <a:ext cx="153671" cy="114308"/>
            </a:xfrm>
            <a:custGeom>
              <a:avLst/>
              <a:gdLst/>
              <a:ahLst/>
              <a:cxnLst/>
              <a:rect l="l" t="t" r="r" b="b"/>
              <a:pathLst>
                <a:path w="4716" h="3508" extrusionOk="0">
                  <a:moveTo>
                    <a:pt x="2144" y="1007"/>
                  </a:moveTo>
                  <a:lnTo>
                    <a:pt x="2144" y="1602"/>
                  </a:lnTo>
                  <a:lnTo>
                    <a:pt x="1072" y="1602"/>
                  </a:lnTo>
                  <a:lnTo>
                    <a:pt x="906" y="1007"/>
                  </a:lnTo>
                  <a:close/>
                  <a:moveTo>
                    <a:pt x="3763" y="1031"/>
                  </a:moveTo>
                  <a:lnTo>
                    <a:pt x="3597" y="1602"/>
                  </a:lnTo>
                  <a:lnTo>
                    <a:pt x="2501" y="1602"/>
                  </a:lnTo>
                  <a:lnTo>
                    <a:pt x="2501" y="1031"/>
                  </a:lnTo>
                  <a:close/>
                  <a:moveTo>
                    <a:pt x="2144" y="1959"/>
                  </a:moveTo>
                  <a:lnTo>
                    <a:pt x="2144" y="2555"/>
                  </a:lnTo>
                  <a:lnTo>
                    <a:pt x="1311" y="2555"/>
                  </a:lnTo>
                  <a:lnTo>
                    <a:pt x="1168" y="1959"/>
                  </a:lnTo>
                  <a:close/>
                  <a:moveTo>
                    <a:pt x="3501" y="1959"/>
                  </a:moveTo>
                  <a:lnTo>
                    <a:pt x="3359" y="2555"/>
                  </a:lnTo>
                  <a:lnTo>
                    <a:pt x="2501" y="2555"/>
                  </a:lnTo>
                  <a:lnTo>
                    <a:pt x="2501" y="1959"/>
                  </a:lnTo>
                  <a:close/>
                  <a:moveTo>
                    <a:pt x="4143" y="1"/>
                  </a:moveTo>
                  <a:cubicBezTo>
                    <a:pt x="4066" y="1"/>
                    <a:pt x="3997" y="47"/>
                    <a:pt x="3978" y="126"/>
                  </a:cubicBezTo>
                  <a:lnTo>
                    <a:pt x="3835" y="673"/>
                  </a:lnTo>
                  <a:lnTo>
                    <a:pt x="2501" y="673"/>
                  </a:lnTo>
                  <a:lnTo>
                    <a:pt x="2501" y="173"/>
                  </a:lnTo>
                  <a:cubicBezTo>
                    <a:pt x="2501" y="102"/>
                    <a:pt x="2430" y="30"/>
                    <a:pt x="2358" y="7"/>
                  </a:cubicBezTo>
                  <a:cubicBezTo>
                    <a:pt x="2346" y="4"/>
                    <a:pt x="2333" y="3"/>
                    <a:pt x="2322" y="3"/>
                  </a:cubicBezTo>
                  <a:cubicBezTo>
                    <a:pt x="2220" y="3"/>
                    <a:pt x="2144" y="88"/>
                    <a:pt x="2144" y="173"/>
                  </a:cubicBezTo>
                  <a:lnTo>
                    <a:pt x="2144" y="673"/>
                  </a:lnTo>
                  <a:lnTo>
                    <a:pt x="810" y="673"/>
                  </a:lnTo>
                  <a:lnTo>
                    <a:pt x="668" y="150"/>
                  </a:lnTo>
                  <a:cubicBezTo>
                    <a:pt x="668" y="54"/>
                    <a:pt x="572" y="7"/>
                    <a:pt x="501" y="7"/>
                  </a:cubicBezTo>
                  <a:cubicBezTo>
                    <a:pt x="382" y="7"/>
                    <a:pt x="310" y="126"/>
                    <a:pt x="334" y="221"/>
                  </a:cubicBezTo>
                  <a:lnTo>
                    <a:pt x="453" y="673"/>
                  </a:lnTo>
                  <a:lnTo>
                    <a:pt x="215" y="673"/>
                  </a:lnTo>
                  <a:cubicBezTo>
                    <a:pt x="96" y="673"/>
                    <a:pt x="1" y="769"/>
                    <a:pt x="25" y="888"/>
                  </a:cubicBezTo>
                  <a:cubicBezTo>
                    <a:pt x="48" y="959"/>
                    <a:pt x="120" y="1007"/>
                    <a:pt x="215" y="1007"/>
                  </a:cubicBezTo>
                  <a:lnTo>
                    <a:pt x="548" y="1007"/>
                  </a:lnTo>
                  <a:lnTo>
                    <a:pt x="691" y="1602"/>
                  </a:lnTo>
                  <a:lnTo>
                    <a:pt x="477" y="1602"/>
                  </a:lnTo>
                  <a:cubicBezTo>
                    <a:pt x="406" y="1602"/>
                    <a:pt x="310" y="1674"/>
                    <a:pt x="310" y="1745"/>
                  </a:cubicBezTo>
                  <a:cubicBezTo>
                    <a:pt x="287" y="1864"/>
                    <a:pt x="358" y="1959"/>
                    <a:pt x="477" y="1959"/>
                  </a:cubicBezTo>
                  <a:lnTo>
                    <a:pt x="787" y="1959"/>
                  </a:lnTo>
                  <a:lnTo>
                    <a:pt x="953" y="2555"/>
                  </a:lnTo>
                  <a:lnTo>
                    <a:pt x="739" y="2555"/>
                  </a:lnTo>
                  <a:cubicBezTo>
                    <a:pt x="668" y="2555"/>
                    <a:pt x="596" y="2602"/>
                    <a:pt x="572" y="2698"/>
                  </a:cubicBezTo>
                  <a:cubicBezTo>
                    <a:pt x="548" y="2817"/>
                    <a:pt x="644" y="2912"/>
                    <a:pt x="739" y="2912"/>
                  </a:cubicBezTo>
                  <a:lnTo>
                    <a:pt x="1049" y="2912"/>
                  </a:lnTo>
                  <a:lnTo>
                    <a:pt x="1168" y="3388"/>
                  </a:lnTo>
                  <a:cubicBezTo>
                    <a:pt x="1191" y="3460"/>
                    <a:pt x="1263" y="3507"/>
                    <a:pt x="1334" y="3507"/>
                  </a:cubicBezTo>
                  <a:lnTo>
                    <a:pt x="1382" y="3507"/>
                  </a:lnTo>
                  <a:cubicBezTo>
                    <a:pt x="1477" y="3484"/>
                    <a:pt x="1525" y="3388"/>
                    <a:pt x="1501" y="3293"/>
                  </a:cubicBezTo>
                  <a:lnTo>
                    <a:pt x="1406" y="2936"/>
                  </a:lnTo>
                  <a:lnTo>
                    <a:pt x="2144" y="2936"/>
                  </a:lnTo>
                  <a:lnTo>
                    <a:pt x="2144" y="3341"/>
                  </a:lnTo>
                  <a:cubicBezTo>
                    <a:pt x="2120" y="3436"/>
                    <a:pt x="2215" y="3507"/>
                    <a:pt x="2311" y="3507"/>
                  </a:cubicBezTo>
                  <a:cubicBezTo>
                    <a:pt x="2406" y="3507"/>
                    <a:pt x="2477" y="3436"/>
                    <a:pt x="2501" y="3341"/>
                  </a:cubicBezTo>
                  <a:lnTo>
                    <a:pt x="2501" y="2936"/>
                  </a:lnTo>
                  <a:lnTo>
                    <a:pt x="3240" y="2936"/>
                  </a:lnTo>
                  <a:lnTo>
                    <a:pt x="3144" y="3293"/>
                  </a:lnTo>
                  <a:cubicBezTo>
                    <a:pt x="3120" y="3388"/>
                    <a:pt x="3168" y="3484"/>
                    <a:pt x="3263" y="3507"/>
                  </a:cubicBezTo>
                  <a:lnTo>
                    <a:pt x="3311" y="3507"/>
                  </a:lnTo>
                  <a:cubicBezTo>
                    <a:pt x="3382" y="3507"/>
                    <a:pt x="3454" y="3460"/>
                    <a:pt x="3478" y="3388"/>
                  </a:cubicBezTo>
                  <a:lnTo>
                    <a:pt x="3597" y="2912"/>
                  </a:lnTo>
                  <a:lnTo>
                    <a:pt x="3954" y="2912"/>
                  </a:lnTo>
                  <a:cubicBezTo>
                    <a:pt x="4049" y="2912"/>
                    <a:pt x="4121" y="2864"/>
                    <a:pt x="4144" y="2769"/>
                  </a:cubicBezTo>
                  <a:cubicBezTo>
                    <a:pt x="4168" y="2650"/>
                    <a:pt x="4073" y="2555"/>
                    <a:pt x="3954" y="2555"/>
                  </a:cubicBezTo>
                  <a:lnTo>
                    <a:pt x="3692" y="2555"/>
                  </a:lnTo>
                  <a:lnTo>
                    <a:pt x="3859" y="1959"/>
                  </a:lnTo>
                  <a:lnTo>
                    <a:pt x="4240" y="1959"/>
                  </a:lnTo>
                  <a:cubicBezTo>
                    <a:pt x="4311" y="1959"/>
                    <a:pt x="4383" y="1912"/>
                    <a:pt x="4406" y="1817"/>
                  </a:cubicBezTo>
                  <a:cubicBezTo>
                    <a:pt x="4430" y="1721"/>
                    <a:pt x="4335" y="1602"/>
                    <a:pt x="4240" y="1602"/>
                  </a:cubicBezTo>
                  <a:lnTo>
                    <a:pt x="3954" y="1602"/>
                  </a:lnTo>
                  <a:lnTo>
                    <a:pt x="4097" y="1007"/>
                  </a:lnTo>
                  <a:lnTo>
                    <a:pt x="4502" y="1007"/>
                  </a:lnTo>
                  <a:cubicBezTo>
                    <a:pt x="4597" y="1007"/>
                    <a:pt x="4668" y="959"/>
                    <a:pt x="4692" y="888"/>
                  </a:cubicBezTo>
                  <a:cubicBezTo>
                    <a:pt x="4716" y="769"/>
                    <a:pt x="4621" y="673"/>
                    <a:pt x="4502" y="673"/>
                  </a:cubicBezTo>
                  <a:lnTo>
                    <a:pt x="4216" y="673"/>
                  </a:lnTo>
                  <a:lnTo>
                    <a:pt x="4335" y="221"/>
                  </a:lnTo>
                  <a:cubicBezTo>
                    <a:pt x="4359" y="126"/>
                    <a:pt x="4287" y="30"/>
                    <a:pt x="4192" y="7"/>
                  </a:cubicBezTo>
                  <a:cubicBezTo>
                    <a:pt x="4176" y="3"/>
                    <a:pt x="4159" y="1"/>
                    <a:pt x="4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</p:grpSp>
      <p:sp>
        <p:nvSpPr>
          <p:cNvPr id="194" name="Google Shape;2078;p46">
            <a:extLst>
              <a:ext uri="{FF2B5EF4-FFF2-40B4-BE49-F238E27FC236}">
                <a16:creationId xmlns:a16="http://schemas.microsoft.com/office/drawing/2014/main" id="{D6792507-760B-A096-20F8-FD93C493A622}"/>
              </a:ext>
            </a:extLst>
          </p:cNvPr>
          <p:cNvSpPr/>
          <p:nvPr/>
        </p:nvSpPr>
        <p:spPr>
          <a:xfrm>
            <a:off x="8443506" y="4547434"/>
            <a:ext cx="300029" cy="507703"/>
          </a:xfrm>
          <a:custGeom>
            <a:avLst/>
            <a:gdLst/>
            <a:ahLst/>
            <a:cxnLst/>
            <a:rect l="l" t="t" r="r" b="b"/>
            <a:pathLst>
              <a:path w="11647" h="12051" extrusionOk="0">
                <a:moveTo>
                  <a:pt x="5812" y="334"/>
                </a:moveTo>
                <a:cubicBezTo>
                  <a:pt x="6074" y="334"/>
                  <a:pt x="6407" y="453"/>
                  <a:pt x="6550" y="834"/>
                </a:cubicBezTo>
                <a:lnTo>
                  <a:pt x="6979" y="2001"/>
                </a:lnTo>
                <a:lnTo>
                  <a:pt x="4645" y="2001"/>
                </a:lnTo>
                <a:lnTo>
                  <a:pt x="5073" y="834"/>
                </a:lnTo>
                <a:cubicBezTo>
                  <a:pt x="5216" y="453"/>
                  <a:pt x="5550" y="334"/>
                  <a:pt x="5812" y="334"/>
                </a:cubicBezTo>
                <a:close/>
                <a:moveTo>
                  <a:pt x="7098" y="2358"/>
                </a:moveTo>
                <a:lnTo>
                  <a:pt x="7860" y="4383"/>
                </a:lnTo>
                <a:lnTo>
                  <a:pt x="4931" y="4383"/>
                </a:lnTo>
                <a:cubicBezTo>
                  <a:pt x="4835" y="4383"/>
                  <a:pt x="4764" y="4430"/>
                  <a:pt x="4740" y="4526"/>
                </a:cubicBezTo>
                <a:cubicBezTo>
                  <a:pt x="4692" y="4645"/>
                  <a:pt x="4788" y="4764"/>
                  <a:pt x="4931" y="4764"/>
                </a:cubicBezTo>
                <a:lnTo>
                  <a:pt x="8003" y="4764"/>
                </a:lnTo>
                <a:lnTo>
                  <a:pt x="8646" y="6502"/>
                </a:lnTo>
                <a:lnTo>
                  <a:pt x="2978" y="6502"/>
                </a:lnTo>
                <a:lnTo>
                  <a:pt x="3621" y="4764"/>
                </a:lnTo>
                <a:lnTo>
                  <a:pt x="4192" y="4764"/>
                </a:lnTo>
                <a:cubicBezTo>
                  <a:pt x="4264" y="4764"/>
                  <a:pt x="4359" y="4716"/>
                  <a:pt x="4383" y="4645"/>
                </a:cubicBezTo>
                <a:cubicBezTo>
                  <a:pt x="4407" y="4502"/>
                  <a:pt x="4311" y="4383"/>
                  <a:pt x="4192" y="4383"/>
                </a:cubicBezTo>
                <a:lnTo>
                  <a:pt x="3764" y="4383"/>
                </a:lnTo>
                <a:lnTo>
                  <a:pt x="4526" y="2358"/>
                </a:lnTo>
                <a:close/>
                <a:moveTo>
                  <a:pt x="8765" y="6859"/>
                </a:moveTo>
                <a:lnTo>
                  <a:pt x="9503" y="8884"/>
                </a:lnTo>
                <a:lnTo>
                  <a:pt x="8646" y="8884"/>
                </a:lnTo>
                <a:cubicBezTo>
                  <a:pt x="8574" y="8884"/>
                  <a:pt x="8503" y="8931"/>
                  <a:pt x="8479" y="9003"/>
                </a:cubicBezTo>
                <a:cubicBezTo>
                  <a:pt x="8431" y="9146"/>
                  <a:pt x="8527" y="9265"/>
                  <a:pt x="8646" y="9265"/>
                </a:cubicBezTo>
                <a:lnTo>
                  <a:pt x="9622" y="9265"/>
                </a:lnTo>
                <a:lnTo>
                  <a:pt x="9979" y="10217"/>
                </a:lnTo>
                <a:lnTo>
                  <a:pt x="1644" y="10217"/>
                </a:lnTo>
                <a:lnTo>
                  <a:pt x="2001" y="9265"/>
                </a:lnTo>
                <a:lnTo>
                  <a:pt x="7836" y="9265"/>
                </a:lnTo>
                <a:cubicBezTo>
                  <a:pt x="7907" y="9265"/>
                  <a:pt x="7979" y="9217"/>
                  <a:pt x="8003" y="9146"/>
                </a:cubicBezTo>
                <a:cubicBezTo>
                  <a:pt x="8050" y="9003"/>
                  <a:pt x="7955" y="8884"/>
                  <a:pt x="7836" y="8884"/>
                </a:cubicBezTo>
                <a:lnTo>
                  <a:pt x="2120" y="8884"/>
                </a:lnTo>
                <a:lnTo>
                  <a:pt x="2883" y="6859"/>
                </a:lnTo>
                <a:close/>
                <a:moveTo>
                  <a:pt x="10622" y="10551"/>
                </a:moveTo>
                <a:cubicBezTo>
                  <a:pt x="10979" y="10551"/>
                  <a:pt x="11265" y="10860"/>
                  <a:pt x="11265" y="11217"/>
                </a:cubicBezTo>
                <a:lnTo>
                  <a:pt x="11265" y="11670"/>
                </a:lnTo>
                <a:lnTo>
                  <a:pt x="358" y="11670"/>
                </a:lnTo>
                <a:lnTo>
                  <a:pt x="358" y="11217"/>
                </a:lnTo>
                <a:cubicBezTo>
                  <a:pt x="358" y="10860"/>
                  <a:pt x="644" y="10551"/>
                  <a:pt x="1001" y="10551"/>
                </a:cubicBezTo>
                <a:close/>
                <a:moveTo>
                  <a:pt x="5836" y="1"/>
                </a:moveTo>
                <a:cubicBezTo>
                  <a:pt x="5335" y="1"/>
                  <a:pt x="4907" y="287"/>
                  <a:pt x="4740" y="739"/>
                </a:cubicBezTo>
                <a:lnTo>
                  <a:pt x="1263" y="10217"/>
                </a:lnTo>
                <a:lnTo>
                  <a:pt x="1025" y="10217"/>
                </a:lnTo>
                <a:cubicBezTo>
                  <a:pt x="453" y="10217"/>
                  <a:pt x="1" y="10670"/>
                  <a:pt x="1" y="11217"/>
                </a:cubicBezTo>
                <a:lnTo>
                  <a:pt x="1" y="11860"/>
                </a:lnTo>
                <a:cubicBezTo>
                  <a:pt x="1" y="11979"/>
                  <a:pt x="96" y="12051"/>
                  <a:pt x="192" y="12051"/>
                </a:cubicBezTo>
                <a:lnTo>
                  <a:pt x="11456" y="12051"/>
                </a:lnTo>
                <a:cubicBezTo>
                  <a:pt x="11551" y="12051"/>
                  <a:pt x="11646" y="11979"/>
                  <a:pt x="11646" y="11860"/>
                </a:cubicBezTo>
                <a:lnTo>
                  <a:pt x="11646" y="11217"/>
                </a:lnTo>
                <a:cubicBezTo>
                  <a:pt x="11646" y="10670"/>
                  <a:pt x="11194" y="10217"/>
                  <a:pt x="10622" y="10217"/>
                </a:cubicBezTo>
                <a:lnTo>
                  <a:pt x="10384" y="10217"/>
                </a:lnTo>
                <a:lnTo>
                  <a:pt x="6907" y="739"/>
                </a:lnTo>
                <a:cubicBezTo>
                  <a:pt x="6740" y="287"/>
                  <a:pt x="6312" y="1"/>
                  <a:pt x="58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grpSp>
        <p:nvGrpSpPr>
          <p:cNvPr id="195" name="Google Shape;2146;p46">
            <a:extLst>
              <a:ext uri="{FF2B5EF4-FFF2-40B4-BE49-F238E27FC236}">
                <a16:creationId xmlns:a16="http://schemas.microsoft.com/office/drawing/2014/main" id="{DBBD78C0-77DF-627D-95C1-F9B219D14066}"/>
              </a:ext>
            </a:extLst>
          </p:cNvPr>
          <p:cNvGrpSpPr/>
          <p:nvPr/>
        </p:nvGrpSpPr>
        <p:grpSpPr>
          <a:xfrm>
            <a:off x="8443506" y="213999"/>
            <a:ext cx="368624" cy="395777"/>
            <a:chOff x="6639924" y="2706590"/>
            <a:chExt cx="368624" cy="395777"/>
          </a:xfrm>
        </p:grpSpPr>
        <p:sp>
          <p:nvSpPr>
            <p:cNvPr id="196" name="Google Shape;2147;p46">
              <a:extLst>
                <a:ext uri="{FF2B5EF4-FFF2-40B4-BE49-F238E27FC236}">
                  <a16:creationId xmlns:a16="http://schemas.microsoft.com/office/drawing/2014/main" id="{83850022-DD19-8A11-2B52-BFE5DCE25FC6}"/>
                </a:ext>
              </a:extLst>
            </p:cNvPr>
            <p:cNvSpPr/>
            <p:nvPr/>
          </p:nvSpPr>
          <p:spPr>
            <a:xfrm>
              <a:off x="6859504" y="2706786"/>
              <a:ext cx="149044" cy="395582"/>
            </a:xfrm>
            <a:custGeom>
              <a:avLst/>
              <a:gdLst/>
              <a:ahLst/>
              <a:cxnLst/>
              <a:rect l="l" t="t" r="r" b="b"/>
              <a:pathLst>
                <a:path w="4574" h="12140" extrusionOk="0">
                  <a:moveTo>
                    <a:pt x="2882" y="4233"/>
                  </a:moveTo>
                  <a:lnTo>
                    <a:pt x="2882" y="11187"/>
                  </a:lnTo>
                  <a:cubicBezTo>
                    <a:pt x="2882" y="11497"/>
                    <a:pt x="2620" y="11759"/>
                    <a:pt x="2311" y="11759"/>
                  </a:cubicBezTo>
                  <a:cubicBezTo>
                    <a:pt x="1977" y="11759"/>
                    <a:pt x="1715" y="11497"/>
                    <a:pt x="1715" y="11187"/>
                  </a:cubicBezTo>
                  <a:lnTo>
                    <a:pt x="1715" y="4257"/>
                  </a:lnTo>
                  <a:cubicBezTo>
                    <a:pt x="1906" y="4305"/>
                    <a:pt x="2096" y="4328"/>
                    <a:pt x="2287" y="4328"/>
                  </a:cubicBezTo>
                  <a:cubicBezTo>
                    <a:pt x="2501" y="4328"/>
                    <a:pt x="2692" y="4305"/>
                    <a:pt x="2882" y="4233"/>
                  </a:cubicBezTo>
                  <a:close/>
                  <a:moveTo>
                    <a:pt x="1230" y="0"/>
                  </a:moveTo>
                  <a:cubicBezTo>
                    <a:pt x="1197" y="0"/>
                    <a:pt x="1168" y="6"/>
                    <a:pt x="1144" y="18"/>
                  </a:cubicBezTo>
                  <a:cubicBezTo>
                    <a:pt x="429" y="423"/>
                    <a:pt x="1" y="1185"/>
                    <a:pt x="1" y="2018"/>
                  </a:cubicBezTo>
                  <a:cubicBezTo>
                    <a:pt x="1" y="2947"/>
                    <a:pt x="548" y="3757"/>
                    <a:pt x="1358" y="4114"/>
                  </a:cubicBezTo>
                  <a:lnTo>
                    <a:pt x="1358" y="11187"/>
                  </a:lnTo>
                  <a:cubicBezTo>
                    <a:pt x="1358" y="11711"/>
                    <a:pt x="1787" y="12140"/>
                    <a:pt x="2311" y="12140"/>
                  </a:cubicBezTo>
                  <a:cubicBezTo>
                    <a:pt x="2835" y="12140"/>
                    <a:pt x="3239" y="11711"/>
                    <a:pt x="3239" y="11187"/>
                  </a:cubicBezTo>
                  <a:lnTo>
                    <a:pt x="3239" y="4114"/>
                  </a:lnTo>
                  <a:cubicBezTo>
                    <a:pt x="3406" y="4043"/>
                    <a:pt x="3549" y="3947"/>
                    <a:pt x="3692" y="3828"/>
                  </a:cubicBezTo>
                  <a:cubicBezTo>
                    <a:pt x="3763" y="3781"/>
                    <a:pt x="3787" y="3662"/>
                    <a:pt x="3716" y="3566"/>
                  </a:cubicBezTo>
                  <a:cubicBezTo>
                    <a:pt x="3690" y="3527"/>
                    <a:pt x="3642" y="3509"/>
                    <a:pt x="3592" y="3509"/>
                  </a:cubicBezTo>
                  <a:cubicBezTo>
                    <a:pt x="3551" y="3509"/>
                    <a:pt x="3510" y="3521"/>
                    <a:pt x="3478" y="3543"/>
                  </a:cubicBezTo>
                  <a:cubicBezTo>
                    <a:pt x="3120" y="3828"/>
                    <a:pt x="2716" y="3971"/>
                    <a:pt x="2287" y="3971"/>
                  </a:cubicBezTo>
                  <a:cubicBezTo>
                    <a:pt x="1239" y="3971"/>
                    <a:pt x="358" y="3090"/>
                    <a:pt x="358" y="2018"/>
                  </a:cubicBezTo>
                  <a:cubicBezTo>
                    <a:pt x="358" y="1447"/>
                    <a:pt x="620" y="899"/>
                    <a:pt x="1049" y="518"/>
                  </a:cubicBezTo>
                  <a:lnTo>
                    <a:pt x="1049" y="1447"/>
                  </a:lnTo>
                  <a:cubicBezTo>
                    <a:pt x="1049" y="2138"/>
                    <a:pt x="1620" y="2709"/>
                    <a:pt x="2311" y="2709"/>
                  </a:cubicBezTo>
                  <a:cubicBezTo>
                    <a:pt x="2978" y="2709"/>
                    <a:pt x="3549" y="2138"/>
                    <a:pt x="3549" y="1447"/>
                  </a:cubicBezTo>
                  <a:lnTo>
                    <a:pt x="3549" y="542"/>
                  </a:lnTo>
                  <a:cubicBezTo>
                    <a:pt x="3954" y="923"/>
                    <a:pt x="4216" y="1447"/>
                    <a:pt x="4216" y="2018"/>
                  </a:cubicBezTo>
                  <a:cubicBezTo>
                    <a:pt x="4216" y="2328"/>
                    <a:pt x="4144" y="2614"/>
                    <a:pt x="4002" y="2876"/>
                  </a:cubicBezTo>
                  <a:cubicBezTo>
                    <a:pt x="3954" y="2971"/>
                    <a:pt x="4002" y="3090"/>
                    <a:pt x="4097" y="3114"/>
                  </a:cubicBezTo>
                  <a:cubicBezTo>
                    <a:pt x="4121" y="3130"/>
                    <a:pt x="4150" y="3138"/>
                    <a:pt x="4180" y="3138"/>
                  </a:cubicBezTo>
                  <a:cubicBezTo>
                    <a:pt x="4240" y="3138"/>
                    <a:pt x="4303" y="3106"/>
                    <a:pt x="4335" y="3042"/>
                  </a:cubicBezTo>
                  <a:cubicBezTo>
                    <a:pt x="4478" y="2733"/>
                    <a:pt x="4573" y="2376"/>
                    <a:pt x="4573" y="2018"/>
                  </a:cubicBezTo>
                  <a:cubicBezTo>
                    <a:pt x="4573" y="1209"/>
                    <a:pt x="4144" y="447"/>
                    <a:pt x="3454" y="42"/>
                  </a:cubicBezTo>
                  <a:cubicBezTo>
                    <a:pt x="3430" y="18"/>
                    <a:pt x="3400" y="6"/>
                    <a:pt x="3367" y="6"/>
                  </a:cubicBezTo>
                  <a:cubicBezTo>
                    <a:pt x="3335" y="6"/>
                    <a:pt x="3299" y="18"/>
                    <a:pt x="3263" y="42"/>
                  </a:cubicBezTo>
                  <a:cubicBezTo>
                    <a:pt x="3216" y="66"/>
                    <a:pt x="3192" y="113"/>
                    <a:pt x="3192" y="185"/>
                  </a:cubicBezTo>
                  <a:lnTo>
                    <a:pt x="3192" y="1447"/>
                  </a:lnTo>
                  <a:cubicBezTo>
                    <a:pt x="3192" y="1947"/>
                    <a:pt x="2787" y="2328"/>
                    <a:pt x="2311" y="2328"/>
                  </a:cubicBezTo>
                  <a:cubicBezTo>
                    <a:pt x="1811" y="2328"/>
                    <a:pt x="1430" y="1947"/>
                    <a:pt x="1430" y="1447"/>
                  </a:cubicBezTo>
                  <a:lnTo>
                    <a:pt x="1430" y="185"/>
                  </a:lnTo>
                  <a:cubicBezTo>
                    <a:pt x="1430" y="113"/>
                    <a:pt x="1382" y="42"/>
                    <a:pt x="1334" y="18"/>
                  </a:cubicBezTo>
                  <a:cubicBezTo>
                    <a:pt x="1299" y="6"/>
                    <a:pt x="1263" y="0"/>
                    <a:pt x="12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197" name="Google Shape;2148;p46">
              <a:extLst>
                <a:ext uri="{FF2B5EF4-FFF2-40B4-BE49-F238E27FC236}">
                  <a16:creationId xmlns:a16="http://schemas.microsoft.com/office/drawing/2014/main" id="{075BF2EA-29AF-D485-F5E3-F85E35FE0901}"/>
                </a:ext>
              </a:extLst>
            </p:cNvPr>
            <p:cNvSpPr/>
            <p:nvPr/>
          </p:nvSpPr>
          <p:spPr>
            <a:xfrm>
              <a:off x="6928581" y="3064294"/>
              <a:ext cx="11665" cy="12447"/>
            </a:xfrm>
            <a:custGeom>
              <a:avLst/>
              <a:gdLst/>
              <a:ahLst/>
              <a:cxnLst/>
              <a:rect l="l" t="t" r="r" b="b"/>
              <a:pathLst>
                <a:path w="358" h="382" extrusionOk="0">
                  <a:moveTo>
                    <a:pt x="191" y="1"/>
                  </a:moveTo>
                  <a:cubicBezTo>
                    <a:pt x="72" y="1"/>
                    <a:pt x="0" y="96"/>
                    <a:pt x="0" y="191"/>
                  </a:cubicBezTo>
                  <a:cubicBezTo>
                    <a:pt x="0" y="286"/>
                    <a:pt x="72" y="382"/>
                    <a:pt x="191" y="382"/>
                  </a:cubicBezTo>
                  <a:cubicBezTo>
                    <a:pt x="286" y="382"/>
                    <a:pt x="357" y="286"/>
                    <a:pt x="357" y="191"/>
                  </a:cubicBezTo>
                  <a:cubicBezTo>
                    <a:pt x="357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198" name="Google Shape;2149;p46">
              <a:extLst>
                <a:ext uri="{FF2B5EF4-FFF2-40B4-BE49-F238E27FC236}">
                  <a16:creationId xmlns:a16="http://schemas.microsoft.com/office/drawing/2014/main" id="{98586284-0785-C68F-1942-C7375B918930}"/>
                </a:ext>
              </a:extLst>
            </p:cNvPr>
            <p:cNvSpPr/>
            <p:nvPr/>
          </p:nvSpPr>
          <p:spPr>
            <a:xfrm>
              <a:off x="6639924" y="2706590"/>
              <a:ext cx="204112" cy="395777"/>
            </a:xfrm>
            <a:custGeom>
              <a:avLst/>
              <a:gdLst/>
              <a:ahLst/>
              <a:cxnLst/>
              <a:rect l="l" t="t" r="r" b="b"/>
              <a:pathLst>
                <a:path w="6264" h="12146" extrusionOk="0">
                  <a:moveTo>
                    <a:pt x="5787" y="381"/>
                  </a:moveTo>
                  <a:cubicBezTo>
                    <a:pt x="5859" y="381"/>
                    <a:pt x="5906" y="429"/>
                    <a:pt x="5906" y="500"/>
                  </a:cubicBezTo>
                  <a:lnTo>
                    <a:pt x="5906" y="2286"/>
                  </a:lnTo>
                  <a:cubicBezTo>
                    <a:pt x="5906" y="2358"/>
                    <a:pt x="5859" y="2405"/>
                    <a:pt x="5787" y="2405"/>
                  </a:cubicBezTo>
                  <a:lnTo>
                    <a:pt x="5168" y="2405"/>
                  </a:lnTo>
                  <a:cubicBezTo>
                    <a:pt x="5120" y="2405"/>
                    <a:pt x="5073" y="2382"/>
                    <a:pt x="5073" y="2334"/>
                  </a:cubicBezTo>
                  <a:cubicBezTo>
                    <a:pt x="5073" y="2310"/>
                    <a:pt x="5073" y="2310"/>
                    <a:pt x="5073" y="2310"/>
                  </a:cubicBezTo>
                  <a:lnTo>
                    <a:pt x="5073" y="429"/>
                  </a:lnTo>
                  <a:cubicBezTo>
                    <a:pt x="5097" y="405"/>
                    <a:pt x="5144" y="381"/>
                    <a:pt x="5168" y="381"/>
                  </a:cubicBezTo>
                  <a:close/>
                  <a:moveTo>
                    <a:pt x="3858" y="5192"/>
                  </a:moveTo>
                  <a:lnTo>
                    <a:pt x="3858" y="7335"/>
                  </a:lnTo>
                  <a:lnTo>
                    <a:pt x="3025" y="7335"/>
                  </a:lnTo>
                  <a:lnTo>
                    <a:pt x="3025" y="5192"/>
                  </a:lnTo>
                  <a:close/>
                  <a:moveTo>
                    <a:pt x="5168" y="0"/>
                  </a:moveTo>
                  <a:cubicBezTo>
                    <a:pt x="4977" y="0"/>
                    <a:pt x="4811" y="119"/>
                    <a:pt x="4739" y="286"/>
                  </a:cubicBezTo>
                  <a:lnTo>
                    <a:pt x="4596" y="500"/>
                  </a:lnTo>
                  <a:cubicBezTo>
                    <a:pt x="4549" y="548"/>
                    <a:pt x="4501" y="596"/>
                    <a:pt x="4430" y="596"/>
                  </a:cubicBezTo>
                  <a:cubicBezTo>
                    <a:pt x="4358" y="596"/>
                    <a:pt x="4287" y="572"/>
                    <a:pt x="4239" y="524"/>
                  </a:cubicBezTo>
                  <a:lnTo>
                    <a:pt x="4049" y="334"/>
                  </a:lnTo>
                  <a:cubicBezTo>
                    <a:pt x="3882" y="167"/>
                    <a:pt x="3691" y="95"/>
                    <a:pt x="3477" y="95"/>
                  </a:cubicBezTo>
                  <a:lnTo>
                    <a:pt x="2572" y="95"/>
                  </a:lnTo>
                  <a:cubicBezTo>
                    <a:pt x="2024" y="95"/>
                    <a:pt x="1501" y="262"/>
                    <a:pt x="1048" y="596"/>
                  </a:cubicBezTo>
                  <a:cubicBezTo>
                    <a:pt x="619" y="929"/>
                    <a:pt x="310" y="1381"/>
                    <a:pt x="167" y="1905"/>
                  </a:cubicBezTo>
                  <a:lnTo>
                    <a:pt x="48" y="2310"/>
                  </a:lnTo>
                  <a:cubicBezTo>
                    <a:pt x="0" y="2453"/>
                    <a:pt x="72" y="2572"/>
                    <a:pt x="167" y="2644"/>
                  </a:cubicBezTo>
                  <a:cubicBezTo>
                    <a:pt x="214" y="2672"/>
                    <a:pt x="265" y="2685"/>
                    <a:pt x="315" y="2685"/>
                  </a:cubicBezTo>
                  <a:cubicBezTo>
                    <a:pt x="391" y="2685"/>
                    <a:pt x="466" y="2654"/>
                    <a:pt x="524" y="2596"/>
                  </a:cubicBezTo>
                  <a:cubicBezTo>
                    <a:pt x="762" y="2358"/>
                    <a:pt x="1048" y="2144"/>
                    <a:pt x="1358" y="2001"/>
                  </a:cubicBezTo>
                  <a:cubicBezTo>
                    <a:pt x="1501" y="1929"/>
                    <a:pt x="1667" y="1858"/>
                    <a:pt x="1834" y="1810"/>
                  </a:cubicBezTo>
                  <a:cubicBezTo>
                    <a:pt x="1859" y="1802"/>
                    <a:pt x="1908" y="1793"/>
                    <a:pt x="1971" y="1793"/>
                  </a:cubicBezTo>
                  <a:cubicBezTo>
                    <a:pt x="2085" y="1793"/>
                    <a:pt x="2243" y="1821"/>
                    <a:pt x="2382" y="1929"/>
                  </a:cubicBezTo>
                  <a:cubicBezTo>
                    <a:pt x="2596" y="2096"/>
                    <a:pt x="2644" y="2310"/>
                    <a:pt x="2667" y="2405"/>
                  </a:cubicBezTo>
                  <a:lnTo>
                    <a:pt x="2667" y="3572"/>
                  </a:lnTo>
                  <a:cubicBezTo>
                    <a:pt x="2667" y="3668"/>
                    <a:pt x="2739" y="3739"/>
                    <a:pt x="2834" y="3739"/>
                  </a:cubicBezTo>
                  <a:cubicBezTo>
                    <a:pt x="2953" y="3739"/>
                    <a:pt x="3025" y="3668"/>
                    <a:pt x="3025" y="3572"/>
                  </a:cubicBezTo>
                  <a:lnTo>
                    <a:pt x="3025" y="2382"/>
                  </a:lnTo>
                  <a:cubicBezTo>
                    <a:pt x="3025" y="2382"/>
                    <a:pt x="3025" y="2358"/>
                    <a:pt x="3025" y="2358"/>
                  </a:cubicBezTo>
                  <a:cubicBezTo>
                    <a:pt x="3001" y="2215"/>
                    <a:pt x="2929" y="1882"/>
                    <a:pt x="2620" y="1643"/>
                  </a:cubicBezTo>
                  <a:cubicBezTo>
                    <a:pt x="2387" y="1473"/>
                    <a:pt x="2134" y="1433"/>
                    <a:pt x="1959" y="1433"/>
                  </a:cubicBezTo>
                  <a:cubicBezTo>
                    <a:pt x="1866" y="1433"/>
                    <a:pt x="1796" y="1445"/>
                    <a:pt x="1762" y="1453"/>
                  </a:cubicBezTo>
                  <a:lnTo>
                    <a:pt x="1739" y="1453"/>
                  </a:lnTo>
                  <a:cubicBezTo>
                    <a:pt x="1548" y="1501"/>
                    <a:pt x="1358" y="1596"/>
                    <a:pt x="1191" y="1667"/>
                  </a:cubicBezTo>
                  <a:cubicBezTo>
                    <a:pt x="929" y="1810"/>
                    <a:pt x="691" y="1977"/>
                    <a:pt x="476" y="2144"/>
                  </a:cubicBezTo>
                  <a:lnTo>
                    <a:pt x="500" y="2001"/>
                  </a:lnTo>
                  <a:cubicBezTo>
                    <a:pt x="762" y="1096"/>
                    <a:pt x="1620" y="453"/>
                    <a:pt x="2572" y="453"/>
                  </a:cubicBezTo>
                  <a:lnTo>
                    <a:pt x="3477" y="453"/>
                  </a:lnTo>
                  <a:cubicBezTo>
                    <a:pt x="3596" y="453"/>
                    <a:pt x="3691" y="500"/>
                    <a:pt x="3787" y="572"/>
                  </a:cubicBezTo>
                  <a:lnTo>
                    <a:pt x="4001" y="786"/>
                  </a:lnTo>
                  <a:cubicBezTo>
                    <a:pt x="4105" y="890"/>
                    <a:pt x="4245" y="957"/>
                    <a:pt x="4389" y="957"/>
                  </a:cubicBezTo>
                  <a:cubicBezTo>
                    <a:pt x="4410" y="957"/>
                    <a:pt x="4432" y="956"/>
                    <a:pt x="4454" y="953"/>
                  </a:cubicBezTo>
                  <a:cubicBezTo>
                    <a:pt x="4549" y="953"/>
                    <a:pt x="4620" y="929"/>
                    <a:pt x="4692" y="881"/>
                  </a:cubicBezTo>
                  <a:lnTo>
                    <a:pt x="4692" y="1977"/>
                  </a:lnTo>
                  <a:cubicBezTo>
                    <a:pt x="4632" y="1953"/>
                    <a:pt x="4573" y="1941"/>
                    <a:pt x="4513" y="1941"/>
                  </a:cubicBezTo>
                  <a:cubicBezTo>
                    <a:pt x="4454" y="1941"/>
                    <a:pt x="4394" y="1953"/>
                    <a:pt x="4334" y="1977"/>
                  </a:cubicBezTo>
                  <a:cubicBezTo>
                    <a:pt x="4120" y="2072"/>
                    <a:pt x="3858" y="2310"/>
                    <a:pt x="3858" y="3001"/>
                  </a:cubicBezTo>
                  <a:lnTo>
                    <a:pt x="3858" y="4835"/>
                  </a:lnTo>
                  <a:lnTo>
                    <a:pt x="3025" y="4835"/>
                  </a:lnTo>
                  <a:lnTo>
                    <a:pt x="3025" y="4334"/>
                  </a:lnTo>
                  <a:cubicBezTo>
                    <a:pt x="3025" y="4239"/>
                    <a:pt x="2929" y="4144"/>
                    <a:pt x="2834" y="4144"/>
                  </a:cubicBezTo>
                  <a:cubicBezTo>
                    <a:pt x="2739" y="4144"/>
                    <a:pt x="2667" y="4239"/>
                    <a:pt x="2667" y="4334"/>
                  </a:cubicBezTo>
                  <a:lnTo>
                    <a:pt x="2667" y="5025"/>
                  </a:lnTo>
                  <a:lnTo>
                    <a:pt x="2667" y="7359"/>
                  </a:lnTo>
                  <a:cubicBezTo>
                    <a:pt x="2477" y="7406"/>
                    <a:pt x="2358" y="7573"/>
                    <a:pt x="2358" y="7764"/>
                  </a:cubicBezTo>
                  <a:lnTo>
                    <a:pt x="2358" y="11717"/>
                  </a:lnTo>
                  <a:cubicBezTo>
                    <a:pt x="2358" y="11955"/>
                    <a:pt x="2548" y="12146"/>
                    <a:pt x="2810" y="12146"/>
                  </a:cubicBezTo>
                  <a:lnTo>
                    <a:pt x="4120" y="12146"/>
                  </a:lnTo>
                  <a:cubicBezTo>
                    <a:pt x="4358" y="12146"/>
                    <a:pt x="4549" y="11955"/>
                    <a:pt x="4549" y="11717"/>
                  </a:cubicBezTo>
                  <a:lnTo>
                    <a:pt x="4549" y="10836"/>
                  </a:lnTo>
                  <a:cubicBezTo>
                    <a:pt x="4549" y="10717"/>
                    <a:pt x="4477" y="10645"/>
                    <a:pt x="4358" y="10645"/>
                  </a:cubicBezTo>
                  <a:cubicBezTo>
                    <a:pt x="4263" y="10645"/>
                    <a:pt x="4192" y="10717"/>
                    <a:pt x="4192" y="10836"/>
                  </a:cubicBezTo>
                  <a:lnTo>
                    <a:pt x="4192" y="11717"/>
                  </a:lnTo>
                  <a:cubicBezTo>
                    <a:pt x="4192" y="11765"/>
                    <a:pt x="4144" y="11788"/>
                    <a:pt x="4120" y="11788"/>
                  </a:cubicBezTo>
                  <a:lnTo>
                    <a:pt x="2810" y="11788"/>
                  </a:lnTo>
                  <a:cubicBezTo>
                    <a:pt x="2763" y="11788"/>
                    <a:pt x="2715" y="11765"/>
                    <a:pt x="2715" y="11717"/>
                  </a:cubicBezTo>
                  <a:lnTo>
                    <a:pt x="2715" y="7764"/>
                  </a:lnTo>
                  <a:cubicBezTo>
                    <a:pt x="2715" y="7740"/>
                    <a:pt x="2739" y="7716"/>
                    <a:pt x="2786" y="7716"/>
                  </a:cubicBezTo>
                  <a:lnTo>
                    <a:pt x="4144" y="7716"/>
                  </a:lnTo>
                  <a:cubicBezTo>
                    <a:pt x="4168" y="7716"/>
                    <a:pt x="4192" y="7740"/>
                    <a:pt x="4192" y="7764"/>
                  </a:cubicBezTo>
                  <a:lnTo>
                    <a:pt x="4192" y="9883"/>
                  </a:lnTo>
                  <a:cubicBezTo>
                    <a:pt x="4192" y="9978"/>
                    <a:pt x="4263" y="10074"/>
                    <a:pt x="4358" y="10074"/>
                  </a:cubicBezTo>
                  <a:cubicBezTo>
                    <a:pt x="4477" y="10074"/>
                    <a:pt x="4549" y="9978"/>
                    <a:pt x="4549" y="9883"/>
                  </a:cubicBezTo>
                  <a:lnTo>
                    <a:pt x="4549" y="7764"/>
                  </a:lnTo>
                  <a:cubicBezTo>
                    <a:pt x="4549" y="7573"/>
                    <a:pt x="4406" y="7406"/>
                    <a:pt x="4239" y="7359"/>
                  </a:cubicBezTo>
                  <a:lnTo>
                    <a:pt x="4239" y="5025"/>
                  </a:lnTo>
                  <a:lnTo>
                    <a:pt x="4239" y="3001"/>
                  </a:lnTo>
                  <a:cubicBezTo>
                    <a:pt x="4239" y="2644"/>
                    <a:pt x="4311" y="2382"/>
                    <a:pt x="4454" y="2334"/>
                  </a:cubicBezTo>
                  <a:cubicBezTo>
                    <a:pt x="4481" y="2320"/>
                    <a:pt x="4507" y="2314"/>
                    <a:pt x="4532" y="2314"/>
                  </a:cubicBezTo>
                  <a:cubicBezTo>
                    <a:pt x="4591" y="2314"/>
                    <a:pt x="4641" y="2348"/>
                    <a:pt x="4692" y="2382"/>
                  </a:cubicBezTo>
                  <a:cubicBezTo>
                    <a:pt x="4739" y="2596"/>
                    <a:pt x="4930" y="2786"/>
                    <a:pt x="5168" y="2786"/>
                  </a:cubicBezTo>
                  <a:lnTo>
                    <a:pt x="5787" y="2786"/>
                  </a:lnTo>
                  <a:cubicBezTo>
                    <a:pt x="6049" y="2786"/>
                    <a:pt x="6263" y="2548"/>
                    <a:pt x="6263" y="2286"/>
                  </a:cubicBezTo>
                  <a:lnTo>
                    <a:pt x="6263" y="500"/>
                  </a:lnTo>
                  <a:cubicBezTo>
                    <a:pt x="6263" y="238"/>
                    <a:pt x="6049" y="0"/>
                    <a:pt x="57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C03DB79A-6822-F1E9-6F68-2B1EAF8840BE}"/>
              </a:ext>
            </a:extLst>
          </p:cNvPr>
          <p:cNvSpPr txBox="1"/>
          <p:nvPr/>
        </p:nvSpPr>
        <p:spPr>
          <a:xfrm>
            <a:off x="8719950" y="4693228"/>
            <a:ext cx="324633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571606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e 12">
            <a:extLst>
              <a:ext uri="{FF2B5EF4-FFF2-40B4-BE49-F238E27FC236}">
                <a16:creationId xmlns:a16="http://schemas.microsoft.com/office/drawing/2014/main" id="{2DB14D73-4B04-2282-C2AA-1B517ACA22D8}"/>
              </a:ext>
            </a:extLst>
          </p:cNvPr>
          <p:cNvGrpSpPr/>
          <p:nvPr/>
        </p:nvGrpSpPr>
        <p:grpSpPr>
          <a:xfrm>
            <a:off x="222637" y="151568"/>
            <a:ext cx="8834452" cy="4840363"/>
            <a:chOff x="628152" y="153056"/>
            <a:chExt cx="8373278" cy="4702216"/>
          </a:xfrm>
        </p:grpSpPr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14B714F6-6238-A43A-6739-DC5F57C1DE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482"/>
            <a:stretch/>
          </p:blipFill>
          <p:spPr>
            <a:xfrm>
              <a:off x="628152" y="153056"/>
              <a:ext cx="8373277" cy="3838499"/>
            </a:xfrm>
            <a:prstGeom prst="rect">
              <a:avLst/>
            </a:prstGeom>
          </p:spPr>
        </p:pic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50D9C635-D82B-B500-9B3C-ED656BC134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5482" t="13532"/>
            <a:stretch/>
          </p:blipFill>
          <p:spPr>
            <a:xfrm>
              <a:off x="628152" y="3991555"/>
              <a:ext cx="8373278" cy="863717"/>
            </a:xfrm>
            <a:prstGeom prst="rect">
              <a:avLst/>
            </a:prstGeom>
          </p:spPr>
        </p:pic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8DF04FE3-E12E-9CFC-85E5-770096031C2A}"/>
              </a:ext>
            </a:extLst>
          </p:cNvPr>
          <p:cNvSpPr txBox="1"/>
          <p:nvPr/>
        </p:nvSpPr>
        <p:spPr>
          <a:xfrm>
            <a:off x="8719950" y="4693228"/>
            <a:ext cx="324633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55525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7FE35EAC-C03B-DA5E-FE04-3E209DB1E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34" y="175064"/>
            <a:ext cx="8730531" cy="4793372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3F45FD35-E3A7-8453-522C-B6D2F879FF95}"/>
              </a:ext>
            </a:extLst>
          </p:cNvPr>
          <p:cNvSpPr txBox="1"/>
          <p:nvPr/>
        </p:nvSpPr>
        <p:spPr>
          <a:xfrm>
            <a:off x="8719950" y="4693228"/>
            <a:ext cx="324633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461223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8D1C39-0780-4A7C-841F-39B01B4C8DCD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fr-FR" sz="3200" dirty="0"/>
              <a:t>Modélisation 3D ET RENDU VIDEO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EE0F3A92-4A3F-4ED6-A10C-0EDABD20EFCB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fr-FR" dirty="0"/>
              <a:t>8</a:t>
            </a:r>
          </a:p>
        </p:txBody>
      </p:sp>
      <p:grpSp>
        <p:nvGrpSpPr>
          <p:cNvPr id="4" name="Google Shape;1291;p30">
            <a:extLst>
              <a:ext uri="{FF2B5EF4-FFF2-40B4-BE49-F238E27FC236}">
                <a16:creationId xmlns:a16="http://schemas.microsoft.com/office/drawing/2014/main" id="{D9D10C73-C334-4DC1-A7B7-0E6DB47C2A0C}"/>
              </a:ext>
            </a:extLst>
          </p:cNvPr>
          <p:cNvGrpSpPr/>
          <p:nvPr/>
        </p:nvGrpSpPr>
        <p:grpSpPr>
          <a:xfrm flipH="1">
            <a:off x="507502" y="584172"/>
            <a:ext cx="3898813" cy="3975156"/>
            <a:chOff x="1795775" y="580625"/>
            <a:chExt cx="4532450" cy="4621200"/>
          </a:xfrm>
        </p:grpSpPr>
        <p:sp>
          <p:nvSpPr>
            <p:cNvPr id="5" name="Google Shape;1292;p30">
              <a:extLst>
                <a:ext uri="{FF2B5EF4-FFF2-40B4-BE49-F238E27FC236}">
                  <a16:creationId xmlns:a16="http://schemas.microsoft.com/office/drawing/2014/main" id="{1FF24AEB-F7E2-46A1-921B-938D09489D50}"/>
                </a:ext>
              </a:extLst>
            </p:cNvPr>
            <p:cNvSpPr/>
            <p:nvPr/>
          </p:nvSpPr>
          <p:spPr>
            <a:xfrm>
              <a:off x="3332600" y="1741225"/>
              <a:ext cx="2968125" cy="811925"/>
            </a:xfrm>
            <a:custGeom>
              <a:avLst/>
              <a:gdLst/>
              <a:ahLst/>
              <a:cxnLst/>
              <a:rect l="l" t="t" r="r" b="b"/>
              <a:pathLst>
                <a:path w="118725" h="32477" fill="none" extrusionOk="0">
                  <a:moveTo>
                    <a:pt x="1" y="32477"/>
                  </a:moveTo>
                  <a:lnTo>
                    <a:pt x="118724" y="1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" name="Google Shape;1293;p30">
              <a:extLst>
                <a:ext uri="{FF2B5EF4-FFF2-40B4-BE49-F238E27FC236}">
                  <a16:creationId xmlns:a16="http://schemas.microsoft.com/office/drawing/2014/main" id="{E698696C-1BAB-46BA-94EA-B7C934429BDD}"/>
                </a:ext>
              </a:extLst>
            </p:cNvPr>
            <p:cNvSpPr/>
            <p:nvPr/>
          </p:nvSpPr>
          <p:spPr>
            <a:xfrm>
              <a:off x="5704425" y="987900"/>
              <a:ext cx="623800" cy="1113625"/>
            </a:xfrm>
            <a:custGeom>
              <a:avLst/>
              <a:gdLst/>
              <a:ahLst/>
              <a:cxnLst/>
              <a:rect l="l" t="t" r="r" b="b"/>
              <a:pathLst>
                <a:path w="24952" h="44545" fill="none" extrusionOk="0">
                  <a:moveTo>
                    <a:pt x="0" y="0"/>
                  </a:moveTo>
                  <a:lnTo>
                    <a:pt x="24952" y="44544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" name="Google Shape;1294;p30">
              <a:extLst>
                <a:ext uri="{FF2B5EF4-FFF2-40B4-BE49-F238E27FC236}">
                  <a16:creationId xmlns:a16="http://schemas.microsoft.com/office/drawing/2014/main" id="{50D7EDCA-A59B-4B1A-90FC-5C53E19229A3}"/>
                </a:ext>
              </a:extLst>
            </p:cNvPr>
            <p:cNvSpPr/>
            <p:nvPr/>
          </p:nvSpPr>
          <p:spPr>
            <a:xfrm>
              <a:off x="4443525" y="3372125"/>
              <a:ext cx="1884700" cy="1772025"/>
            </a:xfrm>
            <a:custGeom>
              <a:avLst/>
              <a:gdLst/>
              <a:ahLst/>
              <a:cxnLst/>
              <a:rect l="l" t="t" r="r" b="b"/>
              <a:pathLst>
                <a:path w="75388" h="70881" fill="none" extrusionOk="0">
                  <a:moveTo>
                    <a:pt x="75388" y="1"/>
                  </a:moveTo>
                  <a:lnTo>
                    <a:pt x="1" y="70880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1295;p30">
              <a:extLst>
                <a:ext uri="{FF2B5EF4-FFF2-40B4-BE49-F238E27FC236}">
                  <a16:creationId xmlns:a16="http://schemas.microsoft.com/office/drawing/2014/main" id="{9B88D526-EB74-4CC6-8798-1F6473B4FC01}"/>
                </a:ext>
              </a:extLst>
            </p:cNvPr>
            <p:cNvSpPr/>
            <p:nvPr/>
          </p:nvSpPr>
          <p:spPr>
            <a:xfrm>
              <a:off x="4443525" y="3301150"/>
              <a:ext cx="1884700" cy="1514675"/>
            </a:xfrm>
            <a:custGeom>
              <a:avLst/>
              <a:gdLst/>
              <a:ahLst/>
              <a:cxnLst/>
              <a:rect l="l" t="t" r="r" b="b"/>
              <a:pathLst>
                <a:path w="75388" h="60587" fill="none" extrusionOk="0">
                  <a:moveTo>
                    <a:pt x="75388" y="0"/>
                  </a:moveTo>
                  <a:lnTo>
                    <a:pt x="1" y="60587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1296;p30">
              <a:extLst>
                <a:ext uri="{FF2B5EF4-FFF2-40B4-BE49-F238E27FC236}">
                  <a16:creationId xmlns:a16="http://schemas.microsoft.com/office/drawing/2014/main" id="{F5724098-F97F-4D67-8957-67B35ACE438E}"/>
                </a:ext>
              </a:extLst>
            </p:cNvPr>
            <p:cNvSpPr/>
            <p:nvPr/>
          </p:nvSpPr>
          <p:spPr>
            <a:xfrm>
              <a:off x="1795775" y="1861025"/>
              <a:ext cx="1423275" cy="531525"/>
            </a:xfrm>
            <a:custGeom>
              <a:avLst/>
              <a:gdLst/>
              <a:ahLst/>
              <a:cxnLst/>
              <a:rect l="l" t="t" r="r" b="b"/>
              <a:pathLst>
                <a:path w="56931" h="21261" fill="none" extrusionOk="0">
                  <a:moveTo>
                    <a:pt x="0" y="21261"/>
                  </a:moveTo>
                  <a:lnTo>
                    <a:pt x="56931" y="0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1297;p30">
              <a:extLst>
                <a:ext uri="{FF2B5EF4-FFF2-40B4-BE49-F238E27FC236}">
                  <a16:creationId xmlns:a16="http://schemas.microsoft.com/office/drawing/2014/main" id="{B782EA86-746F-4724-8C7E-7DEC77B6C87C}"/>
                </a:ext>
              </a:extLst>
            </p:cNvPr>
            <p:cNvSpPr/>
            <p:nvPr/>
          </p:nvSpPr>
          <p:spPr>
            <a:xfrm>
              <a:off x="3060200" y="1861025"/>
              <a:ext cx="2644250" cy="735625"/>
            </a:xfrm>
            <a:custGeom>
              <a:avLst/>
              <a:gdLst/>
              <a:ahLst/>
              <a:cxnLst/>
              <a:rect l="l" t="t" r="r" b="b"/>
              <a:pathLst>
                <a:path w="105770" h="29425" fill="none" extrusionOk="0">
                  <a:moveTo>
                    <a:pt x="105769" y="29424"/>
                  </a:moveTo>
                  <a:lnTo>
                    <a:pt x="1" y="0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" name="Google Shape;1298;p30">
              <a:extLst>
                <a:ext uri="{FF2B5EF4-FFF2-40B4-BE49-F238E27FC236}">
                  <a16:creationId xmlns:a16="http://schemas.microsoft.com/office/drawing/2014/main" id="{06438319-41A6-4292-8325-118CA02F325B}"/>
                </a:ext>
              </a:extLst>
            </p:cNvPr>
            <p:cNvSpPr/>
            <p:nvPr/>
          </p:nvSpPr>
          <p:spPr>
            <a:xfrm>
              <a:off x="1795775" y="3406750"/>
              <a:ext cx="1523550" cy="472950"/>
            </a:xfrm>
            <a:custGeom>
              <a:avLst/>
              <a:gdLst/>
              <a:ahLst/>
              <a:cxnLst/>
              <a:rect l="l" t="t" r="r" b="b"/>
              <a:pathLst>
                <a:path w="60942" h="18918" fill="none" extrusionOk="0">
                  <a:moveTo>
                    <a:pt x="0" y="0"/>
                  </a:moveTo>
                  <a:lnTo>
                    <a:pt x="60941" y="18918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" name="Google Shape;1299;p30">
              <a:extLst>
                <a:ext uri="{FF2B5EF4-FFF2-40B4-BE49-F238E27FC236}">
                  <a16:creationId xmlns:a16="http://schemas.microsoft.com/office/drawing/2014/main" id="{80CBA919-3D58-441B-AD61-EEEEE4CAB7E0}"/>
                </a:ext>
              </a:extLst>
            </p:cNvPr>
            <p:cNvSpPr/>
            <p:nvPr/>
          </p:nvSpPr>
          <p:spPr>
            <a:xfrm>
              <a:off x="1795775" y="3542500"/>
              <a:ext cx="2885575" cy="1273325"/>
            </a:xfrm>
            <a:custGeom>
              <a:avLst/>
              <a:gdLst/>
              <a:ahLst/>
              <a:cxnLst/>
              <a:rect l="l" t="t" r="r" b="b"/>
              <a:pathLst>
                <a:path w="115423" h="50933" fill="none" extrusionOk="0">
                  <a:moveTo>
                    <a:pt x="115423" y="50933"/>
                  </a:moveTo>
                  <a:lnTo>
                    <a:pt x="0" y="1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" name="Google Shape;1300;p30">
              <a:extLst>
                <a:ext uri="{FF2B5EF4-FFF2-40B4-BE49-F238E27FC236}">
                  <a16:creationId xmlns:a16="http://schemas.microsoft.com/office/drawing/2014/main" id="{960FDE89-B969-4CA8-8053-DD72C8C74AD0}"/>
                </a:ext>
              </a:extLst>
            </p:cNvPr>
            <p:cNvSpPr/>
            <p:nvPr/>
          </p:nvSpPr>
          <p:spPr>
            <a:xfrm>
              <a:off x="1795775" y="3677375"/>
              <a:ext cx="2885575" cy="1466775"/>
            </a:xfrm>
            <a:custGeom>
              <a:avLst/>
              <a:gdLst/>
              <a:ahLst/>
              <a:cxnLst/>
              <a:rect l="l" t="t" r="r" b="b"/>
              <a:pathLst>
                <a:path w="115423" h="58671" fill="none" extrusionOk="0">
                  <a:moveTo>
                    <a:pt x="115423" y="58670"/>
                  </a:moveTo>
                  <a:lnTo>
                    <a:pt x="0" y="0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" name="Google Shape;1301;p30">
              <a:extLst>
                <a:ext uri="{FF2B5EF4-FFF2-40B4-BE49-F238E27FC236}">
                  <a16:creationId xmlns:a16="http://schemas.microsoft.com/office/drawing/2014/main" id="{110FA508-7004-48FB-BA30-A5D1DC7B04E7}"/>
                </a:ext>
              </a:extLst>
            </p:cNvPr>
            <p:cNvSpPr/>
            <p:nvPr/>
          </p:nvSpPr>
          <p:spPr>
            <a:xfrm>
              <a:off x="4572200" y="2410275"/>
              <a:ext cx="1756025" cy="362050"/>
            </a:xfrm>
            <a:custGeom>
              <a:avLst/>
              <a:gdLst/>
              <a:ahLst/>
              <a:cxnLst/>
              <a:rect l="l" t="t" r="r" b="b"/>
              <a:pathLst>
                <a:path w="70241" h="14482" fill="none" extrusionOk="0">
                  <a:moveTo>
                    <a:pt x="0" y="1"/>
                  </a:moveTo>
                  <a:lnTo>
                    <a:pt x="70241" y="14482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1302;p30">
              <a:extLst>
                <a:ext uri="{FF2B5EF4-FFF2-40B4-BE49-F238E27FC236}">
                  <a16:creationId xmlns:a16="http://schemas.microsoft.com/office/drawing/2014/main" id="{4306B7E4-AB92-4E43-BDB9-6FCF0189B52B}"/>
                </a:ext>
              </a:extLst>
            </p:cNvPr>
            <p:cNvSpPr/>
            <p:nvPr/>
          </p:nvSpPr>
          <p:spPr>
            <a:xfrm>
              <a:off x="1795775" y="2422700"/>
              <a:ext cx="2965450" cy="399325"/>
            </a:xfrm>
            <a:custGeom>
              <a:avLst/>
              <a:gdLst/>
              <a:ahLst/>
              <a:cxnLst/>
              <a:rect l="l" t="t" r="r" b="b"/>
              <a:pathLst>
                <a:path w="118618" h="15973" fill="none" extrusionOk="0">
                  <a:moveTo>
                    <a:pt x="118617" y="0"/>
                  </a:moveTo>
                  <a:lnTo>
                    <a:pt x="0" y="15972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" name="Google Shape;1303;p30">
              <a:extLst>
                <a:ext uri="{FF2B5EF4-FFF2-40B4-BE49-F238E27FC236}">
                  <a16:creationId xmlns:a16="http://schemas.microsoft.com/office/drawing/2014/main" id="{476CBD17-D47C-4179-91D0-601AEEDDC3E3}"/>
                </a:ext>
              </a:extLst>
            </p:cNvPr>
            <p:cNvSpPr/>
            <p:nvPr/>
          </p:nvSpPr>
          <p:spPr>
            <a:xfrm>
              <a:off x="1795775" y="3379225"/>
              <a:ext cx="3047975" cy="832350"/>
            </a:xfrm>
            <a:custGeom>
              <a:avLst/>
              <a:gdLst/>
              <a:ahLst/>
              <a:cxnLst/>
              <a:rect l="l" t="t" r="r" b="b"/>
              <a:pathLst>
                <a:path w="121919" h="33294" fill="none" extrusionOk="0">
                  <a:moveTo>
                    <a:pt x="0" y="1"/>
                  </a:moveTo>
                  <a:lnTo>
                    <a:pt x="121918" y="33293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" name="Google Shape;1304;p30">
              <a:extLst>
                <a:ext uri="{FF2B5EF4-FFF2-40B4-BE49-F238E27FC236}">
                  <a16:creationId xmlns:a16="http://schemas.microsoft.com/office/drawing/2014/main" id="{7B2726D8-AC33-42B6-9AE9-4F1084E89B7C}"/>
                </a:ext>
              </a:extLst>
            </p:cNvPr>
            <p:cNvSpPr/>
            <p:nvPr/>
          </p:nvSpPr>
          <p:spPr>
            <a:xfrm>
              <a:off x="4613900" y="3203550"/>
              <a:ext cx="1714325" cy="1008025"/>
            </a:xfrm>
            <a:custGeom>
              <a:avLst/>
              <a:gdLst/>
              <a:ahLst/>
              <a:cxnLst/>
              <a:rect l="l" t="t" r="r" b="b"/>
              <a:pathLst>
                <a:path w="68573" h="40321" fill="none" extrusionOk="0">
                  <a:moveTo>
                    <a:pt x="0" y="40320"/>
                  </a:moveTo>
                  <a:lnTo>
                    <a:pt x="68573" y="0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1305;p30">
              <a:extLst>
                <a:ext uri="{FF2B5EF4-FFF2-40B4-BE49-F238E27FC236}">
                  <a16:creationId xmlns:a16="http://schemas.microsoft.com/office/drawing/2014/main" id="{5B78B8A3-6EE8-4DEE-87E1-93859A7C2D30}"/>
                </a:ext>
              </a:extLst>
            </p:cNvPr>
            <p:cNvSpPr/>
            <p:nvPr/>
          </p:nvSpPr>
          <p:spPr>
            <a:xfrm>
              <a:off x="1795775" y="1084625"/>
              <a:ext cx="4197925" cy="1506700"/>
            </a:xfrm>
            <a:custGeom>
              <a:avLst/>
              <a:gdLst/>
              <a:ahLst/>
              <a:cxnLst/>
              <a:rect l="l" t="t" r="r" b="b"/>
              <a:pathLst>
                <a:path w="167917" h="60268" fill="none" extrusionOk="0">
                  <a:moveTo>
                    <a:pt x="167917" y="0"/>
                  </a:moveTo>
                  <a:lnTo>
                    <a:pt x="0" y="60267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1306;p30">
              <a:extLst>
                <a:ext uri="{FF2B5EF4-FFF2-40B4-BE49-F238E27FC236}">
                  <a16:creationId xmlns:a16="http://schemas.microsoft.com/office/drawing/2014/main" id="{9FFBF030-7000-4491-8CF0-E0A4F7E775B6}"/>
                </a:ext>
              </a:extLst>
            </p:cNvPr>
            <p:cNvSpPr/>
            <p:nvPr/>
          </p:nvSpPr>
          <p:spPr>
            <a:xfrm>
              <a:off x="1795775" y="2915175"/>
              <a:ext cx="1523550" cy="31075"/>
            </a:xfrm>
            <a:custGeom>
              <a:avLst/>
              <a:gdLst/>
              <a:ahLst/>
              <a:cxnLst/>
              <a:rect l="l" t="t" r="r" b="b"/>
              <a:pathLst>
                <a:path w="60942" h="1243" fill="none" extrusionOk="0">
                  <a:moveTo>
                    <a:pt x="60941" y="0"/>
                  </a:moveTo>
                  <a:lnTo>
                    <a:pt x="0" y="1242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1307;p30">
              <a:extLst>
                <a:ext uri="{FF2B5EF4-FFF2-40B4-BE49-F238E27FC236}">
                  <a16:creationId xmlns:a16="http://schemas.microsoft.com/office/drawing/2014/main" id="{D685CA50-8A65-47E6-8A06-13E5DBB9A8B1}"/>
                </a:ext>
              </a:extLst>
            </p:cNvPr>
            <p:cNvSpPr/>
            <p:nvPr/>
          </p:nvSpPr>
          <p:spPr>
            <a:xfrm>
              <a:off x="3060200" y="2915175"/>
              <a:ext cx="3268025" cy="57700"/>
            </a:xfrm>
            <a:custGeom>
              <a:avLst/>
              <a:gdLst/>
              <a:ahLst/>
              <a:cxnLst/>
              <a:rect l="l" t="t" r="r" b="b"/>
              <a:pathLst>
                <a:path w="130721" h="2308" fill="none" extrusionOk="0">
                  <a:moveTo>
                    <a:pt x="1" y="0"/>
                  </a:moveTo>
                  <a:lnTo>
                    <a:pt x="130721" y="2307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" name="Google Shape;1308;p30">
              <a:extLst>
                <a:ext uri="{FF2B5EF4-FFF2-40B4-BE49-F238E27FC236}">
                  <a16:creationId xmlns:a16="http://schemas.microsoft.com/office/drawing/2014/main" id="{71FC6F72-75C7-4A4F-9B56-A6EDC255D1AB}"/>
                </a:ext>
              </a:extLst>
            </p:cNvPr>
            <p:cNvSpPr/>
            <p:nvPr/>
          </p:nvSpPr>
          <p:spPr>
            <a:xfrm>
              <a:off x="3137400" y="3072225"/>
              <a:ext cx="3190825" cy="807475"/>
            </a:xfrm>
            <a:custGeom>
              <a:avLst/>
              <a:gdLst/>
              <a:ahLst/>
              <a:cxnLst/>
              <a:rect l="l" t="t" r="r" b="b"/>
              <a:pathLst>
                <a:path w="127633" h="32299" fill="none" extrusionOk="0">
                  <a:moveTo>
                    <a:pt x="0" y="32299"/>
                  </a:moveTo>
                  <a:lnTo>
                    <a:pt x="127633" y="0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" name="Google Shape;1309;p30">
              <a:extLst>
                <a:ext uri="{FF2B5EF4-FFF2-40B4-BE49-F238E27FC236}">
                  <a16:creationId xmlns:a16="http://schemas.microsoft.com/office/drawing/2014/main" id="{790ED82B-63EE-46DA-9CB4-C54C9F82309E}"/>
                </a:ext>
              </a:extLst>
            </p:cNvPr>
            <p:cNvSpPr/>
            <p:nvPr/>
          </p:nvSpPr>
          <p:spPr>
            <a:xfrm>
              <a:off x="5704425" y="953300"/>
              <a:ext cx="623800" cy="1112725"/>
            </a:xfrm>
            <a:custGeom>
              <a:avLst/>
              <a:gdLst/>
              <a:ahLst/>
              <a:cxnLst/>
              <a:rect l="l" t="t" r="r" b="b"/>
              <a:pathLst>
                <a:path w="24952" h="44509" fill="none" extrusionOk="0">
                  <a:moveTo>
                    <a:pt x="0" y="0"/>
                  </a:moveTo>
                  <a:lnTo>
                    <a:pt x="24952" y="44508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1310;p30">
              <a:extLst>
                <a:ext uri="{FF2B5EF4-FFF2-40B4-BE49-F238E27FC236}">
                  <a16:creationId xmlns:a16="http://schemas.microsoft.com/office/drawing/2014/main" id="{523A3E22-AB7B-4B85-9CFD-1F2B44396229}"/>
                </a:ext>
              </a:extLst>
            </p:cNvPr>
            <p:cNvSpPr/>
            <p:nvPr/>
          </p:nvSpPr>
          <p:spPr>
            <a:xfrm>
              <a:off x="4443525" y="3336650"/>
              <a:ext cx="1884700" cy="1772875"/>
            </a:xfrm>
            <a:custGeom>
              <a:avLst/>
              <a:gdLst/>
              <a:ahLst/>
              <a:cxnLst/>
              <a:rect l="l" t="t" r="r" b="b"/>
              <a:pathLst>
                <a:path w="75388" h="70915" fill="none" extrusionOk="0">
                  <a:moveTo>
                    <a:pt x="75388" y="0"/>
                  </a:moveTo>
                  <a:lnTo>
                    <a:pt x="1" y="70915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1311;p30">
              <a:extLst>
                <a:ext uri="{FF2B5EF4-FFF2-40B4-BE49-F238E27FC236}">
                  <a16:creationId xmlns:a16="http://schemas.microsoft.com/office/drawing/2014/main" id="{6A4AD344-1F3C-4766-AE26-05AE30AF8229}"/>
                </a:ext>
              </a:extLst>
            </p:cNvPr>
            <p:cNvSpPr/>
            <p:nvPr/>
          </p:nvSpPr>
          <p:spPr>
            <a:xfrm>
              <a:off x="4443525" y="3266550"/>
              <a:ext cx="1884700" cy="1514675"/>
            </a:xfrm>
            <a:custGeom>
              <a:avLst/>
              <a:gdLst/>
              <a:ahLst/>
              <a:cxnLst/>
              <a:rect l="l" t="t" r="r" b="b"/>
              <a:pathLst>
                <a:path w="75388" h="60587" fill="none" extrusionOk="0">
                  <a:moveTo>
                    <a:pt x="75388" y="0"/>
                  </a:moveTo>
                  <a:lnTo>
                    <a:pt x="1" y="60587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1312;p30">
              <a:extLst>
                <a:ext uri="{FF2B5EF4-FFF2-40B4-BE49-F238E27FC236}">
                  <a16:creationId xmlns:a16="http://schemas.microsoft.com/office/drawing/2014/main" id="{83FF2466-C8C9-4E8A-848D-E7C8064C4147}"/>
                </a:ext>
              </a:extLst>
            </p:cNvPr>
            <p:cNvSpPr/>
            <p:nvPr/>
          </p:nvSpPr>
          <p:spPr>
            <a:xfrm>
              <a:off x="1795775" y="1826425"/>
              <a:ext cx="1423275" cy="531525"/>
            </a:xfrm>
            <a:custGeom>
              <a:avLst/>
              <a:gdLst/>
              <a:ahLst/>
              <a:cxnLst/>
              <a:rect l="l" t="t" r="r" b="b"/>
              <a:pathLst>
                <a:path w="56931" h="21261" fill="none" extrusionOk="0">
                  <a:moveTo>
                    <a:pt x="0" y="21261"/>
                  </a:moveTo>
                  <a:lnTo>
                    <a:pt x="56931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1313;p30">
              <a:extLst>
                <a:ext uri="{FF2B5EF4-FFF2-40B4-BE49-F238E27FC236}">
                  <a16:creationId xmlns:a16="http://schemas.microsoft.com/office/drawing/2014/main" id="{441E92CD-E01A-4685-9424-11821C622DE4}"/>
                </a:ext>
              </a:extLst>
            </p:cNvPr>
            <p:cNvSpPr/>
            <p:nvPr/>
          </p:nvSpPr>
          <p:spPr>
            <a:xfrm>
              <a:off x="3060200" y="1826425"/>
              <a:ext cx="2644250" cy="735600"/>
            </a:xfrm>
            <a:custGeom>
              <a:avLst/>
              <a:gdLst/>
              <a:ahLst/>
              <a:cxnLst/>
              <a:rect l="l" t="t" r="r" b="b"/>
              <a:pathLst>
                <a:path w="105770" h="29424" fill="none" extrusionOk="0">
                  <a:moveTo>
                    <a:pt x="105769" y="29424"/>
                  </a:moveTo>
                  <a:lnTo>
                    <a:pt x="1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1314;p30">
              <a:extLst>
                <a:ext uri="{FF2B5EF4-FFF2-40B4-BE49-F238E27FC236}">
                  <a16:creationId xmlns:a16="http://schemas.microsoft.com/office/drawing/2014/main" id="{DF3A3E92-6A02-4770-86B9-82D28E0A943F}"/>
                </a:ext>
              </a:extLst>
            </p:cNvPr>
            <p:cNvSpPr/>
            <p:nvPr/>
          </p:nvSpPr>
          <p:spPr>
            <a:xfrm>
              <a:off x="1795775" y="3372125"/>
              <a:ext cx="1523550" cy="472975"/>
            </a:xfrm>
            <a:custGeom>
              <a:avLst/>
              <a:gdLst/>
              <a:ahLst/>
              <a:cxnLst/>
              <a:rect l="l" t="t" r="r" b="b"/>
              <a:pathLst>
                <a:path w="60942" h="18919" fill="none" extrusionOk="0">
                  <a:moveTo>
                    <a:pt x="0" y="1"/>
                  </a:moveTo>
                  <a:lnTo>
                    <a:pt x="60941" y="18919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1315;p30">
              <a:extLst>
                <a:ext uri="{FF2B5EF4-FFF2-40B4-BE49-F238E27FC236}">
                  <a16:creationId xmlns:a16="http://schemas.microsoft.com/office/drawing/2014/main" id="{55A3E7DE-CA33-4C45-B433-2A92478114ED}"/>
                </a:ext>
              </a:extLst>
            </p:cNvPr>
            <p:cNvSpPr/>
            <p:nvPr/>
          </p:nvSpPr>
          <p:spPr>
            <a:xfrm>
              <a:off x="1795775" y="3507000"/>
              <a:ext cx="2885575" cy="1274225"/>
            </a:xfrm>
            <a:custGeom>
              <a:avLst/>
              <a:gdLst/>
              <a:ahLst/>
              <a:cxnLst/>
              <a:rect l="l" t="t" r="r" b="b"/>
              <a:pathLst>
                <a:path w="115423" h="50969" fill="none" extrusionOk="0">
                  <a:moveTo>
                    <a:pt x="115423" y="50969"/>
                  </a:moveTo>
                  <a:lnTo>
                    <a:pt x="0" y="1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1316;p30">
              <a:extLst>
                <a:ext uri="{FF2B5EF4-FFF2-40B4-BE49-F238E27FC236}">
                  <a16:creationId xmlns:a16="http://schemas.microsoft.com/office/drawing/2014/main" id="{C9F4662D-8CBF-42BC-9FB2-1EF07DA934E8}"/>
                </a:ext>
              </a:extLst>
            </p:cNvPr>
            <p:cNvSpPr/>
            <p:nvPr/>
          </p:nvSpPr>
          <p:spPr>
            <a:xfrm>
              <a:off x="1795775" y="3642775"/>
              <a:ext cx="2885575" cy="1466750"/>
            </a:xfrm>
            <a:custGeom>
              <a:avLst/>
              <a:gdLst/>
              <a:ahLst/>
              <a:cxnLst/>
              <a:rect l="l" t="t" r="r" b="b"/>
              <a:pathLst>
                <a:path w="115423" h="58670" fill="none" extrusionOk="0">
                  <a:moveTo>
                    <a:pt x="115423" y="58670"/>
                  </a:moveTo>
                  <a:lnTo>
                    <a:pt x="0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" name="Google Shape;1317;p30">
              <a:extLst>
                <a:ext uri="{FF2B5EF4-FFF2-40B4-BE49-F238E27FC236}">
                  <a16:creationId xmlns:a16="http://schemas.microsoft.com/office/drawing/2014/main" id="{2189B511-CEE2-4954-A47D-C69B1C0E1A5D}"/>
                </a:ext>
              </a:extLst>
            </p:cNvPr>
            <p:cNvSpPr/>
            <p:nvPr/>
          </p:nvSpPr>
          <p:spPr>
            <a:xfrm>
              <a:off x="4572200" y="2375675"/>
              <a:ext cx="1756025" cy="362050"/>
            </a:xfrm>
            <a:custGeom>
              <a:avLst/>
              <a:gdLst/>
              <a:ahLst/>
              <a:cxnLst/>
              <a:rect l="l" t="t" r="r" b="b"/>
              <a:pathLst>
                <a:path w="70241" h="14482" fill="none" extrusionOk="0">
                  <a:moveTo>
                    <a:pt x="0" y="0"/>
                  </a:moveTo>
                  <a:lnTo>
                    <a:pt x="70241" y="14481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" name="Google Shape;1318;p30">
              <a:extLst>
                <a:ext uri="{FF2B5EF4-FFF2-40B4-BE49-F238E27FC236}">
                  <a16:creationId xmlns:a16="http://schemas.microsoft.com/office/drawing/2014/main" id="{6D9F5DCF-763D-4D9E-86F1-87B9D1665B69}"/>
                </a:ext>
              </a:extLst>
            </p:cNvPr>
            <p:cNvSpPr/>
            <p:nvPr/>
          </p:nvSpPr>
          <p:spPr>
            <a:xfrm>
              <a:off x="1795775" y="2388100"/>
              <a:ext cx="2965450" cy="398425"/>
            </a:xfrm>
            <a:custGeom>
              <a:avLst/>
              <a:gdLst/>
              <a:ahLst/>
              <a:cxnLst/>
              <a:rect l="l" t="t" r="r" b="b"/>
              <a:pathLst>
                <a:path w="118618" h="15937" fill="none" extrusionOk="0">
                  <a:moveTo>
                    <a:pt x="118617" y="0"/>
                  </a:moveTo>
                  <a:lnTo>
                    <a:pt x="0" y="15937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" name="Google Shape;1319;p30">
              <a:extLst>
                <a:ext uri="{FF2B5EF4-FFF2-40B4-BE49-F238E27FC236}">
                  <a16:creationId xmlns:a16="http://schemas.microsoft.com/office/drawing/2014/main" id="{81A0E519-EBEB-435B-8213-22A3FCD8300F}"/>
                </a:ext>
              </a:extLst>
            </p:cNvPr>
            <p:cNvSpPr/>
            <p:nvPr/>
          </p:nvSpPr>
          <p:spPr>
            <a:xfrm>
              <a:off x="1795775" y="3344625"/>
              <a:ext cx="3047975" cy="831450"/>
            </a:xfrm>
            <a:custGeom>
              <a:avLst/>
              <a:gdLst/>
              <a:ahLst/>
              <a:cxnLst/>
              <a:rect l="l" t="t" r="r" b="b"/>
              <a:pathLst>
                <a:path w="121919" h="33258" fill="none" extrusionOk="0">
                  <a:moveTo>
                    <a:pt x="0" y="1"/>
                  </a:moveTo>
                  <a:lnTo>
                    <a:pt x="121918" y="33257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" name="Google Shape;1320;p30">
              <a:extLst>
                <a:ext uri="{FF2B5EF4-FFF2-40B4-BE49-F238E27FC236}">
                  <a16:creationId xmlns:a16="http://schemas.microsoft.com/office/drawing/2014/main" id="{54D81D61-F0F8-4A93-A50E-8C68B9B15E41}"/>
                </a:ext>
              </a:extLst>
            </p:cNvPr>
            <p:cNvSpPr/>
            <p:nvPr/>
          </p:nvSpPr>
          <p:spPr>
            <a:xfrm>
              <a:off x="4613900" y="3168950"/>
              <a:ext cx="1714325" cy="1007125"/>
            </a:xfrm>
            <a:custGeom>
              <a:avLst/>
              <a:gdLst/>
              <a:ahLst/>
              <a:cxnLst/>
              <a:rect l="l" t="t" r="r" b="b"/>
              <a:pathLst>
                <a:path w="68573" h="40285" fill="none" extrusionOk="0">
                  <a:moveTo>
                    <a:pt x="0" y="40284"/>
                  </a:moveTo>
                  <a:lnTo>
                    <a:pt x="68573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" name="Google Shape;1321;p30">
              <a:extLst>
                <a:ext uri="{FF2B5EF4-FFF2-40B4-BE49-F238E27FC236}">
                  <a16:creationId xmlns:a16="http://schemas.microsoft.com/office/drawing/2014/main" id="{D47DD403-44BF-4A70-91A3-C5127831D4F0}"/>
                </a:ext>
              </a:extLst>
            </p:cNvPr>
            <p:cNvSpPr/>
            <p:nvPr/>
          </p:nvSpPr>
          <p:spPr>
            <a:xfrm>
              <a:off x="1795775" y="1050000"/>
              <a:ext cx="4197925" cy="1506700"/>
            </a:xfrm>
            <a:custGeom>
              <a:avLst/>
              <a:gdLst/>
              <a:ahLst/>
              <a:cxnLst/>
              <a:rect l="l" t="t" r="r" b="b"/>
              <a:pathLst>
                <a:path w="167917" h="60268" fill="none" extrusionOk="0">
                  <a:moveTo>
                    <a:pt x="167917" y="1"/>
                  </a:moveTo>
                  <a:lnTo>
                    <a:pt x="0" y="60268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" name="Google Shape;1322;p30">
              <a:extLst>
                <a:ext uri="{FF2B5EF4-FFF2-40B4-BE49-F238E27FC236}">
                  <a16:creationId xmlns:a16="http://schemas.microsoft.com/office/drawing/2014/main" id="{762D5630-62AF-4992-9A2E-BCCA707482A2}"/>
                </a:ext>
              </a:extLst>
            </p:cNvPr>
            <p:cNvSpPr/>
            <p:nvPr/>
          </p:nvSpPr>
          <p:spPr>
            <a:xfrm>
              <a:off x="1795775" y="2880550"/>
              <a:ext cx="1523550" cy="31100"/>
            </a:xfrm>
            <a:custGeom>
              <a:avLst/>
              <a:gdLst/>
              <a:ahLst/>
              <a:cxnLst/>
              <a:rect l="l" t="t" r="r" b="b"/>
              <a:pathLst>
                <a:path w="60942" h="1244" fill="none" extrusionOk="0">
                  <a:moveTo>
                    <a:pt x="60941" y="1"/>
                  </a:moveTo>
                  <a:lnTo>
                    <a:pt x="0" y="1243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" name="Google Shape;1323;p30">
              <a:extLst>
                <a:ext uri="{FF2B5EF4-FFF2-40B4-BE49-F238E27FC236}">
                  <a16:creationId xmlns:a16="http://schemas.microsoft.com/office/drawing/2014/main" id="{34F2B9BE-3D91-4112-801F-4096EF7FDEB0}"/>
                </a:ext>
              </a:extLst>
            </p:cNvPr>
            <p:cNvSpPr/>
            <p:nvPr/>
          </p:nvSpPr>
          <p:spPr>
            <a:xfrm>
              <a:off x="3060200" y="2880550"/>
              <a:ext cx="3268025" cy="56825"/>
            </a:xfrm>
            <a:custGeom>
              <a:avLst/>
              <a:gdLst/>
              <a:ahLst/>
              <a:cxnLst/>
              <a:rect l="l" t="t" r="r" b="b"/>
              <a:pathLst>
                <a:path w="130721" h="2273" fill="none" extrusionOk="0">
                  <a:moveTo>
                    <a:pt x="1" y="1"/>
                  </a:moveTo>
                  <a:lnTo>
                    <a:pt x="130721" y="2272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" name="Google Shape;1324;p30">
              <a:extLst>
                <a:ext uri="{FF2B5EF4-FFF2-40B4-BE49-F238E27FC236}">
                  <a16:creationId xmlns:a16="http://schemas.microsoft.com/office/drawing/2014/main" id="{3FD8F5B0-BC59-4A04-B353-E4D8548A4241}"/>
                </a:ext>
              </a:extLst>
            </p:cNvPr>
            <p:cNvSpPr/>
            <p:nvPr/>
          </p:nvSpPr>
          <p:spPr>
            <a:xfrm>
              <a:off x="3137400" y="3037625"/>
              <a:ext cx="3190825" cy="807475"/>
            </a:xfrm>
            <a:custGeom>
              <a:avLst/>
              <a:gdLst/>
              <a:ahLst/>
              <a:cxnLst/>
              <a:rect l="l" t="t" r="r" b="b"/>
              <a:pathLst>
                <a:path w="127633" h="32299" fill="none" extrusionOk="0">
                  <a:moveTo>
                    <a:pt x="0" y="32299"/>
                  </a:moveTo>
                  <a:lnTo>
                    <a:pt x="127633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" name="Google Shape;1325;p30">
              <a:extLst>
                <a:ext uri="{FF2B5EF4-FFF2-40B4-BE49-F238E27FC236}">
                  <a16:creationId xmlns:a16="http://schemas.microsoft.com/office/drawing/2014/main" id="{00A0E340-99CA-4500-B0CA-CCA00F362521}"/>
                </a:ext>
              </a:extLst>
            </p:cNvPr>
            <p:cNvSpPr/>
            <p:nvPr/>
          </p:nvSpPr>
          <p:spPr>
            <a:xfrm>
              <a:off x="5704425" y="1014525"/>
              <a:ext cx="623800" cy="1113600"/>
            </a:xfrm>
            <a:custGeom>
              <a:avLst/>
              <a:gdLst/>
              <a:ahLst/>
              <a:cxnLst/>
              <a:rect l="l" t="t" r="r" b="b"/>
              <a:pathLst>
                <a:path w="24952" h="44544" fill="none" extrusionOk="0">
                  <a:moveTo>
                    <a:pt x="0" y="0"/>
                  </a:moveTo>
                  <a:lnTo>
                    <a:pt x="24952" y="44544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1326;p30">
              <a:extLst>
                <a:ext uri="{FF2B5EF4-FFF2-40B4-BE49-F238E27FC236}">
                  <a16:creationId xmlns:a16="http://schemas.microsoft.com/office/drawing/2014/main" id="{EED8251C-8477-4BDA-ADF7-B6A6851C05A9}"/>
                </a:ext>
              </a:extLst>
            </p:cNvPr>
            <p:cNvSpPr/>
            <p:nvPr/>
          </p:nvSpPr>
          <p:spPr>
            <a:xfrm>
              <a:off x="4443525" y="3398750"/>
              <a:ext cx="1884700" cy="1772000"/>
            </a:xfrm>
            <a:custGeom>
              <a:avLst/>
              <a:gdLst/>
              <a:ahLst/>
              <a:cxnLst/>
              <a:rect l="l" t="t" r="r" b="b"/>
              <a:pathLst>
                <a:path w="75388" h="70880" fill="none" extrusionOk="0">
                  <a:moveTo>
                    <a:pt x="75388" y="1"/>
                  </a:moveTo>
                  <a:lnTo>
                    <a:pt x="1" y="7088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1327;p30">
              <a:extLst>
                <a:ext uri="{FF2B5EF4-FFF2-40B4-BE49-F238E27FC236}">
                  <a16:creationId xmlns:a16="http://schemas.microsoft.com/office/drawing/2014/main" id="{BD745AA0-A692-4206-80B1-F2D4D31A3705}"/>
                </a:ext>
              </a:extLst>
            </p:cNvPr>
            <p:cNvSpPr/>
            <p:nvPr/>
          </p:nvSpPr>
          <p:spPr>
            <a:xfrm>
              <a:off x="4443525" y="3327775"/>
              <a:ext cx="1884700" cy="1514675"/>
            </a:xfrm>
            <a:custGeom>
              <a:avLst/>
              <a:gdLst/>
              <a:ahLst/>
              <a:cxnLst/>
              <a:rect l="l" t="t" r="r" b="b"/>
              <a:pathLst>
                <a:path w="75388" h="60587" fill="none" extrusionOk="0">
                  <a:moveTo>
                    <a:pt x="75388" y="0"/>
                  </a:moveTo>
                  <a:lnTo>
                    <a:pt x="1" y="60587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" name="Google Shape;1328;p30">
              <a:extLst>
                <a:ext uri="{FF2B5EF4-FFF2-40B4-BE49-F238E27FC236}">
                  <a16:creationId xmlns:a16="http://schemas.microsoft.com/office/drawing/2014/main" id="{8B800197-5242-40B0-A2A9-C3FA310D5A6D}"/>
                </a:ext>
              </a:extLst>
            </p:cNvPr>
            <p:cNvSpPr/>
            <p:nvPr/>
          </p:nvSpPr>
          <p:spPr>
            <a:xfrm>
              <a:off x="1795775" y="1887650"/>
              <a:ext cx="1423275" cy="531525"/>
            </a:xfrm>
            <a:custGeom>
              <a:avLst/>
              <a:gdLst/>
              <a:ahLst/>
              <a:cxnLst/>
              <a:rect l="l" t="t" r="r" b="b"/>
              <a:pathLst>
                <a:path w="56931" h="21261" fill="none" extrusionOk="0">
                  <a:moveTo>
                    <a:pt x="0" y="21261"/>
                  </a:moveTo>
                  <a:lnTo>
                    <a:pt x="56931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" name="Google Shape;1329;p30">
              <a:extLst>
                <a:ext uri="{FF2B5EF4-FFF2-40B4-BE49-F238E27FC236}">
                  <a16:creationId xmlns:a16="http://schemas.microsoft.com/office/drawing/2014/main" id="{316570BF-1F7A-4DEB-BAED-BFE3CB587A24}"/>
                </a:ext>
              </a:extLst>
            </p:cNvPr>
            <p:cNvSpPr/>
            <p:nvPr/>
          </p:nvSpPr>
          <p:spPr>
            <a:xfrm>
              <a:off x="3060200" y="1887650"/>
              <a:ext cx="2644250" cy="735600"/>
            </a:xfrm>
            <a:custGeom>
              <a:avLst/>
              <a:gdLst/>
              <a:ahLst/>
              <a:cxnLst/>
              <a:rect l="l" t="t" r="r" b="b"/>
              <a:pathLst>
                <a:path w="105770" h="29424" fill="none" extrusionOk="0">
                  <a:moveTo>
                    <a:pt x="105769" y="29424"/>
                  </a:moveTo>
                  <a:lnTo>
                    <a:pt x="1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" name="Google Shape;1330;p30">
              <a:extLst>
                <a:ext uri="{FF2B5EF4-FFF2-40B4-BE49-F238E27FC236}">
                  <a16:creationId xmlns:a16="http://schemas.microsoft.com/office/drawing/2014/main" id="{47DF25D3-5747-4BF4-96DA-D5D6A035B631}"/>
                </a:ext>
              </a:extLst>
            </p:cNvPr>
            <p:cNvSpPr/>
            <p:nvPr/>
          </p:nvSpPr>
          <p:spPr>
            <a:xfrm>
              <a:off x="1795775" y="3433350"/>
              <a:ext cx="1523550" cy="472975"/>
            </a:xfrm>
            <a:custGeom>
              <a:avLst/>
              <a:gdLst/>
              <a:ahLst/>
              <a:cxnLst/>
              <a:rect l="l" t="t" r="r" b="b"/>
              <a:pathLst>
                <a:path w="60942" h="18919" fill="none" extrusionOk="0">
                  <a:moveTo>
                    <a:pt x="0" y="1"/>
                  </a:moveTo>
                  <a:lnTo>
                    <a:pt x="60941" y="18919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" name="Google Shape;1331;p30">
              <a:extLst>
                <a:ext uri="{FF2B5EF4-FFF2-40B4-BE49-F238E27FC236}">
                  <a16:creationId xmlns:a16="http://schemas.microsoft.com/office/drawing/2014/main" id="{E3CC7094-52BA-4F75-AF1B-C56DF39695FD}"/>
                </a:ext>
              </a:extLst>
            </p:cNvPr>
            <p:cNvSpPr/>
            <p:nvPr/>
          </p:nvSpPr>
          <p:spPr>
            <a:xfrm>
              <a:off x="1795775" y="3569125"/>
              <a:ext cx="2885575" cy="1273325"/>
            </a:xfrm>
            <a:custGeom>
              <a:avLst/>
              <a:gdLst/>
              <a:ahLst/>
              <a:cxnLst/>
              <a:rect l="l" t="t" r="r" b="b"/>
              <a:pathLst>
                <a:path w="115423" h="50933" fill="none" extrusionOk="0">
                  <a:moveTo>
                    <a:pt x="115423" y="50933"/>
                  </a:moveTo>
                  <a:lnTo>
                    <a:pt x="0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" name="Google Shape;1332;p30">
              <a:extLst>
                <a:ext uri="{FF2B5EF4-FFF2-40B4-BE49-F238E27FC236}">
                  <a16:creationId xmlns:a16="http://schemas.microsoft.com/office/drawing/2014/main" id="{C2780B39-1E93-4F19-867B-4364DE4CFC04}"/>
                </a:ext>
              </a:extLst>
            </p:cNvPr>
            <p:cNvSpPr/>
            <p:nvPr/>
          </p:nvSpPr>
          <p:spPr>
            <a:xfrm>
              <a:off x="1795775" y="3704000"/>
              <a:ext cx="2885575" cy="1466750"/>
            </a:xfrm>
            <a:custGeom>
              <a:avLst/>
              <a:gdLst/>
              <a:ahLst/>
              <a:cxnLst/>
              <a:rect l="l" t="t" r="r" b="b"/>
              <a:pathLst>
                <a:path w="115423" h="58670" fill="none" extrusionOk="0">
                  <a:moveTo>
                    <a:pt x="115423" y="58670"/>
                  </a:moveTo>
                  <a:lnTo>
                    <a:pt x="0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" name="Google Shape;1333;p30">
              <a:extLst>
                <a:ext uri="{FF2B5EF4-FFF2-40B4-BE49-F238E27FC236}">
                  <a16:creationId xmlns:a16="http://schemas.microsoft.com/office/drawing/2014/main" id="{F443693E-64DB-41F5-B76B-3F32F4AF739C}"/>
                </a:ext>
              </a:extLst>
            </p:cNvPr>
            <p:cNvSpPr/>
            <p:nvPr/>
          </p:nvSpPr>
          <p:spPr>
            <a:xfrm>
              <a:off x="4572200" y="2436900"/>
              <a:ext cx="1756025" cy="362050"/>
            </a:xfrm>
            <a:custGeom>
              <a:avLst/>
              <a:gdLst/>
              <a:ahLst/>
              <a:cxnLst/>
              <a:rect l="l" t="t" r="r" b="b"/>
              <a:pathLst>
                <a:path w="70241" h="14482" fill="none" extrusionOk="0">
                  <a:moveTo>
                    <a:pt x="0" y="0"/>
                  </a:moveTo>
                  <a:lnTo>
                    <a:pt x="70241" y="14481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" name="Google Shape;1334;p30">
              <a:extLst>
                <a:ext uri="{FF2B5EF4-FFF2-40B4-BE49-F238E27FC236}">
                  <a16:creationId xmlns:a16="http://schemas.microsoft.com/office/drawing/2014/main" id="{238E4186-9121-422E-BFA5-F324002ECDAE}"/>
                </a:ext>
              </a:extLst>
            </p:cNvPr>
            <p:cNvSpPr/>
            <p:nvPr/>
          </p:nvSpPr>
          <p:spPr>
            <a:xfrm>
              <a:off x="1795775" y="2449325"/>
              <a:ext cx="2965450" cy="399325"/>
            </a:xfrm>
            <a:custGeom>
              <a:avLst/>
              <a:gdLst/>
              <a:ahLst/>
              <a:cxnLst/>
              <a:rect l="l" t="t" r="r" b="b"/>
              <a:pathLst>
                <a:path w="118618" h="15973" fill="none" extrusionOk="0">
                  <a:moveTo>
                    <a:pt x="118617" y="0"/>
                  </a:moveTo>
                  <a:lnTo>
                    <a:pt x="0" y="15972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" name="Google Shape;1335;p30">
              <a:extLst>
                <a:ext uri="{FF2B5EF4-FFF2-40B4-BE49-F238E27FC236}">
                  <a16:creationId xmlns:a16="http://schemas.microsoft.com/office/drawing/2014/main" id="{C7493010-2404-49F3-A679-31FAADD0C60E}"/>
                </a:ext>
              </a:extLst>
            </p:cNvPr>
            <p:cNvSpPr/>
            <p:nvPr/>
          </p:nvSpPr>
          <p:spPr>
            <a:xfrm>
              <a:off x="1795775" y="3405850"/>
              <a:ext cx="3047975" cy="832325"/>
            </a:xfrm>
            <a:custGeom>
              <a:avLst/>
              <a:gdLst/>
              <a:ahLst/>
              <a:cxnLst/>
              <a:rect l="l" t="t" r="r" b="b"/>
              <a:pathLst>
                <a:path w="121919" h="33293" fill="none" extrusionOk="0">
                  <a:moveTo>
                    <a:pt x="0" y="1"/>
                  </a:moveTo>
                  <a:lnTo>
                    <a:pt x="121918" y="33293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" name="Google Shape;1336;p30">
              <a:extLst>
                <a:ext uri="{FF2B5EF4-FFF2-40B4-BE49-F238E27FC236}">
                  <a16:creationId xmlns:a16="http://schemas.microsoft.com/office/drawing/2014/main" id="{C28C1FB3-1EFB-4910-A4F7-85FDFF51D077}"/>
                </a:ext>
              </a:extLst>
            </p:cNvPr>
            <p:cNvSpPr/>
            <p:nvPr/>
          </p:nvSpPr>
          <p:spPr>
            <a:xfrm>
              <a:off x="4613900" y="3230175"/>
              <a:ext cx="1714325" cy="1008000"/>
            </a:xfrm>
            <a:custGeom>
              <a:avLst/>
              <a:gdLst/>
              <a:ahLst/>
              <a:cxnLst/>
              <a:rect l="l" t="t" r="r" b="b"/>
              <a:pathLst>
                <a:path w="68573" h="40320" fill="none" extrusionOk="0">
                  <a:moveTo>
                    <a:pt x="0" y="40320"/>
                  </a:moveTo>
                  <a:lnTo>
                    <a:pt x="68573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" name="Google Shape;1337;p30">
              <a:extLst>
                <a:ext uri="{FF2B5EF4-FFF2-40B4-BE49-F238E27FC236}">
                  <a16:creationId xmlns:a16="http://schemas.microsoft.com/office/drawing/2014/main" id="{ABD6A978-55EB-47FD-8422-3427DF23D811}"/>
                </a:ext>
              </a:extLst>
            </p:cNvPr>
            <p:cNvSpPr/>
            <p:nvPr/>
          </p:nvSpPr>
          <p:spPr>
            <a:xfrm>
              <a:off x="1795775" y="1111250"/>
              <a:ext cx="4197925" cy="1506675"/>
            </a:xfrm>
            <a:custGeom>
              <a:avLst/>
              <a:gdLst/>
              <a:ahLst/>
              <a:cxnLst/>
              <a:rect l="l" t="t" r="r" b="b"/>
              <a:pathLst>
                <a:path w="167917" h="60267" fill="none" extrusionOk="0">
                  <a:moveTo>
                    <a:pt x="167917" y="0"/>
                  </a:moveTo>
                  <a:lnTo>
                    <a:pt x="0" y="60267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" name="Google Shape;1338;p30">
              <a:extLst>
                <a:ext uri="{FF2B5EF4-FFF2-40B4-BE49-F238E27FC236}">
                  <a16:creationId xmlns:a16="http://schemas.microsoft.com/office/drawing/2014/main" id="{A2973D67-D69B-41B8-9CF4-4D363E03FE45}"/>
                </a:ext>
              </a:extLst>
            </p:cNvPr>
            <p:cNvSpPr/>
            <p:nvPr/>
          </p:nvSpPr>
          <p:spPr>
            <a:xfrm>
              <a:off x="1795775" y="2941775"/>
              <a:ext cx="1523550" cy="31100"/>
            </a:xfrm>
            <a:custGeom>
              <a:avLst/>
              <a:gdLst/>
              <a:ahLst/>
              <a:cxnLst/>
              <a:rect l="l" t="t" r="r" b="b"/>
              <a:pathLst>
                <a:path w="60942" h="1244" fill="none" extrusionOk="0">
                  <a:moveTo>
                    <a:pt x="60941" y="1"/>
                  </a:moveTo>
                  <a:lnTo>
                    <a:pt x="0" y="1243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" name="Google Shape;1339;p30">
              <a:extLst>
                <a:ext uri="{FF2B5EF4-FFF2-40B4-BE49-F238E27FC236}">
                  <a16:creationId xmlns:a16="http://schemas.microsoft.com/office/drawing/2014/main" id="{691A4683-5A17-4D15-81EA-099BF9DF7250}"/>
                </a:ext>
              </a:extLst>
            </p:cNvPr>
            <p:cNvSpPr/>
            <p:nvPr/>
          </p:nvSpPr>
          <p:spPr>
            <a:xfrm>
              <a:off x="3060200" y="2941775"/>
              <a:ext cx="3268025" cy="57700"/>
            </a:xfrm>
            <a:custGeom>
              <a:avLst/>
              <a:gdLst/>
              <a:ahLst/>
              <a:cxnLst/>
              <a:rect l="l" t="t" r="r" b="b"/>
              <a:pathLst>
                <a:path w="130721" h="2308" fill="none" extrusionOk="0">
                  <a:moveTo>
                    <a:pt x="1" y="1"/>
                  </a:moveTo>
                  <a:lnTo>
                    <a:pt x="130721" y="2308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" name="Google Shape;1340;p30">
              <a:extLst>
                <a:ext uri="{FF2B5EF4-FFF2-40B4-BE49-F238E27FC236}">
                  <a16:creationId xmlns:a16="http://schemas.microsoft.com/office/drawing/2014/main" id="{FD3BD8C2-CFDA-42D0-98E7-D3B4F28902AA}"/>
                </a:ext>
              </a:extLst>
            </p:cNvPr>
            <p:cNvSpPr/>
            <p:nvPr/>
          </p:nvSpPr>
          <p:spPr>
            <a:xfrm>
              <a:off x="3137400" y="3098850"/>
              <a:ext cx="3190825" cy="807475"/>
            </a:xfrm>
            <a:custGeom>
              <a:avLst/>
              <a:gdLst/>
              <a:ahLst/>
              <a:cxnLst/>
              <a:rect l="l" t="t" r="r" b="b"/>
              <a:pathLst>
                <a:path w="127633" h="32299" fill="none" extrusionOk="0">
                  <a:moveTo>
                    <a:pt x="0" y="32299"/>
                  </a:moveTo>
                  <a:lnTo>
                    <a:pt x="127633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" name="Google Shape;1341;p30">
              <a:extLst>
                <a:ext uri="{FF2B5EF4-FFF2-40B4-BE49-F238E27FC236}">
                  <a16:creationId xmlns:a16="http://schemas.microsoft.com/office/drawing/2014/main" id="{A45AD29C-796F-4DD4-8B99-7EDB7812E034}"/>
                </a:ext>
              </a:extLst>
            </p:cNvPr>
            <p:cNvSpPr/>
            <p:nvPr/>
          </p:nvSpPr>
          <p:spPr>
            <a:xfrm>
              <a:off x="1845450" y="2361475"/>
              <a:ext cx="41750" cy="1362075"/>
            </a:xfrm>
            <a:custGeom>
              <a:avLst/>
              <a:gdLst/>
              <a:ahLst/>
              <a:cxnLst/>
              <a:rect l="l" t="t" r="r" b="b"/>
              <a:pathLst>
                <a:path w="1670" h="54483" fill="none" extrusionOk="0">
                  <a:moveTo>
                    <a:pt x="1" y="639"/>
                  </a:moveTo>
                  <a:lnTo>
                    <a:pt x="1" y="53666"/>
                  </a:lnTo>
                  <a:lnTo>
                    <a:pt x="1669" y="54482"/>
                  </a:lnTo>
                  <a:lnTo>
                    <a:pt x="1669" y="0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" name="Google Shape;1342;p30">
              <a:extLst>
                <a:ext uri="{FF2B5EF4-FFF2-40B4-BE49-F238E27FC236}">
                  <a16:creationId xmlns:a16="http://schemas.microsoft.com/office/drawing/2014/main" id="{AFC2B7C8-3473-483C-88BB-E4B538F4C522}"/>
                </a:ext>
              </a:extLst>
            </p:cNvPr>
            <p:cNvSpPr/>
            <p:nvPr/>
          </p:nvSpPr>
          <p:spPr>
            <a:xfrm>
              <a:off x="1887175" y="2361475"/>
              <a:ext cx="46150" cy="1362075"/>
            </a:xfrm>
            <a:custGeom>
              <a:avLst/>
              <a:gdLst/>
              <a:ahLst/>
              <a:cxnLst/>
              <a:rect l="l" t="t" r="r" b="b"/>
              <a:pathLst>
                <a:path w="1846" h="54483" fill="none" extrusionOk="0">
                  <a:moveTo>
                    <a:pt x="0" y="0"/>
                  </a:moveTo>
                  <a:lnTo>
                    <a:pt x="1846" y="391"/>
                  </a:lnTo>
                  <a:lnTo>
                    <a:pt x="1846" y="53950"/>
                  </a:lnTo>
                  <a:lnTo>
                    <a:pt x="0" y="54482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" name="Google Shape;1343;p30">
              <a:extLst>
                <a:ext uri="{FF2B5EF4-FFF2-40B4-BE49-F238E27FC236}">
                  <a16:creationId xmlns:a16="http://schemas.microsoft.com/office/drawing/2014/main" id="{DD027C3B-8D51-4B72-AD36-9D5B8D4D4BC7}"/>
                </a:ext>
              </a:extLst>
            </p:cNvPr>
            <p:cNvSpPr/>
            <p:nvPr/>
          </p:nvSpPr>
          <p:spPr>
            <a:xfrm>
              <a:off x="3238550" y="1910725"/>
              <a:ext cx="94075" cy="1944125"/>
            </a:xfrm>
            <a:custGeom>
              <a:avLst/>
              <a:gdLst/>
              <a:ahLst/>
              <a:cxnLst/>
              <a:rect l="l" t="t" r="r" b="b"/>
              <a:pathLst>
                <a:path w="3763" h="77765" fill="none" extrusionOk="0">
                  <a:moveTo>
                    <a:pt x="1" y="77765"/>
                  </a:moveTo>
                  <a:lnTo>
                    <a:pt x="1" y="0"/>
                  </a:lnTo>
                  <a:lnTo>
                    <a:pt x="3763" y="1029"/>
                  </a:lnTo>
                  <a:lnTo>
                    <a:pt x="3763" y="76807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" name="Google Shape;1344;p30">
              <a:extLst>
                <a:ext uri="{FF2B5EF4-FFF2-40B4-BE49-F238E27FC236}">
                  <a16:creationId xmlns:a16="http://schemas.microsoft.com/office/drawing/2014/main" id="{B2221B4F-6B70-439A-AC07-C4137D83A9EF}"/>
                </a:ext>
              </a:extLst>
            </p:cNvPr>
            <p:cNvSpPr/>
            <p:nvPr/>
          </p:nvSpPr>
          <p:spPr>
            <a:xfrm>
              <a:off x="3148050" y="1910725"/>
              <a:ext cx="90525" cy="1944125"/>
            </a:xfrm>
            <a:custGeom>
              <a:avLst/>
              <a:gdLst/>
              <a:ahLst/>
              <a:cxnLst/>
              <a:rect l="l" t="t" r="r" b="b"/>
              <a:pathLst>
                <a:path w="3621" h="77765" fill="none" extrusionOk="0">
                  <a:moveTo>
                    <a:pt x="3621" y="0"/>
                  </a:moveTo>
                  <a:lnTo>
                    <a:pt x="0" y="1100"/>
                  </a:lnTo>
                  <a:lnTo>
                    <a:pt x="0" y="76629"/>
                  </a:lnTo>
                  <a:lnTo>
                    <a:pt x="3621" y="77765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" name="Google Shape;1345;p30">
              <a:extLst>
                <a:ext uri="{FF2B5EF4-FFF2-40B4-BE49-F238E27FC236}">
                  <a16:creationId xmlns:a16="http://schemas.microsoft.com/office/drawing/2014/main" id="{7FEF45D9-3B40-431F-9D4E-D00DE58ABC05}"/>
                </a:ext>
              </a:extLst>
            </p:cNvPr>
            <p:cNvSpPr/>
            <p:nvPr/>
          </p:nvSpPr>
          <p:spPr>
            <a:xfrm>
              <a:off x="3677775" y="2566450"/>
              <a:ext cx="68350" cy="1345200"/>
            </a:xfrm>
            <a:custGeom>
              <a:avLst/>
              <a:gdLst/>
              <a:ahLst/>
              <a:cxnLst/>
              <a:rect l="l" t="t" r="r" b="b"/>
              <a:pathLst>
                <a:path w="2734" h="53808" fill="none" extrusionOk="0">
                  <a:moveTo>
                    <a:pt x="1" y="355"/>
                  </a:moveTo>
                  <a:lnTo>
                    <a:pt x="1" y="53062"/>
                  </a:lnTo>
                  <a:lnTo>
                    <a:pt x="2734" y="53808"/>
                  </a:lnTo>
                  <a:lnTo>
                    <a:pt x="2734" y="0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" name="Google Shape;1346;p30">
              <a:extLst>
                <a:ext uri="{FF2B5EF4-FFF2-40B4-BE49-F238E27FC236}">
                  <a16:creationId xmlns:a16="http://schemas.microsoft.com/office/drawing/2014/main" id="{1DAFB8FE-5E23-4FA4-9AFD-20C832829B57}"/>
                </a:ext>
              </a:extLst>
            </p:cNvPr>
            <p:cNvSpPr/>
            <p:nvPr/>
          </p:nvSpPr>
          <p:spPr>
            <a:xfrm>
              <a:off x="3746100" y="2566450"/>
              <a:ext cx="69225" cy="1345200"/>
            </a:xfrm>
            <a:custGeom>
              <a:avLst/>
              <a:gdLst/>
              <a:ahLst/>
              <a:cxnLst/>
              <a:rect l="l" t="t" r="r" b="b"/>
              <a:pathLst>
                <a:path w="2769" h="53808" fill="none" extrusionOk="0">
                  <a:moveTo>
                    <a:pt x="1" y="0"/>
                  </a:moveTo>
                  <a:lnTo>
                    <a:pt x="2769" y="426"/>
                  </a:lnTo>
                  <a:lnTo>
                    <a:pt x="2769" y="52814"/>
                  </a:lnTo>
                  <a:lnTo>
                    <a:pt x="1" y="53808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" name="Google Shape;1347;p30">
              <a:extLst>
                <a:ext uri="{FF2B5EF4-FFF2-40B4-BE49-F238E27FC236}">
                  <a16:creationId xmlns:a16="http://schemas.microsoft.com/office/drawing/2014/main" id="{F45AA455-C022-44A8-A9C3-B510B9074AC3}"/>
                </a:ext>
              </a:extLst>
            </p:cNvPr>
            <p:cNvSpPr/>
            <p:nvPr/>
          </p:nvSpPr>
          <p:spPr>
            <a:xfrm>
              <a:off x="4590825" y="2433350"/>
              <a:ext cx="95850" cy="1734725"/>
            </a:xfrm>
            <a:custGeom>
              <a:avLst/>
              <a:gdLst/>
              <a:ahLst/>
              <a:cxnLst/>
              <a:rect l="l" t="t" r="r" b="b"/>
              <a:pathLst>
                <a:path w="3834" h="69389" fill="none" extrusionOk="0">
                  <a:moveTo>
                    <a:pt x="3834" y="69389"/>
                  </a:moveTo>
                  <a:lnTo>
                    <a:pt x="3834" y="0"/>
                  </a:lnTo>
                  <a:lnTo>
                    <a:pt x="1" y="497"/>
                  </a:lnTo>
                  <a:lnTo>
                    <a:pt x="1" y="68360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" name="Google Shape;1348;p30">
              <a:extLst>
                <a:ext uri="{FF2B5EF4-FFF2-40B4-BE49-F238E27FC236}">
                  <a16:creationId xmlns:a16="http://schemas.microsoft.com/office/drawing/2014/main" id="{C35C760A-AD98-47E4-8EBB-83F0ED134B4E}"/>
                </a:ext>
              </a:extLst>
            </p:cNvPr>
            <p:cNvSpPr/>
            <p:nvPr/>
          </p:nvSpPr>
          <p:spPr>
            <a:xfrm>
              <a:off x="4686650" y="2433350"/>
              <a:ext cx="87875" cy="1734725"/>
            </a:xfrm>
            <a:custGeom>
              <a:avLst/>
              <a:gdLst/>
              <a:ahLst/>
              <a:cxnLst/>
              <a:rect l="l" t="t" r="r" b="b"/>
              <a:pathLst>
                <a:path w="3515" h="69389" fill="none" extrusionOk="0">
                  <a:moveTo>
                    <a:pt x="1" y="0"/>
                  </a:moveTo>
                  <a:lnTo>
                    <a:pt x="3515" y="746"/>
                  </a:lnTo>
                  <a:lnTo>
                    <a:pt x="3515" y="67330"/>
                  </a:lnTo>
                  <a:lnTo>
                    <a:pt x="1" y="69389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" name="Google Shape;1349;p30">
              <a:extLst>
                <a:ext uri="{FF2B5EF4-FFF2-40B4-BE49-F238E27FC236}">
                  <a16:creationId xmlns:a16="http://schemas.microsoft.com/office/drawing/2014/main" id="{F19721F0-BE34-4425-BC56-7F17E24FC424}"/>
                </a:ext>
              </a:extLst>
            </p:cNvPr>
            <p:cNvSpPr/>
            <p:nvPr/>
          </p:nvSpPr>
          <p:spPr>
            <a:xfrm>
              <a:off x="5798475" y="1154725"/>
              <a:ext cx="52375" cy="2716100"/>
            </a:xfrm>
            <a:custGeom>
              <a:avLst/>
              <a:gdLst/>
              <a:ahLst/>
              <a:cxnLst/>
              <a:rect l="l" t="t" r="r" b="b"/>
              <a:pathLst>
                <a:path w="2095" h="108644" fill="none" extrusionOk="0">
                  <a:moveTo>
                    <a:pt x="0" y="0"/>
                  </a:moveTo>
                  <a:lnTo>
                    <a:pt x="0" y="108644"/>
                  </a:lnTo>
                  <a:lnTo>
                    <a:pt x="2094" y="106656"/>
                  </a:lnTo>
                  <a:lnTo>
                    <a:pt x="2094" y="3727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" name="Google Shape;1350;p30">
              <a:extLst>
                <a:ext uri="{FF2B5EF4-FFF2-40B4-BE49-F238E27FC236}">
                  <a16:creationId xmlns:a16="http://schemas.microsoft.com/office/drawing/2014/main" id="{E40857C8-C7F2-43AE-B2F2-DFCE6B30D99F}"/>
                </a:ext>
              </a:extLst>
            </p:cNvPr>
            <p:cNvSpPr/>
            <p:nvPr/>
          </p:nvSpPr>
          <p:spPr>
            <a:xfrm>
              <a:off x="5716850" y="1154725"/>
              <a:ext cx="81650" cy="2716100"/>
            </a:xfrm>
            <a:custGeom>
              <a:avLst/>
              <a:gdLst/>
              <a:ahLst/>
              <a:cxnLst/>
              <a:rect l="l" t="t" r="r" b="b"/>
              <a:pathLst>
                <a:path w="3266" h="108644" fill="none" extrusionOk="0">
                  <a:moveTo>
                    <a:pt x="3265" y="0"/>
                  </a:moveTo>
                  <a:lnTo>
                    <a:pt x="0" y="1171"/>
                  </a:lnTo>
                  <a:lnTo>
                    <a:pt x="0" y="108182"/>
                  </a:lnTo>
                  <a:lnTo>
                    <a:pt x="3265" y="108644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" name="Google Shape;1351;p30">
              <a:extLst>
                <a:ext uri="{FF2B5EF4-FFF2-40B4-BE49-F238E27FC236}">
                  <a16:creationId xmlns:a16="http://schemas.microsoft.com/office/drawing/2014/main" id="{3789F117-E4DE-4CA5-9009-A1BBA7B715DB}"/>
                </a:ext>
              </a:extLst>
            </p:cNvPr>
            <p:cNvSpPr/>
            <p:nvPr/>
          </p:nvSpPr>
          <p:spPr>
            <a:xfrm>
              <a:off x="6217275" y="1902725"/>
              <a:ext cx="31100" cy="1573250"/>
            </a:xfrm>
            <a:custGeom>
              <a:avLst/>
              <a:gdLst/>
              <a:ahLst/>
              <a:cxnLst/>
              <a:rect l="l" t="t" r="r" b="b"/>
              <a:pathLst>
                <a:path w="1244" h="62930" fill="none" extrusionOk="0">
                  <a:moveTo>
                    <a:pt x="1243" y="2237"/>
                  </a:moveTo>
                  <a:lnTo>
                    <a:pt x="1243" y="61758"/>
                  </a:lnTo>
                  <a:lnTo>
                    <a:pt x="1" y="62930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" name="Google Shape;1352;p30">
              <a:extLst>
                <a:ext uri="{FF2B5EF4-FFF2-40B4-BE49-F238E27FC236}">
                  <a16:creationId xmlns:a16="http://schemas.microsoft.com/office/drawing/2014/main" id="{7413FA9C-DC52-4D71-9F27-4CBBD8BB1836}"/>
                </a:ext>
              </a:extLst>
            </p:cNvPr>
            <p:cNvSpPr/>
            <p:nvPr/>
          </p:nvSpPr>
          <p:spPr>
            <a:xfrm>
              <a:off x="6168475" y="1902725"/>
              <a:ext cx="48825" cy="1573250"/>
            </a:xfrm>
            <a:custGeom>
              <a:avLst/>
              <a:gdLst/>
              <a:ahLst/>
              <a:cxnLst/>
              <a:rect l="l" t="t" r="r" b="b"/>
              <a:pathLst>
                <a:path w="1953" h="62930" fill="none" extrusionOk="0">
                  <a:moveTo>
                    <a:pt x="1953" y="1"/>
                  </a:moveTo>
                  <a:lnTo>
                    <a:pt x="1" y="675"/>
                  </a:lnTo>
                  <a:lnTo>
                    <a:pt x="1" y="62930"/>
                  </a:lnTo>
                  <a:lnTo>
                    <a:pt x="1953" y="62930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" name="Google Shape;1353;p30">
              <a:extLst>
                <a:ext uri="{FF2B5EF4-FFF2-40B4-BE49-F238E27FC236}">
                  <a16:creationId xmlns:a16="http://schemas.microsoft.com/office/drawing/2014/main" id="{C6EDAB5E-86AC-4A93-8728-F280147574BF}"/>
                </a:ext>
              </a:extLst>
            </p:cNvPr>
            <p:cNvSpPr/>
            <p:nvPr/>
          </p:nvSpPr>
          <p:spPr>
            <a:xfrm>
              <a:off x="4300675" y="1666700"/>
              <a:ext cx="71000" cy="2010700"/>
            </a:xfrm>
            <a:custGeom>
              <a:avLst/>
              <a:gdLst/>
              <a:ahLst/>
              <a:cxnLst/>
              <a:rect l="l" t="t" r="r" b="b"/>
              <a:pathLst>
                <a:path w="2840" h="80428" fill="none" extrusionOk="0">
                  <a:moveTo>
                    <a:pt x="1" y="1030"/>
                  </a:moveTo>
                  <a:lnTo>
                    <a:pt x="1" y="79895"/>
                  </a:lnTo>
                  <a:lnTo>
                    <a:pt x="2840" y="80427"/>
                  </a:lnTo>
                  <a:lnTo>
                    <a:pt x="2840" y="1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" name="Google Shape;1354;p30">
              <a:extLst>
                <a:ext uri="{FF2B5EF4-FFF2-40B4-BE49-F238E27FC236}">
                  <a16:creationId xmlns:a16="http://schemas.microsoft.com/office/drawing/2014/main" id="{A8FEFD00-46E8-4506-99CC-7BAD84249B56}"/>
                </a:ext>
              </a:extLst>
            </p:cNvPr>
            <p:cNvSpPr/>
            <p:nvPr/>
          </p:nvSpPr>
          <p:spPr>
            <a:xfrm>
              <a:off x="4371650" y="1666700"/>
              <a:ext cx="71900" cy="2010700"/>
            </a:xfrm>
            <a:custGeom>
              <a:avLst/>
              <a:gdLst/>
              <a:ahLst/>
              <a:cxnLst/>
              <a:rect l="l" t="t" r="r" b="b"/>
              <a:pathLst>
                <a:path w="2876" h="80428" fill="none" extrusionOk="0">
                  <a:moveTo>
                    <a:pt x="1" y="1"/>
                  </a:moveTo>
                  <a:lnTo>
                    <a:pt x="2876" y="1562"/>
                  </a:lnTo>
                  <a:lnTo>
                    <a:pt x="2876" y="79079"/>
                  </a:lnTo>
                  <a:lnTo>
                    <a:pt x="1" y="80427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" name="Google Shape;1355;p30">
              <a:extLst>
                <a:ext uri="{FF2B5EF4-FFF2-40B4-BE49-F238E27FC236}">
                  <a16:creationId xmlns:a16="http://schemas.microsoft.com/office/drawing/2014/main" id="{33CF8596-9B70-458A-B010-B5A6D8558C40}"/>
                </a:ext>
              </a:extLst>
            </p:cNvPr>
            <p:cNvSpPr/>
            <p:nvPr/>
          </p:nvSpPr>
          <p:spPr>
            <a:xfrm>
              <a:off x="1795775" y="3319775"/>
              <a:ext cx="4071050" cy="559925"/>
            </a:xfrm>
            <a:custGeom>
              <a:avLst/>
              <a:gdLst/>
              <a:ahLst/>
              <a:cxnLst/>
              <a:rect l="l" t="t" r="r" b="b"/>
              <a:pathLst>
                <a:path w="162842" h="22397" fill="none" extrusionOk="0">
                  <a:moveTo>
                    <a:pt x="162841" y="22397"/>
                  </a:moveTo>
                  <a:lnTo>
                    <a:pt x="0" y="1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" name="Google Shape;1356;p30">
              <a:extLst>
                <a:ext uri="{FF2B5EF4-FFF2-40B4-BE49-F238E27FC236}">
                  <a16:creationId xmlns:a16="http://schemas.microsoft.com/office/drawing/2014/main" id="{2F4082D6-1794-42E9-8FBD-728905479C90}"/>
                </a:ext>
              </a:extLst>
            </p:cNvPr>
            <p:cNvSpPr/>
            <p:nvPr/>
          </p:nvSpPr>
          <p:spPr>
            <a:xfrm>
              <a:off x="5493225" y="2599275"/>
              <a:ext cx="675275" cy="1165075"/>
            </a:xfrm>
            <a:custGeom>
              <a:avLst/>
              <a:gdLst/>
              <a:ahLst/>
              <a:cxnLst/>
              <a:rect l="l" t="t" r="r" b="b"/>
              <a:pathLst>
                <a:path w="27011" h="46603" fill="none" extrusionOk="0">
                  <a:moveTo>
                    <a:pt x="27011" y="46603"/>
                  </a:moveTo>
                  <a:lnTo>
                    <a:pt x="1" y="43799"/>
                  </a:lnTo>
                  <a:lnTo>
                    <a:pt x="1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" name="Google Shape;1357;p30">
              <a:extLst>
                <a:ext uri="{FF2B5EF4-FFF2-40B4-BE49-F238E27FC236}">
                  <a16:creationId xmlns:a16="http://schemas.microsoft.com/office/drawing/2014/main" id="{7F67B8EE-95A1-4F14-93F9-8EC59F66207C}"/>
                </a:ext>
              </a:extLst>
            </p:cNvPr>
            <p:cNvSpPr/>
            <p:nvPr/>
          </p:nvSpPr>
          <p:spPr>
            <a:xfrm>
              <a:off x="4653825" y="1457300"/>
              <a:ext cx="755150" cy="251125"/>
            </a:xfrm>
            <a:custGeom>
              <a:avLst/>
              <a:gdLst/>
              <a:ahLst/>
              <a:cxnLst/>
              <a:rect l="l" t="t" r="r" b="b"/>
              <a:pathLst>
                <a:path w="30206" h="10045" fill="none" extrusionOk="0">
                  <a:moveTo>
                    <a:pt x="30205" y="0"/>
                  </a:moveTo>
                  <a:lnTo>
                    <a:pt x="1" y="10045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" name="Google Shape;1358;p30">
              <a:extLst>
                <a:ext uri="{FF2B5EF4-FFF2-40B4-BE49-F238E27FC236}">
                  <a16:creationId xmlns:a16="http://schemas.microsoft.com/office/drawing/2014/main" id="{AE445F04-EFDA-47BF-851B-CAF00F2D3021}"/>
                </a:ext>
              </a:extLst>
            </p:cNvPr>
            <p:cNvSpPr/>
            <p:nvPr/>
          </p:nvSpPr>
          <p:spPr>
            <a:xfrm>
              <a:off x="4700850" y="1656950"/>
              <a:ext cx="25" cy="776425"/>
            </a:xfrm>
            <a:custGeom>
              <a:avLst/>
              <a:gdLst/>
              <a:ahLst/>
              <a:cxnLst/>
              <a:rect l="l" t="t" r="r" b="b"/>
              <a:pathLst>
                <a:path w="1" h="31057" fill="none" extrusionOk="0">
                  <a:moveTo>
                    <a:pt x="1" y="0"/>
                  </a:moveTo>
                  <a:lnTo>
                    <a:pt x="1" y="31056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" name="Google Shape;1359;p30">
              <a:extLst>
                <a:ext uri="{FF2B5EF4-FFF2-40B4-BE49-F238E27FC236}">
                  <a16:creationId xmlns:a16="http://schemas.microsoft.com/office/drawing/2014/main" id="{BBEC7885-F9B0-45AF-99AF-619E5FEAF0D7}"/>
                </a:ext>
              </a:extLst>
            </p:cNvPr>
            <p:cNvSpPr/>
            <p:nvPr/>
          </p:nvSpPr>
          <p:spPr>
            <a:xfrm>
              <a:off x="4700850" y="1598375"/>
              <a:ext cx="671725" cy="161525"/>
            </a:xfrm>
            <a:custGeom>
              <a:avLst/>
              <a:gdLst/>
              <a:ahLst/>
              <a:cxnLst/>
              <a:rect l="l" t="t" r="r" b="b"/>
              <a:pathLst>
                <a:path w="26869" h="6461" fill="none" extrusionOk="0">
                  <a:moveTo>
                    <a:pt x="1" y="3763"/>
                  </a:moveTo>
                  <a:lnTo>
                    <a:pt x="6177" y="6460"/>
                  </a:lnTo>
                  <a:lnTo>
                    <a:pt x="26869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" name="Google Shape;1360;p30">
              <a:extLst>
                <a:ext uri="{FF2B5EF4-FFF2-40B4-BE49-F238E27FC236}">
                  <a16:creationId xmlns:a16="http://schemas.microsoft.com/office/drawing/2014/main" id="{7139E2A5-4913-4693-A019-2BA45B25BC2D}"/>
                </a:ext>
              </a:extLst>
            </p:cNvPr>
            <p:cNvSpPr/>
            <p:nvPr/>
          </p:nvSpPr>
          <p:spPr>
            <a:xfrm>
              <a:off x="4855250" y="1759875"/>
              <a:ext cx="25" cy="699225"/>
            </a:xfrm>
            <a:custGeom>
              <a:avLst/>
              <a:gdLst/>
              <a:ahLst/>
              <a:cxnLst/>
              <a:rect l="l" t="t" r="r" b="b"/>
              <a:pathLst>
                <a:path w="1" h="27969" fill="none" extrusionOk="0">
                  <a:moveTo>
                    <a:pt x="1" y="0"/>
                  </a:moveTo>
                  <a:lnTo>
                    <a:pt x="1" y="27969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" name="Google Shape;1361;p30">
              <a:extLst>
                <a:ext uri="{FF2B5EF4-FFF2-40B4-BE49-F238E27FC236}">
                  <a16:creationId xmlns:a16="http://schemas.microsoft.com/office/drawing/2014/main" id="{5E227885-55B9-44A5-8A5F-930AFE027054}"/>
                </a:ext>
              </a:extLst>
            </p:cNvPr>
            <p:cNvSpPr/>
            <p:nvPr/>
          </p:nvSpPr>
          <p:spPr>
            <a:xfrm>
              <a:off x="4910275" y="1656950"/>
              <a:ext cx="462300" cy="822575"/>
            </a:xfrm>
            <a:custGeom>
              <a:avLst/>
              <a:gdLst/>
              <a:ahLst/>
              <a:cxnLst/>
              <a:rect l="l" t="t" r="r" b="b"/>
              <a:pathLst>
                <a:path w="18492" h="32903" fill="none" extrusionOk="0">
                  <a:moveTo>
                    <a:pt x="0" y="32902"/>
                  </a:moveTo>
                  <a:lnTo>
                    <a:pt x="0" y="5643"/>
                  </a:lnTo>
                  <a:lnTo>
                    <a:pt x="18492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" name="Google Shape;1362;p30">
              <a:extLst>
                <a:ext uri="{FF2B5EF4-FFF2-40B4-BE49-F238E27FC236}">
                  <a16:creationId xmlns:a16="http://schemas.microsoft.com/office/drawing/2014/main" id="{DEE0A0AE-0912-48B3-95F5-9EDFD596B82F}"/>
                </a:ext>
              </a:extLst>
            </p:cNvPr>
            <p:cNvSpPr/>
            <p:nvPr/>
          </p:nvSpPr>
          <p:spPr>
            <a:xfrm>
              <a:off x="4910275" y="1692425"/>
              <a:ext cx="462300" cy="128700"/>
            </a:xfrm>
            <a:custGeom>
              <a:avLst/>
              <a:gdLst/>
              <a:ahLst/>
              <a:cxnLst/>
              <a:rect l="l" t="t" r="r" b="b"/>
              <a:pathLst>
                <a:path w="18492" h="5148" fill="none" extrusionOk="0">
                  <a:moveTo>
                    <a:pt x="0" y="4224"/>
                  </a:moveTo>
                  <a:lnTo>
                    <a:pt x="1562" y="5147"/>
                  </a:lnTo>
                  <a:lnTo>
                    <a:pt x="18492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" name="Google Shape;1363;p30">
              <a:extLst>
                <a:ext uri="{FF2B5EF4-FFF2-40B4-BE49-F238E27FC236}">
                  <a16:creationId xmlns:a16="http://schemas.microsoft.com/office/drawing/2014/main" id="{0BD54432-617A-4D66-9A2D-008158F50024}"/>
                </a:ext>
              </a:extLst>
            </p:cNvPr>
            <p:cNvSpPr/>
            <p:nvPr/>
          </p:nvSpPr>
          <p:spPr>
            <a:xfrm>
              <a:off x="4949300" y="1821100"/>
              <a:ext cx="25" cy="666400"/>
            </a:xfrm>
            <a:custGeom>
              <a:avLst/>
              <a:gdLst/>
              <a:ahLst/>
              <a:cxnLst/>
              <a:rect l="l" t="t" r="r" b="b"/>
              <a:pathLst>
                <a:path w="1" h="26656" fill="none" extrusionOk="0">
                  <a:moveTo>
                    <a:pt x="1" y="0"/>
                  </a:moveTo>
                  <a:lnTo>
                    <a:pt x="1" y="26655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" name="Google Shape;1364;p30">
              <a:extLst>
                <a:ext uri="{FF2B5EF4-FFF2-40B4-BE49-F238E27FC236}">
                  <a16:creationId xmlns:a16="http://schemas.microsoft.com/office/drawing/2014/main" id="{3F31DA8D-2995-4DE6-AB16-4B2B1A83FD08}"/>
                </a:ext>
              </a:extLst>
            </p:cNvPr>
            <p:cNvSpPr/>
            <p:nvPr/>
          </p:nvSpPr>
          <p:spPr>
            <a:xfrm>
              <a:off x="5192425" y="1711950"/>
              <a:ext cx="25" cy="826125"/>
            </a:xfrm>
            <a:custGeom>
              <a:avLst/>
              <a:gdLst/>
              <a:ahLst/>
              <a:cxnLst/>
              <a:rect l="l" t="t" r="r" b="b"/>
              <a:pathLst>
                <a:path w="1" h="33045" fill="none" extrusionOk="0">
                  <a:moveTo>
                    <a:pt x="1" y="1"/>
                  </a:moveTo>
                  <a:lnTo>
                    <a:pt x="1" y="33045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" name="Google Shape;1365;p30">
              <a:extLst>
                <a:ext uri="{FF2B5EF4-FFF2-40B4-BE49-F238E27FC236}">
                  <a16:creationId xmlns:a16="http://schemas.microsoft.com/office/drawing/2014/main" id="{4032C5C8-222A-4AA4-A48E-C1A22CAD243F}"/>
                </a:ext>
              </a:extLst>
            </p:cNvPr>
            <p:cNvSpPr/>
            <p:nvPr/>
          </p:nvSpPr>
          <p:spPr>
            <a:xfrm>
              <a:off x="5227925" y="1701300"/>
              <a:ext cx="28425" cy="850075"/>
            </a:xfrm>
            <a:custGeom>
              <a:avLst/>
              <a:gdLst/>
              <a:ahLst/>
              <a:cxnLst/>
              <a:rect l="l" t="t" r="r" b="b"/>
              <a:pathLst>
                <a:path w="1137" h="34003" fill="none" extrusionOk="0">
                  <a:moveTo>
                    <a:pt x="0" y="33755"/>
                  </a:moveTo>
                  <a:lnTo>
                    <a:pt x="0" y="1"/>
                  </a:lnTo>
                  <a:lnTo>
                    <a:pt x="1136" y="1030"/>
                  </a:lnTo>
                  <a:lnTo>
                    <a:pt x="1136" y="34003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" name="Google Shape;1366;p30">
              <a:extLst>
                <a:ext uri="{FF2B5EF4-FFF2-40B4-BE49-F238E27FC236}">
                  <a16:creationId xmlns:a16="http://schemas.microsoft.com/office/drawing/2014/main" id="{A375FF31-1800-479D-9372-B7BEC31A400E}"/>
                </a:ext>
              </a:extLst>
            </p:cNvPr>
            <p:cNvSpPr/>
            <p:nvPr/>
          </p:nvSpPr>
          <p:spPr>
            <a:xfrm>
              <a:off x="5920925" y="1715500"/>
              <a:ext cx="200550" cy="819925"/>
            </a:xfrm>
            <a:custGeom>
              <a:avLst/>
              <a:gdLst/>
              <a:ahLst/>
              <a:cxnLst/>
              <a:rect l="l" t="t" r="r" b="b"/>
              <a:pathLst>
                <a:path w="8022" h="32797" fill="none" extrusionOk="0">
                  <a:moveTo>
                    <a:pt x="0" y="1"/>
                  </a:moveTo>
                  <a:lnTo>
                    <a:pt x="0" y="28714"/>
                  </a:lnTo>
                  <a:lnTo>
                    <a:pt x="8022" y="32796"/>
                  </a:lnTo>
                  <a:lnTo>
                    <a:pt x="8022" y="10542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" name="Google Shape;1367;p30">
              <a:extLst>
                <a:ext uri="{FF2B5EF4-FFF2-40B4-BE49-F238E27FC236}">
                  <a16:creationId xmlns:a16="http://schemas.microsoft.com/office/drawing/2014/main" id="{F30FF128-7F5F-483B-9D84-46C5DAC84B3A}"/>
                </a:ext>
              </a:extLst>
            </p:cNvPr>
            <p:cNvSpPr/>
            <p:nvPr/>
          </p:nvSpPr>
          <p:spPr>
            <a:xfrm>
              <a:off x="5920925" y="1829075"/>
              <a:ext cx="200550" cy="150000"/>
            </a:xfrm>
            <a:custGeom>
              <a:avLst/>
              <a:gdLst/>
              <a:ahLst/>
              <a:cxnLst/>
              <a:rect l="l" t="t" r="r" b="b"/>
              <a:pathLst>
                <a:path w="8022" h="6000" fill="none" extrusionOk="0">
                  <a:moveTo>
                    <a:pt x="8022" y="5999"/>
                  </a:moveTo>
                  <a:lnTo>
                    <a:pt x="5750" y="5999"/>
                  </a:lnTo>
                  <a:lnTo>
                    <a:pt x="0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" name="Google Shape;1368;p30">
              <a:extLst>
                <a:ext uri="{FF2B5EF4-FFF2-40B4-BE49-F238E27FC236}">
                  <a16:creationId xmlns:a16="http://schemas.microsoft.com/office/drawing/2014/main" id="{DF693CDF-C677-4A93-B177-420960CF72A3}"/>
                </a:ext>
              </a:extLst>
            </p:cNvPr>
            <p:cNvSpPr/>
            <p:nvPr/>
          </p:nvSpPr>
          <p:spPr>
            <a:xfrm>
              <a:off x="6064675" y="1979050"/>
              <a:ext cx="25" cy="525300"/>
            </a:xfrm>
            <a:custGeom>
              <a:avLst/>
              <a:gdLst/>
              <a:ahLst/>
              <a:cxnLst/>
              <a:rect l="l" t="t" r="r" b="b"/>
              <a:pathLst>
                <a:path w="1" h="21012" fill="none" extrusionOk="0">
                  <a:moveTo>
                    <a:pt x="0" y="0"/>
                  </a:moveTo>
                  <a:lnTo>
                    <a:pt x="0" y="21012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" name="Google Shape;1369;p30">
              <a:extLst>
                <a:ext uri="{FF2B5EF4-FFF2-40B4-BE49-F238E27FC236}">
                  <a16:creationId xmlns:a16="http://schemas.microsoft.com/office/drawing/2014/main" id="{3D2AA05E-8A83-4799-ABD7-F2491D35F972}"/>
                </a:ext>
              </a:extLst>
            </p:cNvPr>
            <p:cNvSpPr/>
            <p:nvPr/>
          </p:nvSpPr>
          <p:spPr>
            <a:xfrm>
              <a:off x="5920925" y="1861025"/>
              <a:ext cx="124250" cy="635350"/>
            </a:xfrm>
            <a:custGeom>
              <a:avLst/>
              <a:gdLst/>
              <a:ahLst/>
              <a:cxnLst/>
              <a:rect l="l" t="t" r="r" b="b"/>
              <a:pathLst>
                <a:path w="4970" h="25414" fill="none" extrusionOk="0">
                  <a:moveTo>
                    <a:pt x="4969" y="25413"/>
                  </a:moveTo>
                  <a:lnTo>
                    <a:pt x="4969" y="5218"/>
                  </a:lnTo>
                  <a:lnTo>
                    <a:pt x="0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" name="Google Shape;1370;p30">
              <a:extLst>
                <a:ext uri="{FF2B5EF4-FFF2-40B4-BE49-F238E27FC236}">
                  <a16:creationId xmlns:a16="http://schemas.microsoft.com/office/drawing/2014/main" id="{40CB0F72-85EB-486D-9DD0-A80D8FC60767}"/>
                </a:ext>
              </a:extLst>
            </p:cNvPr>
            <p:cNvSpPr/>
            <p:nvPr/>
          </p:nvSpPr>
          <p:spPr>
            <a:xfrm>
              <a:off x="5920925" y="1887650"/>
              <a:ext cx="124250" cy="103825"/>
            </a:xfrm>
            <a:custGeom>
              <a:avLst/>
              <a:gdLst/>
              <a:ahLst/>
              <a:cxnLst/>
              <a:rect l="l" t="t" r="r" b="b"/>
              <a:pathLst>
                <a:path w="4970" h="4153" fill="none" extrusionOk="0">
                  <a:moveTo>
                    <a:pt x="4969" y="4153"/>
                  </a:moveTo>
                  <a:lnTo>
                    <a:pt x="4366" y="4153"/>
                  </a:lnTo>
                  <a:lnTo>
                    <a:pt x="0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" name="Google Shape;1371;p30">
              <a:extLst>
                <a:ext uri="{FF2B5EF4-FFF2-40B4-BE49-F238E27FC236}">
                  <a16:creationId xmlns:a16="http://schemas.microsoft.com/office/drawing/2014/main" id="{00946095-4641-4BDD-8A68-D0CB986D34BC}"/>
                </a:ext>
              </a:extLst>
            </p:cNvPr>
            <p:cNvSpPr/>
            <p:nvPr/>
          </p:nvSpPr>
          <p:spPr>
            <a:xfrm>
              <a:off x="6030050" y="1991450"/>
              <a:ext cx="25" cy="496925"/>
            </a:xfrm>
            <a:custGeom>
              <a:avLst/>
              <a:gdLst/>
              <a:ahLst/>
              <a:cxnLst/>
              <a:rect l="l" t="t" r="r" b="b"/>
              <a:pathLst>
                <a:path w="1" h="19877" fill="none" extrusionOk="0">
                  <a:moveTo>
                    <a:pt x="1" y="1"/>
                  </a:moveTo>
                  <a:lnTo>
                    <a:pt x="1" y="19877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" name="Google Shape;1372;p30">
              <a:extLst>
                <a:ext uri="{FF2B5EF4-FFF2-40B4-BE49-F238E27FC236}">
                  <a16:creationId xmlns:a16="http://schemas.microsoft.com/office/drawing/2014/main" id="{FE9BEEC2-2B50-41AE-BBCE-150817D335F1}"/>
                </a:ext>
              </a:extLst>
            </p:cNvPr>
            <p:cNvSpPr/>
            <p:nvPr/>
          </p:nvSpPr>
          <p:spPr>
            <a:xfrm>
              <a:off x="3868550" y="2672025"/>
              <a:ext cx="631800" cy="1449025"/>
            </a:xfrm>
            <a:custGeom>
              <a:avLst/>
              <a:gdLst/>
              <a:ahLst/>
              <a:cxnLst/>
              <a:rect l="l" t="t" r="r" b="b"/>
              <a:pathLst>
                <a:path w="25272" h="57961" fill="none" extrusionOk="0">
                  <a:moveTo>
                    <a:pt x="25271" y="57961"/>
                  </a:moveTo>
                  <a:lnTo>
                    <a:pt x="25271" y="1"/>
                  </a:lnTo>
                  <a:lnTo>
                    <a:pt x="1" y="2627"/>
                  </a:lnTo>
                  <a:lnTo>
                    <a:pt x="1" y="50933"/>
                  </a:lnTo>
                  <a:lnTo>
                    <a:pt x="6496" y="48307"/>
                  </a:lnTo>
                  <a:lnTo>
                    <a:pt x="6496" y="1953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" name="Google Shape;1373;p30">
              <a:extLst>
                <a:ext uri="{FF2B5EF4-FFF2-40B4-BE49-F238E27FC236}">
                  <a16:creationId xmlns:a16="http://schemas.microsoft.com/office/drawing/2014/main" id="{24A1342B-098D-4264-9EAE-F95F373F3F93}"/>
                </a:ext>
              </a:extLst>
            </p:cNvPr>
            <p:cNvSpPr/>
            <p:nvPr/>
          </p:nvSpPr>
          <p:spPr>
            <a:xfrm>
              <a:off x="4030925" y="3879675"/>
              <a:ext cx="469425" cy="121600"/>
            </a:xfrm>
            <a:custGeom>
              <a:avLst/>
              <a:gdLst/>
              <a:ahLst/>
              <a:cxnLst/>
              <a:rect l="l" t="t" r="r" b="b"/>
              <a:pathLst>
                <a:path w="18777" h="4864" fill="none" extrusionOk="0">
                  <a:moveTo>
                    <a:pt x="1" y="1"/>
                  </a:moveTo>
                  <a:lnTo>
                    <a:pt x="18776" y="4863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" name="Google Shape;1374;p30">
              <a:extLst>
                <a:ext uri="{FF2B5EF4-FFF2-40B4-BE49-F238E27FC236}">
                  <a16:creationId xmlns:a16="http://schemas.microsoft.com/office/drawing/2014/main" id="{0CB91794-D44D-4503-8122-416338319801}"/>
                </a:ext>
              </a:extLst>
            </p:cNvPr>
            <p:cNvSpPr/>
            <p:nvPr/>
          </p:nvSpPr>
          <p:spPr>
            <a:xfrm>
              <a:off x="4083275" y="2837075"/>
              <a:ext cx="158850" cy="307050"/>
            </a:xfrm>
            <a:custGeom>
              <a:avLst/>
              <a:gdLst/>
              <a:ahLst/>
              <a:cxnLst/>
              <a:rect l="l" t="t" r="r" b="b"/>
              <a:pathLst>
                <a:path w="6354" h="12282" fill="none" extrusionOk="0">
                  <a:moveTo>
                    <a:pt x="6354" y="1"/>
                  </a:moveTo>
                  <a:lnTo>
                    <a:pt x="1" y="498"/>
                  </a:lnTo>
                  <a:lnTo>
                    <a:pt x="1" y="12281"/>
                  </a:lnTo>
                  <a:lnTo>
                    <a:pt x="6354" y="12281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" name="Google Shape;1375;p30">
              <a:extLst>
                <a:ext uri="{FF2B5EF4-FFF2-40B4-BE49-F238E27FC236}">
                  <a16:creationId xmlns:a16="http://schemas.microsoft.com/office/drawing/2014/main" id="{F03FB7B0-8B17-4F81-B41A-5627724298CE}"/>
                </a:ext>
              </a:extLst>
            </p:cNvPr>
            <p:cNvSpPr/>
            <p:nvPr/>
          </p:nvSpPr>
          <p:spPr>
            <a:xfrm>
              <a:off x="4276725" y="2822000"/>
              <a:ext cx="195225" cy="322125"/>
            </a:xfrm>
            <a:custGeom>
              <a:avLst/>
              <a:gdLst/>
              <a:ahLst/>
              <a:cxnLst/>
              <a:rect l="l" t="t" r="r" b="b"/>
              <a:pathLst>
                <a:path w="7809" h="12885" fill="none" extrusionOk="0">
                  <a:moveTo>
                    <a:pt x="0" y="604"/>
                  </a:moveTo>
                  <a:lnTo>
                    <a:pt x="0" y="12884"/>
                  </a:lnTo>
                  <a:lnTo>
                    <a:pt x="7809" y="12884"/>
                  </a:lnTo>
                  <a:lnTo>
                    <a:pt x="7809" y="0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" name="Google Shape;1376;p30">
              <a:extLst>
                <a:ext uri="{FF2B5EF4-FFF2-40B4-BE49-F238E27FC236}">
                  <a16:creationId xmlns:a16="http://schemas.microsoft.com/office/drawing/2014/main" id="{92D656CC-AB01-40D7-9919-8519493A4B6D}"/>
                </a:ext>
              </a:extLst>
            </p:cNvPr>
            <p:cNvSpPr/>
            <p:nvPr/>
          </p:nvSpPr>
          <p:spPr>
            <a:xfrm>
              <a:off x="4083275" y="3182250"/>
              <a:ext cx="158850" cy="283075"/>
            </a:xfrm>
            <a:custGeom>
              <a:avLst/>
              <a:gdLst/>
              <a:ahLst/>
              <a:cxnLst/>
              <a:rect l="l" t="t" r="r" b="b"/>
              <a:pathLst>
                <a:path w="6354" h="11323" fill="none" extrusionOk="0">
                  <a:moveTo>
                    <a:pt x="1" y="0"/>
                  </a:moveTo>
                  <a:lnTo>
                    <a:pt x="6354" y="0"/>
                  </a:lnTo>
                  <a:lnTo>
                    <a:pt x="6354" y="11323"/>
                  </a:lnTo>
                  <a:lnTo>
                    <a:pt x="1" y="10897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" name="Google Shape;1377;p30">
              <a:extLst>
                <a:ext uri="{FF2B5EF4-FFF2-40B4-BE49-F238E27FC236}">
                  <a16:creationId xmlns:a16="http://schemas.microsoft.com/office/drawing/2014/main" id="{3EE1BFF6-6B8B-42B1-9EE7-188D4D770AFD}"/>
                </a:ext>
              </a:extLst>
            </p:cNvPr>
            <p:cNvSpPr/>
            <p:nvPr/>
          </p:nvSpPr>
          <p:spPr>
            <a:xfrm>
              <a:off x="4276725" y="3182250"/>
              <a:ext cx="195225" cy="293725"/>
            </a:xfrm>
            <a:custGeom>
              <a:avLst/>
              <a:gdLst/>
              <a:ahLst/>
              <a:cxnLst/>
              <a:rect l="l" t="t" r="r" b="b"/>
              <a:pathLst>
                <a:path w="7809" h="11749" fill="none" extrusionOk="0">
                  <a:moveTo>
                    <a:pt x="0" y="0"/>
                  </a:moveTo>
                  <a:lnTo>
                    <a:pt x="0" y="11323"/>
                  </a:lnTo>
                  <a:lnTo>
                    <a:pt x="7809" y="11749"/>
                  </a:lnTo>
                  <a:lnTo>
                    <a:pt x="7809" y="142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" name="Google Shape;1378;p30">
              <a:extLst>
                <a:ext uri="{FF2B5EF4-FFF2-40B4-BE49-F238E27FC236}">
                  <a16:creationId xmlns:a16="http://schemas.microsoft.com/office/drawing/2014/main" id="{32B080F7-6907-40BF-827E-4D2602E39696}"/>
                </a:ext>
              </a:extLst>
            </p:cNvPr>
            <p:cNvSpPr/>
            <p:nvPr/>
          </p:nvSpPr>
          <p:spPr>
            <a:xfrm>
              <a:off x="4873875" y="2672025"/>
              <a:ext cx="551050" cy="284875"/>
            </a:xfrm>
            <a:custGeom>
              <a:avLst/>
              <a:gdLst/>
              <a:ahLst/>
              <a:cxnLst/>
              <a:rect l="l" t="t" r="r" b="b"/>
              <a:pathLst>
                <a:path w="22042" h="11395" fill="none" extrusionOk="0">
                  <a:moveTo>
                    <a:pt x="1" y="1"/>
                  </a:moveTo>
                  <a:lnTo>
                    <a:pt x="1" y="11004"/>
                  </a:lnTo>
                  <a:lnTo>
                    <a:pt x="22042" y="11394"/>
                  </a:lnTo>
                  <a:lnTo>
                    <a:pt x="22042" y="2769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" name="Google Shape;1379;p30">
              <a:extLst>
                <a:ext uri="{FF2B5EF4-FFF2-40B4-BE49-F238E27FC236}">
                  <a16:creationId xmlns:a16="http://schemas.microsoft.com/office/drawing/2014/main" id="{943D1E9D-D96D-40B0-B59E-65390A6B678F}"/>
                </a:ext>
              </a:extLst>
            </p:cNvPr>
            <p:cNvSpPr/>
            <p:nvPr/>
          </p:nvSpPr>
          <p:spPr>
            <a:xfrm>
              <a:off x="5362800" y="2733250"/>
              <a:ext cx="25" cy="222750"/>
            </a:xfrm>
            <a:custGeom>
              <a:avLst/>
              <a:gdLst/>
              <a:ahLst/>
              <a:cxnLst/>
              <a:rect l="l" t="t" r="r" b="b"/>
              <a:pathLst>
                <a:path w="1" h="8910" fill="none" extrusionOk="0">
                  <a:moveTo>
                    <a:pt x="0" y="8910"/>
                  </a:moveTo>
                  <a:lnTo>
                    <a:pt x="0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" name="Google Shape;1380;p30">
              <a:extLst>
                <a:ext uri="{FF2B5EF4-FFF2-40B4-BE49-F238E27FC236}">
                  <a16:creationId xmlns:a16="http://schemas.microsoft.com/office/drawing/2014/main" id="{D83DD0E6-F993-49BF-A0B7-7AFBAA1ABF5F}"/>
                </a:ext>
              </a:extLst>
            </p:cNvPr>
            <p:cNvSpPr/>
            <p:nvPr/>
          </p:nvSpPr>
          <p:spPr>
            <a:xfrm>
              <a:off x="5130325" y="2703975"/>
              <a:ext cx="25" cy="247600"/>
            </a:xfrm>
            <a:custGeom>
              <a:avLst/>
              <a:gdLst/>
              <a:ahLst/>
              <a:cxnLst/>
              <a:rect l="l" t="t" r="r" b="b"/>
              <a:pathLst>
                <a:path w="1" h="9904" fill="none" extrusionOk="0">
                  <a:moveTo>
                    <a:pt x="0" y="1"/>
                  </a:moveTo>
                  <a:lnTo>
                    <a:pt x="0" y="9903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" name="Google Shape;1381;p30">
              <a:extLst>
                <a:ext uri="{FF2B5EF4-FFF2-40B4-BE49-F238E27FC236}">
                  <a16:creationId xmlns:a16="http://schemas.microsoft.com/office/drawing/2014/main" id="{BD6FDA19-7D45-496D-B0B5-59C0D96400ED}"/>
                </a:ext>
              </a:extLst>
            </p:cNvPr>
            <p:cNvSpPr/>
            <p:nvPr/>
          </p:nvSpPr>
          <p:spPr>
            <a:xfrm>
              <a:off x="5175575" y="2710200"/>
              <a:ext cx="25" cy="241375"/>
            </a:xfrm>
            <a:custGeom>
              <a:avLst/>
              <a:gdLst/>
              <a:ahLst/>
              <a:cxnLst/>
              <a:rect l="l" t="t" r="r" b="b"/>
              <a:pathLst>
                <a:path w="1" h="9655" fill="none" extrusionOk="0">
                  <a:moveTo>
                    <a:pt x="0" y="0"/>
                  </a:moveTo>
                  <a:lnTo>
                    <a:pt x="0" y="9654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" name="Google Shape;1382;p30">
              <a:extLst>
                <a:ext uri="{FF2B5EF4-FFF2-40B4-BE49-F238E27FC236}">
                  <a16:creationId xmlns:a16="http://schemas.microsoft.com/office/drawing/2014/main" id="{8A1C8DFF-A950-4356-92A9-1005EA213128}"/>
                </a:ext>
              </a:extLst>
            </p:cNvPr>
            <p:cNvSpPr/>
            <p:nvPr/>
          </p:nvSpPr>
          <p:spPr>
            <a:xfrm>
              <a:off x="5097500" y="2703975"/>
              <a:ext cx="25" cy="246700"/>
            </a:xfrm>
            <a:custGeom>
              <a:avLst/>
              <a:gdLst/>
              <a:ahLst/>
              <a:cxnLst/>
              <a:rect l="l" t="t" r="r" b="b"/>
              <a:pathLst>
                <a:path w="1" h="9868" fill="none" extrusionOk="0">
                  <a:moveTo>
                    <a:pt x="0" y="1"/>
                  </a:moveTo>
                  <a:lnTo>
                    <a:pt x="0" y="9868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" name="Google Shape;1383;p30">
              <a:extLst>
                <a:ext uri="{FF2B5EF4-FFF2-40B4-BE49-F238E27FC236}">
                  <a16:creationId xmlns:a16="http://schemas.microsoft.com/office/drawing/2014/main" id="{EAA1328D-529F-4E4D-8F65-99FEF290B780}"/>
                </a:ext>
              </a:extLst>
            </p:cNvPr>
            <p:cNvSpPr/>
            <p:nvPr/>
          </p:nvSpPr>
          <p:spPr>
            <a:xfrm>
              <a:off x="5920925" y="2802475"/>
              <a:ext cx="200550" cy="165950"/>
            </a:xfrm>
            <a:custGeom>
              <a:avLst/>
              <a:gdLst/>
              <a:ahLst/>
              <a:cxnLst/>
              <a:rect l="l" t="t" r="r" b="b"/>
              <a:pathLst>
                <a:path w="8022" h="6638" fill="none" extrusionOk="0">
                  <a:moveTo>
                    <a:pt x="0" y="0"/>
                  </a:moveTo>
                  <a:lnTo>
                    <a:pt x="0" y="6531"/>
                  </a:lnTo>
                  <a:lnTo>
                    <a:pt x="8022" y="6638"/>
                  </a:lnTo>
                  <a:lnTo>
                    <a:pt x="8022" y="1136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" name="Google Shape;1384;p30">
              <a:extLst>
                <a:ext uri="{FF2B5EF4-FFF2-40B4-BE49-F238E27FC236}">
                  <a16:creationId xmlns:a16="http://schemas.microsoft.com/office/drawing/2014/main" id="{6FA1B093-F557-4562-AF56-006333C8B49B}"/>
                </a:ext>
              </a:extLst>
            </p:cNvPr>
            <p:cNvSpPr/>
            <p:nvPr/>
          </p:nvSpPr>
          <p:spPr>
            <a:xfrm>
              <a:off x="6091275" y="2826425"/>
              <a:ext cx="25" cy="142000"/>
            </a:xfrm>
            <a:custGeom>
              <a:avLst/>
              <a:gdLst/>
              <a:ahLst/>
              <a:cxnLst/>
              <a:rect l="l" t="t" r="r" b="b"/>
              <a:pathLst>
                <a:path w="1" h="5680" fill="none" extrusionOk="0">
                  <a:moveTo>
                    <a:pt x="1" y="1"/>
                  </a:moveTo>
                  <a:lnTo>
                    <a:pt x="1" y="568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" name="Google Shape;1385;p30">
              <a:extLst>
                <a:ext uri="{FF2B5EF4-FFF2-40B4-BE49-F238E27FC236}">
                  <a16:creationId xmlns:a16="http://schemas.microsoft.com/office/drawing/2014/main" id="{951A8D81-AFB6-471F-BED5-E66C87A6C009}"/>
                </a:ext>
              </a:extLst>
            </p:cNvPr>
            <p:cNvSpPr/>
            <p:nvPr/>
          </p:nvSpPr>
          <p:spPr>
            <a:xfrm>
              <a:off x="6021200" y="2816675"/>
              <a:ext cx="25" cy="149975"/>
            </a:xfrm>
            <a:custGeom>
              <a:avLst/>
              <a:gdLst/>
              <a:ahLst/>
              <a:cxnLst/>
              <a:rect l="l" t="t" r="r" b="b"/>
              <a:pathLst>
                <a:path w="1" h="5999" fill="none" extrusionOk="0">
                  <a:moveTo>
                    <a:pt x="0" y="0"/>
                  </a:moveTo>
                  <a:lnTo>
                    <a:pt x="0" y="5999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" name="Google Shape;1386;p30">
              <a:extLst>
                <a:ext uri="{FF2B5EF4-FFF2-40B4-BE49-F238E27FC236}">
                  <a16:creationId xmlns:a16="http://schemas.microsoft.com/office/drawing/2014/main" id="{B3C85954-EA4F-4D90-8974-47CB1D4499B5}"/>
                </a:ext>
              </a:extLst>
            </p:cNvPr>
            <p:cNvSpPr/>
            <p:nvPr/>
          </p:nvSpPr>
          <p:spPr>
            <a:xfrm>
              <a:off x="5993675" y="2814000"/>
              <a:ext cx="25" cy="152650"/>
            </a:xfrm>
            <a:custGeom>
              <a:avLst/>
              <a:gdLst/>
              <a:ahLst/>
              <a:cxnLst/>
              <a:rect l="l" t="t" r="r" b="b"/>
              <a:pathLst>
                <a:path w="1" h="6106" fill="none" extrusionOk="0">
                  <a:moveTo>
                    <a:pt x="1" y="1"/>
                  </a:moveTo>
                  <a:lnTo>
                    <a:pt x="1" y="6106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" name="Google Shape;1387;p30">
              <a:extLst>
                <a:ext uri="{FF2B5EF4-FFF2-40B4-BE49-F238E27FC236}">
                  <a16:creationId xmlns:a16="http://schemas.microsoft.com/office/drawing/2014/main" id="{DC352FA4-42A9-450C-B4DB-2D7D361D364F}"/>
                </a:ext>
              </a:extLst>
            </p:cNvPr>
            <p:cNvSpPr/>
            <p:nvPr/>
          </p:nvSpPr>
          <p:spPr>
            <a:xfrm>
              <a:off x="5976825" y="2810450"/>
              <a:ext cx="25" cy="156200"/>
            </a:xfrm>
            <a:custGeom>
              <a:avLst/>
              <a:gdLst/>
              <a:ahLst/>
              <a:cxnLst/>
              <a:rect l="l" t="t" r="r" b="b"/>
              <a:pathLst>
                <a:path w="1" h="6248" fill="none" extrusionOk="0">
                  <a:moveTo>
                    <a:pt x="0" y="1"/>
                  </a:moveTo>
                  <a:lnTo>
                    <a:pt x="0" y="6248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" name="Google Shape;1388;p30">
              <a:extLst>
                <a:ext uri="{FF2B5EF4-FFF2-40B4-BE49-F238E27FC236}">
                  <a16:creationId xmlns:a16="http://schemas.microsoft.com/office/drawing/2014/main" id="{5DF522AF-C8D6-4DC2-AB58-1F698CDB4B76}"/>
                </a:ext>
              </a:extLst>
            </p:cNvPr>
            <p:cNvSpPr/>
            <p:nvPr/>
          </p:nvSpPr>
          <p:spPr>
            <a:xfrm>
              <a:off x="1845450" y="2345500"/>
              <a:ext cx="3953050" cy="2402900"/>
            </a:xfrm>
            <a:custGeom>
              <a:avLst/>
              <a:gdLst/>
              <a:ahLst/>
              <a:cxnLst/>
              <a:rect l="l" t="t" r="r" b="b"/>
              <a:pathLst>
                <a:path w="158122" h="96116" fill="none" extrusionOk="0">
                  <a:moveTo>
                    <a:pt x="1" y="1"/>
                  </a:moveTo>
                  <a:lnTo>
                    <a:pt x="1" y="48768"/>
                  </a:lnTo>
                  <a:lnTo>
                    <a:pt x="107296" y="96115"/>
                  </a:lnTo>
                  <a:lnTo>
                    <a:pt x="158121" y="55228"/>
                  </a:lnTo>
                  <a:lnTo>
                    <a:pt x="145912" y="53950"/>
                  </a:lnTo>
                  <a:lnTo>
                    <a:pt x="113649" y="72903"/>
                  </a:lnTo>
                  <a:lnTo>
                    <a:pt x="113649" y="3514"/>
                  </a:lnTo>
                  <a:lnTo>
                    <a:pt x="61900" y="10436"/>
                  </a:lnTo>
                  <a:lnTo>
                    <a:pt x="61900" y="58777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" name="Google Shape;1389;p30">
              <a:extLst>
                <a:ext uri="{FF2B5EF4-FFF2-40B4-BE49-F238E27FC236}">
                  <a16:creationId xmlns:a16="http://schemas.microsoft.com/office/drawing/2014/main" id="{BF32A1AA-14A3-42E9-9BDC-E19E9DFC12B3}"/>
                </a:ext>
              </a:extLst>
            </p:cNvPr>
            <p:cNvSpPr/>
            <p:nvPr/>
          </p:nvSpPr>
          <p:spPr>
            <a:xfrm>
              <a:off x="5798475" y="1084625"/>
              <a:ext cx="25" cy="1578575"/>
            </a:xfrm>
            <a:custGeom>
              <a:avLst/>
              <a:gdLst/>
              <a:ahLst/>
              <a:cxnLst/>
              <a:rect l="l" t="t" r="r" b="b"/>
              <a:pathLst>
                <a:path w="1" h="63143" fill="none" extrusionOk="0">
                  <a:moveTo>
                    <a:pt x="0" y="0"/>
                  </a:moveTo>
                  <a:lnTo>
                    <a:pt x="0" y="63142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3" name="Google Shape;1390;p30">
              <a:extLst>
                <a:ext uri="{FF2B5EF4-FFF2-40B4-BE49-F238E27FC236}">
                  <a16:creationId xmlns:a16="http://schemas.microsoft.com/office/drawing/2014/main" id="{6409B6FB-AAF3-4743-971F-D507ABDB6E66}"/>
                </a:ext>
              </a:extLst>
            </p:cNvPr>
            <p:cNvSpPr/>
            <p:nvPr/>
          </p:nvSpPr>
          <p:spPr>
            <a:xfrm>
              <a:off x="3151600" y="1885875"/>
              <a:ext cx="716975" cy="2059500"/>
            </a:xfrm>
            <a:custGeom>
              <a:avLst/>
              <a:gdLst/>
              <a:ahLst/>
              <a:cxnLst/>
              <a:rect l="l" t="t" r="r" b="b"/>
              <a:pathLst>
                <a:path w="28679" h="82380" fill="none" extrusionOk="0">
                  <a:moveTo>
                    <a:pt x="0" y="0"/>
                  </a:moveTo>
                  <a:lnTo>
                    <a:pt x="0" y="41314"/>
                  </a:lnTo>
                  <a:lnTo>
                    <a:pt x="3479" y="41314"/>
                  </a:lnTo>
                  <a:lnTo>
                    <a:pt x="3479" y="78759"/>
                  </a:lnTo>
                  <a:lnTo>
                    <a:pt x="9654" y="77162"/>
                  </a:lnTo>
                  <a:lnTo>
                    <a:pt x="28679" y="82379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4" name="Google Shape;1391;p30">
              <a:extLst>
                <a:ext uri="{FF2B5EF4-FFF2-40B4-BE49-F238E27FC236}">
                  <a16:creationId xmlns:a16="http://schemas.microsoft.com/office/drawing/2014/main" id="{7E7512F7-0AE5-4C7F-9EEB-FADDBB58199E}"/>
                </a:ext>
              </a:extLst>
            </p:cNvPr>
            <p:cNvSpPr/>
            <p:nvPr/>
          </p:nvSpPr>
          <p:spPr>
            <a:xfrm>
              <a:off x="1933300" y="2936450"/>
              <a:ext cx="1305275" cy="918400"/>
            </a:xfrm>
            <a:custGeom>
              <a:avLst/>
              <a:gdLst/>
              <a:ahLst/>
              <a:cxnLst/>
              <a:rect l="l" t="t" r="r" b="b"/>
              <a:pathLst>
                <a:path w="52211" h="36736" fill="none" extrusionOk="0">
                  <a:moveTo>
                    <a:pt x="13311" y="24668"/>
                  </a:moveTo>
                  <a:lnTo>
                    <a:pt x="1" y="26550"/>
                  </a:lnTo>
                  <a:lnTo>
                    <a:pt x="1" y="391"/>
                  </a:lnTo>
                  <a:lnTo>
                    <a:pt x="13027" y="1"/>
                  </a:lnTo>
                  <a:lnTo>
                    <a:pt x="13311" y="24668"/>
                  </a:lnTo>
                  <a:lnTo>
                    <a:pt x="52211" y="36736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" name="Google Shape;1392;p30">
              <a:extLst>
                <a:ext uri="{FF2B5EF4-FFF2-40B4-BE49-F238E27FC236}">
                  <a16:creationId xmlns:a16="http://schemas.microsoft.com/office/drawing/2014/main" id="{26389913-FF68-449C-8E41-6BF266314F02}"/>
                </a:ext>
              </a:extLst>
            </p:cNvPr>
            <p:cNvSpPr/>
            <p:nvPr/>
          </p:nvSpPr>
          <p:spPr>
            <a:xfrm>
              <a:off x="1845450" y="3564675"/>
              <a:ext cx="2681525" cy="1500500"/>
            </a:xfrm>
            <a:custGeom>
              <a:avLst/>
              <a:gdLst/>
              <a:ahLst/>
              <a:cxnLst/>
              <a:rect l="l" t="t" r="r" b="b"/>
              <a:pathLst>
                <a:path w="107261" h="60020" fill="none" extrusionOk="0">
                  <a:moveTo>
                    <a:pt x="1" y="1"/>
                  </a:moveTo>
                  <a:lnTo>
                    <a:pt x="1" y="5538"/>
                  </a:lnTo>
                  <a:lnTo>
                    <a:pt x="107260" y="60019"/>
                  </a:lnTo>
                  <a:lnTo>
                    <a:pt x="107260" y="47348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" name="Google Shape;1393;p30">
              <a:extLst>
                <a:ext uri="{FF2B5EF4-FFF2-40B4-BE49-F238E27FC236}">
                  <a16:creationId xmlns:a16="http://schemas.microsoft.com/office/drawing/2014/main" id="{D688A856-AC85-4FA8-BD28-881E8D75F6AD}"/>
                </a:ext>
              </a:extLst>
            </p:cNvPr>
            <p:cNvSpPr/>
            <p:nvPr/>
          </p:nvSpPr>
          <p:spPr>
            <a:xfrm>
              <a:off x="2646700" y="4748375"/>
              <a:ext cx="572350" cy="219200"/>
            </a:xfrm>
            <a:custGeom>
              <a:avLst/>
              <a:gdLst/>
              <a:ahLst/>
              <a:cxnLst/>
              <a:rect l="l" t="t" r="r" b="b"/>
              <a:pathLst>
                <a:path w="22894" h="8768" fill="none" extrusionOk="0">
                  <a:moveTo>
                    <a:pt x="22894" y="4366"/>
                  </a:moveTo>
                  <a:cubicBezTo>
                    <a:pt x="22894" y="6815"/>
                    <a:pt x="17783" y="8767"/>
                    <a:pt x="11465" y="8767"/>
                  </a:cubicBezTo>
                  <a:cubicBezTo>
                    <a:pt x="5112" y="8767"/>
                    <a:pt x="1" y="6815"/>
                    <a:pt x="1" y="4366"/>
                  </a:cubicBezTo>
                  <a:cubicBezTo>
                    <a:pt x="1" y="1952"/>
                    <a:pt x="5112" y="0"/>
                    <a:pt x="11465" y="0"/>
                  </a:cubicBezTo>
                  <a:cubicBezTo>
                    <a:pt x="17783" y="0"/>
                    <a:pt x="22894" y="1952"/>
                    <a:pt x="22894" y="4366"/>
                  </a:cubicBez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" name="Google Shape;1394;p30">
              <a:extLst>
                <a:ext uri="{FF2B5EF4-FFF2-40B4-BE49-F238E27FC236}">
                  <a16:creationId xmlns:a16="http://schemas.microsoft.com/office/drawing/2014/main" id="{E59FB714-8786-4B14-9F78-1BD2BA4D2082}"/>
                </a:ext>
              </a:extLst>
            </p:cNvPr>
            <p:cNvSpPr/>
            <p:nvPr/>
          </p:nvSpPr>
          <p:spPr>
            <a:xfrm>
              <a:off x="2442625" y="4467100"/>
              <a:ext cx="286625" cy="110050"/>
            </a:xfrm>
            <a:custGeom>
              <a:avLst/>
              <a:gdLst/>
              <a:ahLst/>
              <a:cxnLst/>
              <a:rect l="l" t="t" r="r" b="b"/>
              <a:pathLst>
                <a:path w="11465" h="4402" fill="none" extrusionOk="0">
                  <a:moveTo>
                    <a:pt x="11465" y="2201"/>
                  </a:moveTo>
                  <a:cubicBezTo>
                    <a:pt x="11465" y="3407"/>
                    <a:pt x="8874" y="4401"/>
                    <a:pt x="5715" y="4401"/>
                  </a:cubicBezTo>
                  <a:cubicBezTo>
                    <a:pt x="2556" y="4401"/>
                    <a:pt x="1" y="3407"/>
                    <a:pt x="1" y="2201"/>
                  </a:cubicBezTo>
                  <a:cubicBezTo>
                    <a:pt x="1" y="994"/>
                    <a:pt x="2556" y="0"/>
                    <a:pt x="5715" y="0"/>
                  </a:cubicBezTo>
                  <a:cubicBezTo>
                    <a:pt x="8874" y="0"/>
                    <a:pt x="11465" y="994"/>
                    <a:pt x="11465" y="2201"/>
                  </a:cubicBez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" name="Google Shape;1395;p30">
              <a:extLst>
                <a:ext uri="{FF2B5EF4-FFF2-40B4-BE49-F238E27FC236}">
                  <a16:creationId xmlns:a16="http://schemas.microsoft.com/office/drawing/2014/main" id="{8A9F94B6-79D2-49FB-A9B9-5FCA3EC4C0FB}"/>
                </a:ext>
              </a:extLst>
            </p:cNvPr>
            <p:cNvSpPr/>
            <p:nvPr/>
          </p:nvSpPr>
          <p:spPr>
            <a:xfrm>
              <a:off x="5778075" y="4202675"/>
              <a:ext cx="286625" cy="110050"/>
            </a:xfrm>
            <a:custGeom>
              <a:avLst/>
              <a:gdLst/>
              <a:ahLst/>
              <a:cxnLst/>
              <a:rect l="l" t="t" r="r" b="b"/>
              <a:pathLst>
                <a:path w="11465" h="4402" fill="none" extrusionOk="0">
                  <a:moveTo>
                    <a:pt x="11464" y="2201"/>
                  </a:moveTo>
                  <a:cubicBezTo>
                    <a:pt x="11464" y="3408"/>
                    <a:pt x="8873" y="4401"/>
                    <a:pt x="5714" y="4401"/>
                  </a:cubicBezTo>
                  <a:cubicBezTo>
                    <a:pt x="2556" y="4401"/>
                    <a:pt x="0" y="3408"/>
                    <a:pt x="0" y="2201"/>
                  </a:cubicBezTo>
                  <a:cubicBezTo>
                    <a:pt x="0" y="994"/>
                    <a:pt x="2556" y="0"/>
                    <a:pt x="5714" y="0"/>
                  </a:cubicBezTo>
                  <a:cubicBezTo>
                    <a:pt x="8873" y="0"/>
                    <a:pt x="11464" y="994"/>
                    <a:pt x="11464" y="2201"/>
                  </a:cubicBez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" name="Google Shape;1396;p30">
              <a:extLst>
                <a:ext uri="{FF2B5EF4-FFF2-40B4-BE49-F238E27FC236}">
                  <a16:creationId xmlns:a16="http://schemas.microsoft.com/office/drawing/2014/main" id="{FE1DD7AC-FC13-44C2-9547-435BE91D8E26}"/>
                </a:ext>
              </a:extLst>
            </p:cNvPr>
            <p:cNvSpPr/>
            <p:nvPr/>
          </p:nvSpPr>
          <p:spPr>
            <a:xfrm>
              <a:off x="5519850" y="4467100"/>
              <a:ext cx="286625" cy="110050"/>
            </a:xfrm>
            <a:custGeom>
              <a:avLst/>
              <a:gdLst/>
              <a:ahLst/>
              <a:cxnLst/>
              <a:rect l="l" t="t" r="r" b="b"/>
              <a:pathLst>
                <a:path w="11465" h="4402" fill="none" extrusionOk="0">
                  <a:moveTo>
                    <a:pt x="11465" y="2201"/>
                  </a:moveTo>
                  <a:cubicBezTo>
                    <a:pt x="11465" y="3407"/>
                    <a:pt x="8909" y="4401"/>
                    <a:pt x="5715" y="4401"/>
                  </a:cubicBezTo>
                  <a:cubicBezTo>
                    <a:pt x="2556" y="4401"/>
                    <a:pt x="1" y="3407"/>
                    <a:pt x="1" y="2201"/>
                  </a:cubicBezTo>
                  <a:cubicBezTo>
                    <a:pt x="1" y="994"/>
                    <a:pt x="2556" y="0"/>
                    <a:pt x="5715" y="0"/>
                  </a:cubicBezTo>
                  <a:cubicBezTo>
                    <a:pt x="8909" y="0"/>
                    <a:pt x="11465" y="994"/>
                    <a:pt x="11465" y="2201"/>
                  </a:cubicBez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" name="Google Shape;1397;p30">
              <a:extLst>
                <a:ext uri="{FF2B5EF4-FFF2-40B4-BE49-F238E27FC236}">
                  <a16:creationId xmlns:a16="http://schemas.microsoft.com/office/drawing/2014/main" id="{F4B61DC9-530C-409D-963E-5862381F8A99}"/>
                </a:ext>
              </a:extLst>
            </p:cNvPr>
            <p:cNvSpPr/>
            <p:nvPr/>
          </p:nvSpPr>
          <p:spPr>
            <a:xfrm>
              <a:off x="5219950" y="4803375"/>
              <a:ext cx="286625" cy="109175"/>
            </a:xfrm>
            <a:custGeom>
              <a:avLst/>
              <a:gdLst/>
              <a:ahLst/>
              <a:cxnLst/>
              <a:rect l="l" t="t" r="r" b="b"/>
              <a:pathLst>
                <a:path w="11465" h="4367" fill="none" extrusionOk="0">
                  <a:moveTo>
                    <a:pt x="11464" y="2166"/>
                  </a:moveTo>
                  <a:cubicBezTo>
                    <a:pt x="11464" y="3408"/>
                    <a:pt x="8873" y="4367"/>
                    <a:pt x="5714" y="4367"/>
                  </a:cubicBezTo>
                  <a:cubicBezTo>
                    <a:pt x="2556" y="4367"/>
                    <a:pt x="0" y="3408"/>
                    <a:pt x="0" y="2166"/>
                  </a:cubicBezTo>
                  <a:cubicBezTo>
                    <a:pt x="0" y="959"/>
                    <a:pt x="2556" y="1"/>
                    <a:pt x="5714" y="1"/>
                  </a:cubicBezTo>
                  <a:cubicBezTo>
                    <a:pt x="8873" y="1"/>
                    <a:pt x="11464" y="959"/>
                    <a:pt x="11464" y="2166"/>
                  </a:cubicBez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" name="Google Shape;1398;p30">
              <a:extLst>
                <a:ext uri="{FF2B5EF4-FFF2-40B4-BE49-F238E27FC236}">
                  <a16:creationId xmlns:a16="http://schemas.microsoft.com/office/drawing/2014/main" id="{56453DF8-CD60-4828-B74D-F2EF6F15B6B6}"/>
                </a:ext>
              </a:extLst>
            </p:cNvPr>
            <p:cNvSpPr/>
            <p:nvPr/>
          </p:nvSpPr>
          <p:spPr>
            <a:xfrm>
              <a:off x="1845450" y="1154725"/>
              <a:ext cx="4402925" cy="3910450"/>
            </a:xfrm>
            <a:custGeom>
              <a:avLst/>
              <a:gdLst/>
              <a:ahLst/>
              <a:cxnLst/>
              <a:rect l="l" t="t" r="r" b="b"/>
              <a:pathLst>
                <a:path w="176117" h="156418" fill="none" extrusionOk="0">
                  <a:moveTo>
                    <a:pt x="107260" y="156417"/>
                  </a:moveTo>
                  <a:lnTo>
                    <a:pt x="176116" y="91678"/>
                  </a:lnTo>
                  <a:lnTo>
                    <a:pt x="176116" y="32157"/>
                  </a:lnTo>
                  <a:lnTo>
                    <a:pt x="158121" y="0"/>
                  </a:lnTo>
                  <a:lnTo>
                    <a:pt x="98210" y="21509"/>
                  </a:lnTo>
                  <a:lnTo>
                    <a:pt x="98210" y="42059"/>
                  </a:lnTo>
                  <a:lnTo>
                    <a:pt x="52246" y="29246"/>
                  </a:lnTo>
                  <a:lnTo>
                    <a:pt x="1" y="48909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" name="Google Shape;1399;p30">
              <a:extLst>
                <a:ext uri="{FF2B5EF4-FFF2-40B4-BE49-F238E27FC236}">
                  <a16:creationId xmlns:a16="http://schemas.microsoft.com/office/drawing/2014/main" id="{8390CF82-F327-43B6-A191-BD21B5285461}"/>
                </a:ext>
              </a:extLst>
            </p:cNvPr>
            <p:cNvSpPr/>
            <p:nvPr/>
          </p:nvSpPr>
          <p:spPr>
            <a:xfrm>
              <a:off x="4300675" y="2206200"/>
              <a:ext cx="25" cy="278625"/>
            </a:xfrm>
            <a:custGeom>
              <a:avLst/>
              <a:gdLst/>
              <a:ahLst/>
              <a:cxnLst/>
              <a:rect l="l" t="t" r="r" b="b"/>
              <a:pathLst>
                <a:path w="1" h="11145" fill="none" extrusionOk="0">
                  <a:moveTo>
                    <a:pt x="1" y="0"/>
                  </a:moveTo>
                  <a:lnTo>
                    <a:pt x="1" y="11145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" name="Google Shape;1400;p30">
              <a:extLst>
                <a:ext uri="{FF2B5EF4-FFF2-40B4-BE49-F238E27FC236}">
                  <a16:creationId xmlns:a16="http://schemas.microsoft.com/office/drawing/2014/main" id="{18164DBE-CAE5-46C8-8C0F-26F34EF22A90}"/>
                </a:ext>
              </a:extLst>
            </p:cNvPr>
            <p:cNvSpPr/>
            <p:nvPr/>
          </p:nvSpPr>
          <p:spPr>
            <a:xfrm>
              <a:off x="5798475" y="2663175"/>
              <a:ext cx="25" cy="1063025"/>
            </a:xfrm>
            <a:custGeom>
              <a:avLst/>
              <a:gdLst/>
              <a:ahLst/>
              <a:cxnLst/>
              <a:rect l="l" t="t" r="r" b="b"/>
              <a:pathLst>
                <a:path w="1" h="42521" fill="none" extrusionOk="0">
                  <a:moveTo>
                    <a:pt x="0" y="42521"/>
                  </a:moveTo>
                  <a:lnTo>
                    <a:pt x="0" y="0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" name="Google Shape;1401;p30">
              <a:extLst>
                <a:ext uri="{FF2B5EF4-FFF2-40B4-BE49-F238E27FC236}">
                  <a16:creationId xmlns:a16="http://schemas.microsoft.com/office/drawing/2014/main" id="{487C6AB7-3CDA-4752-97AA-A754AD668496}"/>
                </a:ext>
              </a:extLst>
            </p:cNvPr>
            <p:cNvSpPr/>
            <p:nvPr/>
          </p:nvSpPr>
          <p:spPr>
            <a:xfrm>
              <a:off x="4686650" y="2433350"/>
              <a:ext cx="806600" cy="1260900"/>
            </a:xfrm>
            <a:custGeom>
              <a:avLst/>
              <a:gdLst/>
              <a:ahLst/>
              <a:cxnLst/>
              <a:rect l="l" t="t" r="r" b="b"/>
              <a:pathLst>
                <a:path w="32264" h="50436" fill="none" extrusionOk="0">
                  <a:moveTo>
                    <a:pt x="1" y="0"/>
                  </a:moveTo>
                  <a:lnTo>
                    <a:pt x="32086" y="6638"/>
                  </a:lnTo>
                  <a:lnTo>
                    <a:pt x="32264" y="50436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" name="Google Shape;1402;p30">
              <a:extLst>
                <a:ext uri="{FF2B5EF4-FFF2-40B4-BE49-F238E27FC236}">
                  <a16:creationId xmlns:a16="http://schemas.microsoft.com/office/drawing/2014/main" id="{F16C6A48-0507-4CC2-A26E-D86686E55B3B}"/>
                </a:ext>
              </a:extLst>
            </p:cNvPr>
            <p:cNvSpPr/>
            <p:nvPr/>
          </p:nvSpPr>
          <p:spPr>
            <a:xfrm>
              <a:off x="3403600" y="2132550"/>
              <a:ext cx="806600" cy="458775"/>
            </a:xfrm>
            <a:custGeom>
              <a:avLst/>
              <a:gdLst/>
              <a:ahLst/>
              <a:cxnLst/>
              <a:rect l="l" t="t" r="r" b="b"/>
              <a:pathLst>
                <a:path w="32264" h="18351" fill="none" extrusionOk="0">
                  <a:moveTo>
                    <a:pt x="0" y="0"/>
                  </a:moveTo>
                  <a:lnTo>
                    <a:pt x="0" y="12032"/>
                  </a:lnTo>
                  <a:lnTo>
                    <a:pt x="32263" y="18350"/>
                  </a:lnTo>
                  <a:lnTo>
                    <a:pt x="32263" y="8306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" name="Google Shape;1403;p30">
              <a:extLst>
                <a:ext uri="{FF2B5EF4-FFF2-40B4-BE49-F238E27FC236}">
                  <a16:creationId xmlns:a16="http://schemas.microsoft.com/office/drawing/2014/main" id="{101D969F-64EA-4CDB-8CF0-079A9AAD0B3C}"/>
                </a:ext>
              </a:extLst>
            </p:cNvPr>
            <p:cNvSpPr/>
            <p:nvPr/>
          </p:nvSpPr>
          <p:spPr>
            <a:xfrm>
              <a:off x="4144500" y="2340175"/>
              <a:ext cx="65700" cy="238725"/>
            </a:xfrm>
            <a:custGeom>
              <a:avLst/>
              <a:gdLst/>
              <a:ahLst/>
              <a:cxnLst/>
              <a:rect l="l" t="t" r="r" b="b"/>
              <a:pathLst>
                <a:path w="2628" h="9549" fill="none" extrusionOk="0">
                  <a:moveTo>
                    <a:pt x="2627" y="1"/>
                  </a:moveTo>
                  <a:lnTo>
                    <a:pt x="1" y="640"/>
                  </a:lnTo>
                  <a:lnTo>
                    <a:pt x="143" y="9548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" name="Google Shape;1404;p30">
              <a:extLst>
                <a:ext uri="{FF2B5EF4-FFF2-40B4-BE49-F238E27FC236}">
                  <a16:creationId xmlns:a16="http://schemas.microsoft.com/office/drawing/2014/main" id="{50622867-73F2-42F7-9F8F-2967E2EAD342}"/>
                </a:ext>
              </a:extLst>
            </p:cNvPr>
            <p:cNvSpPr/>
            <p:nvPr/>
          </p:nvSpPr>
          <p:spPr>
            <a:xfrm>
              <a:off x="3403600" y="2171600"/>
              <a:ext cx="740925" cy="184575"/>
            </a:xfrm>
            <a:custGeom>
              <a:avLst/>
              <a:gdLst/>
              <a:ahLst/>
              <a:cxnLst/>
              <a:rect l="l" t="t" r="r" b="b"/>
              <a:pathLst>
                <a:path w="29637" h="7383" fill="none" extrusionOk="0">
                  <a:moveTo>
                    <a:pt x="29637" y="7383"/>
                  </a:moveTo>
                  <a:lnTo>
                    <a:pt x="0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" name="Google Shape;1405;p30">
              <a:extLst>
                <a:ext uri="{FF2B5EF4-FFF2-40B4-BE49-F238E27FC236}">
                  <a16:creationId xmlns:a16="http://schemas.microsoft.com/office/drawing/2014/main" id="{EF722904-BAE8-4D2E-A21B-26ED92A6090A}"/>
                </a:ext>
              </a:extLst>
            </p:cNvPr>
            <p:cNvSpPr/>
            <p:nvPr/>
          </p:nvSpPr>
          <p:spPr>
            <a:xfrm>
              <a:off x="3403600" y="2193775"/>
              <a:ext cx="718750" cy="380675"/>
            </a:xfrm>
            <a:custGeom>
              <a:avLst/>
              <a:gdLst/>
              <a:ahLst/>
              <a:cxnLst/>
              <a:rect l="l" t="t" r="r" b="b"/>
              <a:pathLst>
                <a:path w="28750" h="15227" fill="none" extrusionOk="0">
                  <a:moveTo>
                    <a:pt x="28749" y="15227"/>
                  </a:moveTo>
                  <a:lnTo>
                    <a:pt x="28749" y="7063"/>
                  </a:lnTo>
                  <a:lnTo>
                    <a:pt x="0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" name="Google Shape;1406;p30">
              <a:extLst>
                <a:ext uri="{FF2B5EF4-FFF2-40B4-BE49-F238E27FC236}">
                  <a16:creationId xmlns:a16="http://schemas.microsoft.com/office/drawing/2014/main" id="{A14C776A-D3DD-4CC5-87D4-2D4DF214F79B}"/>
                </a:ext>
              </a:extLst>
            </p:cNvPr>
            <p:cNvSpPr/>
            <p:nvPr/>
          </p:nvSpPr>
          <p:spPr>
            <a:xfrm>
              <a:off x="4104575" y="2370350"/>
              <a:ext cx="17775" cy="200550"/>
            </a:xfrm>
            <a:custGeom>
              <a:avLst/>
              <a:gdLst/>
              <a:ahLst/>
              <a:cxnLst/>
              <a:rect l="l" t="t" r="r" b="b"/>
              <a:pathLst>
                <a:path w="711" h="8022" fill="none" extrusionOk="0">
                  <a:moveTo>
                    <a:pt x="710" y="0"/>
                  </a:moveTo>
                  <a:lnTo>
                    <a:pt x="1" y="0"/>
                  </a:lnTo>
                  <a:lnTo>
                    <a:pt x="1" y="8022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" name="Google Shape;1407;p30">
              <a:extLst>
                <a:ext uri="{FF2B5EF4-FFF2-40B4-BE49-F238E27FC236}">
                  <a16:creationId xmlns:a16="http://schemas.microsoft.com/office/drawing/2014/main" id="{2253AC9B-3DF3-4BDB-9806-0150CE257D8C}"/>
                </a:ext>
              </a:extLst>
            </p:cNvPr>
            <p:cNvSpPr/>
            <p:nvPr/>
          </p:nvSpPr>
          <p:spPr>
            <a:xfrm>
              <a:off x="3955500" y="2328650"/>
              <a:ext cx="25" cy="212975"/>
            </a:xfrm>
            <a:custGeom>
              <a:avLst/>
              <a:gdLst/>
              <a:ahLst/>
              <a:cxnLst/>
              <a:rect l="l" t="t" r="r" b="b"/>
              <a:pathLst>
                <a:path w="1" h="8519" fill="none" extrusionOk="0">
                  <a:moveTo>
                    <a:pt x="1" y="0"/>
                  </a:moveTo>
                  <a:lnTo>
                    <a:pt x="1" y="8519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" name="Google Shape;1408;p30">
              <a:extLst>
                <a:ext uri="{FF2B5EF4-FFF2-40B4-BE49-F238E27FC236}">
                  <a16:creationId xmlns:a16="http://schemas.microsoft.com/office/drawing/2014/main" id="{EC3E06E4-98B9-4721-92F8-628430091BE7}"/>
                </a:ext>
              </a:extLst>
            </p:cNvPr>
            <p:cNvSpPr/>
            <p:nvPr/>
          </p:nvSpPr>
          <p:spPr>
            <a:xfrm>
              <a:off x="3929775" y="2323325"/>
              <a:ext cx="25" cy="211200"/>
            </a:xfrm>
            <a:custGeom>
              <a:avLst/>
              <a:gdLst/>
              <a:ahLst/>
              <a:cxnLst/>
              <a:rect l="l" t="t" r="r" b="b"/>
              <a:pathLst>
                <a:path w="1" h="8448" fill="none" extrusionOk="0">
                  <a:moveTo>
                    <a:pt x="1" y="0"/>
                  </a:moveTo>
                  <a:lnTo>
                    <a:pt x="1" y="8448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" name="Google Shape;1409;p30">
              <a:extLst>
                <a:ext uri="{FF2B5EF4-FFF2-40B4-BE49-F238E27FC236}">
                  <a16:creationId xmlns:a16="http://schemas.microsoft.com/office/drawing/2014/main" id="{DDD4BC9B-B500-4162-BC85-C3B674CD06BC}"/>
                </a:ext>
              </a:extLst>
            </p:cNvPr>
            <p:cNvSpPr/>
            <p:nvPr/>
          </p:nvSpPr>
          <p:spPr>
            <a:xfrm>
              <a:off x="3912925" y="2323325"/>
              <a:ext cx="25" cy="210325"/>
            </a:xfrm>
            <a:custGeom>
              <a:avLst/>
              <a:gdLst/>
              <a:ahLst/>
              <a:cxnLst/>
              <a:rect l="l" t="t" r="r" b="b"/>
              <a:pathLst>
                <a:path w="1" h="8413" fill="none" extrusionOk="0">
                  <a:moveTo>
                    <a:pt x="0" y="0"/>
                  </a:moveTo>
                  <a:lnTo>
                    <a:pt x="0" y="8412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" name="Google Shape;1410;p30">
              <a:extLst>
                <a:ext uri="{FF2B5EF4-FFF2-40B4-BE49-F238E27FC236}">
                  <a16:creationId xmlns:a16="http://schemas.microsoft.com/office/drawing/2014/main" id="{7ACE1494-5665-407C-9BB9-20E88330A836}"/>
                </a:ext>
              </a:extLst>
            </p:cNvPr>
            <p:cNvSpPr/>
            <p:nvPr/>
          </p:nvSpPr>
          <p:spPr>
            <a:xfrm>
              <a:off x="3677775" y="2263875"/>
              <a:ext cx="25" cy="223625"/>
            </a:xfrm>
            <a:custGeom>
              <a:avLst/>
              <a:gdLst/>
              <a:ahLst/>
              <a:cxnLst/>
              <a:rect l="l" t="t" r="r" b="b"/>
              <a:pathLst>
                <a:path w="1" h="8945" fill="none" extrusionOk="0">
                  <a:moveTo>
                    <a:pt x="1" y="0"/>
                  </a:moveTo>
                  <a:lnTo>
                    <a:pt x="1" y="8944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" name="Google Shape;1411;p30">
              <a:extLst>
                <a:ext uri="{FF2B5EF4-FFF2-40B4-BE49-F238E27FC236}">
                  <a16:creationId xmlns:a16="http://schemas.microsoft.com/office/drawing/2014/main" id="{FCF90BCF-809A-4762-BDED-2ABA0ED20509}"/>
                </a:ext>
              </a:extLst>
            </p:cNvPr>
            <p:cNvSpPr/>
            <p:nvPr/>
          </p:nvSpPr>
          <p:spPr>
            <a:xfrm>
              <a:off x="3644050" y="2252325"/>
              <a:ext cx="25" cy="228075"/>
            </a:xfrm>
            <a:custGeom>
              <a:avLst/>
              <a:gdLst/>
              <a:ahLst/>
              <a:cxnLst/>
              <a:rect l="l" t="t" r="r" b="b"/>
              <a:pathLst>
                <a:path w="1" h="9123" fill="none" extrusionOk="0">
                  <a:moveTo>
                    <a:pt x="1" y="9123"/>
                  </a:moveTo>
                  <a:lnTo>
                    <a:pt x="1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" name="Google Shape;1412;p30">
              <a:extLst>
                <a:ext uri="{FF2B5EF4-FFF2-40B4-BE49-F238E27FC236}">
                  <a16:creationId xmlns:a16="http://schemas.microsoft.com/office/drawing/2014/main" id="{279C4B5F-F528-4CE5-B5C5-10A678C47008}"/>
                </a:ext>
              </a:extLst>
            </p:cNvPr>
            <p:cNvSpPr/>
            <p:nvPr/>
          </p:nvSpPr>
          <p:spPr>
            <a:xfrm>
              <a:off x="3623650" y="2247900"/>
              <a:ext cx="25" cy="228075"/>
            </a:xfrm>
            <a:custGeom>
              <a:avLst/>
              <a:gdLst/>
              <a:ahLst/>
              <a:cxnLst/>
              <a:rect l="l" t="t" r="r" b="b"/>
              <a:pathLst>
                <a:path w="1" h="9123" fill="none" extrusionOk="0">
                  <a:moveTo>
                    <a:pt x="1" y="0"/>
                  </a:moveTo>
                  <a:lnTo>
                    <a:pt x="1" y="9122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" name="Google Shape;1413;p30">
              <a:extLst>
                <a:ext uri="{FF2B5EF4-FFF2-40B4-BE49-F238E27FC236}">
                  <a16:creationId xmlns:a16="http://schemas.microsoft.com/office/drawing/2014/main" id="{5EA976C2-16A0-4ED2-8058-75332E3040F4}"/>
                </a:ext>
              </a:extLst>
            </p:cNvPr>
            <p:cNvSpPr/>
            <p:nvPr/>
          </p:nvSpPr>
          <p:spPr>
            <a:xfrm>
              <a:off x="2258950" y="2918725"/>
              <a:ext cx="892675" cy="17750"/>
            </a:xfrm>
            <a:custGeom>
              <a:avLst/>
              <a:gdLst/>
              <a:ahLst/>
              <a:cxnLst/>
              <a:rect l="l" t="t" r="r" b="b"/>
              <a:pathLst>
                <a:path w="35707" h="710" fill="none" extrusionOk="0">
                  <a:moveTo>
                    <a:pt x="35706" y="0"/>
                  </a:moveTo>
                  <a:lnTo>
                    <a:pt x="1" y="710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" name="Google Shape;1414;p30">
              <a:extLst>
                <a:ext uri="{FF2B5EF4-FFF2-40B4-BE49-F238E27FC236}">
                  <a16:creationId xmlns:a16="http://schemas.microsoft.com/office/drawing/2014/main" id="{3D59B2F3-DFE0-48BB-8C3F-5B5A9E359C13}"/>
                </a:ext>
              </a:extLst>
            </p:cNvPr>
            <p:cNvSpPr/>
            <p:nvPr/>
          </p:nvSpPr>
          <p:spPr>
            <a:xfrm>
              <a:off x="2914675" y="2189325"/>
              <a:ext cx="25" cy="481850"/>
            </a:xfrm>
            <a:custGeom>
              <a:avLst/>
              <a:gdLst/>
              <a:ahLst/>
              <a:cxnLst/>
              <a:rect l="l" t="t" r="r" b="b"/>
              <a:pathLst>
                <a:path w="1" h="19274" fill="none" extrusionOk="0">
                  <a:moveTo>
                    <a:pt x="1" y="1"/>
                  </a:moveTo>
                  <a:lnTo>
                    <a:pt x="1" y="19273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" name="Google Shape;1415;p30">
              <a:extLst>
                <a:ext uri="{FF2B5EF4-FFF2-40B4-BE49-F238E27FC236}">
                  <a16:creationId xmlns:a16="http://schemas.microsoft.com/office/drawing/2014/main" id="{72529788-E8D3-48FB-994A-23CB45227CE5}"/>
                </a:ext>
              </a:extLst>
            </p:cNvPr>
            <p:cNvSpPr/>
            <p:nvPr/>
          </p:nvSpPr>
          <p:spPr>
            <a:xfrm>
              <a:off x="2557975" y="2318000"/>
              <a:ext cx="25" cy="401100"/>
            </a:xfrm>
            <a:custGeom>
              <a:avLst/>
              <a:gdLst/>
              <a:ahLst/>
              <a:cxnLst/>
              <a:rect l="l" t="t" r="r" b="b"/>
              <a:pathLst>
                <a:path w="1" h="16044" fill="none" extrusionOk="0">
                  <a:moveTo>
                    <a:pt x="1" y="0"/>
                  </a:moveTo>
                  <a:lnTo>
                    <a:pt x="1" y="16043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" name="Google Shape;1416;p30">
              <a:extLst>
                <a:ext uri="{FF2B5EF4-FFF2-40B4-BE49-F238E27FC236}">
                  <a16:creationId xmlns:a16="http://schemas.microsoft.com/office/drawing/2014/main" id="{6DF65975-185A-476C-9916-0BD2EAF8D1CD}"/>
                </a:ext>
              </a:extLst>
            </p:cNvPr>
            <p:cNvSpPr/>
            <p:nvPr/>
          </p:nvSpPr>
          <p:spPr>
            <a:xfrm>
              <a:off x="2340575" y="2395200"/>
              <a:ext cx="25" cy="353175"/>
            </a:xfrm>
            <a:custGeom>
              <a:avLst/>
              <a:gdLst/>
              <a:ahLst/>
              <a:cxnLst/>
              <a:rect l="l" t="t" r="r" b="b"/>
              <a:pathLst>
                <a:path w="1" h="14127" fill="none" extrusionOk="0">
                  <a:moveTo>
                    <a:pt x="1" y="0"/>
                  </a:moveTo>
                  <a:lnTo>
                    <a:pt x="1" y="14126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" name="Google Shape;1417;p30">
              <a:extLst>
                <a:ext uri="{FF2B5EF4-FFF2-40B4-BE49-F238E27FC236}">
                  <a16:creationId xmlns:a16="http://schemas.microsoft.com/office/drawing/2014/main" id="{E53B1FDD-2A4D-4EFA-97F1-65F000C3A1DE}"/>
                </a:ext>
              </a:extLst>
            </p:cNvPr>
            <p:cNvSpPr/>
            <p:nvPr/>
          </p:nvSpPr>
          <p:spPr>
            <a:xfrm>
              <a:off x="2053100" y="2499000"/>
              <a:ext cx="25" cy="297275"/>
            </a:xfrm>
            <a:custGeom>
              <a:avLst/>
              <a:gdLst/>
              <a:ahLst/>
              <a:cxnLst/>
              <a:rect l="l" t="t" r="r" b="b"/>
              <a:pathLst>
                <a:path w="1" h="11891" fill="none" extrusionOk="0">
                  <a:moveTo>
                    <a:pt x="0" y="1"/>
                  </a:moveTo>
                  <a:lnTo>
                    <a:pt x="0" y="1189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" name="Google Shape;1418;p30">
              <a:extLst>
                <a:ext uri="{FF2B5EF4-FFF2-40B4-BE49-F238E27FC236}">
                  <a16:creationId xmlns:a16="http://schemas.microsoft.com/office/drawing/2014/main" id="{5019CA64-88C2-44ED-869F-B450D4FCA4DA}"/>
                </a:ext>
              </a:extLst>
            </p:cNvPr>
            <p:cNvSpPr/>
            <p:nvPr/>
          </p:nvSpPr>
          <p:spPr>
            <a:xfrm>
              <a:off x="2053100" y="2499000"/>
              <a:ext cx="42600" cy="282200"/>
            </a:xfrm>
            <a:custGeom>
              <a:avLst/>
              <a:gdLst/>
              <a:ahLst/>
              <a:cxnLst/>
              <a:rect l="l" t="t" r="r" b="b"/>
              <a:pathLst>
                <a:path w="1704" h="11288" fill="none" extrusionOk="0">
                  <a:moveTo>
                    <a:pt x="0" y="1"/>
                  </a:moveTo>
                  <a:lnTo>
                    <a:pt x="1704" y="249"/>
                  </a:lnTo>
                  <a:lnTo>
                    <a:pt x="1704" y="11288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" name="Google Shape;1419;p30">
              <a:extLst>
                <a:ext uri="{FF2B5EF4-FFF2-40B4-BE49-F238E27FC236}">
                  <a16:creationId xmlns:a16="http://schemas.microsoft.com/office/drawing/2014/main" id="{19C82935-AF15-42F3-8C00-BB217AB7BC3B}"/>
                </a:ext>
              </a:extLst>
            </p:cNvPr>
            <p:cNvSpPr/>
            <p:nvPr/>
          </p:nvSpPr>
          <p:spPr>
            <a:xfrm>
              <a:off x="2095675" y="2426250"/>
              <a:ext cx="244925" cy="79000"/>
            </a:xfrm>
            <a:custGeom>
              <a:avLst/>
              <a:gdLst/>
              <a:ahLst/>
              <a:cxnLst/>
              <a:rect l="l" t="t" r="r" b="b"/>
              <a:pathLst>
                <a:path w="9797" h="3160" fill="none" extrusionOk="0">
                  <a:moveTo>
                    <a:pt x="1" y="3159"/>
                  </a:moveTo>
                  <a:lnTo>
                    <a:pt x="9797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" name="Google Shape;1420;p30">
              <a:extLst>
                <a:ext uri="{FF2B5EF4-FFF2-40B4-BE49-F238E27FC236}">
                  <a16:creationId xmlns:a16="http://schemas.microsoft.com/office/drawing/2014/main" id="{636AC376-BDB4-4029-A03F-753177012A74}"/>
                </a:ext>
              </a:extLst>
            </p:cNvPr>
            <p:cNvSpPr/>
            <p:nvPr/>
          </p:nvSpPr>
          <p:spPr>
            <a:xfrm>
              <a:off x="2557975" y="2318000"/>
              <a:ext cx="57700" cy="392225"/>
            </a:xfrm>
            <a:custGeom>
              <a:avLst/>
              <a:gdLst/>
              <a:ahLst/>
              <a:cxnLst/>
              <a:rect l="l" t="t" r="r" b="b"/>
              <a:pathLst>
                <a:path w="2308" h="15689" fill="none" extrusionOk="0">
                  <a:moveTo>
                    <a:pt x="1" y="0"/>
                  </a:moveTo>
                  <a:lnTo>
                    <a:pt x="2308" y="284"/>
                  </a:lnTo>
                  <a:lnTo>
                    <a:pt x="2308" y="15688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" name="Google Shape;1421;p30">
              <a:extLst>
                <a:ext uri="{FF2B5EF4-FFF2-40B4-BE49-F238E27FC236}">
                  <a16:creationId xmlns:a16="http://schemas.microsoft.com/office/drawing/2014/main" id="{F1DFCAE7-0F4C-4DA7-8A3D-B8E13175D116}"/>
                </a:ext>
              </a:extLst>
            </p:cNvPr>
            <p:cNvSpPr/>
            <p:nvPr/>
          </p:nvSpPr>
          <p:spPr>
            <a:xfrm>
              <a:off x="2615650" y="2222175"/>
              <a:ext cx="299050" cy="102950"/>
            </a:xfrm>
            <a:custGeom>
              <a:avLst/>
              <a:gdLst/>
              <a:ahLst/>
              <a:cxnLst/>
              <a:rect l="l" t="t" r="r" b="b"/>
              <a:pathLst>
                <a:path w="11962" h="4118" fill="none" extrusionOk="0">
                  <a:moveTo>
                    <a:pt x="1" y="4117"/>
                  </a:moveTo>
                  <a:lnTo>
                    <a:pt x="11962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" name="Google Shape;1422;p30">
              <a:extLst>
                <a:ext uri="{FF2B5EF4-FFF2-40B4-BE49-F238E27FC236}">
                  <a16:creationId xmlns:a16="http://schemas.microsoft.com/office/drawing/2014/main" id="{0AFFBB18-583C-4B03-87AF-078E5B61CBB3}"/>
                </a:ext>
              </a:extLst>
            </p:cNvPr>
            <p:cNvSpPr/>
            <p:nvPr/>
          </p:nvSpPr>
          <p:spPr>
            <a:xfrm>
              <a:off x="2633400" y="2241675"/>
              <a:ext cx="281300" cy="467650"/>
            </a:xfrm>
            <a:custGeom>
              <a:avLst/>
              <a:gdLst/>
              <a:ahLst/>
              <a:cxnLst/>
              <a:rect l="l" t="t" r="r" b="b"/>
              <a:pathLst>
                <a:path w="11252" h="18706" fill="none" extrusionOk="0">
                  <a:moveTo>
                    <a:pt x="1" y="18706"/>
                  </a:moveTo>
                  <a:lnTo>
                    <a:pt x="1" y="3763"/>
                  </a:lnTo>
                  <a:lnTo>
                    <a:pt x="11252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" name="Google Shape;1423;p30">
              <a:extLst>
                <a:ext uri="{FF2B5EF4-FFF2-40B4-BE49-F238E27FC236}">
                  <a16:creationId xmlns:a16="http://schemas.microsoft.com/office/drawing/2014/main" id="{0A8BA080-7BA3-4C56-A5D7-EAF50C793F64}"/>
                </a:ext>
              </a:extLst>
            </p:cNvPr>
            <p:cNvSpPr/>
            <p:nvPr/>
          </p:nvSpPr>
          <p:spPr>
            <a:xfrm>
              <a:off x="2794000" y="2282500"/>
              <a:ext cx="25" cy="404650"/>
            </a:xfrm>
            <a:custGeom>
              <a:avLst/>
              <a:gdLst/>
              <a:ahLst/>
              <a:cxnLst/>
              <a:rect l="l" t="t" r="r" b="b"/>
              <a:pathLst>
                <a:path w="1" h="16186" fill="none" extrusionOk="0">
                  <a:moveTo>
                    <a:pt x="1" y="1"/>
                  </a:moveTo>
                  <a:lnTo>
                    <a:pt x="1" y="16185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" name="Google Shape;1424;p30">
              <a:extLst>
                <a:ext uri="{FF2B5EF4-FFF2-40B4-BE49-F238E27FC236}">
                  <a16:creationId xmlns:a16="http://schemas.microsoft.com/office/drawing/2014/main" id="{549E50C0-D5B1-4CF4-AB46-DD7B55CE90C4}"/>
                </a:ext>
              </a:extLst>
            </p:cNvPr>
            <p:cNvSpPr/>
            <p:nvPr/>
          </p:nvSpPr>
          <p:spPr>
            <a:xfrm>
              <a:off x="2817075" y="2274525"/>
              <a:ext cx="16000" cy="409950"/>
            </a:xfrm>
            <a:custGeom>
              <a:avLst/>
              <a:gdLst/>
              <a:ahLst/>
              <a:cxnLst/>
              <a:rect l="l" t="t" r="r" b="b"/>
              <a:pathLst>
                <a:path w="640" h="16398" fill="none" extrusionOk="0">
                  <a:moveTo>
                    <a:pt x="1" y="16398"/>
                  </a:moveTo>
                  <a:lnTo>
                    <a:pt x="1" y="0"/>
                  </a:lnTo>
                  <a:lnTo>
                    <a:pt x="639" y="320"/>
                  </a:lnTo>
                  <a:lnTo>
                    <a:pt x="639" y="1629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" name="Google Shape;1425;p30">
              <a:extLst>
                <a:ext uri="{FF2B5EF4-FFF2-40B4-BE49-F238E27FC236}">
                  <a16:creationId xmlns:a16="http://schemas.microsoft.com/office/drawing/2014/main" id="{1C14D4F8-8546-45BB-9F5F-DB398EBC6738}"/>
                </a:ext>
              </a:extLst>
            </p:cNvPr>
            <p:cNvSpPr/>
            <p:nvPr/>
          </p:nvSpPr>
          <p:spPr>
            <a:xfrm>
              <a:off x="2633400" y="2335750"/>
              <a:ext cx="13325" cy="371800"/>
            </a:xfrm>
            <a:custGeom>
              <a:avLst/>
              <a:gdLst/>
              <a:ahLst/>
              <a:cxnLst/>
              <a:rect l="l" t="t" r="r" b="b"/>
              <a:pathLst>
                <a:path w="533" h="14872" fill="none" extrusionOk="0">
                  <a:moveTo>
                    <a:pt x="1" y="0"/>
                  </a:moveTo>
                  <a:lnTo>
                    <a:pt x="533" y="213"/>
                  </a:lnTo>
                  <a:lnTo>
                    <a:pt x="533" y="14872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" name="Google Shape;1426;p30">
              <a:extLst>
                <a:ext uri="{FF2B5EF4-FFF2-40B4-BE49-F238E27FC236}">
                  <a16:creationId xmlns:a16="http://schemas.microsoft.com/office/drawing/2014/main" id="{C0EF41E5-E799-478B-A328-5C1DDB791501}"/>
                </a:ext>
              </a:extLst>
            </p:cNvPr>
            <p:cNvSpPr/>
            <p:nvPr/>
          </p:nvSpPr>
          <p:spPr>
            <a:xfrm>
              <a:off x="2646700" y="2294050"/>
              <a:ext cx="147325" cy="47050"/>
            </a:xfrm>
            <a:custGeom>
              <a:avLst/>
              <a:gdLst/>
              <a:ahLst/>
              <a:cxnLst/>
              <a:rect l="l" t="t" r="r" b="b"/>
              <a:pathLst>
                <a:path w="5893" h="1882" fill="none" extrusionOk="0">
                  <a:moveTo>
                    <a:pt x="1" y="1881"/>
                  </a:moveTo>
                  <a:lnTo>
                    <a:pt x="5893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" name="Google Shape;1427;p30">
              <a:extLst>
                <a:ext uri="{FF2B5EF4-FFF2-40B4-BE49-F238E27FC236}">
                  <a16:creationId xmlns:a16="http://schemas.microsoft.com/office/drawing/2014/main" id="{7BCFF59C-FF66-4E50-B5C0-16BF3E16E47F}"/>
                </a:ext>
              </a:extLst>
            </p:cNvPr>
            <p:cNvSpPr/>
            <p:nvPr/>
          </p:nvSpPr>
          <p:spPr>
            <a:xfrm>
              <a:off x="2833050" y="2254100"/>
              <a:ext cx="81650" cy="28425"/>
            </a:xfrm>
            <a:custGeom>
              <a:avLst/>
              <a:gdLst/>
              <a:ahLst/>
              <a:cxnLst/>
              <a:rect l="l" t="t" r="r" b="b"/>
              <a:pathLst>
                <a:path w="3266" h="1137" fill="none" extrusionOk="0">
                  <a:moveTo>
                    <a:pt x="0" y="1137"/>
                  </a:moveTo>
                  <a:lnTo>
                    <a:pt x="3266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" name="Google Shape;1428;p30">
              <a:extLst>
                <a:ext uri="{FF2B5EF4-FFF2-40B4-BE49-F238E27FC236}">
                  <a16:creationId xmlns:a16="http://schemas.microsoft.com/office/drawing/2014/main" id="{EE356122-C770-495C-94FD-2404427D2822}"/>
                </a:ext>
              </a:extLst>
            </p:cNvPr>
            <p:cNvSpPr/>
            <p:nvPr/>
          </p:nvSpPr>
          <p:spPr>
            <a:xfrm>
              <a:off x="2110775" y="2445775"/>
              <a:ext cx="229825" cy="333650"/>
            </a:xfrm>
            <a:custGeom>
              <a:avLst/>
              <a:gdLst/>
              <a:ahLst/>
              <a:cxnLst/>
              <a:rect l="l" t="t" r="r" b="b"/>
              <a:pathLst>
                <a:path w="9193" h="13346" fill="none" extrusionOk="0">
                  <a:moveTo>
                    <a:pt x="0" y="13346"/>
                  </a:moveTo>
                  <a:lnTo>
                    <a:pt x="0" y="2733"/>
                  </a:lnTo>
                  <a:lnTo>
                    <a:pt x="9193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" name="Google Shape;1429;p30">
              <a:extLst>
                <a:ext uri="{FF2B5EF4-FFF2-40B4-BE49-F238E27FC236}">
                  <a16:creationId xmlns:a16="http://schemas.microsoft.com/office/drawing/2014/main" id="{D5609C57-6701-45F4-8535-F7A02057409C}"/>
                </a:ext>
              </a:extLst>
            </p:cNvPr>
            <p:cNvSpPr/>
            <p:nvPr/>
          </p:nvSpPr>
          <p:spPr>
            <a:xfrm>
              <a:off x="2226125" y="2479500"/>
              <a:ext cx="25" cy="283950"/>
            </a:xfrm>
            <a:custGeom>
              <a:avLst/>
              <a:gdLst/>
              <a:ahLst/>
              <a:cxnLst/>
              <a:rect l="l" t="t" r="r" b="b"/>
              <a:pathLst>
                <a:path w="1" h="11358" fill="none" extrusionOk="0">
                  <a:moveTo>
                    <a:pt x="0" y="0"/>
                  </a:moveTo>
                  <a:lnTo>
                    <a:pt x="0" y="11358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" name="Google Shape;1430;p30">
              <a:extLst>
                <a:ext uri="{FF2B5EF4-FFF2-40B4-BE49-F238E27FC236}">
                  <a16:creationId xmlns:a16="http://schemas.microsoft.com/office/drawing/2014/main" id="{DDCD1ACD-737C-4FBA-894C-0C91D4A620AF}"/>
                </a:ext>
              </a:extLst>
            </p:cNvPr>
            <p:cNvSpPr/>
            <p:nvPr/>
          </p:nvSpPr>
          <p:spPr>
            <a:xfrm>
              <a:off x="2241200" y="2475050"/>
              <a:ext cx="10675" cy="286625"/>
            </a:xfrm>
            <a:custGeom>
              <a:avLst/>
              <a:gdLst/>
              <a:ahLst/>
              <a:cxnLst/>
              <a:rect l="l" t="t" r="r" b="b"/>
              <a:pathLst>
                <a:path w="427" h="11465" fill="none" extrusionOk="0">
                  <a:moveTo>
                    <a:pt x="1" y="11465"/>
                  </a:moveTo>
                  <a:lnTo>
                    <a:pt x="1" y="1"/>
                  </a:lnTo>
                  <a:lnTo>
                    <a:pt x="427" y="178"/>
                  </a:lnTo>
                  <a:lnTo>
                    <a:pt x="427" y="11394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" name="Google Shape;1431;p30">
              <a:extLst>
                <a:ext uri="{FF2B5EF4-FFF2-40B4-BE49-F238E27FC236}">
                  <a16:creationId xmlns:a16="http://schemas.microsoft.com/office/drawing/2014/main" id="{93CDA3B2-A1F8-4F5C-AFF1-C717D5802D47}"/>
                </a:ext>
              </a:extLst>
            </p:cNvPr>
            <p:cNvSpPr/>
            <p:nvPr/>
          </p:nvSpPr>
          <p:spPr>
            <a:xfrm>
              <a:off x="2110775" y="2514100"/>
              <a:ext cx="10675" cy="263550"/>
            </a:xfrm>
            <a:custGeom>
              <a:avLst/>
              <a:gdLst/>
              <a:ahLst/>
              <a:cxnLst/>
              <a:rect l="l" t="t" r="r" b="b"/>
              <a:pathLst>
                <a:path w="427" h="10542" fill="none" extrusionOk="0">
                  <a:moveTo>
                    <a:pt x="0" y="0"/>
                  </a:moveTo>
                  <a:lnTo>
                    <a:pt x="426" y="142"/>
                  </a:lnTo>
                  <a:lnTo>
                    <a:pt x="426" y="10542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" name="Google Shape;1432;p30">
              <a:extLst>
                <a:ext uri="{FF2B5EF4-FFF2-40B4-BE49-F238E27FC236}">
                  <a16:creationId xmlns:a16="http://schemas.microsoft.com/office/drawing/2014/main" id="{755C8471-0F9C-40F9-8586-8FFBEFCDFC16}"/>
                </a:ext>
              </a:extLst>
            </p:cNvPr>
            <p:cNvSpPr/>
            <p:nvPr/>
          </p:nvSpPr>
          <p:spPr>
            <a:xfrm>
              <a:off x="2121425" y="2487475"/>
              <a:ext cx="104725" cy="30200"/>
            </a:xfrm>
            <a:custGeom>
              <a:avLst/>
              <a:gdLst/>
              <a:ahLst/>
              <a:cxnLst/>
              <a:rect l="l" t="t" r="r" b="b"/>
              <a:pathLst>
                <a:path w="4189" h="1208" fill="none" extrusionOk="0">
                  <a:moveTo>
                    <a:pt x="0" y="1207"/>
                  </a:moveTo>
                  <a:lnTo>
                    <a:pt x="4188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" name="Google Shape;1433;p30">
              <a:extLst>
                <a:ext uri="{FF2B5EF4-FFF2-40B4-BE49-F238E27FC236}">
                  <a16:creationId xmlns:a16="http://schemas.microsoft.com/office/drawing/2014/main" id="{FCDA7BB7-8548-4B71-BBBB-ACAEF1C145CC}"/>
                </a:ext>
              </a:extLst>
            </p:cNvPr>
            <p:cNvSpPr/>
            <p:nvPr/>
          </p:nvSpPr>
          <p:spPr>
            <a:xfrm>
              <a:off x="2251850" y="2453750"/>
              <a:ext cx="88750" cy="25775"/>
            </a:xfrm>
            <a:custGeom>
              <a:avLst/>
              <a:gdLst/>
              <a:ahLst/>
              <a:cxnLst/>
              <a:rect l="l" t="t" r="r" b="b"/>
              <a:pathLst>
                <a:path w="3550" h="1031" fill="none" extrusionOk="0">
                  <a:moveTo>
                    <a:pt x="1" y="1030"/>
                  </a:moveTo>
                  <a:lnTo>
                    <a:pt x="3550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" name="Google Shape;1434;p30">
              <a:extLst>
                <a:ext uri="{FF2B5EF4-FFF2-40B4-BE49-F238E27FC236}">
                  <a16:creationId xmlns:a16="http://schemas.microsoft.com/office/drawing/2014/main" id="{F11B6C8D-8C66-4DBC-9FD5-ACBD4C63BF75}"/>
                </a:ext>
              </a:extLst>
            </p:cNvPr>
            <p:cNvSpPr/>
            <p:nvPr/>
          </p:nvSpPr>
          <p:spPr>
            <a:xfrm>
              <a:off x="1887175" y="1991450"/>
              <a:ext cx="25" cy="2152675"/>
            </a:xfrm>
            <a:custGeom>
              <a:avLst/>
              <a:gdLst/>
              <a:ahLst/>
              <a:cxnLst/>
              <a:rect l="l" t="t" r="r" b="b"/>
              <a:pathLst>
                <a:path w="1" h="86107" fill="none" extrusionOk="0">
                  <a:moveTo>
                    <a:pt x="0" y="1"/>
                  </a:moveTo>
                  <a:lnTo>
                    <a:pt x="0" y="86107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" name="Google Shape;1435;p30">
              <a:extLst>
                <a:ext uri="{FF2B5EF4-FFF2-40B4-BE49-F238E27FC236}">
                  <a16:creationId xmlns:a16="http://schemas.microsoft.com/office/drawing/2014/main" id="{F88620D1-2791-40D8-8422-DEE625FFDE01}"/>
                </a:ext>
              </a:extLst>
            </p:cNvPr>
            <p:cNvSpPr/>
            <p:nvPr/>
          </p:nvSpPr>
          <p:spPr>
            <a:xfrm>
              <a:off x="3148050" y="1589500"/>
              <a:ext cx="25" cy="3210350"/>
            </a:xfrm>
            <a:custGeom>
              <a:avLst/>
              <a:gdLst/>
              <a:ahLst/>
              <a:cxnLst/>
              <a:rect l="l" t="t" r="r" b="b"/>
              <a:pathLst>
                <a:path w="1" h="128414" fill="none" extrusionOk="0">
                  <a:moveTo>
                    <a:pt x="0" y="1"/>
                  </a:moveTo>
                  <a:lnTo>
                    <a:pt x="0" y="128414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" name="Google Shape;1436;p30">
              <a:extLst>
                <a:ext uri="{FF2B5EF4-FFF2-40B4-BE49-F238E27FC236}">
                  <a16:creationId xmlns:a16="http://schemas.microsoft.com/office/drawing/2014/main" id="{2E1D6ACE-97F0-43E9-9AB7-B540868ECB0C}"/>
                </a:ext>
              </a:extLst>
            </p:cNvPr>
            <p:cNvSpPr/>
            <p:nvPr/>
          </p:nvSpPr>
          <p:spPr>
            <a:xfrm>
              <a:off x="3238550" y="1625000"/>
              <a:ext cx="25" cy="3268025"/>
            </a:xfrm>
            <a:custGeom>
              <a:avLst/>
              <a:gdLst/>
              <a:ahLst/>
              <a:cxnLst/>
              <a:rect l="l" t="t" r="r" b="b"/>
              <a:pathLst>
                <a:path w="1" h="130721" fill="none" extrusionOk="0">
                  <a:moveTo>
                    <a:pt x="1" y="0"/>
                  </a:moveTo>
                  <a:lnTo>
                    <a:pt x="1" y="130721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" name="Google Shape;1437;p30">
              <a:extLst>
                <a:ext uri="{FF2B5EF4-FFF2-40B4-BE49-F238E27FC236}">
                  <a16:creationId xmlns:a16="http://schemas.microsoft.com/office/drawing/2014/main" id="{7DD46556-02E3-4E48-AF7B-1C7BE9E76A02}"/>
                </a:ext>
              </a:extLst>
            </p:cNvPr>
            <p:cNvSpPr/>
            <p:nvPr/>
          </p:nvSpPr>
          <p:spPr>
            <a:xfrm>
              <a:off x="4297125" y="1556675"/>
              <a:ext cx="25" cy="3645150"/>
            </a:xfrm>
            <a:custGeom>
              <a:avLst/>
              <a:gdLst/>
              <a:ahLst/>
              <a:cxnLst/>
              <a:rect l="l" t="t" r="r" b="b"/>
              <a:pathLst>
                <a:path w="1" h="145806" fill="none" extrusionOk="0">
                  <a:moveTo>
                    <a:pt x="1" y="0"/>
                  </a:moveTo>
                  <a:lnTo>
                    <a:pt x="1" y="145805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" name="Google Shape;1438;p30">
              <a:extLst>
                <a:ext uri="{FF2B5EF4-FFF2-40B4-BE49-F238E27FC236}">
                  <a16:creationId xmlns:a16="http://schemas.microsoft.com/office/drawing/2014/main" id="{DF72E08A-6456-489A-8E43-C0AC3521BA87}"/>
                </a:ext>
              </a:extLst>
            </p:cNvPr>
            <p:cNvSpPr/>
            <p:nvPr/>
          </p:nvSpPr>
          <p:spPr>
            <a:xfrm>
              <a:off x="5798475" y="915150"/>
              <a:ext cx="25" cy="3290200"/>
            </a:xfrm>
            <a:custGeom>
              <a:avLst/>
              <a:gdLst/>
              <a:ahLst/>
              <a:cxnLst/>
              <a:rect l="l" t="t" r="r" b="b"/>
              <a:pathLst>
                <a:path w="1" h="131608" fill="none" extrusionOk="0">
                  <a:moveTo>
                    <a:pt x="0" y="0"/>
                  </a:moveTo>
                  <a:lnTo>
                    <a:pt x="0" y="131608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" name="Google Shape;1439;p30">
              <a:extLst>
                <a:ext uri="{FF2B5EF4-FFF2-40B4-BE49-F238E27FC236}">
                  <a16:creationId xmlns:a16="http://schemas.microsoft.com/office/drawing/2014/main" id="{4F24B59E-610F-46AF-B3DA-05421BE41516}"/>
                </a:ext>
              </a:extLst>
            </p:cNvPr>
            <p:cNvSpPr/>
            <p:nvPr/>
          </p:nvSpPr>
          <p:spPr>
            <a:xfrm>
              <a:off x="3746100" y="1334850"/>
              <a:ext cx="25" cy="2736525"/>
            </a:xfrm>
            <a:custGeom>
              <a:avLst/>
              <a:gdLst/>
              <a:ahLst/>
              <a:cxnLst/>
              <a:rect l="l" t="t" r="r" b="b"/>
              <a:pathLst>
                <a:path w="1" h="109461" fill="none" extrusionOk="0">
                  <a:moveTo>
                    <a:pt x="1" y="0"/>
                  </a:moveTo>
                  <a:lnTo>
                    <a:pt x="1" y="10946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" name="Google Shape;1440;p30">
              <a:extLst>
                <a:ext uri="{FF2B5EF4-FFF2-40B4-BE49-F238E27FC236}">
                  <a16:creationId xmlns:a16="http://schemas.microsoft.com/office/drawing/2014/main" id="{B32E5F66-A865-4AAB-9A68-168EECFAF179}"/>
                </a:ext>
              </a:extLst>
            </p:cNvPr>
            <p:cNvSpPr/>
            <p:nvPr/>
          </p:nvSpPr>
          <p:spPr>
            <a:xfrm>
              <a:off x="6248350" y="1650725"/>
              <a:ext cx="25" cy="2122500"/>
            </a:xfrm>
            <a:custGeom>
              <a:avLst/>
              <a:gdLst/>
              <a:ahLst/>
              <a:cxnLst/>
              <a:rect l="l" t="t" r="r" b="b"/>
              <a:pathLst>
                <a:path w="1" h="84900" fill="none" extrusionOk="0">
                  <a:moveTo>
                    <a:pt x="0" y="1"/>
                  </a:moveTo>
                  <a:lnTo>
                    <a:pt x="0" y="8490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" name="Google Shape;1441;p30">
              <a:extLst>
                <a:ext uri="{FF2B5EF4-FFF2-40B4-BE49-F238E27FC236}">
                  <a16:creationId xmlns:a16="http://schemas.microsoft.com/office/drawing/2014/main" id="{67BBBBAF-D767-45DE-BB6D-F63959E395E6}"/>
                </a:ext>
              </a:extLst>
            </p:cNvPr>
            <p:cNvSpPr/>
            <p:nvPr/>
          </p:nvSpPr>
          <p:spPr>
            <a:xfrm>
              <a:off x="4690200" y="2177800"/>
              <a:ext cx="25" cy="2122500"/>
            </a:xfrm>
            <a:custGeom>
              <a:avLst/>
              <a:gdLst/>
              <a:ahLst/>
              <a:cxnLst/>
              <a:rect l="l" t="t" r="r" b="b"/>
              <a:pathLst>
                <a:path w="1" h="84900" fill="none" extrusionOk="0">
                  <a:moveTo>
                    <a:pt x="1" y="0"/>
                  </a:moveTo>
                  <a:lnTo>
                    <a:pt x="1" y="84899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" name="Google Shape;1442;p30">
              <a:extLst>
                <a:ext uri="{FF2B5EF4-FFF2-40B4-BE49-F238E27FC236}">
                  <a16:creationId xmlns:a16="http://schemas.microsoft.com/office/drawing/2014/main" id="{97302554-4B04-4941-9118-D0AAFA880BCB}"/>
                </a:ext>
              </a:extLst>
            </p:cNvPr>
            <p:cNvSpPr/>
            <p:nvPr/>
          </p:nvSpPr>
          <p:spPr>
            <a:xfrm>
              <a:off x="1795775" y="580625"/>
              <a:ext cx="4181075" cy="1661075"/>
            </a:xfrm>
            <a:custGeom>
              <a:avLst/>
              <a:gdLst/>
              <a:ahLst/>
              <a:cxnLst/>
              <a:rect l="l" t="t" r="r" b="b"/>
              <a:pathLst>
                <a:path w="167243" h="66443" fill="none" extrusionOk="0">
                  <a:moveTo>
                    <a:pt x="0" y="66443"/>
                  </a:moveTo>
                  <a:lnTo>
                    <a:pt x="167242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" name="Google Shape;1443;p30">
              <a:extLst>
                <a:ext uri="{FF2B5EF4-FFF2-40B4-BE49-F238E27FC236}">
                  <a16:creationId xmlns:a16="http://schemas.microsoft.com/office/drawing/2014/main" id="{CF8FAA1F-AE66-484B-A2DF-EA6FF987824B}"/>
                </a:ext>
              </a:extLst>
            </p:cNvPr>
            <p:cNvSpPr/>
            <p:nvPr/>
          </p:nvSpPr>
          <p:spPr>
            <a:xfrm>
              <a:off x="5568650" y="580625"/>
              <a:ext cx="759575" cy="1322125"/>
            </a:xfrm>
            <a:custGeom>
              <a:avLst/>
              <a:gdLst/>
              <a:ahLst/>
              <a:cxnLst/>
              <a:rect l="l" t="t" r="r" b="b"/>
              <a:pathLst>
                <a:path w="30383" h="52885" fill="none" extrusionOk="0">
                  <a:moveTo>
                    <a:pt x="30383" y="52885"/>
                  </a:moveTo>
                  <a:lnTo>
                    <a:pt x="1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" name="Google Shape;1444;p30">
              <a:extLst>
                <a:ext uri="{FF2B5EF4-FFF2-40B4-BE49-F238E27FC236}">
                  <a16:creationId xmlns:a16="http://schemas.microsoft.com/office/drawing/2014/main" id="{394BD1F9-05BA-4188-857C-7545C0414657}"/>
                </a:ext>
              </a:extLst>
            </p:cNvPr>
            <p:cNvSpPr/>
            <p:nvPr/>
          </p:nvSpPr>
          <p:spPr>
            <a:xfrm>
              <a:off x="5372550" y="1436000"/>
              <a:ext cx="25" cy="1136675"/>
            </a:xfrm>
            <a:custGeom>
              <a:avLst/>
              <a:gdLst/>
              <a:ahLst/>
              <a:cxnLst/>
              <a:rect l="l" t="t" r="r" b="b"/>
              <a:pathLst>
                <a:path w="1" h="45467" fill="none" extrusionOk="0">
                  <a:moveTo>
                    <a:pt x="1" y="0"/>
                  </a:moveTo>
                  <a:lnTo>
                    <a:pt x="1" y="45467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" name="Google Shape;1445;p30">
              <a:extLst>
                <a:ext uri="{FF2B5EF4-FFF2-40B4-BE49-F238E27FC236}">
                  <a16:creationId xmlns:a16="http://schemas.microsoft.com/office/drawing/2014/main" id="{2AD5AF1B-0D4C-4F55-9CAE-33351B0CCC0E}"/>
                </a:ext>
              </a:extLst>
            </p:cNvPr>
            <p:cNvSpPr/>
            <p:nvPr/>
          </p:nvSpPr>
          <p:spPr>
            <a:xfrm>
              <a:off x="2348575" y="2999450"/>
              <a:ext cx="799500" cy="507575"/>
            </a:xfrm>
            <a:custGeom>
              <a:avLst/>
              <a:gdLst/>
              <a:ahLst/>
              <a:cxnLst/>
              <a:rect l="l" t="t" r="r" b="b"/>
              <a:pathLst>
                <a:path w="31980" h="20303" fill="none" extrusionOk="0">
                  <a:moveTo>
                    <a:pt x="0" y="1"/>
                  </a:moveTo>
                  <a:lnTo>
                    <a:pt x="31979" y="1"/>
                  </a:lnTo>
                  <a:lnTo>
                    <a:pt x="31979" y="20303"/>
                  </a:lnTo>
                  <a:lnTo>
                    <a:pt x="0" y="15866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" name="Google Shape;1446;p30">
              <a:extLst>
                <a:ext uri="{FF2B5EF4-FFF2-40B4-BE49-F238E27FC236}">
                  <a16:creationId xmlns:a16="http://schemas.microsoft.com/office/drawing/2014/main" id="{D0B0603E-3276-4884-923D-52E39D646421}"/>
                </a:ext>
              </a:extLst>
            </p:cNvPr>
            <p:cNvSpPr/>
            <p:nvPr/>
          </p:nvSpPr>
          <p:spPr>
            <a:xfrm>
              <a:off x="2348575" y="2999450"/>
              <a:ext cx="50600" cy="396675"/>
            </a:xfrm>
            <a:custGeom>
              <a:avLst/>
              <a:gdLst/>
              <a:ahLst/>
              <a:cxnLst/>
              <a:rect l="l" t="t" r="r" b="b"/>
              <a:pathLst>
                <a:path w="2024" h="15867" fill="none" extrusionOk="0">
                  <a:moveTo>
                    <a:pt x="2023" y="1"/>
                  </a:moveTo>
                  <a:lnTo>
                    <a:pt x="2023" y="15547"/>
                  </a:lnTo>
                  <a:lnTo>
                    <a:pt x="0" y="15866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" name="Google Shape;1447;p30">
              <a:extLst>
                <a:ext uri="{FF2B5EF4-FFF2-40B4-BE49-F238E27FC236}">
                  <a16:creationId xmlns:a16="http://schemas.microsoft.com/office/drawing/2014/main" id="{CAB07AD3-F512-42AB-BFFB-EEA0F20F137E}"/>
                </a:ext>
              </a:extLst>
            </p:cNvPr>
            <p:cNvSpPr/>
            <p:nvPr/>
          </p:nvSpPr>
          <p:spPr>
            <a:xfrm>
              <a:off x="2399150" y="3388100"/>
              <a:ext cx="748925" cy="98525"/>
            </a:xfrm>
            <a:custGeom>
              <a:avLst/>
              <a:gdLst/>
              <a:ahLst/>
              <a:cxnLst/>
              <a:rect l="l" t="t" r="r" b="b"/>
              <a:pathLst>
                <a:path w="29957" h="3941" fill="none" extrusionOk="0">
                  <a:moveTo>
                    <a:pt x="0" y="1"/>
                  </a:moveTo>
                  <a:lnTo>
                    <a:pt x="29956" y="394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" name="Google Shape;1448;p30">
              <a:extLst>
                <a:ext uri="{FF2B5EF4-FFF2-40B4-BE49-F238E27FC236}">
                  <a16:creationId xmlns:a16="http://schemas.microsoft.com/office/drawing/2014/main" id="{FF9808C5-914C-4EFD-81EC-7B7FA55F5301}"/>
                </a:ext>
              </a:extLst>
            </p:cNvPr>
            <p:cNvSpPr/>
            <p:nvPr/>
          </p:nvSpPr>
          <p:spPr>
            <a:xfrm>
              <a:off x="2424000" y="2999450"/>
              <a:ext cx="724075" cy="457900"/>
            </a:xfrm>
            <a:custGeom>
              <a:avLst/>
              <a:gdLst/>
              <a:ahLst/>
              <a:cxnLst/>
              <a:rect l="l" t="t" r="r" b="b"/>
              <a:pathLst>
                <a:path w="28963" h="18316" fill="none" extrusionOk="0">
                  <a:moveTo>
                    <a:pt x="0" y="1"/>
                  </a:moveTo>
                  <a:lnTo>
                    <a:pt x="0" y="14908"/>
                  </a:lnTo>
                  <a:lnTo>
                    <a:pt x="28962" y="18315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" name="Google Shape;1449;p30">
              <a:extLst>
                <a:ext uri="{FF2B5EF4-FFF2-40B4-BE49-F238E27FC236}">
                  <a16:creationId xmlns:a16="http://schemas.microsoft.com/office/drawing/2014/main" id="{16A295AE-C9DB-40E5-930F-95E65ABA1BCA}"/>
                </a:ext>
              </a:extLst>
            </p:cNvPr>
            <p:cNvSpPr/>
            <p:nvPr/>
          </p:nvSpPr>
          <p:spPr>
            <a:xfrm>
              <a:off x="2748750" y="2999450"/>
              <a:ext cx="25" cy="410875"/>
            </a:xfrm>
            <a:custGeom>
              <a:avLst/>
              <a:gdLst/>
              <a:ahLst/>
              <a:cxnLst/>
              <a:rect l="l" t="t" r="r" b="b"/>
              <a:pathLst>
                <a:path w="1" h="16435" fill="none" extrusionOk="0">
                  <a:moveTo>
                    <a:pt x="1" y="1"/>
                  </a:moveTo>
                  <a:lnTo>
                    <a:pt x="1" y="16434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" name="Google Shape;1450;p30">
              <a:extLst>
                <a:ext uri="{FF2B5EF4-FFF2-40B4-BE49-F238E27FC236}">
                  <a16:creationId xmlns:a16="http://schemas.microsoft.com/office/drawing/2014/main" id="{E043BCE6-4097-45EE-8FA7-5B84AF353F76}"/>
                </a:ext>
              </a:extLst>
            </p:cNvPr>
            <p:cNvSpPr/>
            <p:nvPr/>
          </p:nvSpPr>
          <p:spPr>
            <a:xfrm>
              <a:off x="2808200" y="2999450"/>
              <a:ext cx="25" cy="415300"/>
            </a:xfrm>
            <a:custGeom>
              <a:avLst/>
              <a:gdLst/>
              <a:ahLst/>
              <a:cxnLst/>
              <a:rect l="l" t="t" r="r" b="b"/>
              <a:pathLst>
                <a:path w="1" h="16612" fill="none" extrusionOk="0">
                  <a:moveTo>
                    <a:pt x="1" y="16612"/>
                  </a:moveTo>
                  <a:lnTo>
                    <a:pt x="1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" name="Google Shape;1451;p30">
              <a:extLst>
                <a:ext uri="{FF2B5EF4-FFF2-40B4-BE49-F238E27FC236}">
                  <a16:creationId xmlns:a16="http://schemas.microsoft.com/office/drawing/2014/main" id="{1EB5F7D4-C28A-42ED-B518-C907D9E81850}"/>
                </a:ext>
              </a:extLst>
            </p:cNvPr>
            <p:cNvSpPr/>
            <p:nvPr/>
          </p:nvSpPr>
          <p:spPr>
            <a:xfrm>
              <a:off x="2786025" y="2999450"/>
              <a:ext cx="25" cy="415300"/>
            </a:xfrm>
            <a:custGeom>
              <a:avLst/>
              <a:gdLst/>
              <a:ahLst/>
              <a:cxnLst/>
              <a:rect l="l" t="t" r="r" b="b"/>
              <a:pathLst>
                <a:path w="1" h="16612" fill="none" extrusionOk="0">
                  <a:moveTo>
                    <a:pt x="0" y="1"/>
                  </a:moveTo>
                  <a:lnTo>
                    <a:pt x="0" y="16612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" name="Google Shape;1452;p30">
              <a:extLst>
                <a:ext uri="{FF2B5EF4-FFF2-40B4-BE49-F238E27FC236}">
                  <a16:creationId xmlns:a16="http://schemas.microsoft.com/office/drawing/2014/main" id="{D4B86362-9DD7-49BB-AD0F-8ABC78791481}"/>
                </a:ext>
              </a:extLst>
            </p:cNvPr>
            <p:cNvSpPr/>
            <p:nvPr/>
          </p:nvSpPr>
          <p:spPr>
            <a:xfrm>
              <a:off x="2424000" y="2999450"/>
              <a:ext cx="17775" cy="372700"/>
            </a:xfrm>
            <a:custGeom>
              <a:avLst/>
              <a:gdLst/>
              <a:ahLst/>
              <a:cxnLst/>
              <a:rect l="l" t="t" r="r" b="b"/>
              <a:pathLst>
                <a:path w="711" h="14908" fill="none" extrusionOk="0">
                  <a:moveTo>
                    <a:pt x="0" y="14908"/>
                  </a:moveTo>
                  <a:lnTo>
                    <a:pt x="710" y="14908"/>
                  </a:lnTo>
                  <a:lnTo>
                    <a:pt x="710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66" name="ZoneTexte 165">
            <a:extLst>
              <a:ext uri="{FF2B5EF4-FFF2-40B4-BE49-F238E27FC236}">
                <a16:creationId xmlns:a16="http://schemas.microsoft.com/office/drawing/2014/main" id="{FA4CFC56-85C3-819F-9957-321300DE4545}"/>
              </a:ext>
            </a:extLst>
          </p:cNvPr>
          <p:cNvSpPr txBox="1"/>
          <p:nvPr/>
        </p:nvSpPr>
        <p:spPr>
          <a:xfrm>
            <a:off x="8719950" y="4693228"/>
            <a:ext cx="324633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1514969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689DC54B-43E4-90C8-CD7F-CCBA88CF7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78" y="158528"/>
            <a:ext cx="8825948" cy="4826939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CC7D4E0B-2F7C-AC42-5E22-C06139472E74}"/>
              </a:ext>
            </a:extLst>
          </p:cNvPr>
          <p:cNvSpPr txBox="1"/>
          <p:nvPr/>
        </p:nvSpPr>
        <p:spPr>
          <a:xfrm>
            <a:off x="8719950" y="4693228"/>
            <a:ext cx="324633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2846696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C9D12AE-EFA3-BCB5-2F17-D10D979EB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53" y="150577"/>
            <a:ext cx="8829924" cy="484234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62FEE8F-8FCC-4963-F673-CDB7D64E84B3}"/>
              </a:ext>
            </a:extLst>
          </p:cNvPr>
          <p:cNvSpPr txBox="1"/>
          <p:nvPr/>
        </p:nvSpPr>
        <p:spPr>
          <a:xfrm>
            <a:off x="8719950" y="4693228"/>
            <a:ext cx="324633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7432059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4171B02-B1BD-E933-39DE-257C2A335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08" y="162504"/>
            <a:ext cx="8822783" cy="4862719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E7B16A53-6F6D-0631-DB02-C23AD0EC11D1}"/>
              </a:ext>
            </a:extLst>
          </p:cNvPr>
          <p:cNvSpPr txBox="1"/>
          <p:nvPr/>
        </p:nvSpPr>
        <p:spPr>
          <a:xfrm>
            <a:off x="8719950" y="4693228"/>
            <a:ext cx="324633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254152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dirty="0"/>
              <a:t>CONCLUSION</a:t>
            </a:r>
          </a:p>
        </p:txBody>
      </p:sp>
      <p:sp>
        <p:nvSpPr>
          <p:cNvPr id="1290" name="Google Shape;1290;p30"/>
          <p:cNvSpPr txBox="1">
            <a:spLocks noGrp="1"/>
          </p:cNvSpPr>
          <p:nvPr>
            <p:ph type="title" idx="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9</a:t>
            </a:r>
            <a:endParaRPr dirty="0"/>
          </a:p>
        </p:txBody>
      </p:sp>
      <p:grpSp>
        <p:nvGrpSpPr>
          <p:cNvPr id="1291" name="Google Shape;1291;p30"/>
          <p:cNvGrpSpPr/>
          <p:nvPr/>
        </p:nvGrpSpPr>
        <p:grpSpPr>
          <a:xfrm flipH="1">
            <a:off x="507502" y="584172"/>
            <a:ext cx="3898813" cy="3975156"/>
            <a:chOff x="1795775" y="580625"/>
            <a:chExt cx="4532450" cy="4621200"/>
          </a:xfrm>
        </p:grpSpPr>
        <p:sp>
          <p:nvSpPr>
            <p:cNvPr id="1292" name="Google Shape;1292;p30"/>
            <p:cNvSpPr/>
            <p:nvPr/>
          </p:nvSpPr>
          <p:spPr>
            <a:xfrm>
              <a:off x="3332600" y="1741225"/>
              <a:ext cx="2968125" cy="811925"/>
            </a:xfrm>
            <a:custGeom>
              <a:avLst/>
              <a:gdLst/>
              <a:ahLst/>
              <a:cxnLst/>
              <a:rect l="l" t="t" r="r" b="b"/>
              <a:pathLst>
                <a:path w="118725" h="32477" fill="none" extrusionOk="0">
                  <a:moveTo>
                    <a:pt x="1" y="32477"/>
                  </a:moveTo>
                  <a:lnTo>
                    <a:pt x="118724" y="1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3" name="Google Shape;1293;p30"/>
            <p:cNvSpPr/>
            <p:nvPr/>
          </p:nvSpPr>
          <p:spPr>
            <a:xfrm>
              <a:off x="5704425" y="987900"/>
              <a:ext cx="623800" cy="1113625"/>
            </a:xfrm>
            <a:custGeom>
              <a:avLst/>
              <a:gdLst/>
              <a:ahLst/>
              <a:cxnLst/>
              <a:rect l="l" t="t" r="r" b="b"/>
              <a:pathLst>
                <a:path w="24952" h="44545" fill="none" extrusionOk="0">
                  <a:moveTo>
                    <a:pt x="0" y="0"/>
                  </a:moveTo>
                  <a:lnTo>
                    <a:pt x="24952" y="44544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4" name="Google Shape;1294;p30"/>
            <p:cNvSpPr/>
            <p:nvPr/>
          </p:nvSpPr>
          <p:spPr>
            <a:xfrm>
              <a:off x="4443525" y="3372125"/>
              <a:ext cx="1884700" cy="1772025"/>
            </a:xfrm>
            <a:custGeom>
              <a:avLst/>
              <a:gdLst/>
              <a:ahLst/>
              <a:cxnLst/>
              <a:rect l="l" t="t" r="r" b="b"/>
              <a:pathLst>
                <a:path w="75388" h="70881" fill="none" extrusionOk="0">
                  <a:moveTo>
                    <a:pt x="75388" y="1"/>
                  </a:moveTo>
                  <a:lnTo>
                    <a:pt x="1" y="70880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5" name="Google Shape;1295;p30"/>
            <p:cNvSpPr/>
            <p:nvPr/>
          </p:nvSpPr>
          <p:spPr>
            <a:xfrm>
              <a:off x="4443525" y="3301150"/>
              <a:ext cx="1884700" cy="1514675"/>
            </a:xfrm>
            <a:custGeom>
              <a:avLst/>
              <a:gdLst/>
              <a:ahLst/>
              <a:cxnLst/>
              <a:rect l="l" t="t" r="r" b="b"/>
              <a:pathLst>
                <a:path w="75388" h="60587" fill="none" extrusionOk="0">
                  <a:moveTo>
                    <a:pt x="75388" y="0"/>
                  </a:moveTo>
                  <a:lnTo>
                    <a:pt x="1" y="60587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6" name="Google Shape;1296;p30"/>
            <p:cNvSpPr/>
            <p:nvPr/>
          </p:nvSpPr>
          <p:spPr>
            <a:xfrm>
              <a:off x="1795775" y="1861025"/>
              <a:ext cx="1423275" cy="531525"/>
            </a:xfrm>
            <a:custGeom>
              <a:avLst/>
              <a:gdLst/>
              <a:ahLst/>
              <a:cxnLst/>
              <a:rect l="l" t="t" r="r" b="b"/>
              <a:pathLst>
                <a:path w="56931" h="21261" fill="none" extrusionOk="0">
                  <a:moveTo>
                    <a:pt x="0" y="21261"/>
                  </a:moveTo>
                  <a:lnTo>
                    <a:pt x="56931" y="0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7" name="Google Shape;1297;p30"/>
            <p:cNvSpPr/>
            <p:nvPr/>
          </p:nvSpPr>
          <p:spPr>
            <a:xfrm>
              <a:off x="3060200" y="1861025"/>
              <a:ext cx="2644250" cy="735625"/>
            </a:xfrm>
            <a:custGeom>
              <a:avLst/>
              <a:gdLst/>
              <a:ahLst/>
              <a:cxnLst/>
              <a:rect l="l" t="t" r="r" b="b"/>
              <a:pathLst>
                <a:path w="105770" h="29425" fill="none" extrusionOk="0">
                  <a:moveTo>
                    <a:pt x="105769" y="29424"/>
                  </a:moveTo>
                  <a:lnTo>
                    <a:pt x="1" y="0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8" name="Google Shape;1298;p30"/>
            <p:cNvSpPr/>
            <p:nvPr/>
          </p:nvSpPr>
          <p:spPr>
            <a:xfrm>
              <a:off x="1795775" y="3406750"/>
              <a:ext cx="1523550" cy="472950"/>
            </a:xfrm>
            <a:custGeom>
              <a:avLst/>
              <a:gdLst/>
              <a:ahLst/>
              <a:cxnLst/>
              <a:rect l="l" t="t" r="r" b="b"/>
              <a:pathLst>
                <a:path w="60942" h="18918" fill="none" extrusionOk="0">
                  <a:moveTo>
                    <a:pt x="0" y="0"/>
                  </a:moveTo>
                  <a:lnTo>
                    <a:pt x="60941" y="18918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9" name="Google Shape;1299;p30"/>
            <p:cNvSpPr/>
            <p:nvPr/>
          </p:nvSpPr>
          <p:spPr>
            <a:xfrm>
              <a:off x="1795775" y="3542500"/>
              <a:ext cx="2885575" cy="1273325"/>
            </a:xfrm>
            <a:custGeom>
              <a:avLst/>
              <a:gdLst/>
              <a:ahLst/>
              <a:cxnLst/>
              <a:rect l="l" t="t" r="r" b="b"/>
              <a:pathLst>
                <a:path w="115423" h="50933" fill="none" extrusionOk="0">
                  <a:moveTo>
                    <a:pt x="115423" y="50933"/>
                  </a:moveTo>
                  <a:lnTo>
                    <a:pt x="0" y="1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0" name="Google Shape;1300;p30"/>
            <p:cNvSpPr/>
            <p:nvPr/>
          </p:nvSpPr>
          <p:spPr>
            <a:xfrm>
              <a:off x="1795775" y="3677375"/>
              <a:ext cx="2885575" cy="1466775"/>
            </a:xfrm>
            <a:custGeom>
              <a:avLst/>
              <a:gdLst/>
              <a:ahLst/>
              <a:cxnLst/>
              <a:rect l="l" t="t" r="r" b="b"/>
              <a:pathLst>
                <a:path w="115423" h="58671" fill="none" extrusionOk="0">
                  <a:moveTo>
                    <a:pt x="115423" y="58670"/>
                  </a:moveTo>
                  <a:lnTo>
                    <a:pt x="0" y="0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1" name="Google Shape;1301;p30"/>
            <p:cNvSpPr/>
            <p:nvPr/>
          </p:nvSpPr>
          <p:spPr>
            <a:xfrm>
              <a:off x="4572200" y="2410275"/>
              <a:ext cx="1756025" cy="362050"/>
            </a:xfrm>
            <a:custGeom>
              <a:avLst/>
              <a:gdLst/>
              <a:ahLst/>
              <a:cxnLst/>
              <a:rect l="l" t="t" r="r" b="b"/>
              <a:pathLst>
                <a:path w="70241" h="14482" fill="none" extrusionOk="0">
                  <a:moveTo>
                    <a:pt x="0" y="1"/>
                  </a:moveTo>
                  <a:lnTo>
                    <a:pt x="70241" y="14482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2" name="Google Shape;1302;p30"/>
            <p:cNvSpPr/>
            <p:nvPr/>
          </p:nvSpPr>
          <p:spPr>
            <a:xfrm>
              <a:off x="1795775" y="2422700"/>
              <a:ext cx="2965450" cy="399325"/>
            </a:xfrm>
            <a:custGeom>
              <a:avLst/>
              <a:gdLst/>
              <a:ahLst/>
              <a:cxnLst/>
              <a:rect l="l" t="t" r="r" b="b"/>
              <a:pathLst>
                <a:path w="118618" h="15973" fill="none" extrusionOk="0">
                  <a:moveTo>
                    <a:pt x="118617" y="0"/>
                  </a:moveTo>
                  <a:lnTo>
                    <a:pt x="0" y="15972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3" name="Google Shape;1303;p30"/>
            <p:cNvSpPr/>
            <p:nvPr/>
          </p:nvSpPr>
          <p:spPr>
            <a:xfrm>
              <a:off x="1795775" y="3379225"/>
              <a:ext cx="3047975" cy="832350"/>
            </a:xfrm>
            <a:custGeom>
              <a:avLst/>
              <a:gdLst/>
              <a:ahLst/>
              <a:cxnLst/>
              <a:rect l="l" t="t" r="r" b="b"/>
              <a:pathLst>
                <a:path w="121919" h="33294" fill="none" extrusionOk="0">
                  <a:moveTo>
                    <a:pt x="0" y="1"/>
                  </a:moveTo>
                  <a:lnTo>
                    <a:pt x="121918" y="33293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4" name="Google Shape;1304;p30"/>
            <p:cNvSpPr/>
            <p:nvPr/>
          </p:nvSpPr>
          <p:spPr>
            <a:xfrm>
              <a:off x="4613900" y="3203550"/>
              <a:ext cx="1714325" cy="1008025"/>
            </a:xfrm>
            <a:custGeom>
              <a:avLst/>
              <a:gdLst/>
              <a:ahLst/>
              <a:cxnLst/>
              <a:rect l="l" t="t" r="r" b="b"/>
              <a:pathLst>
                <a:path w="68573" h="40321" fill="none" extrusionOk="0">
                  <a:moveTo>
                    <a:pt x="0" y="40320"/>
                  </a:moveTo>
                  <a:lnTo>
                    <a:pt x="68573" y="0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5" name="Google Shape;1305;p30"/>
            <p:cNvSpPr/>
            <p:nvPr/>
          </p:nvSpPr>
          <p:spPr>
            <a:xfrm>
              <a:off x="1795775" y="1084625"/>
              <a:ext cx="4197925" cy="1506700"/>
            </a:xfrm>
            <a:custGeom>
              <a:avLst/>
              <a:gdLst/>
              <a:ahLst/>
              <a:cxnLst/>
              <a:rect l="l" t="t" r="r" b="b"/>
              <a:pathLst>
                <a:path w="167917" h="60268" fill="none" extrusionOk="0">
                  <a:moveTo>
                    <a:pt x="167917" y="0"/>
                  </a:moveTo>
                  <a:lnTo>
                    <a:pt x="0" y="60267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6" name="Google Shape;1306;p30"/>
            <p:cNvSpPr/>
            <p:nvPr/>
          </p:nvSpPr>
          <p:spPr>
            <a:xfrm>
              <a:off x="1795775" y="2915175"/>
              <a:ext cx="1523550" cy="31075"/>
            </a:xfrm>
            <a:custGeom>
              <a:avLst/>
              <a:gdLst/>
              <a:ahLst/>
              <a:cxnLst/>
              <a:rect l="l" t="t" r="r" b="b"/>
              <a:pathLst>
                <a:path w="60942" h="1243" fill="none" extrusionOk="0">
                  <a:moveTo>
                    <a:pt x="60941" y="0"/>
                  </a:moveTo>
                  <a:lnTo>
                    <a:pt x="0" y="1242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7" name="Google Shape;1307;p30"/>
            <p:cNvSpPr/>
            <p:nvPr/>
          </p:nvSpPr>
          <p:spPr>
            <a:xfrm>
              <a:off x="3060200" y="2915175"/>
              <a:ext cx="3268025" cy="57700"/>
            </a:xfrm>
            <a:custGeom>
              <a:avLst/>
              <a:gdLst/>
              <a:ahLst/>
              <a:cxnLst/>
              <a:rect l="l" t="t" r="r" b="b"/>
              <a:pathLst>
                <a:path w="130721" h="2308" fill="none" extrusionOk="0">
                  <a:moveTo>
                    <a:pt x="1" y="0"/>
                  </a:moveTo>
                  <a:lnTo>
                    <a:pt x="130721" y="2307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8" name="Google Shape;1308;p30"/>
            <p:cNvSpPr/>
            <p:nvPr/>
          </p:nvSpPr>
          <p:spPr>
            <a:xfrm>
              <a:off x="3137400" y="3072225"/>
              <a:ext cx="3190825" cy="807475"/>
            </a:xfrm>
            <a:custGeom>
              <a:avLst/>
              <a:gdLst/>
              <a:ahLst/>
              <a:cxnLst/>
              <a:rect l="l" t="t" r="r" b="b"/>
              <a:pathLst>
                <a:path w="127633" h="32299" fill="none" extrusionOk="0">
                  <a:moveTo>
                    <a:pt x="0" y="32299"/>
                  </a:moveTo>
                  <a:lnTo>
                    <a:pt x="127633" y="0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9" name="Google Shape;1309;p30"/>
            <p:cNvSpPr/>
            <p:nvPr/>
          </p:nvSpPr>
          <p:spPr>
            <a:xfrm>
              <a:off x="5704425" y="953300"/>
              <a:ext cx="623800" cy="1112725"/>
            </a:xfrm>
            <a:custGeom>
              <a:avLst/>
              <a:gdLst/>
              <a:ahLst/>
              <a:cxnLst/>
              <a:rect l="l" t="t" r="r" b="b"/>
              <a:pathLst>
                <a:path w="24952" h="44509" fill="none" extrusionOk="0">
                  <a:moveTo>
                    <a:pt x="0" y="0"/>
                  </a:moveTo>
                  <a:lnTo>
                    <a:pt x="24952" y="44508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0" name="Google Shape;1310;p30"/>
            <p:cNvSpPr/>
            <p:nvPr/>
          </p:nvSpPr>
          <p:spPr>
            <a:xfrm>
              <a:off x="4443525" y="3336650"/>
              <a:ext cx="1884700" cy="1772875"/>
            </a:xfrm>
            <a:custGeom>
              <a:avLst/>
              <a:gdLst/>
              <a:ahLst/>
              <a:cxnLst/>
              <a:rect l="l" t="t" r="r" b="b"/>
              <a:pathLst>
                <a:path w="75388" h="70915" fill="none" extrusionOk="0">
                  <a:moveTo>
                    <a:pt x="75388" y="0"/>
                  </a:moveTo>
                  <a:lnTo>
                    <a:pt x="1" y="70915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1" name="Google Shape;1311;p30"/>
            <p:cNvSpPr/>
            <p:nvPr/>
          </p:nvSpPr>
          <p:spPr>
            <a:xfrm>
              <a:off x="4443525" y="3266550"/>
              <a:ext cx="1884700" cy="1514675"/>
            </a:xfrm>
            <a:custGeom>
              <a:avLst/>
              <a:gdLst/>
              <a:ahLst/>
              <a:cxnLst/>
              <a:rect l="l" t="t" r="r" b="b"/>
              <a:pathLst>
                <a:path w="75388" h="60587" fill="none" extrusionOk="0">
                  <a:moveTo>
                    <a:pt x="75388" y="0"/>
                  </a:moveTo>
                  <a:lnTo>
                    <a:pt x="1" y="60587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2" name="Google Shape;1312;p30"/>
            <p:cNvSpPr/>
            <p:nvPr/>
          </p:nvSpPr>
          <p:spPr>
            <a:xfrm>
              <a:off x="1795775" y="1826425"/>
              <a:ext cx="1423275" cy="531525"/>
            </a:xfrm>
            <a:custGeom>
              <a:avLst/>
              <a:gdLst/>
              <a:ahLst/>
              <a:cxnLst/>
              <a:rect l="l" t="t" r="r" b="b"/>
              <a:pathLst>
                <a:path w="56931" h="21261" fill="none" extrusionOk="0">
                  <a:moveTo>
                    <a:pt x="0" y="21261"/>
                  </a:moveTo>
                  <a:lnTo>
                    <a:pt x="56931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3" name="Google Shape;1313;p30"/>
            <p:cNvSpPr/>
            <p:nvPr/>
          </p:nvSpPr>
          <p:spPr>
            <a:xfrm>
              <a:off x="3060200" y="1826425"/>
              <a:ext cx="2644250" cy="735600"/>
            </a:xfrm>
            <a:custGeom>
              <a:avLst/>
              <a:gdLst/>
              <a:ahLst/>
              <a:cxnLst/>
              <a:rect l="l" t="t" r="r" b="b"/>
              <a:pathLst>
                <a:path w="105770" h="29424" fill="none" extrusionOk="0">
                  <a:moveTo>
                    <a:pt x="105769" y="29424"/>
                  </a:moveTo>
                  <a:lnTo>
                    <a:pt x="1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4" name="Google Shape;1314;p30"/>
            <p:cNvSpPr/>
            <p:nvPr/>
          </p:nvSpPr>
          <p:spPr>
            <a:xfrm>
              <a:off x="1795775" y="3372125"/>
              <a:ext cx="1523550" cy="472975"/>
            </a:xfrm>
            <a:custGeom>
              <a:avLst/>
              <a:gdLst/>
              <a:ahLst/>
              <a:cxnLst/>
              <a:rect l="l" t="t" r="r" b="b"/>
              <a:pathLst>
                <a:path w="60942" h="18919" fill="none" extrusionOk="0">
                  <a:moveTo>
                    <a:pt x="0" y="1"/>
                  </a:moveTo>
                  <a:lnTo>
                    <a:pt x="60941" y="18919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5" name="Google Shape;1315;p30"/>
            <p:cNvSpPr/>
            <p:nvPr/>
          </p:nvSpPr>
          <p:spPr>
            <a:xfrm>
              <a:off x="1795775" y="3507000"/>
              <a:ext cx="2885575" cy="1274225"/>
            </a:xfrm>
            <a:custGeom>
              <a:avLst/>
              <a:gdLst/>
              <a:ahLst/>
              <a:cxnLst/>
              <a:rect l="l" t="t" r="r" b="b"/>
              <a:pathLst>
                <a:path w="115423" h="50969" fill="none" extrusionOk="0">
                  <a:moveTo>
                    <a:pt x="115423" y="50969"/>
                  </a:moveTo>
                  <a:lnTo>
                    <a:pt x="0" y="1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6" name="Google Shape;1316;p30"/>
            <p:cNvSpPr/>
            <p:nvPr/>
          </p:nvSpPr>
          <p:spPr>
            <a:xfrm>
              <a:off x="1795775" y="3642775"/>
              <a:ext cx="2885575" cy="1466750"/>
            </a:xfrm>
            <a:custGeom>
              <a:avLst/>
              <a:gdLst/>
              <a:ahLst/>
              <a:cxnLst/>
              <a:rect l="l" t="t" r="r" b="b"/>
              <a:pathLst>
                <a:path w="115423" h="58670" fill="none" extrusionOk="0">
                  <a:moveTo>
                    <a:pt x="115423" y="58670"/>
                  </a:moveTo>
                  <a:lnTo>
                    <a:pt x="0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7" name="Google Shape;1317;p30"/>
            <p:cNvSpPr/>
            <p:nvPr/>
          </p:nvSpPr>
          <p:spPr>
            <a:xfrm>
              <a:off x="4572200" y="2375675"/>
              <a:ext cx="1756025" cy="362050"/>
            </a:xfrm>
            <a:custGeom>
              <a:avLst/>
              <a:gdLst/>
              <a:ahLst/>
              <a:cxnLst/>
              <a:rect l="l" t="t" r="r" b="b"/>
              <a:pathLst>
                <a:path w="70241" h="14482" fill="none" extrusionOk="0">
                  <a:moveTo>
                    <a:pt x="0" y="0"/>
                  </a:moveTo>
                  <a:lnTo>
                    <a:pt x="70241" y="14481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8" name="Google Shape;1318;p30"/>
            <p:cNvSpPr/>
            <p:nvPr/>
          </p:nvSpPr>
          <p:spPr>
            <a:xfrm>
              <a:off x="1795775" y="2388100"/>
              <a:ext cx="2965450" cy="398425"/>
            </a:xfrm>
            <a:custGeom>
              <a:avLst/>
              <a:gdLst/>
              <a:ahLst/>
              <a:cxnLst/>
              <a:rect l="l" t="t" r="r" b="b"/>
              <a:pathLst>
                <a:path w="118618" h="15937" fill="none" extrusionOk="0">
                  <a:moveTo>
                    <a:pt x="118617" y="0"/>
                  </a:moveTo>
                  <a:lnTo>
                    <a:pt x="0" y="15937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9" name="Google Shape;1319;p30"/>
            <p:cNvSpPr/>
            <p:nvPr/>
          </p:nvSpPr>
          <p:spPr>
            <a:xfrm>
              <a:off x="1795775" y="3344625"/>
              <a:ext cx="3047975" cy="831450"/>
            </a:xfrm>
            <a:custGeom>
              <a:avLst/>
              <a:gdLst/>
              <a:ahLst/>
              <a:cxnLst/>
              <a:rect l="l" t="t" r="r" b="b"/>
              <a:pathLst>
                <a:path w="121919" h="33258" fill="none" extrusionOk="0">
                  <a:moveTo>
                    <a:pt x="0" y="1"/>
                  </a:moveTo>
                  <a:lnTo>
                    <a:pt x="121918" y="33257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0" name="Google Shape;1320;p30"/>
            <p:cNvSpPr/>
            <p:nvPr/>
          </p:nvSpPr>
          <p:spPr>
            <a:xfrm>
              <a:off x="4613900" y="3168950"/>
              <a:ext cx="1714325" cy="1007125"/>
            </a:xfrm>
            <a:custGeom>
              <a:avLst/>
              <a:gdLst/>
              <a:ahLst/>
              <a:cxnLst/>
              <a:rect l="l" t="t" r="r" b="b"/>
              <a:pathLst>
                <a:path w="68573" h="40285" fill="none" extrusionOk="0">
                  <a:moveTo>
                    <a:pt x="0" y="40284"/>
                  </a:moveTo>
                  <a:lnTo>
                    <a:pt x="68573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1" name="Google Shape;1321;p30"/>
            <p:cNvSpPr/>
            <p:nvPr/>
          </p:nvSpPr>
          <p:spPr>
            <a:xfrm>
              <a:off x="1795775" y="1050000"/>
              <a:ext cx="4197925" cy="1506700"/>
            </a:xfrm>
            <a:custGeom>
              <a:avLst/>
              <a:gdLst/>
              <a:ahLst/>
              <a:cxnLst/>
              <a:rect l="l" t="t" r="r" b="b"/>
              <a:pathLst>
                <a:path w="167917" h="60268" fill="none" extrusionOk="0">
                  <a:moveTo>
                    <a:pt x="167917" y="1"/>
                  </a:moveTo>
                  <a:lnTo>
                    <a:pt x="0" y="60268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2" name="Google Shape;1322;p30"/>
            <p:cNvSpPr/>
            <p:nvPr/>
          </p:nvSpPr>
          <p:spPr>
            <a:xfrm>
              <a:off x="1795775" y="2880550"/>
              <a:ext cx="1523550" cy="31100"/>
            </a:xfrm>
            <a:custGeom>
              <a:avLst/>
              <a:gdLst/>
              <a:ahLst/>
              <a:cxnLst/>
              <a:rect l="l" t="t" r="r" b="b"/>
              <a:pathLst>
                <a:path w="60942" h="1244" fill="none" extrusionOk="0">
                  <a:moveTo>
                    <a:pt x="60941" y="1"/>
                  </a:moveTo>
                  <a:lnTo>
                    <a:pt x="0" y="1243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3" name="Google Shape;1323;p30"/>
            <p:cNvSpPr/>
            <p:nvPr/>
          </p:nvSpPr>
          <p:spPr>
            <a:xfrm>
              <a:off x="3060200" y="2880550"/>
              <a:ext cx="3268025" cy="56825"/>
            </a:xfrm>
            <a:custGeom>
              <a:avLst/>
              <a:gdLst/>
              <a:ahLst/>
              <a:cxnLst/>
              <a:rect l="l" t="t" r="r" b="b"/>
              <a:pathLst>
                <a:path w="130721" h="2273" fill="none" extrusionOk="0">
                  <a:moveTo>
                    <a:pt x="1" y="1"/>
                  </a:moveTo>
                  <a:lnTo>
                    <a:pt x="130721" y="2272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4" name="Google Shape;1324;p30"/>
            <p:cNvSpPr/>
            <p:nvPr/>
          </p:nvSpPr>
          <p:spPr>
            <a:xfrm>
              <a:off x="3137400" y="3037625"/>
              <a:ext cx="3190825" cy="807475"/>
            </a:xfrm>
            <a:custGeom>
              <a:avLst/>
              <a:gdLst/>
              <a:ahLst/>
              <a:cxnLst/>
              <a:rect l="l" t="t" r="r" b="b"/>
              <a:pathLst>
                <a:path w="127633" h="32299" fill="none" extrusionOk="0">
                  <a:moveTo>
                    <a:pt x="0" y="32299"/>
                  </a:moveTo>
                  <a:lnTo>
                    <a:pt x="127633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5" name="Google Shape;1325;p30"/>
            <p:cNvSpPr/>
            <p:nvPr/>
          </p:nvSpPr>
          <p:spPr>
            <a:xfrm>
              <a:off x="5704425" y="1014525"/>
              <a:ext cx="623800" cy="1113600"/>
            </a:xfrm>
            <a:custGeom>
              <a:avLst/>
              <a:gdLst/>
              <a:ahLst/>
              <a:cxnLst/>
              <a:rect l="l" t="t" r="r" b="b"/>
              <a:pathLst>
                <a:path w="24952" h="44544" fill="none" extrusionOk="0">
                  <a:moveTo>
                    <a:pt x="0" y="0"/>
                  </a:moveTo>
                  <a:lnTo>
                    <a:pt x="24952" y="44544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6" name="Google Shape;1326;p30"/>
            <p:cNvSpPr/>
            <p:nvPr/>
          </p:nvSpPr>
          <p:spPr>
            <a:xfrm>
              <a:off x="4443525" y="3398750"/>
              <a:ext cx="1884700" cy="1772000"/>
            </a:xfrm>
            <a:custGeom>
              <a:avLst/>
              <a:gdLst/>
              <a:ahLst/>
              <a:cxnLst/>
              <a:rect l="l" t="t" r="r" b="b"/>
              <a:pathLst>
                <a:path w="75388" h="70880" fill="none" extrusionOk="0">
                  <a:moveTo>
                    <a:pt x="75388" y="1"/>
                  </a:moveTo>
                  <a:lnTo>
                    <a:pt x="1" y="7088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7" name="Google Shape;1327;p30"/>
            <p:cNvSpPr/>
            <p:nvPr/>
          </p:nvSpPr>
          <p:spPr>
            <a:xfrm>
              <a:off x="4443525" y="3327775"/>
              <a:ext cx="1884700" cy="1514675"/>
            </a:xfrm>
            <a:custGeom>
              <a:avLst/>
              <a:gdLst/>
              <a:ahLst/>
              <a:cxnLst/>
              <a:rect l="l" t="t" r="r" b="b"/>
              <a:pathLst>
                <a:path w="75388" h="60587" fill="none" extrusionOk="0">
                  <a:moveTo>
                    <a:pt x="75388" y="0"/>
                  </a:moveTo>
                  <a:lnTo>
                    <a:pt x="1" y="60587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8" name="Google Shape;1328;p30"/>
            <p:cNvSpPr/>
            <p:nvPr/>
          </p:nvSpPr>
          <p:spPr>
            <a:xfrm>
              <a:off x="1795775" y="1887650"/>
              <a:ext cx="1423275" cy="531525"/>
            </a:xfrm>
            <a:custGeom>
              <a:avLst/>
              <a:gdLst/>
              <a:ahLst/>
              <a:cxnLst/>
              <a:rect l="l" t="t" r="r" b="b"/>
              <a:pathLst>
                <a:path w="56931" h="21261" fill="none" extrusionOk="0">
                  <a:moveTo>
                    <a:pt x="0" y="21261"/>
                  </a:moveTo>
                  <a:lnTo>
                    <a:pt x="56931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9" name="Google Shape;1329;p30"/>
            <p:cNvSpPr/>
            <p:nvPr/>
          </p:nvSpPr>
          <p:spPr>
            <a:xfrm>
              <a:off x="3060200" y="1887650"/>
              <a:ext cx="2644250" cy="735600"/>
            </a:xfrm>
            <a:custGeom>
              <a:avLst/>
              <a:gdLst/>
              <a:ahLst/>
              <a:cxnLst/>
              <a:rect l="l" t="t" r="r" b="b"/>
              <a:pathLst>
                <a:path w="105770" h="29424" fill="none" extrusionOk="0">
                  <a:moveTo>
                    <a:pt x="105769" y="29424"/>
                  </a:moveTo>
                  <a:lnTo>
                    <a:pt x="1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0" name="Google Shape;1330;p30"/>
            <p:cNvSpPr/>
            <p:nvPr/>
          </p:nvSpPr>
          <p:spPr>
            <a:xfrm>
              <a:off x="1795775" y="3433350"/>
              <a:ext cx="1523550" cy="472975"/>
            </a:xfrm>
            <a:custGeom>
              <a:avLst/>
              <a:gdLst/>
              <a:ahLst/>
              <a:cxnLst/>
              <a:rect l="l" t="t" r="r" b="b"/>
              <a:pathLst>
                <a:path w="60942" h="18919" fill="none" extrusionOk="0">
                  <a:moveTo>
                    <a:pt x="0" y="1"/>
                  </a:moveTo>
                  <a:lnTo>
                    <a:pt x="60941" y="18919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1" name="Google Shape;1331;p30"/>
            <p:cNvSpPr/>
            <p:nvPr/>
          </p:nvSpPr>
          <p:spPr>
            <a:xfrm>
              <a:off x="1795775" y="3569125"/>
              <a:ext cx="2885575" cy="1273325"/>
            </a:xfrm>
            <a:custGeom>
              <a:avLst/>
              <a:gdLst/>
              <a:ahLst/>
              <a:cxnLst/>
              <a:rect l="l" t="t" r="r" b="b"/>
              <a:pathLst>
                <a:path w="115423" h="50933" fill="none" extrusionOk="0">
                  <a:moveTo>
                    <a:pt x="115423" y="50933"/>
                  </a:moveTo>
                  <a:lnTo>
                    <a:pt x="0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2" name="Google Shape;1332;p30"/>
            <p:cNvSpPr/>
            <p:nvPr/>
          </p:nvSpPr>
          <p:spPr>
            <a:xfrm>
              <a:off x="1795775" y="3704000"/>
              <a:ext cx="2885575" cy="1466750"/>
            </a:xfrm>
            <a:custGeom>
              <a:avLst/>
              <a:gdLst/>
              <a:ahLst/>
              <a:cxnLst/>
              <a:rect l="l" t="t" r="r" b="b"/>
              <a:pathLst>
                <a:path w="115423" h="58670" fill="none" extrusionOk="0">
                  <a:moveTo>
                    <a:pt x="115423" y="58670"/>
                  </a:moveTo>
                  <a:lnTo>
                    <a:pt x="0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3" name="Google Shape;1333;p30"/>
            <p:cNvSpPr/>
            <p:nvPr/>
          </p:nvSpPr>
          <p:spPr>
            <a:xfrm>
              <a:off x="4572200" y="2436900"/>
              <a:ext cx="1756025" cy="362050"/>
            </a:xfrm>
            <a:custGeom>
              <a:avLst/>
              <a:gdLst/>
              <a:ahLst/>
              <a:cxnLst/>
              <a:rect l="l" t="t" r="r" b="b"/>
              <a:pathLst>
                <a:path w="70241" h="14482" fill="none" extrusionOk="0">
                  <a:moveTo>
                    <a:pt x="0" y="0"/>
                  </a:moveTo>
                  <a:lnTo>
                    <a:pt x="70241" y="14481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4" name="Google Shape;1334;p30"/>
            <p:cNvSpPr/>
            <p:nvPr/>
          </p:nvSpPr>
          <p:spPr>
            <a:xfrm>
              <a:off x="1795775" y="2449325"/>
              <a:ext cx="2965450" cy="399325"/>
            </a:xfrm>
            <a:custGeom>
              <a:avLst/>
              <a:gdLst/>
              <a:ahLst/>
              <a:cxnLst/>
              <a:rect l="l" t="t" r="r" b="b"/>
              <a:pathLst>
                <a:path w="118618" h="15973" fill="none" extrusionOk="0">
                  <a:moveTo>
                    <a:pt x="118617" y="0"/>
                  </a:moveTo>
                  <a:lnTo>
                    <a:pt x="0" y="15972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5" name="Google Shape;1335;p30"/>
            <p:cNvSpPr/>
            <p:nvPr/>
          </p:nvSpPr>
          <p:spPr>
            <a:xfrm>
              <a:off x="1795775" y="3405850"/>
              <a:ext cx="3047975" cy="832325"/>
            </a:xfrm>
            <a:custGeom>
              <a:avLst/>
              <a:gdLst/>
              <a:ahLst/>
              <a:cxnLst/>
              <a:rect l="l" t="t" r="r" b="b"/>
              <a:pathLst>
                <a:path w="121919" h="33293" fill="none" extrusionOk="0">
                  <a:moveTo>
                    <a:pt x="0" y="1"/>
                  </a:moveTo>
                  <a:lnTo>
                    <a:pt x="121918" y="33293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6" name="Google Shape;1336;p30"/>
            <p:cNvSpPr/>
            <p:nvPr/>
          </p:nvSpPr>
          <p:spPr>
            <a:xfrm>
              <a:off x="4613900" y="3230175"/>
              <a:ext cx="1714325" cy="1008000"/>
            </a:xfrm>
            <a:custGeom>
              <a:avLst/>
              <a:gdLst/>
              <a:ahLst/>
              <a:cxnLst/>
              <a:rect l="l" t="t" r="r" b="b"/>
              <a:pathLst>
                <a:path w="68573" h="40320" fill="none" extrusionOk="0">
                  <a:moveTo>
                    <a:pt x="0" y="40320"/>
                  </a:moveTo>
                  <a:lnTo>
                    <a:pt x="68573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7" name="Google Shape;1337;p30"/>
            <p:cNvSpPr/>
            <p:nvPr/>
          </p:nvSpPr>
          <p:spPr>
            <a:xfrm>
              <a:off x="1795775" y="1111250"/>
              <a:ext cx="4197925" cy="1506675"/>
            </a:xfrm>
            <a:custGeom>
              <a:avLst/>
              <a:gdLst/>
              <a:ahLst/>
              <a:cxnLst/>
              <a:rect l="l" t="t" r="r" b="b"/>
              <a:pathLst>
                <a:path w="167917" h="60267" fill="none" extrusionOk="0">
                  <a:moveTo>
                    <a:pt x="167917" y="0"/>
                  </a:moveTo>
                  <a:lnTo>
                    <a:pt x="0" y="60267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8" name="Google Shape;1338;p30"/>
            <p:cNvSpPr/>
            <p:nvPr/>
          </p:nvSpPr>
          <p:spPr>
            <a:xfrm>
              <a:off x="1795775" y="2941775"/>
              <a:ext cx="1523550" cy="31100"/>
            </a:xfrm>
            <a:custGeom>
              <a:avLst/>
              <a:gdLst/>
              <a:ahLst/>
              <a:cxnLst/>
              <a:rect l="l" t="t" r="r" b="b"/>
              <a:pathLst>
                <a:path w="60942" h="1244" fill="none" extrusionOk="0">
                  <a:moveTo>
                    <a:pt x="60941" y="1"/>
                  </a:moveTo>
                  <a:lnTo>
                    <a:pt x="0" y="1243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9" name="Google Shape;1339;p30"/>
            <p:cNvSpPr/>
            <p:nvPr/>
          </p:nvSpPr>
          <p:spPr>
            <a:xfrm>
              <a:off x="3060200" y="2941775"/>
              <a:ext cx="3268025" cy="57700"/>
            </a:xfrm>
            <a:custGeom>
              <a:avLst/>
              <a:gdLst/>
              <a:ahLst/>
              <a:cxnLst/>
              <a:rect l="l" t="t" r="r" b="b"/>
              <a:pathLst>
                <a:path w="130721" h="2308" fill="none" extrusionOk="0">
                  <a:moveTo>
                    <a:pt x="1" y="1"/>
                  </a:moveTo>
                  <a:lnTo>
                    <a:pt x="130721" y="2308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0" name="Google Shape;1340;p30"/>
            <p:cNvSpPr/>
            <p:nvPr/>
          </p:nvSpPr>
          <p:spPr>
            <a:xfrm>
              <a:off x="3137400" y="3098850"/>
              <a:ext cx="3190825" cy="807475"/>
            </a:xfrm>
            <a:custGeom>
              <a:avLst/>
              <a:gdLst/>
              <a:ahLst/>
              <a:cxnLst/>
              <a:rect l="l" t="t" r="r" b="b"/>
              <a:pathLst>
                <a:path w="127633" h="32299" fill="none" extrusionOk="0">
                  <a:moveTo>
                    <a:pt x="0" y="32299"/>
                  </a:moveTo>
                  <a:lnTo>
                    <a:pt x="127633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1" name="Google Shape;1341;p30"/>
            <p:cNvSpPr/>
            <p:nvPr/>
          </p:nvSpPr>
          <p:spPr>
            <a:xfrm>
              <a:off x="1845450" y="2361475"/>
              <a:ext cx="41750" cy="1362075"/>
            </a:xfrm>
            <a:custGeom>
              <a:avLst/>
              <a:gdLst/>
              <a:ahLst/>
              <a:cxnLst/>
              <a:rect l="l" t="t" r="r" b="b"/>
              <a:pathLst>
                <a:path w="1670" h="54483" fill="none" extrusionOk="0">
                  <a:moveTo>
                    <a:pt x="1" y="639"/>
                  </a:moveTo>
                  <a:lnTo>
                    <a:pt x="1" y="53666"/>
                  </a:lnTo>
                  <a:lnTo>
                    <a:pt x="1669" y="54482"/>
                  </a:lnTo>
                  <a:lnTo>
                    <a:pt x="1669" y="0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2" name="Google Shape;1342;p30"/>
            <p:cNvSpPr/>
            <p:nvPr/>
          </p:nvSpPr>
          <p:spPr>
            <a:xfrm>
              <a:off x="1887175" y="2361475"/>
              <a:ext cx="46150" cy="1362075"/>
            </a:xfrm>
            <a:custGeom>
              <a:avLst/>
              <a:gdLst/>
              <a:ahLst/>
              <a:cxnLst/>
              <a:rect l="l" t="t" r="r" b="b"/>
              <a:pathLst>
                <a:path w="1846" h="54483" fill="none" extrusionOk="0">
                  <a:moveTo>
                    <a:pt x="0" y="0"/>
                  </a:moveTo>
                  <a:lnTo>
                    <a:pt x="1846" y="391"/>
                  </a:lnTo>
                  <a:lnTo>
                    <a:pt x="1846" y="53950"/>
                  </a:lnTo>
                  <a:lnTo>
                    <a:pt x="0" y="54482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3" name="Google Shape;1343;p30"/>
            <p:cNvSpPr/>
            <p:nvPr/>
          </p:nvSpPr>
          <p:spPr>
            <a:xfrm>
              <a:off x="3238550" y="1910725"/>
              <a:ext cx="94075" cy="1944125"/>
            </a:xfrm>
            <a:custGeom>
              <a:avLst/>
              <a:gdLst/>
              <a:ahLst/>
              <a:cxnLst/>
              <a:rect l="l" t="t" r="r" b="b"/>
              <a:pathLst>
                <a:path w="3763" h="77765" fill="none" extrusionOk="0">
                  <a:moveTo>
                    <a:pt x="1" y="77765"/>
                  </a:moveTo>
                  <a:lnTo>
                    <a:pt x="1" y="0"/>
                  </a:lnTo>
                  <a:lnTo>
                    <a:pt x="3763" y="1029"/>
                  </a:lnTo>
                  <a:lnTo>
                    <a:pt x="3763" y="76807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4" name="Google Shape;1344;p30"/>
            <p:cNvSpPr/>
            <p:nvPr/>
          </p:nvSpPr>
          <p:spPr>
            <a:xfrm>
              <a:off x="3148050" y="1910725"/>
              <a:ext cx="90525" cy="1944125"/>
            </a:xfrm>
            <a:custGeom>
              <a:avLst/>
              <a:gdLst/>
              <a:ahLst/>
              <a:cxnLst/>
              <a:rect l="l" t="t" r="r" b="b"/>
              <a:pathLst>
                <a:path w="3621" h="77765" fill="none" extrusionOk="0">
                  <a:moveTo>
                    <a:pt x="3621" y="0"/>
                  </a:moveTo>
                  <a:lnTo>
                    <a:pt x="0" y="1100"/>
                  </a:lnTo>
                  <a:lnTo>
                    <a:pt x="0" y="76629"/>
                  </a:lnTo>
                  <a:lnTo>
                    <a:pt x="3621" y="77765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5" name="Google Shape;1345;p30"/>
            <p:cNvSpPr/>
            <p:nvPr/>
          </p:nvSpPr>
          <p:spPr>
            <a:xfrm>
              <a:off x="3677775" y="2566450"/>
              <a:ext cx="68350" cy="1345200"/>
            </a:xfrm>
            <a:custGeom>
              <a:avLst/>
              <a:gdLst/>
              <a:ahLst/>
              <a:cxnLst/>
              <a:rect l="l" t="t" r="r" b="b"/>
              <a:pathLst>
                <a:path w="2734" h="53808" fill="none" extrusionOk="0">
                  <a:moveTo>
                    <a:pt x="1" y="355"/>
                  </a:moveTo>
                  <a:lnTo>
                    <a:pt x="1" y="53062"/>
                  </a:lnTo>
                  <a:lnTo>
                    <a:pt x="2734" y="53808"/>
                  </a:lnTo>
                  <a:lnTo>
                    <a:pt x="2734" y="0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6" name="Google Shape;1346;p30"/>
            <p:cNvSpPr/>
            <p:nvPr/>
          </p:nvSpPr>
          <p:spPr>
            <a:xfrm>
              <a:off x="3746100" y="2566450"/>
              <a:ext cx="69225" cy="1345200"/>
            </a:xfrm>
            <a:custGeom>
              <a:avLst/>
              <a:gdLst/>
              <a:ahLst/>
              <a:cxnLst/>
              <a:rect l="l" t="t" r="r" b="b"/>
              <a:pathLst>
                <a:path w="2769" h="53808" fill="none" extrusionOk="0">
                  <a:moveTo>
                    <a:pt x="1" y="0"/>
                  </a:moveTo>
                  <a:lnTo>
                    <a:pt x="2769" y="426"/>
                  </a:lnTo>
                  <a:lnTo>
                    <a:pt x="2769" y="52814"/>
                  </a:lnTo>
                  <a:lnTo>
                    <a:pt x="1" y="53808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7" name="Google Shape;1347;p30"/>
            <p:cNvSpPr/>
            <p:nvPr/>
          </p:nvSpPr>
          <p:spPr>
            <a:xfrm>
              <a:off x="4590825" y="2433350"/>
              <a:ext cx="95850" cy="1734725"/>
            </a:xfrm>
            <a:custGeom>
              <a:avLst/>
              <a:gdLst/>
              <a:ahLst/>
              <a:cxnLst/>
              <a:rect l="l" t="t" r="r" b="b"/>
              <a:pathLst>
                <a:path w="3834" h="69389" fill="none" extrusionOk="0">
                  <a:moveTo>
                    <a:pt x="3834" y="69389"/>
                  </a:moveTo>
                  <a:lnTo>
                    <a:pt x="3834" y="0"/>
                  </a:lnTo>
                  <a:lnTo>
                    <a:pt x="1" y="497"/>
                  </a:lnTo>
                  <a:lnTo>
                    <a:pt x="1" y="68360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8" name="Google Shape;1348;p30"/>
            <p:cNvSpPr/>
            <p:nvPr/>
          </p:nvSpPr>
          <p:spPr>
            <a:xfrm>
              <a:off x="4686650" y="2433350"/>
              <a:ext cx="87875" cy="1734725"/>
            </a:xfrm>
            <a:custGeom>
              <a:avLst/>
              <a:gdLst/>
              <a:ahLst/>
              <a:cxnLst/>
              <a:rect l="l" t="t" r="r" b="b"/>
              <a:pathLst>
                <a:path w="3515" h="69389" fill="none" extrusionOk="0">
                  <a:moveTo>
                    <a:pt x="1" y="0"/>
                  </a:moveTo>
                  <a:lnTo>
                    <a:pt x="3515" y="746"/>
                  </a:lnTo>
                  <a:lnTo>
                    <a:pt x="3515" y="67330"/>
                  </a:lnTo>
                  <a:lnTo>
                    <a:pt x="1" y="69389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9" name="Google Shape;1349;p30"/>
            <p:cNvSpPr/>
            <p:nvPr/>
          </p:nvSpPr>
          <p:spPr>
            <a:xfrm>
              <a:off x="5798475" y="1154725"/>
              <a:ext cx="52375" cy="2716100"/>
            </a:xfrm>
            <a:custGeom>
              <a:avLst/>
              <a:gdLst/>
              <a:ahLst/>
              <a:cxnLst/>
              <a:rect l="l" t="t" r="r" b="b"/>
              <a:pathLst>
                <a:path w="2095" h="108644" fill="none" extrusionOk="0">
                  <a:moveTo>
                    <a:pt x="0" y="0"/>
                  </a:moveTo>
                  <a:lnTo>
                    <a:pt x="0" y="108644"/>
                  </a:lnTo>
                  <a:lnTo>
                    <a:pt x="2094" y="106656"/>
                  </a:lnTo>
                  <a:lnTo>
                    <a:pt x="2094" y="3727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0" name="Google Shape;1350;p30"/>
            <p:cNvSpPr/>
            <p:nvPr/>
          </p:nvSpPr>
          <p:spPr>
            <a:xfrm>
              <a:off x="5716850" y="1154725"/>
              <a:ext cx="81650" cy="2716100"/>
            </a:xfrm>
            <a:custGeom>
              <a:avLst/>
              <a:gdLst/>
              <a:ahLst/>
              <a:cxnLst/>
              <a:rect l="l" t="t" r="r" b="b"/>
              <a:pathLst>
                <a:path w="3266" h="108644" fill="none" extrusionOk="0">
                  <a:moveTo>
                    <a:pt x="3265" y="0"/>
                  </a:moveTo>
                  <a:lnTo>
                    <a:pt x="0" y="1171"/>
                  </a:lnTo>
                  <a:lnTo>
                    <a:pt x="0" y="108182"/>
                  </a:lnTo>
                  <a:lnTo>
                    <a:pt x="3265" y="108644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1" name="Google Shape;1351;p30"/>
            <p:cNvSpPr/>
            <p:nvPr/>
          </p:nvSpPr>
          <p:spPr>
            <a:xfrm>
              <a:off x="6217275" y="1902725"/>
              <a:ext cx="31100" cy="1573250"/>
            </a:xfrm>
            <a:custGeom>
              <a:avLst/>
              <a:gdLst/>
              <a:ahLst/>
              <a:cxnLst/>
              <a:rect l="l" t="t" r="r" b="b"/>
              <a:pathLst>
                <a:path w="1244" h="62930" fill="none" extrusionOk="0">
                  <a:moveTo>
                    <a:pt x="1243" y="2237"/>
                  </a:moveTo>
                  <a:lnTo>
                    <a:pt x="1243" y="61758"/>
                  </a:lnTo>
                  <a:lnTo>
                    <a:pt x="1" y="62930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2" name="Google Shape;1352;p30"/>
            <p:cNvSpPr/>
            <p:nvPr/>
          </p:nvSpPr>
          <p:spPr>
            <a:xfrm>
              <a:off x="6168475" y="1902725"/>
              <a:ext cx="48825" cy="1573250"/>
            </a:xfrm>
            <a:custGeom>
              <a:avLst/>
              <a:gdLst/>
              <a:ahLst/>
              <a:cxnLst/>
              <a:rect l="l" t="t" r="r" b="b"/>
              <a:pathLst>
                <a:path w="1953" h="62930" fill="none" extrusionOk="0">
                  <a:moveTo>
                    <a:pt x="1953" y="1"/>
                  </a:moveTo>
                  <a:lnTo>
                    <a:pt x="1" y="675"/>
                  </a:lnTo>
                  <a:lnTo>
                    <a:pt x="1" y="62930"/>
                  </a:lnTo>
                  <a:lnTo>
                    <a:pt x="1953" y="62930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3" name="Google Shape;1353;p30"/>
            <p:cNvSpPr/>
            <p:nvPr/>
          </p:nvSpPr>
          <p:spPr>
            <a:xfrm>
              <a:off x="4300675" y="1666700"/>
              <a:ext cx="71000" cy="2010700"/>
            </a:xfrm>
            <a:custGeom>
              <a:avLst/>
              <a:gdLst/>
              <a:ahLst/>
              <a:cxnLst/>
              <a:rect l="l" t="t" r="r" b="b"/>
              <a:pathLst>
                <a:path w="2840" h="80428" fill="none" extrusionOk="0">
                  <a:moveTo>
                    <a:pt x="1" y="1030"/>
                  </a:moveTo>
                  <a:lnTo>
                    <a:pt x="1" y="79895"/>
                  </a:lnTo>
                  <a:lnTo>
                    <a:pt x="2840" y="80427"/>
                  </a:lnTo>
                  <a:lnTo>
                    <a:pt x="2840" y="1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4" name="Google Shape;1354;p30"/>
            <p:cNvSpPr/>
            <p:nvPr/>
          </p:nvSpPr>
          <p:spPr>
            <a:xfrm>
              <a:off x="4371650" y="1666700"/>
              <a:ext cx="71900" cy="2010700"/>
            </a:xfrm>
            <a:custGeom>
              <a:avLst/>
              <a:gdLst/>
              <a:ahLst/>
              <a:cxnLst/>
              <a:rect l="l" t="t" r="r" b="b"/>
              <a:pathLst>
                <a:path w="2876" h="80428" fill="none" extrusionOk="0">
                  <a:moveTo>
                    <a:pt x="1" y="1"/>
                  </a:moveTo>
                  <a:lnTo>
                    <a:pt x="2876" y="1562"/>
                  </a:lnTo>
                  <a:lnTo>
                    <a:pt x="2876" y="79079"/>
                  </a:lnTo>
                  <a:lnTo>
                    <a:pt x="1" y="80427"/>
                  </a:ln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5" name="Google Shape;1355;p30"/>
            <p:cNvSpPr/>
            <p:nvPr/>
          </p:nvSpPr>
          <p:spPr>
            <a:xfrm>
              <a:off x="1795775" y="3319775"/>
              <a:ext cx="4071050" cy="559925"/>
            </a:xfrm>
            <a:custGeom>
              <a:avLst/>
              <a:gdLst/>
              <a:ahLst/>
              <a:cxnLst/>
              <a:rect l="l" t="t" r="r" b="b"/>
              <a:pathLst>
                <a:path w="162842" h="22397" fill="none" extrusionOk="0">
                  <a:moveTo>
                    <a:pt x="162841" y="22397"/>
                  </a:moveTo>
                  <a:lnTo>
                    <a:pt x="0" y="1"/>
                  </a:lnTo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6" name="Google Shape;1356;p30"/>
            <p:cNvSpPr/>
            <p:nvPr/>
          </p:nvSpPr>
          <p:spPr>
            <a:xfrm>
              <a:off x="5493225" y="2599275"/>
              <a:ext cx="675275" cy="1165075"/>
            </a:xfrm>
            <a:custGeom>
              <a:avLst/>
              <a:gdLst/>
              <a:ahLst/>
              <a:cxnLst/>
              <a:rect l="l" t="t" r="r" b="b"/>
              <a:pathLst>
                <a:path w="27011" h="46603" fill="none" extrusionOk="0">
                  <a:moveTo>
                    <a:pt x="27011" y="46603"/>
                  </a:moveTo>
                  <a:lnTo>
                    <a:pt x="1" y="43799"/>
                  </a:lnTo>
                  <a:lnTo>
                    <a:pt x="1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7" name="Google Shape;1357;p30"/>
            <p:cNvSpPr/>
            <p:nvPr/>
          </p:nvSpPr>
          <p:spPr>
            <a:xfrm>
              <a:off x="4653825" y="1457300"/>
              <a:ext cx="755150" cy="251125"/>
            </a:xfrm>
            <a:custGeom>
              <a:avLst/>
              <a:gdLst/>
              <a:ahLst/>
              <a:cxnLst/>
              <a:rect l="l" t="t" r="r" b="b"/>
              <a:pathLst>
                <a:path w="30206" h="10045" fill="none" extrusionOk="0">
                  <a:moveTo>
                    <a:pt x="30205" y="0"/>
                  </a:moveTo>
                  <a:lnTo>
                    <a:pt x="1" y="10045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8" name="Google Shape;1358;p30"/>
            <p:cNvSpPr/>
            <p:nvPr/>
          </p:nvSpPr>
          <p:spPr>
            <a:xfrm>
              <a:off x="4700850" y="1656950"/>
              <a:ext cx="25" cy="776425"/>
            </a:xfrm>
            <a:custGeom>
              <a:avLst/>
              <a:gdLst/>
              <a:ahLst/>
              <a:cxnLst/>
              <a:rect l="l" t="t" r="r" b="b"/>
              <a:pathLst>
                <a:path w="1" h="31057" fill="none" extrusionOk="0">
                  <a:moveTo>
                    <a:pt x="1" y="0"/>
                  </a:moveTo>
                  <a:lnTo>
                    <a:pt x="1" y="31056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9" name="Google Shape;1359;p30"/>
            <p:cNvSpPr/>
            <p:nvPr/>
          </p:nvSpPr>
          <p:spPr>
            <a:xfrm>
              <a:off x="4700850" y="1598375"/>
              <a:ext cx="671725" cy="161525"/>
            </a:xfrm>
            <a:custGeom>
              <a:avLst/>
              <a:gdLst/>
              <a:ahLst/>
              <a:cxnLst/>
              <a:rect l="l" t="t" r="r" b="b"/>
              <a:pathLst>
                <a:path w="26869" h="6461" fill="none" extrusionOk="0">
                  <a:moveTo>
                    <a:pt x="1" y="3763"/>
                  </a:moveTo>
                  <a:lnTo>
                    <a:pt x="6177" y="6460"/>
                  </a:lnTo>
                  <a:lnTo>
                    <a:pt x="26869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0" name="Google Shape;1360;p30"/>
            <p:cNvSpPr/>
            <p:nvPr/>
          </p:nvSpPr>
          <p:spPr>
            <a:xfrm>
              <a:off x="4855250" y="1759875"/>
              <a:ext cx="25" cy="699225"/>
            </a:xfrm>
            <a:custGeom>
              <a:avLst/>
              <a:gdLst/>
              <a:ahLst/>
              <a:cxnLst/>
              <a:rect l="l" t="t" r="r" b="b"/>
              <a:pathLst>
                <a:path w="1" h="27969" fill="none" extrusionOk="0">
                  <a:moveTo>
                    <a:pt x="1" y="0"/>
                  </a:moveTo>
                  <a:lnTo>
                    <a:pt x="1" y="27969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1" name="Google Shape;1361;p30"/>
            <p:cNvSpPr/>
            <p:nvPr/>
          </p:nvSpPr>
          <p:spPr>
            <a:xfrm>
              <a:off x="4910275" y="1656950"/>
              <a:ext cx="462300" cy="822575"/>
            </a:xfrm>
            <a:custGeom>
              <a:avLst/>
              <a:gdLst/>
              <a:ahLst/>
              <a:cxnLst/>
              <a:rect l="l" t="t" r="r" b="b"/>
              <a:pathLst>
                <a:path w="18492" h="32903" fill="none" extrusionOk="0">
                  <a:moveTo>
                    <a:pt x="0" y="32902"/>
                  </a:moveTo>
                  <a:lnTo>
                    <a:pt x="0" y="5643"/>
                  </a:lnTo>
                  <a:lnTo>
                    <a:pt x="18492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2" name="Google Shape;1362;p30"/>
            <p:cNvSpPr/>
            <p:nvPr/>
          </p:nvSpPr>
          <p:spPr>
            <a:xfrm>
              <a:off x="4910275" y="1692425"/>
              <a:ext cx="462300" cy="128700"/>
            </a:xfrm>
            <a:custGeom>
              <a:avLst/>
              <a:gdLst/>
              <a:ahLst/>
              <a:cxnLst/>
              <a:rect l="l" t="t" r="r" b="b"/>
              <a:pathLst>
                <a:path w="18492" h="5148" fill="none" extrusionOk="0">
                  <a:moveTo>
                    <a:pt x="0" y="4224"/>
                  </a:moveTo>
                  <a:lnTo>
                    <a:pt x="1562" y="5147"/>
                  </a:lnTo>
                  <a:lnTo>
                    <a:pt x="18492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3" name="Google Shape;1363;p30"/>
            <p:cNvSpPr/>
            <p:nvPr/>
          </p:nvSpPr>
          <p:spPr>
            <a:xfrm>
              <a:off x="4949300" y="1821100"/>
              <a:ext cx="25" cy="666400"/>
            </a:xfrm>
            <a:custGeom>
              <a:avLst/>
              <a:gdLst/>
              <a:ahLst/>
              <a:cxnLst/>
              <a:rect l="l" t="t" r="r" b="b"/>
              <a:pathLst>
                <a:path w="1" h="26656" fill="none" extrusionOk="0">
                  <a:moveTo>
                    <a:pt x="1" y="0"/>
                  </a:moveTo>
                  <a:lnTo>
                    <a:pt x="1" y="26655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4" name="Google Shape;1364;p30"/>
            <p:cNvSpPr/>
            <p:nvPr/>
          </p:nvSpPr>
          <p:spPr>
            <a:xfrm>
              <a:off x="5192425" y="1711950"/>
              <a:ext cx="25" cy="826125"/>
            </a:xfrm>
            <a:custGeom>
              <a:avLst/>
              <a:gdLst/>
              <a:ahLst/>
              <a:cxnLst/>
              <a:rect l="l" t="t" r="r" b="b"/>
              <a:pathLst>
                <a:path w="1" h="33045" fill="none" extrusionOk="0">
                  <a:moveTo>
                    <a:pt x="1" y="1"/>
                  </a:moveTo>
                  <a:lnTo>
                    <a:pt x="1" y="33045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5" name="Google Shape;1365;p30"/>
            <p:cNvSpPr/>
            <p:nvPr/>
          </p:nvSpPr>
          <p:spPr>
            <a:xfrm>
              <a:off x="5227925" y="1701300"/>
              <a:ext cx="28425" cy="850075"/>
            </a:xfrm>
            <a:custGeom>
              <a:avLst/>
              <a:gdLst/>
              <a:ahLst/>
              <a:cxnLst/>
              <a:rect l="l" t="t" r="r" b="b"/>
              <a:pathLst>
                <a:path w="1137" h="34003" fill="none" extrusionOk="0">
                  <a:moveTo>
                    <a:pt x="0" y="33755"/>
                  </a:moveTo>
                  <a:lnTo>
                    <a:pt x="0" y="1"/>
                  </a:lnTo>
                  <a:lnTo>
                    <a:pt x="1136" y="1030"/>
                  </a:lnTo>
                  <a:lnTo>
                    <a:pt x="1136" y="34003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6" name="Google Shape;1366;p30"/>
            <p:cNvSpPr/>
            <p:nvPr/>
          </p:nvSpPr>
          <p:spPr>
            <a:xfrm>
              <a:off x="5920925" y="1715500"/>
              <a:ext cx="200550" cy="819925"/>
            </a:xfrm>
            <a:custGeom>
              <a:avLst/>
              <a:gdLst/>
              <a:ahLst/>
              <a:cxnLst/>
              <a:rect l="l" t="t" r="r" b="b"/>
              <a:pathLst>
                <a:path w="8022" h="32797" fill="none" extrusionOk="0">
                  <a:moveTo>
                    <a:pt x="0" y="1"/>
                  </a:moveTo>
                  <a:lnTo>
                    <a:pt x="0" y="28714"/>
                  </a:lnTo>
                  <a:lnTo>
                    <a:pt x="8022" y="32796"/>
                  </a:lnTo>
                  <a:lnTo>
                    <a:pt x="8022" y="10542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7" name="Google Shape;1367;p30"/>
            <p:cNvSpPr/>
            <p:nvPr/>
          </p:nvSpPr>
          <p:spPr>
            <a:xfrm>
              <a:off x="5920925" y="1829075"/>
              <a:ext cx="200550" cy="150000"/>
            </a:xfrm>
            <a:custGeom>
              <a:avLst/>
              <a:gdLst/>
              <a:ahLst/>
              <a:cxnLst/>
              <a:rect l="l" t="t" r="r" b="b"/>
              <a:pathLst>
                <a:path w="8022" h="6000" fill="none" extrusionOk="0">
                  <a:moveTo>
                    <a:pt x="8022" y="5999"/>
                  </a:moveTo>
                  <a:lnTo>
                    <a:pt x="5750" y="5999"/>
                  </a:lnTo>
                  <a:lnTo>
                    <a:pt x="0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8" name="Google Shape;1368;p30"/>
            <p:cNvSpPr/>
            <p:nvPr/>
          </p:nvSpPr>
          <p:spPr>
            <a:xfrm>
              <a:off x="6064675" y="1979050"/>
              <a:ext cx="25" cy="525300"/>
            </a:xfrm>
            <a:custGeom>
              <a:avLst/>
              <a:gdLst/>
              <a:ahLst/>
              <a:cxnLst/>
              <a:rect l="l" t="t" r="r" b="b"/>
              <a:pathLst>
                <a:path w="1" h="21012" fill="none" extrusionOk="0">
                  <a:moveTo>
                    <a:pt x="0" y="0"/>
                  </a:moveTo>
                  <a:lnTo>
                    <a:pt x="0" y="21012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9" name="Google Shape;1369;p30"/>
            <p:cNvSpPr/>
            <p:nvPr/>
          </p:nvSpPr>
          <p:spPr>
            <a:xfrm>
              <a:off x="5920925" y="1861025"/>
              <a:ext cx="124250" cy="635350"/>
            </a:xfrm>
            <a:custGeom>
              <a:avLst/>
              <a:gdLst/>
              <a:ahLst/>
              <a:cxnLst/>
              <a:rect l="l" t="t" r="r" b="b"/>
              <a:pathLst>
                <a:path w="4970" h="25414" fill="none" extrusionOk="0">
                  <a:moveTo>
                    <a:pt x="4969" y="25413"/>
                  </a:moveTo>
                  <a:lnTo>
                    <a:pt x="4969" y="5218"/>
                  </a:lnTo>
                  <a:lnTo>
                    <a:pt x="0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0" name="Google Shape;1370;p30"/>
            <p:cNvSpPr/>
            <p:nvPr/>
          </p:nvSpPr>
          <p:spPr>
            <a:xfrm>
              <a:off x="5920925" y="1887650"/>
              <a:ext cx="124250" cy="103825"/>
            </a:xfrm>
            <a:custGeom>
              <a:avLst/>
              <a:gdLst/>
              <a:ahLst/>
              <a:cxnLst/>
              <a:rect l="l" t="t" r="r" b="b"/>
              <a:pathLst>
                <a:path w="4970" h="4153" fill="none" extrusionOk="0">
                  <a:moveTo>
                    <a:pt x="4969" y="4153"/>
                  </a:moveTo>
                  <a:lnTo>
                    <a:pt x="4366" y="4153"/>
                  </a:lnTo>
                  <a:lnTo>
                    <a:pt x="0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1" name="Google Shape;1371;p30"/>
            <p:cNvSpPr/>
            <p:nvPr/>
          </p:nvSpPr>
          <p:spPr>
            <a:xfrm>
              <a:off x="6030050" y="1991450"/>
              <a:ext cx="25" cy="496925"/>
            </a:xfrm>
            <a:custGeom>
              <a:avLst/>
              <a:gdLst/>
              <a:ahLst/>
              <a:cxnLst/>
              <a:rect l="l" t="t" r="r" b="b"/>
              <a:pathLst>
                <a:path w="1" h="19877" fill="none" extrusionOk="0">
                  <a:moveTo>
                    <a:pt x="1" y="1"/>
                  </a:moveTo>
                  <a:lnTo>
                    <a:pt x="1" y="19877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2" name="Google Shape;1372;p30"/>
            <p:cNvSpPr/>
            <p:nvPr/>
          </p:nvSpPr>
          <p:spPr>
            <a:xfrm>
              <a:off x="3868550" y="2672025"/>
              <a:ext cx="631800" cy="1449025"/>
            </a:xfrm>
            <a:custGeom>
              <a:avLst/>
              <a:gdLst/>
              <a:ahLst/>
              <a:cxnLst/>
              <a:rect l="l" t="t" r="r" b="b"/>
              <a:pathLst>
                <a:path w="25272" h="57961" fill="none" extrusionOk="0">
                  <a:moveTo>
                    <a:pt x="25271" y="57961"/>
                  </a:moveTo>
                  <a:lnTo>
                    <a:pt x="25271" y="1"/>
                  </a:lnTo>
                  <a:lnTo>
                    <a:pt x="1" y="2627"/>
                  </a:lnTo>
                  <a:lnTo>
                    <a:pt x="1" y="50933"/>
                  </a:lnTo>
                  <a:lnTo>
                    <a:pt x="6496" y="48307"/>
                  </a:lnTo>
                  <a:lnTo>
                    <a:pt x="6496" y="1953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3" name="Google Shape;1373;p30"/>
            <p:cNvSpPr/>
            <p:nvPr/>
          </p:nvSpPr>
          <p:spPr>
            <a:xfrm>
              <a:off x="4030925" y="3879675"/>
              <a:ext cx="469425" cy="121600"/>
            </a:xfrm>
            <a:custGeom>
              <a:avLst/>
              <a:gdLst/>
              <a:ahLst/>
              <a:cxnLst/>
              <a:rect l="l" t="t" r="r" b="b"/>
              <a:pathLst>
                <a:path w="18777" h="4864" fill="none" extrusionOk="0">
                  <a:moveTo>
                    <a:pt x="1" y="1"/>
                  </a:moveTo>
                  <a:lnTo>
                    <a:pt x="18776" y="4863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4" name="Google Shape;1374;p30"/>
            <p:cNvSpPr/>
            <p:nvPr/>
          </p:nvSpPr>
          <p:spPr>
            <a:xfrm>
              <a:off x="4083275" y="2837075"/>
              <a:ext cx="158850" cy="307050"/>
            </a:xfrm>
            <a:custGeom>
              <a:avLst/>
              <a:gdLst/>
              <a:ahLst/>
              <a:cxnLst/>
              <a:rect l="l" t="t" r="r" b="b"/>
              <a:pathLst>
                <a:path w="6354" h="12282" fill="none" extrusionOk="0">
                  <a:moveTo>
                    <a:pt x="6354" y="1"/>
                  </a:moveTo>
                  <a:lnTo>
                    <a:pt x="1" y="498"/>
                  </a:lnTo>
                  <a:lnTo>
                    <a:pt x="1" y="12281"/>
                  </a:lnTo>
                  <a:lnTo>
                    <a:pt x="6354" y="12281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5" name="Google Shape;1375;p30"/>
            <p:cNvSpPr/>
            <p:nvPr/>
          </p:nvSpPr>
          <p:spPr>
            <a:xfrm>
              <a:off x="4276725" y="2822000"/>
              <a:ext cx="195225" cy="322125"/>
            </a:xfrm>
            <a:custGeom>
              <a:avLst/>
              <a:gdLst/>
              <a:ahLst/>
              <a:cxnLst/>
              <a:rect l="l" t="t" r="r" b="b"/>
              <a:pathLst>
                <a:path w="7809" h="12885" fill="none" extrusionOk="0">
                  <a:moveTo>
                    <a:pt x="0" y="604"/>
                  </a:moveTo>
                  <a:lnTo>
                    <a:pt x="0" y="12884"/>
                  </a:lnTo>
                  <a:lnTo>
                    <a:pt x="7809" y="12884"/>
                  </a:lnTo>
                  <a:lnTo>
                    <a:pt x="7809" y="0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6" name="Google Shape;1376;p30"/>
            <p:cNvSpPr/>
            <p:nvPr/>
          </p:nvSpPr>
          <p:spPr>
            <a:xfrm>
              <a:off x="4083275" y="3182250"/>
              <a:ext cx="158850" cy="283075"/>
            </a:xfrm>
            <a:custGeom>
              <a:avLst/>
              <a:gdLst/>
              <a:ahLst/>
              <a:cxnLst/>
              <a:rect l="l" t="t" r="r" b="b"/>
              <a:pathLst>
                <a:path w="6354" h="11323" fill="none" extrusionOk="0">
                  <a:moveTo>
                    <a:pt x="1" y="0"/>
                  </a:moveTo>
                  <a:lnTo>
                    <a:pt x="6354" y="0"/>
                  </a:lnTo>
                  <a:lnTo>
                    <a:pt x="6354" y="11323"/>
                  </a:lnTo>
                  <a:lnTo>
                    <a:pt x="1" y="10897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7" name="Google Shape;1377;p30"/>
            <p:cNvSpPr/>
            <p:nvPr/>
          </p:nvSpPr>
          <p:spPr>
            <a:xfrm>
              <a:off x="4276725" y="3182250"/>
              <a:ext cx="195225" cy="293725"/>
            </a:xfrm>
            <a:custGeom>
              <a:avLst/>
              <a:gdLst/>
              <a:ahLst/>
              <a:cxnLst/>
              <a:rect l="l" t="t" r="r" b="b"/>
              <a:pathLst>
                <a:path w="7809" h="11749" fill="none" extrusionOk="0">
                  <a:moveTo>
                    <a:pt x="0" y="0"/>
                  </a:moveTo>
                  <a:lnTo>
                    <a:pt x="0" y="11323"/>
                  </a:lnTo>
                  <a:lnTo>
                    <a:pt x="7809" y="11749"/>
                  </a:lnTo>
                  <a:lnTo>
                    <a:pt x="7809" y="142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8" name="Google Shape;1378;p30"/>
            <p:cNvSpPr/>
            <p:nvPr/>
          </p:nvSpPr>
          <p:spPr>
            <a:xfrm>
              <a:off x="4873875" y="2672025"/>
              <a:ext cx="551050" cy="284875"/>
            </a:xfrm>
            <a:custGeom>
              <a:avLst/>
              <a:gdLst/>
              <a:ahLst/>
              <a:cxnLst/>
              <a:rect l="l" t="t" r="r" b="b"/>
              <a:pathLst>
                <a:path w="22042" h="11395" fill="none" extrusionOk="0">
                  <a:moveTo>
                    <a:pt x="1" y="1"/>
                  </a:moveTo>
                  <a:lnTo>
                    <a:pt x="1" y="11004"/>
                  </a:lnTo>
                  <a:lnTo>
                    <a:pt x="22042" y="11394"/>
                  </a:lnTo>
                  <a:lnTo>
                    <a:pt x="22042" y="2769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9" name="Google Shape;1379;p30"/>
            <p:cNvSpPr/>
            <p:nvPr/>
          </p:nvSpPr>
          <p:spPr>
            <a:xfrm>
              <a:off x="5362800" y="2733250"/>
              <a:ext cx="25" cy="222750"/>
            </a:xfrm>
            <a:custGeom>
              <a:avLst/>
              <a:gdLst/>
              <a:ahLst/>
              <a:cxnLst/>
              <a:rect l="l" t="t" r="r" b="b"/>
              <a:pathLst>
                <a:path w="1" h="8910" fill="none" extrusionOk="0">
                  <a:moveTo>
                    <a:pt x="0" y="8910"/>
                  </a:moveTo>
                  <a:lnTo>
                    <a:pt x="0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0" name="Google Shape;1380;p30"/>
            <p:cNvSpPr/>
            <p:nvPr/>
          </p:nvSpPr>
          <p:spPr>
            <a:xfrm>
              <a:off x="5130325" y="2703975"/>
              <a:ext cx="25" cy="247600"/>
            </a:xfrm>
            <a:custGeom>
              <a:avLst/>
              <a:gdLst/>
              <a:ahLst/>
              <a:cxnLst/>
              <a:rect l="l" t="t" r="r" b="b"/>
              <a:pathLst>
                <a:path w="1" h="9904" fill="none" extrusionOk="0">
                  <a:moveTo>
                    <a:pt x="0" y="1"/>
                  </a:moveTo>
                  <a:lnTo>
                    <a:pt x="0" y="9903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1" name="Google Shape;1381;p30"/>
            <p:cNvSpPr/>
            <p:nvPr/>
          </p:nvSpPr>
          <p:spPr>
            <a:xfrm>
              <a:off x="5175575" y="2710200"/>
              <a:ext cx="25" cy="241375"/>
            </a:xfrm>
            <a:custGeom>
              <a:avLst/>
              <a:gdLst/>
              <a:ahLst/>
              <a:cxnLst/>
              <a:rect l="l" t="t" r="r" b="b"/>
              <a:pathLst>
                <a:path w="1" h="9655" fill="none" extrusionOk="0">
                  <a:moveTo>
                    <a:pt x="0" y="0"/>
                  </a:moveTo>
                  <a:lnTo>
                    <a:pt x="0" y="9654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2" name="Google Shape;1382;p30"/>
            <p:cNvSpPr/>
            <p:nvPr/>
          </p:nvSpPr>
          <p:spPr>
            <a:xfrm>
              <a:off x="5097500" y="2703975"/>
              <a:ext cx="25" cy="246700"/>
            </a:xfrm>
            <a:custGeom>
              <a:avLst/>
              <a:gdLst/>
              <a:ahLst/>
              <a:cxnLst/>
              <a:rect l="l" t="t" r="r" b="b"/>
              <a:pathLst>
                <a:path w="1" h="9868" fill="none" extrusionOk="0">
                  <a:moveTo>
                    <a:pt x="0" y="1"/>
                  </a:moveTo>
                  <a:lnTo>
                    <a:pt x="0" y="9868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3" name="Google Shape;1383;p30"/>
            <p:cNvSpPr/>
            <p:nvPr/>
          </p:nvSpPr>
          <p:spPr>
            <a:xfrm>
              <a:off x="5920925" y="2802475"/>
              <a:ext cx="200550" cy="165950"/>
            </a:xfrm>
            <a:custGeom>
              <a:avLst/>
              <a:gdLst/>
              <a:ahLst/>
              <a:cxnLst/>
              <a:rect l="l" t="t" r="r" b="b"/>
              <a:pathLst>
                <a:path w="8022" h="6638" fill="none" extrusionOk="0">
                  <a:moveTo>
                    <a:pt x="0" y="0"/>
                  </a:moveTo>
                  <a:lnTo>
                    <a:pt x="0" y="6531"/>
                  </a:lnTo>
                  <a:lnTo>
                    <a:pt x="8022" y="6638"/>
                  </a:lnTo>
                  <a:lnTo>
                    <a:pt x="8022" y="1136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4" name="Google Shape;1384;p30"/>
            <p:cNvSpPr/>
            <p:nvPr/>
          </p:nvSpPr>
          <p:spPr>
            <a:xfrm>
              <a:off x="6091275" y="2826425"/>
              <a:ext cx="25" cy="142000"/>
            </a:xfrm>
            <a:custGeom>
              <a:avLst/>
              <a:gdLst/>
              <a:ahLst/>
              <a:cxnLst/>
              <a:rect l="l" t="t" r="r" b="b"/>
              <a:pathLst>
                <a:path w="1" h="5680" fill="none" extrusionOk="0">
                  <a:moveTo>
                    <a:pt x="1" y="1"/>
                  </a:moveTo>
                  <a:lnTo>
                    <a:pt x="1" y="568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5" name="Google Shape;1385;p30"/>
            <p:cNvSpPr/>
            <p:nvPr/>
          </p:nvSpPr>
          <p:spPr>
            <a:xfrm>
              <a:off x="6021200" y="2816675"/>
              <a:ext cx="25" cy="149975"/>
            </a:xfrm>
            <a:custGeom>
              <a:avLst/>
              <a:gdLst/>
              <a:ahLst/>
              <a:cxnLst/>
              <a:rect l="l" t="t" r="r" b="b"/>
              <a:pathLst>
                <a:path w="1" h="5999" fill="none" extrusionOk="0">
                  <a:moveTo>
                    <a:pt x="0" y="0"/>
                  </a:moveTo>
                  <a:lnTo>
                    <a:pt x="0" y="5999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6" name="Google Shape;1386;p30"/>
            <p:cNvSpPr/>
            <p:nvPr/>
          </p:nvSpPr>
          <p:spPr>
            <a:xfrm>
              <a:off x="5993675" y="2814000"/>
              <a:ext cx="25" cy="152650"/>
            </a:xfrm>
            <a:custGeom>
              <a:avLst/>
              <a:gdLst/>
              <a:ahLst/>
              <a:cxnLst/>
              <a:rect l="l" t="t" r="r" b="b"/>
              <a:pathLst>
                <a:path w="1" h="6106" fill="none" extrusionOk="0">
                  <a:moveTo>
                    <a:pt x="1" y="1"/>
                  </a:moveTo>
                  <a:lnTo>
                    <a:pt x="1" y="6106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7" name="Google Shape;1387;p30"/>
            <p:cNvSpPr/>
            <p:nvPr/>
          </p:nvSpPr>
          <p:spPr>
            <a:xfrm>
              <a:off x="5976825" y="2810450"/>
              <a:ext cx="25" cy="156200"/>
            </a:xfrm>
            <a:custGeom>
              <a:avLst/>
              <a:gdLst/>
              <a:ahLst/>
              <a:cxnLst/>
              <a:rect l="l" t="t" r="r" b="b"/>
              <a:pathLst>
                <a:path w="1" h="6248" fill="none" extrusionOk="0">
                  <a:moveTo>
                    <a:pt x="0" y="1"/>
                  </a:moveTo>
                  <a:lnTo>
                    <a:pt x="0" y="6248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8" name="Google Shape;1388;p30"/>
            <p:cNvSpPr/>
            <p:nvPr/>
          </p:nvSpPr>
          <p:spPr>
            <a:xfrm>
              <a:off x="1845450" y="2345500"/>
              <a:ext cx="3953050" cy="2402900"/>
            </a:xfrm>
            <a:custGeom>
              <a:avLst/>
              <a:gdLst/>
              <a:ahLst/>
              <a:cxnLst/>
              <a:rect l="l" t="t" r="r" b="b"/>
              <a:pathLst>
                <a:path w="158122" h="96116" fill="none" extrusionOk="0">
                  <a:moveTo>
                    <a:pt x="1" y="1"/>
                  </a:moveTo>
                  <a:lnTo>
                    <a:pt x="1" y="48768"/>
                  </a:lnTo>
                  <a:lnTo>
                    <a:pt x="107296" y="96115"/>
                  </a:lnTo>
                  <a:lnTo>
                    <a:pt x="158121" y="55228"/>
                  </a:lnTo>
                  <a:lnTo>
                    <a:pt x="145912" y="53950"/>
                  </a:lnTo>
                  <a:lnTo>
                    <a:pt x="113649" y="72903"/>
                  </a:lnTo>
                  <a:lnTo>
                    <a:pt x="113649" y="3514"/>
                  </a:lnTo>
                  <a:lnTo>
                    <a:pt x="61900" y="10436"/>
                  </a:lnTo>
                  <a:lnTo>
                    <a:pt x="61900" y="58777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9" name="Google Shape;1389;p30"/>
            <p:cNvSpPr/>
            <p:nvPr/>
          </p:nvSpPr>
          <p:spPr>
            <a:xfrm>
              <a:off x="5798475" y="1084625"/>
              <a:ext cx="25" cy="1578575"/>
            </a:xfrm>
            <a:custGeom>
              <a:avLst/>
              <a:gdLst/>
              <a:ahLst/>
              <a:cxnLst/>
              <a:rect l="l" t="t" r="r" b="b"/>
              <a:pathLst>
                <a:path w="1" h="63143" fill="none" extrusionOk="0">
                  <a:moveTo>
                    <a:pt x="0" y="0"/>
                  </a:moveTo>
                  <a:lnTo>
                    <a:pt x="0" y="63142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0" name="Google Shape;1390;p30"/>
            <p:cNvSpPr/>
            <p:nvPr/>
          </p:nvSpPr>
          <p:spPr>
            <a:xfrm>
              <a:off x="3151600" y="1885875"/>
              <a:ext cx="716975" cy="2059500"/>
            </a:xfrm>
            <a:custGeom>
              <a:avLst/>
              <a:gdLst/>
              <a:ahLst/>
              <a:cxnLst/>
              <a:rect l="l" t="t" r="r" b="b"/>
              <a:pathLst>
                <a:path w="28679" h="82380" fill="none" extrusionOk="0">
                  <a:moveTo>
                    <a:pt x="0" y="0"/>
                  </a:moveTo>
                  <a:lnTo>
                    <a:pt x="0" y="41314"/>
                  </a:lnTo>
                  <a:lnTo>
                    <a:pt x="3479" y="41314"/>
                  </a:lnTo>
                  <a:lnTo>
                    <a:pt x="3479" y="78759"/>
                  </a:lnTo>
                  <a:lnTo>
                    <a:pt x="9654" y="77162"/>
                  </a:lnTo>
                  <a:lnTo>
                    <a:pt x="28679" y="82379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1" name="Google Shape;1391;p30"/>
            <p:cNvSpPr/>
            <p:nvPr/>
          </p:nvSpPr>
          <p:spPr>
            <a:xfrm>
              <a:off x="1933300" y="2936450"/>
              <a:ext cx="1305275" cy="918400"/>
            </a:xfrm>
            <a:custGeom>
              <a:avLst/>
              <a:gdLst/>
              <a:ahLst/>
              <a:cxnLst/>
              <a:rect l="l" t="t" r="r" b="b"/>
              <a:pathLst>
                <a:path w="52211" h="36736" fill="none" extrusionOk="0">
                  <a:moveTo>
                    <a:pt x="13311" y="24668"/>
                  </a:moveTo>
                  <a:lnTo>
                    <a:pt x="1" y="26550"/>
                  </a:lnTo>
                  <a:lnTo>
                    <a:pt x="1" y="391"/>
                  </a:lnTo>
                  <a:lnTo>
                    <a:pt x="13027" y="1"/>
                  </a:lnTo>
                  <a:lnTo>
                    <a:pt x="13311" y="24668"/>
                  </a:lnTo>
                  <a:lnTo>
                    <a:pt x="52211" y="36736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2" name="Google Shape;1392;p30"/>
            <p:cNvSpPr/>
            <p:nvPr/>
          </p:nvSpPr>
          <p:spPr>
            <a:xfrm>
              <a:off x="1845450" y="3564675"/>
              <a:ext cx="2681525" cy="1500500"/>
            </a:xfrm>
            <a:custGeom>
              <a:avLst/>
              <a:gdLst/>
              <a:ahLst/>
              <a:cxnLst/>
              <a:rect l="l" t="t" r="r" b="b"/>
              <a:pathLst>
                <a:path w="107261" h="60020" fill="none" extrusionOk="0">
                  <a:moveTo>
                    <a:pt x="1" y="1"/>
                  </a:moveTo>
                  <a:lnTo>
                    <a:pt x="1" y="5538"/>
                  </a:lnTo>
                  <a:lnTo>
                    <a:pt x="107260" y="60019"/>
                  </a:lnTo>
                  <a:lnTo>
                    <a:pt x="107260" y="47348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3" name="Google Shape;1393;p30"/>
            <p:cNvSpPr/>
            <p:nvPr/>
          </p:nvSpPr>
          <p:spPr>
            <a:xfrm>
              <a:off x="2646700" y="4748375"/>
              <a:ext cx="572350" cy="219200"/>
            </a:xfrm>
            <a:custGeom>
              <a:avLst/>
              <a:gdLst/>
              <a:ahLst/>
              <a:cxnLst/>
              <a:rect l="l" t="t" r="r" b="b"/>
              <a:pathLst>
                <a:path w="22894" h="8768" fill="none" extrusionOk="0">
                  <a:moveTo>
                    <a:pt x="22894" y="4366"/>
                  </a:moveTo>
                  <a:cubicBezTo>
                    <a:pt x="22894" y="6815"/>
                    <a:pt x="17783" y="8767"/>
                    <a:pt x="11465" y="8767"/>
                  </a:cubicBezTo>
                  <a:cubicBezTo>
                    <a:pt x="5112" y="8767"/>
                    <a:pt x="1" y="6815"/>
                    <a:pt x="1" y="4366"/>
                  </a:cubicBezTo>
                  <a:cubicBezTo>
                    <a:pt x="1" y="1952"/>
                    <a:pt x="5112" y="0"/>
                    <a:pt x="11465" y="0"/>
                  </a:cubicBezTo>
                  <a:cubicBezTo>
                    <a:pt x="17783" y="0"/>
                    <a:pt x="22894" y="1952"/>
                    <a:pt x="22894" y="4366"/>
                  </a:cubicBez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4" name="Google Shape;1394;p30"/>
            <p:cNvSpPr/>
            <p:nvPr/>
          </p:nvSpPr>
          <p:spPr>
            <a:xfrm>
              <a:off x="2442625" y="4467100"/>
              <a:ext cx="286625" cy="110050"/>
            </a:xfrm>
            <a:custGeom>
              <a:avLst/>
              <a:gdLst/>
              <a:ahLst/>
              <a:cxnLst/>
              <a:rect l="l" t="t" r="r" b="b"/>
              <a:pathLst>
                <a:path w="11465" h="4402" fill="none" extrusionOk="0">
                  <a:moveTo>
                    <a:pt x="11465" y="2201"/>
                  </a:moveTo>
                  <a:cubicBezTo>
                    <a:pt x="11465" y="3407"/>
                    <a:pt x="8874" y="4401"/>
                    <a:pt x="5715" y="4401"/>
                  </a:cubicBezTo>
                  <a:cubicBezTo>
                    <a:pt x="2556" y="4401"/>
                    <a:pt x="1" y="3407"/>
                    <a:pt x="1" y="2201"/>
                  </a:cubicBezTo>
                  <a:cubicBezTo>
                    <a:pt x="1" y="994"/>
                    <a:pt x="2556" y="0"/>
                    <a:pt x="5715" y="0"/>
                  </a:cubicBezTo>
                  <a:cubicBezTo>
                    <a:pt x="8874" y="0"/>
                    <a:pt x="11465" y="994"/>
                    <a:pt x="11465" y="2201"/>
                  </a:cubicBez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5" name="Google Shape;1395;p30"/>
            <p:cNvSpPr/>
            <p:nvPr/>
          </p:nvSpPr>
          <p:spPr>
            <a:xfrm>
              <a:off x="5778075" y="4202675"/>
              <a:ext cx="286625" cy="110050"/>
            </a:xfrm>
            <a:custGeom>
              <a:avLst/>
              <a:gdLst/>
              <a:ahLst/>
              <a:cxnLst/>
              <a:rect l="l" t="t" r="r" b="b"/>
              <a:pathLst>
                <a:path w="11465" h="4402" fill="none" extrusionOk="0">
                  <a:moveTo>
                    <a:pt x="11464" y="2201"/>
                  </a:moveTo>
                  <a:cubicBezTo>
                    <a:pt x="11464" y="3408"/>
                    <a:pt x="8873" y="4401"/>
                    <a:pt x="5714" y="4401"/>
                  </a:cubicBezTo>
                  <a:cubicBezTo>
                    <a:pt x="2556" y="4401"/>
                    <a:pt x="0" y="3408"/>
                    <a:pt x="0" y="2201"/>
                  </a:cubicBezTo>
                  <a:cubicBezTo>
                    <a:pt x="0" y="994"/>
                    <a:pt x="2556" y="0"/>
                    <a:pt x="5714" y="0"/>
                  </a:cubicBezTo>
                  <a:cubicBezTo>
                    <a:pt x="8873" y="0"/>
                    <a:pt x="11464" y="994"/>
                    <a:pt x="11464" y="2201"/>
                  </a:cubicBez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6" name="Google Shape;1396;p30"/>
            <p:cNvSpPr/>
            <p:nvPr/>
          </p:nvSpPr>
          <p:spPr>
            <a:xfrm>
              <a:off x="5519850" y="4467100"/>
              <a:ext cx="286625" cy="110050"/>
            </a:xfrm>
            <a:custGeom>
              <a:avLst/>
              <a:gdLst/>
              <a:ahLst/>
              <a:cxnLst/>
              <a:rect l="l" t="t" r="r" b="b"/>
              <a:pathLst>
                <a:path w="11465" h="4402" fill="none" extrusionOk="0">
                  <a:moveTo>
                    <a:pt x="11465" y="2201"/>
                  </a:moveTo>
                  <a:cubicBezTo>
                    <a:pt x="11465" y="3407"/>
                    <a:pt x="8909" y="4401"/>
                    <a:pt x="5715" y="4401"/>
                  </a:cubicBezTo>
                  <a:cubicBezTo>
                    <a:pt x="2556" y="4401"/>
                    <a:pt x="1" y="3407"/>
                    <a:pt x="1" y="2201"/>
                  </a:cubicBezTo>
                  <a:cubicBezTo>
                    <a:pt x="1" y="994"/>
                    <a:pt x="2556" y="0"/>
                    <a:pt x="5715" y="0"/>
                  </a:cubicBezTo>
                  <a:cubicBezTo>
                    <a:pt x="8909" y="0"/>
                    <a:pt x="11465" y="994"/>
                    <a:pt x="11465" y="2201"/>
                  </a:cubicBez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7" name="Google Shape;1397;p30"/>
            <p:cNvSpPr/>
            <p:nvPr/>
          </p:nvSpPr>
          <p:spPr>
            <a:xfrm>
              <a:off x="5219950" y="4803375"/>
              <a:ext cx="286625" cy="109175"/>
            </a:xfrm>
            <a:custGeom>
              <a:avLst/>
              <a:gdLst/>
              <a:ahLst/>
              <a:cxnLst/>
              <a:rect l="l" t="t" r="r" b="b"/>
              <a:pathLst>
                <a:path w="11465" h="4367" fill="none" extrusionOk="0">
                  <a:moveTo>
                    <a:pt x="11464" y="2166"/>
                  </a:moveTo>
                  <a:cubicBezTo>
                    <a:pt x="11464" y="3408"/>
                    <a:pt x="8873" y="4367"/>
                    <a:pt x="5714" y="4367"/>
                  </a:cubicBezTo>
                  <a:cubicBezTo>
                    <a:pt x="2556" y="4367"/>
                    <a:pt x="0" y="3408"/>
                    <a:pt x="0" y="2166"/>
                  </a:cubicBezTo>
                  <a:cubicBezTo>
                    <a:pt x="0" y="959"/>
                    <a:pt x="2556" y="1"/>
                    <a:pt x="5714" y="1"/>
                  </a:cubicBezTo>
                  <a:cubicBezTo>
                    <a:pt x="8873" y="1"/>
                    <a:pt x="11464" y="959"/>
                    <a:pt x="11464" y="2166"/>
                  </a:cubicBez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8" name="Google Shape;1398;p30"/>
            <p:cNvSpPr/>
            <p:nvPr/>
          </p:nvSpPr>
          <p:spPr>
            <a:xfrm>
              <a:off x="1845450" y="1154725"/>
              <a:ext cx="4402925" cy="3910450"/>
            </a:xfrm>
            <a:custGeom>
              <a:avLst/>
              <a:gdLst/>
              <a:ahLst/>
              <a:cxnLst/>
              <a:rect l="l" t="t" r="r" b="b"/>
              <a:pathLst>
                <a:path w="176117" h="156418" fill="none" extrusionOk="0">
                  <a:moveTo>
                    <a:pt x="107260" y="156417"/>
                  </a:moveTo>
                  <a:lnTo>
                    <a:pt x="176116" y="91678"/>
                  </a:lnTo>
                  <a:lnTo>
                    <a:pt x="176116" y="32157"/>
                  </a:lnTo>
                  <a:lnTo>
                    <a:pt x="158121" y="0"/>
                  </a:lnTo>
                  <a:lnTo>
                    <a:pt x="98210" y="21509"/>
                  </a:lnTo>
                  <a:lnTo>
                    <a:pt x="98210" y="42059"/>
                  </a:lnTo>
                  <a:lnTo>
                    <a:pt x="52246" y="29246"/>
                  </a:lnTo>
                  <a:lnTo>
                    <a:pt x="1" y="48909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9" name="Google Shape;1399;p30"/>
            <p:cNvSpPr/>
            <p:nvPr/>
          </p:nvSpPr>
          <p:spPr>
            <a:xfrm>
              <a:off x="4300675" y="2206200"/>
              <a:ext cx="25" cy="278625"/>
            </a:xfrm>
            <a:custGeom>
              <a:avLst/>
              <a:gdLst/>
              <a:ahLst/>
              <a:cxnLst/>
              <a:rect l="l" t="t" r="r" b="b"/>
              <a:pathLst>
                <a:path w="1" h="11145" fill="none" extrusionOk="0">
                  <a:moveTo>
                    <a:pt x="1" y="0"/>
                  </a:moveTo>
                  <a:lnTo>
                    <a:pt x="1" y="11145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0" name="Google Shape;1400;p30"/>
            <p:cNvSpPr/>
            <p:nvPr/>
          </p:nvSpPr>
          <p:spPr>
            <a:xfrm>
              <a:off x="5798475" y="2663175"/>
              <a:ext cx="25" cy="1063025"/>
            </a:xfrm>
            <a:custGeom>
              <a:avLst/>
              <a:gdLst/>
              <a:ahLst/>
              <a:cxnLst/>
              <a:rect l="l" t="t" r="r" b="b"/>
              <a:pathLst>
                <a:path w="1" h="42521" fill="none" extrusionOk="0">
                  <a:moveTo>
                    <a:pt x="0" y="42521"/>
                  </a:moveTo>
                  <a:lnTo>
                    <a:pt x="0" y="0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1" name="Google Shape;1401;p30"/>
            <p:cNvSpPr/>
            <p:nvPr/>
          </p:nvSpPr>
          <p:spPr>
            <a:xfrm>
              <a:off x="4686650" y="2433350"/>
              <a:ext cx="806600" cy="1260900"/>
            </a:xfrm>
            <a:custGeom>
              <a:avLst/>
              <a:gdLst/>
              <a:ahLst/>
              <a:cxnLst/>
              <a:rect l="l" t="t" r="r" b="b"/>
              <a:pathLst>
                <a:path w="32264" h="50436" fill="none" extrusionOk="0">
                  <a:moveTo>
                    <a:pt x="1" y="0"/>
                  </a:moveTo>
                  <a:lnTo>
                    <a:pt x="32086" y="6638"/>
                  </a:lnTo>
                  <a:lnTo>
                    <a:pt x="32264" y="50436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2" name="Google Shape;1402;p30"/>
            <p:cNvSpPr/>
            <p:nvPr/>
          </p:nvSpPr>
          <p:spPr>
            <a:xfrm>
              <a:off x="3403600" y="2132550"/>
              <a:ext cx="806600" cy="458775"/>
            </a:xfrm>
            <a:custGeom>
              <a:avLst/>
              <a:gdLst/>
              <a:ahLst/>
              <a:cxnLst/>
              <a:rect l="l" t="t" r="r" b="b"/>
              <a:pathLst>
                <a:path w="32264" h="18351" fill="none" extrusionOk="0">
                  <a:moveTo>
                    <a:pt x="0" y="0"/>
                  </a:moveTo>
                  <a:lnTo>
                    <a:pt x="0" y="12032"/>
                  </a:lnTo>
                  <a:lnTo>
                    <a:pt x="32263" y="18350"/>
                  </a:lnTo>
                  <a:lnTo>
                    <a:pt x="32263" y="8306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3" name="Google Shape;1403;p30"/>
            <p:cNvSpPr/>
            <p:nvPr/>
          </p:nvSpPr>
          <p:spPr>
            <a:xfrm>
              <a:off x="4144500" y="2340175"/>
              <a:ext cx="65700" cy="238725"/>
            </a:xfrm>
            <a:custGeom>
              <a:avLst/>
              <a:gdLst/>
              <a:ahLst/>
              <a:cxnLst/>
              <a:rect l="l" t="t" r="r" b="b"/>
              <a:pathLst>
                <a:path w="2628" h="9549" fill="none" extrusionOk="0">
                  <a:moveTo>
                    <a:pt x="2627" y="1"/>
                  </a:moveTo>
                  <a:lnTo>
                    <a:pt x="1" y="640"/>
                  </a:lnTo>
                  <a:lnTo>
                    <a:pt x="143" y="9548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4" name="Google Shape;1404;p30"/>
            <p:cNvSpPr/>
            <p:nvPr/>
          </p:nvSpPr>
          <p:spPr>
            <a:xfrm>
              <a:off x="3403600" y="2171600"/>
              <a:ext cx="740925" cy="184575"/>
            </a:xfrm>
            <a:custGeom>
              <a:avLst/>
              <a:gdLst/>
              <a:ahLst/>
              <a:cxnLst/>
              <a:rect l="l" t="t" r="r" b="b"/>
              <a:pathLst>
                <a:path w="29637" h="7383" fill="none" extrusionOk="0">
                  <a:moveTo>
                    <a:pt x="29637" y="7383"/>
                  </a:moveTo>
                  <a:lnTo>
                    <a:pt x="0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5" name="Google Shape;1405;p30"/>
            <p:cNvSpPr/>
            <p:nvPr/>
          </p:nvSpPr>
          <p:spPr>
            <a:xfrm>
              <a:off x="3403600" y="2193775"/>
              <a:ext cx="718750" cy="380675"/>
            </a:xfrm>
            <a:custGeom>
              <a:avLst/>
              <a:gdLst/>
              <a:ahLst/>
              <a:cxnLst/>
              <a:rect l="l" t="t" r="r" b="b"/>
              <a:pathLst>
                <a:path w="28750" h="15227" fill="none" extrusionOk="0">
                  <a:moveTo>
                    <a:pt x="28749" y="15227"/>
                  </a:moveTo>
                  <a:lnTo>
                    <a:pt x="28749" y="7063"/>
                  </a:lnTo>
                  <a:lnTo>
                    <a:pt x="0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6" name="Google Shape;1406;p30"/>
            <p:cNvSpPr/>
            <p:nvPr/>
          </p:nvSpPr>
          <p:spPr>
            <a:xfrm>
              <a:off x="4104575" y="2370350"/>
              <a:ext cx="17775" cy="200550"/>
            </a:xfrm>
            <a:custGeom>
              <a:avLst/>
              <a:gdLst/>
              <a:ahLst/>
              <a:cxnLst/>
              <a:rect l="l" t="t" r="r" b="b"/>
              <a:pathLst>
                <a:path w="711" h="8022" fill="none" extrusionOk="0">
                  <a:moveTo>
                    <a:pt x="710" y="0"/>
                  </a:moveTo>
                  <a:lnTo>
                    <a:pt x="1" y="0"/>
                  </a:lnTo>
                  <a:lnTo>
                    <a:pt x="1" y="8022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7" name="Google Shape;1407;p30"/>
            <p:cNvSpPr/>
            <p:nvPr/>
          </p:nvSpPr>
          <p:spPr>
            <a:xfrm>
              <a:off x="3955500" y="2328650"/>
              <a:ext cx="25" cy="212975"/>
            </a:xfrm>
            <a:custGeom>
              <a:avLst/>
              <a:gdLst/>
              <a:ahLst/>
              <a:cxnLst/>
              <a:rect l="l" t="t" r="r" b="b"/>
              <a:pathLst>
                <a:path w="1" h="8519" fill="none" extrusionOk="0">
                  <a:moveTo>
                    <a:pt x="1" y="0"/>
                  </a:moveTo>
                  <a:lnTo>
                    <a:pt x="1" y="8519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8" name="Google Shape;1408;p30"/>
            <p:cNvSpPr/>
            <p:nvPr/>
          </p:nvSpPr>
          <p:spPr>
            <a:xfrm>
              <a:off x="3929775" y="2323325"/>
              <a:ext cx="25" cy="211200"/>
            </a:xfrm>
            <a:custGeom>
              <a:avLst/>
              <a:gdLst/>
              <a:ahLst/>
              <a:cxnLst/>
              <a:rect l="l" t="t" r="r" b="b"/>
              <a:pathLst>
                <a:path w="1" h="8448" fill="none" extrusionOk="0">
                  <a:moveTo>
                    <a:pt x="1" y="0"/>
                  </a:moveTo>
                  <a:lnTo>
                    <a:pt x="1" y="8448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9" name="Google Shape;1409;p30"/>
            <p:cNvSpPr/>
            <p:nvPr/>
          </p:nvSpPr>
          <p:spPr>
            <a:xfrm>
              <a:off x="3912925" y="2323325"/>
              <a:ext cx="25" cy="210325"/>
            </a:xfrm>
            <a:custGeom>
              <a:avLst/>
              <a:gdLst/>
              <a:ahLst/>
              <a:cxnLst/>
              <a:rect l="l" t="t" r="r" b="b"/>
              <a:pathLst>
                <a:path w="1" h="8413" fill="none" extrusionOk="0">
                  <a:moveTo>
                    <a:pt x="0" y="0"/>
                  </a:moveTo>
                  <a:lnTo>
                    <a:pt x="0" y="8412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0" name="Google Shape;1410;p30"/>
            <p:cNvSpPr/>
            <p:nvPr/>
          </p:nvSpPr>
          <p:spPr>
            <a:xfrm>
              <a:off x="3677775" y="2263875"/>
              <a:ext cx="25" cy="223625"/>
            </a:xfrm>
            <a:custGeom>
              <a:avLst/>
              <a:gdLst/>
              <a:ahLst/>
              <a:cxnLst/>
              <a:rect l="l" t="t" r="r" b="b"/>
              <a:pathLst>
                <a:path w="1" h="8945" fill="none" extrusionOk="0">
                  <a:moveTo>
                    <a:pt x="1" y="0"/>
                  </a:moveTo>
                  <a:lnTo>
                    <a:pt x="1" y="8944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1" name="Google Shape;1411;p30"/>
            <p:cNvSpPr/>
            <p:nvPr/>
          </p:nvSpPr>
          <p:spPr>
            <a:xfrm>
              <a:off x="3644050" y="2252325"/>
              <a:ext cx="25" cy="228075"/>
            </a:xfrm>
            <a:custGeom>
              <a:avLst/>
              <a:gdLst/>
              <a:ahLst/>
              <a:cxnLst/>
              <a:rect l="l" t="t" r="r" b="b"/>
              <a:pathLst>
                <a:path w="1" h="9123" fill="none" extrusionOk="0">
                  <a:moveTo>
                    <a:pt x="1" y="9123"/>
                  </a:moveTo>
                  <a:lnTo>
                    <a:pt x="1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2" name="Google Shape;1412;p30"/>
            <p:cNvSpPr/>
            <p:nvPr/>
          </p:nvSpPr>
          <p:spPr>
            <a:xfrm>
              <a:off x="3623650" y="2247900"/>
              <a:ext cx="25" cy="228075"/>
            </a:xfrm>
            <a:custGeom>
              <a:avLst/>
              <a:gdLst/>
              <a:ahLst/>
              <a:cxnLst/>
              <a:rect l="l" t="t" r="r" b="b"/>
              <a:pathLst>
                <a:path w="1" h="9123" fill="none" extrusionOk="0">
                  <a:moveTo>
                    <a:pt x="1" y="0"/>
                  </a:moveTo>
                  <a:lnTo>
                    <a:pt x="1" y="9122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3" name="Google Shape;1413;p30"/>
            <p:cNvSpPr/>
            <p:nvPr/>
          </p:nvSpPr>
          <p:spPr>
            <a:xfrm>
              <a:off x="2258950" y="2918725"/>
              <a:ext cx="892675" cy="17750"/>
            </a:xfrm>
            <a:custGeom>
              <a:avLst/>
              <a:gdLst/>
              <a:ahLst/>
              <a:cxnLst/>
              <a:rect l="l" t="t" r="r" b="b"/>
              <a:pathLst>
                <a:path w="35707" h="710" fill="none" extrusionOk="0">
                  <a:moveTo>
                    <a:pt x="35706" y="0"/>
                  </a:moveTo>
                  <a:lnTo>
                    <a:pt x="1" y="710"/>
                  </a:lnTo>
                </a:path>
              </a:pathLst>
            </a:custGeom>
            <a:noFill/>
            <a:ln w="115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4" name="Google Shape;1414;p30"/>
            <p:cNvSpPr/>
            <p:nvPr/>
          </p:nvSpPr>
          <p:spPr>
            <a:xfrm>
              <a:off x="2914675" y="2189325"/>
              <a:ext cx="25" cy="481850"/>
            </a:xfrm>
            <a:custGeom>
              <a:avLst/>
              <a:gdLst/>
              <a:ahLst/>
              <a:cxnLst/>
              <a:rect l="l" t="t" r="r" b="b"/>
              <a:pathLst>
                <a:path w="1" h="19274" fill="none" extrusionOk="0">
                  <a:moveTo>
                    <a:pt x="1" y="1"/>
                  </a:moveTo>
                  <a:lnTo>
                    <a:pt x="1" y="19273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5" name="Google Shape;1415;p30"/>
            <p:cNvSpPr/>
            <p:nvPr/>
          </p:nvSpPr>
          <p:spPr>
            <a:xfrm>
              <a:off x="2557975" y="2318000"/>
              <a:ext cx="25" cy="401100"/>
            </a:xfrm>
            <a:custGeom>
              <a:avLst/>
              <a:gdLst/>
              <a:ahLst/>
              <a:cxnLst/>
              <a:rect l="l" t="t" r="r" b="b"/>
              <a:pathLst>
                <a:path w="1" h="16044" fill="none" extrusionOk="0">
                  <a:moveTo>
                    <a:pt x="1" y="0"/>
                  </a:moveTo>
                  <a:lnTo>
                    <a:pt x="1" y="16043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6" name="Google Shape;1416;p30"/>
            <p:cNvSpPr/>
            <p:nvPr/>
          </p:nvSpPr>
          <p:spPr>
            <a:xfrm>
              <a:off x="2340575" y="2395200"/>
              <a:ext cx="25" cy="353175"/>
            </a:xfrm>
            <a:custGeom>
              <a:avLst/>
              <a:gdLst/>
              <a:ahLst/>
              <a:cxnLst/>
              <a:rect l="l" t="t" r="r" b="b"/>
              <a:pathLst>
                <a:path w="1" h="14127" fill="none" extrusionOk="0">
                  <a:moveTo>
                    <a:pt x="1" y="0"/>
                  </a:moveTo>
                  <a:lnTo>
                    <a:pt x="1" y="14126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7" name="Google Shape;1417;p30"/>
            <p:cNvSpPr/>
            <p:nvPr/>
          </p:nvSpPr>
          <p:spPr>
            <a:xfrm>
              <a:off x="2053100" y="2499000"/>
              <a:ext cx="25" cy="297275"/>
            </a:xfrm>
            <a:custGeom>
              <a:avLst/>
              <a:gdLst/>
              <a:ahLst/>
              <a:cxnLst/>
              <a:rect l="l" t="t" r="r" b="b"/>
              <a:pathLst>
                <a:path w="1" h="11891" fill="none" extrusionOk="0">
                  <a:moveTo>
                    <a:pt x="0" y="1"/>
                  </a:moveTo>
                  <a:lnTo>
                    <a:pt x="0" y="1189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8" name="Google Shape;1418;p30"/>
            <p:cNvSpPr/>
            <p:nvPr/>
          </p:nvSpPr>
          <p:spPr>
            <a:xfrm>
              <a:off x="2053100" y="2499000"/>
              <a:ext cx="42600" cy="282200"/>
            </a:xfrm>
            <a:custGeom>
              <a:avLst/>
              <a:gdLst/>
              <a:ahLst/>
              <a:cxnLst/>
              <a:rect l="l" t="t" r="r" b="b"/>
              <a:pathLst>
                <a:path w="1704" h="11288" fill="none" extrusionOk="0">
                  <a:moveTo>
                    <a:pt x="0" y="1"/>
                  </a:moveTo>
                  <a:lnTo>
                    <a:pt x="1704" y="249"/>
                  </a:lnTo>
                  <a:lnTo>
                    <a:pt x="1704" y="11288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9" name="Google Shape;1419;p30"/>
            <p:cNvSpPr/>
            <p:nvPr/>
          </p:nvSpPr>
          <p:spPr>
            <a:xfrm>
              <a:off x="2095675" y="2426250"/>
              <a:ext cx="244925" cy="79000"/>
            </a:xfrm>
            <a:custGeom>
              <a:avLst/>
              <a:gdLst/>
              <a:ahLst/>
              <a:cxnLst/>
              <a:rect l="l" t="t" r="r" b="b"/>
              <a:pathLst>
                <a:path w="9797" h="3160" fill="none" extrusionOk="0">
                  <a:moveTo>
                    <a:pt x="1" y="3159"/>
                  </a:moveTo>
                  <a:lnTo>
                    <a:pt x="9797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0" name="Google Shape;1420;p30"/>
            <p:cNvSpPr/>
            <p:nvPr/>
          </p:nvSpPr>
          <p:spPr>
            <a:xfrm>
              <a:off x="2557975" y="2318000"/>
              <a:ext cx="57700" cy="392225"/>
            </a:xfrm>
            <a:custGeom>
              <a:avLst/>
              <a:gdLst/>
              <a:ahLst/>
              <a:cxnLst/>
              <a:rect l="l" t="t" r="r" b="b"/>
              <a:pathLst>
                <a:path w="2308" h="15689" fill="none" extrusionOk="0">
                  <a:moveTo>
                    <a:pt x="1" y="0"/>
                  </a:moveTo>
                  <a:lnTo>
                    <a:pt x="2308" y="284"/>
                  </a:lnTo>
                  <a:lnTo>
                    <a:pt x="2308" y="15688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1" name="Google Shape;1421;p30"/>
            <p:cNvSpPr/>
            <p:nvPr/>
          </p:nvSpPr>
          <p:spPr>
            <a:xfrm>
              <a:off x="2615650" y="2222175"/>
              <a:ext cx="299050" cy="102950"/>
            </a:xfrm>
            <a:custGeom>
              <a:avLst/>
              <a:gdLst/>
              <a:ahLst/>
              <a:cxnLst/>
              <a:rect l="l" t="t" r="r" b="b"/>
              <a:pathLst>
                <a:path w="11962" h="4118" fill="none" extrusionOk="0">
                  <a:moveTo>
                    <a:pt x="1" y="4117"/>
                  </a:moveTo>
                  <a:lnTo>
                    <a:pt x="11962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2" name="Google Shape;1422;p30"/>
            <p:cNvSpPr/>
            <p:nvPr/>
          </p:nvSpPr>
          <p:spPr>
            <a:xfrm>
              <a:off x="2633400" y="2241675"/>
              <a:ext cx="281300" cy="467650"/>
            </a:xfrm>
            <a:custGeom>
              <a:avLst/>
              <a:gdLst/>
              <a:ahLst/>
              <a:cxnLst/>
              <a:rect l="l" t="t" r="r" b="b"/>
              <a:pathLst>
                <a:path w="11252" h="18706" fill="none" extrusionOk="0">
                  <a:moveTo>
                    <a:pt x="1" y="18706"/>
                  </a:moveTo>
                  <a:lnTo>
                    <a:pt x="1" y="3763"/>
                  </a:lnTo>
                  <a:lnTo>
                    <a:pt x="11252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3" name="Google Shape;1423;p30"/>
            <p:cNvSpPr/>
            <p:nvPr/>
          </p:nvSpPr>
          <p:spPr>
            <a:xfrm>
              <a:off x="2794000" y="2282500"/>
              <a:ext cx="25" cy="404650"/>
            </a:xfrm>
            <a:custGeom>
              <a:avLst/>
              <a:gdLst/>
              <a:ahLst/>
              <a:cxnLst/>
              <a:rect l="l" t="t" r="r" b="b"/>
              <a:pathLst>
                <a:path w="1" h="16186" fill="none" extrusionOk="0">
                  <a:moveTo>
                    <a:pt x="1" y="1"/>
                  </a:moveTo>
                  <a:lnTo>
                    <a:pt x="1" y="16185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4" name="Google Shape;1424;p30"/>
            <p:cNvSpPr/>
            <p:nvPr/>
          </p:nvSpPr>
          <p:spPr>
            <a:xfrm>
              <a:off x="2817075" y="2274525"/>
              <a:ext cx="16000" cy="409950"/>
            </a:xfrm>
            <a:custGeom>
              <a:avLst/>
              <a:gdLst/>
              <a:ahLst/>
              <a:cxnLst/>
              <a:rect l="l" t="t" r="r" b="b"/>
              <a:pathLst>
                <a:path w="640" h="16398" fill="none" extrusionOk="0">
                  <a:moveTo>
                    <a:pt x="1" y="16398"/>
                  </a:moveTo>
                  <a:lnTo>
                    <a:pt x="1" y="0"/>
                  </a:lnTo>
                  <a:lnTo>
                    <a:pt x="639" y="320"/>
                  </a:lnTo>
                  <a:lnTo>
                    <a:pt x="639" y="1629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5" name="Google Shape;1425;p30"/>
            <p:cNvSpPr/>
            <p:nvPr/>
          </p:nvSpPr>
          <p:spPr>
            <a:xfrm>
              <a:off x="2633400" y="2335750"/>
              <a:ext cx="13325" cy="371800"/>
            </a:xfrm>
            <a:custGeom>
              <a:avLst/>
              <a:gdLst/>
              <a:ahLst/>
              <a:cxnLst/>
              <a:rect l="l" t="t" r="r" b="b"/>
              <a:pathLst>
                <a:path w="533" h="14872" fill="none" extrusionOk="0">
                  <a:moveTo>
                    <a:pt x="1" y="0"/>
                  </a:moveTo>
                  <a:lnTo>
                    <a:pt x="533" y="213"/>
                  </a:lnTo>
                  <a:lnTo>
                    <a:pt x="533" y="14872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6" name="Google Shape;1426;p30"/>
            <p:cNvSpPr/>
            <p:nvPr/>
          </p:nvSpPr>
          <p:spPr>
            <a:xfrm>
              <a:off x="2646700" y="2294050"/>
              <a:ext cx="147325" cy="47050"/>
            </a:xfrm>
            <a:custGeom>
              <a:avLst/>
              <a:gdLst/>
              <a:ahLst/>
              <a:cxnLst/>
              <a:rect l="l" t="t" r="r" b="b"/>
              <a:pathLst>
                <a:path w="5893" h="1882" fill="none" extrusionOk="0">
                  <a:moveTo>
                    <a:pt x="1" y="1881"/>
                  </a:moveTo>
                  <a:lnTo>
                    <a:pt x="5893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7" name="Google Shape;1427;p30"/>
            <p:cNvSpPr/>
            <p:nvPr/>
          </p:nvSpPr>
          <p:spPr>
            <a:xfrm>
              <a:off x="2833050" y="2254100"/>
              <a:ext cx="81650" cy="28425"/>
            </a:xfrm>
            <a:custGeom>
              <a:avLst/>
              <a:gdLst/>
              <a:ahLst/>
              <a:cxnLst/>
              <a:rect l="l" t="t" r="r" b="b"/>
              <a:pathLst>
                <a:path w="3266" h="1137" fill="none" extrusionOk="0">
                  <a:moveTo>
                    <a:pt x="0" y="1137"/>
                  </a:moveTo>
                  <a:lnTo>
                    <a:pt x="3266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8" name="Google Shape;1428;p30"/>
            <p:cNvSpPr/>
            <p:nvPr/>
          </p:nvSpPr>
          <p:spPr>
            <a:xfrm>
              <a:off x="2110775" y="2445775"/>
              <a:ext cx="229825" cy="333650"/>
            </a:xfrm>
            <a:custGeom>
              <a:avLst/>
              <a:gdLst/>
              <a:ahLst/>
              <a:cxnLst/>
              <a:rect l="l" t="t" r="r" b="b"/>
              <a:pathLst>
                <a:path w="9193" h="13346" fill="none" extrusionOk="0">
                  <a:moveTo>
                    <a:pt x="0" y="13346"/>
                  </a:moveTo>
                  <a:lnTo>
                    <a:pt x="0" y="2733"/>
                  </a:lnTo>
                  <a:lnTo>
                    <a:pt x="9193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9" name="Google Shape;1429;p30"/>
            <p:cNvSpPr/>
            <p:nvPr/>
          </p:nvSpPr>
          <p:spPr>
            <a:xfrm>
              <a:off x="2226125" y="2479500"/>
              <a:ext cx="25" cy="283950"/>
            </a:xfrm>
            <a:custGeom>
              <a:avLst/>
              <a:gdLst/>
              <a:ahLst/>
              <a:cxnLst/>
              <a:rect l="l" t="t" r="r" b="b"/>
              <a:pathLst>
                <a:path w="1" h="11358" fill="none" extrusionOk="0">
                  <a:moveTo>
                    <a:pt x="0" y="0"/>
                  </a:moveTo>
                  <a:lnTo>
                    <a:pt x="0" y="11358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0" name="Google Shape;1430;p30"/>
            <p:cNvSpPr/>
            <p:nvPr/>
          </p:nvSpPr>
          <p:spPr>
            <a:xfrm>
              <a:off x="2241200" y="2475050"/>
              <a:ext cx="10675" cy="286625"/>
            </a:xfrm>
            <a:custGeom>
              <a:avLst/>
              <a:gdLst/>
              <a:ahLst/>
              <a:cxnLst/>
              <a:rect l="l" t="t" r="r" b="b"/>
              <a:pathLst>
                <a:path w="427" h="11465" fill="none" extrusionOk="0">
                  <a:moveTo>
                    <a:pt x="1" y="11465"/>
                  </a:moveTo>
                  <a:lnTo>
                    <a:pt x="1" y="1"/>
                  </a:lnTo>
                  <a:lnTo>
                    <a:pt x="427" y="178"/>
                  </a:lnTo>
                  <a:lnTo>
                    <a:pt x="427" y="11394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1" name="Google Shape;1431;p30"/>
            <p:cNvSpPr/>
            <p:nvPr/>
          </p:nvSpPr>
          <p:spPr>
            <a:xfrm>
              <a:off x="2110775" y="2514100"/>
              <a:ext cx="10675" cy="263550"/>
            </a:xfrm>
            <a:custGeom>
              <a:avLst/>
              <a:gdLst/>
              <a:ahLst/>
              <a:cxnLst/>
              <a:rect l="l" t="t" r="r" b="b"/>
              <a:pathLst>
                <a:path w="427" h="10542" fill="none" extrusionOk="0">
                  <a:moveTo>
                    <a:pt x="0" y="0"/>
                  </a:moveTo>
                  <a:lnTo>
                    <a:pt x="426" y="142"/>
                  </a:lnTo>
                  <a:lnTo>
                    <a:pt x="426" y="10542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2" name="Google Shape;1432;p30"/>
            <p:cNvSpPr/>
            <p:nvPr/>
          </p:nvSpPr>
          <p:spPr>
            <a:xfrm>
              <a:off x="2121425" y="2487475"/>
              <a:ext cx="104725" cy="30200"/>
            </a:xfrm>
            <a:custGeom>
              <a:avLst/>
              <a:gdLst/>
              <a:ahLst/>
              <a:cxnLst/>
              <a:rect l="l" t="t" r="r" b="b"/>
              <a:pathLst>
                <a:path w="4189" h="1208" fill="none" extrusionOk="0">
                  <a:moveTo>
                    <a:pt x="0" y="1207"/>
                  </a:moveTo>
                  <a:lnTo>
                    <a:pt x="4188" y="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3" name="Google Shape;1433;p30"/>
            <p:cNvSpPr/>
            <p:nvPr/>
          </p:nvSpPr>
          <p:spPr>
            <a:xfrm>
              <a:off x="2251850" y="2453750"/>
              <a:ext cx="88750" cy="25775"/>
            </a:xfrm>
            <a:custGeom>
              <a:avLst/>
              <a:gdLst/>
              <a:ahLst/>
              <a:cxnLst/>
              <a:rect l="l" t="t" r="r" b="b"/>
              <a:pathLst>
                <a:path w="3550" h="1031" fill="none" extrusionOk="0">
                  <a:moveTo>
                    <a:pt x="1" y="1030"/>
                  </a:moveTo>
                  <a:lnTo>
                    <a:pt x="3550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4" name="Google Shape;1434;p30"/>
            <p:cNvSpPr/>
            <p:nvPr/>
          </p:nvSpPr>
          <p:spPr>
            <a:xfrm>
              <a:off x="1887175" y="1991450"/>
              <a:ext cx="25" cy="2152675"/>
            </a:xfrm>
            <a:custGeom>
              <a:avLst/>
              <a:gdLst/>
              <a:ahLst/>
              <a:cxnLst/>
              <a:rect l="l" t="t" r="r" b="b"/>
              <a:pathLst>
                <a:path w="1" h="86107" fill="none" extrusionOk="0">
                  <a:moveTo>
                    <a:pt x="0" y="1"/>
                  </a:moveTo>
                  <a:lnTo>
                    <a:pt x="0" y="86107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5" name="Google Shape;1435;p30"/>
            <p:cNvSpPr/>
            <p:nvPr/>
          </p:nvSpPr>
          <p:spPr>
            <a:xfrm>
              <a:off x="3148050" y="1589500"/>
              <a:ext cx="25" cy="3210350"/>
            </a:xfrm>
            <a:custGeom>
              <a:avLst/>
              <a:gdLst/>
              <a:ahLst/>
              <a:cxnLst/>
              <a:rect l="l" t="t" r="r" b="b"/>
              <a:pathLst>
                <a:path w="1" h="128414" fill="none" extrusionOk="0">
                  <a:moveTo>
                    <a:pt x="0" y="1"/>
                  </a:moveTo>
                  <a:lnTo>
                    <a:pt x="0" y="128414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6" name="Google Shape;1436;p30"/>
            <p:cNvSpPr/>
            <p:nvPr/>
          </p:nvSpPr>
          <p:spPr>
            <a:xfrm>
              <a:off x="3238550" y="1625000"/>
              <a:ext cx="25" cy="3268025"/>
            </a:xfrm>
            <a:custGeom>
              <a:avLst/>
              <a:gdLst/>
              <a:ahLst/>
              <a:cxnLst/>
              <a:rect l="l" t="t" r="r" b="b"/>
              <a:pathLst>
                <a:path w="1" h="130721" fill="none" extrusionOk="0">
                  <a:moveTo>
                    <a:pt x="1" y="0"/>
                  </a:moveTo>
                  <a:lnTo>
                    <a:pt x="1" y="130721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7" name="Google Shape;1437;p30"/>
            <p:cNvSpPr/>
            <p:nvPr/>
          </p:nvSpPr>
          <p:spPr>
            <a:xfrm>
              <a:off x="4297125" y="1556675"/>
              <a:ext cx="25" cy="3645150"/>
            </a:xfrm>
            <a:custGeom>
              <a:avLst/>
              <a:gdLst/>
              <a:ahLst/>
              <a:cxnLst/>
              <a:rect l="l" t="t" r="r" b="b"/>
              <a:pathLst>
                <a:path w="1" h="145806" fill="none" extrusionOk="0">
                  <a:moveTo>
                    <a:pt x="1" y="0"/>
                  </a:moveTo>
                  <a:lnTo>
                    <a:pt x="1" y="145805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8" name="Google Shape;1438;p30"/>
            <p:cNvSpPr/>
            <p:nvPr/>
          </p:nvSpPr>
          <p:spPr>
            <a:xfrm>
              <a:off x="5798475" y="915150"/>
              <a:ext cx="25" cy="3290200"/>
            </a:xfrm>
            <a:custGeom>
              <a:avLst/>
              <a:gdLst/>
              <a:ahLst/>
              <a:cxnLst/>
              <a:rect l="l" t="t" r="r" b="b"/>
              <a:pathLst>
                <a:path w="1" h="131608" fill="none" extrusionOk="0">
                  <a:moveTo>
                    <a:pt x="0" y="0"/>
                  </a:moveTo>
                  <a:lnTo>
                    <a:pt x="0" y="131608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9" name="Google Shape;1439;p30"/>
            <p:cNvSpPr/>
            <p:nvPr/>
          </p:nvSpPr>
          <p:spPr>
            <a:xfrm>
              <a:off x="3746100" y="1334850"/>
              <a:ext cx="25" cy="2736525"/>
            </a:xfrm>
            <a:custGeom>
              <a:avLst/>
              <a:gdLst/>
              <a:ahLst/>
              <a:cxnLst/>
              <a:rect l="l" t="t" r="r" b="b"/>
              <a:pathLst>
                <a:path w="1" h="109461" fill="none" extrusionOk="0">
                  <a:moveTo>
                    <a:pt x="1" y="0"/>
                  </a:moveTo>
                  <a:lnTo>
                    <a:pt x="1" y="10946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0" name="Google Shape;1440;p30"/>
            <p:cNvSpPr/>
            <p:nvPr/>
          </p:nvSpPr>
          <p:spPr>
            <a:xfrm>
              <a:off x="6248350" y="1650725"/>
              <a:ext cx="25" cy="2122500"/>
            </a:xfrm>
            <a:custGeom>
              <a:avLst/>
              <a:gdLst/>
              <a:ahLst/>
              <a:cxnLst/>
              <a:rect l="l" t="t" r="r" b="b"/>
              <a:pathLst>
                <a:path w="1" h="84900" fill="none" extrusionOk="0">
                  <a:moveTo>
                    <a:pt x="0" y="1"/>
                  </a:moveTo>
                  <a:lnTo>
                    <a:pt x="0" y="8490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1" name="Google Shape;1441;p30"/>
            <p:cNvSpPr/>
            <p:nvPr/>
          </p:nvSpPr>
          <p:spPr>
            <a:xfrm>
              <a:off x="4690200" y="2177800"/>
              <a:ext cx="25" cy="2122500"/>
            </a:xfrm>
            <a:custGeom>
              <a:avLst/>
              <a:gdLst/>
              <a:ahLst/>
              <a:cxnLst/>
              <a:rect l="l" t="t" r="r" b="b"/>
              <a:pathLst>
                <a:path w="1" h="84900" fill="none" extrusionOk="0">
                  <a:moveTo>
                    <a:pt x="1" y="0"/>
                  </a:moveTo>
                  <a:lnTo>
                    <a:pt x="1" y="84899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2" name="Google Shape;1442;p30"/>
            <p:cNvSpPr/>
            <p:nvPr/>
          </p:nvSpPr>
          <p:spPr>
            <a:xfrm>
              <a:off x="1795775" y="580625"/>
              <a:ext cx="4181075" cy="1661075"/>
            </a:xfrm>
            <a:custGeom>
              <a:avLst/>
              <a:gdLst/>
              <a:ahLst/>
              <a:cxnLst/>
              <a:rect l="l" t="t" r="r" b="b"/>
              <a:pathLst>
                <a:path w="167243" h="66443" fill="none" extrusionOk="0">
                  <a:moveTo>
                    <a:pt x="0" y="66443"/>
                  </a:moveTo>
                  <a:lnTo>
                    <a:pt x="167242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3" name="Google Shape;1443;p30"/>
            <p:cNvSpPr/>
            <p:nvPr/>
          </p:nvSpPr>
          <p:spPr>
            <a:xfrm>
              <a:off x="5568650" y="580625"/>
              <a:ext cx="759575" cy="1322125"/>
            </a:xfrm>
            <a:custGeom>
              <a:avLst/>
              <a:gdLst/>
              <a:ahLst/>
              <a:cxnLst/>
              <a:rect l="l" t="t" r="r" b="b"/>
              <a:pathLst>
                <a:path w="30383" h="52885" fill="none" extrusionOk="0">
                  <a:moveTo>
                    <a:pt x="30383" y="52885"/>
                  </a:moveTo>
                  <a:lnTo>
                    <a:pt x="1" y="0"/>
                  </a:lnTo>
                </a:path>
              </a:pathLst>
            </a:custGeom>
            <a:noFill/>
            <a:ln w="177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4" name="Google Shape;1444;p30"/>
            <p:cNvSpPr/>
            <p:nvPr/>
          </p:nvSpPr>
          <p:spPr>
            <a:xfrm>
              <a:off x="5372550" y="1436000"/>
              <a:ext cx="25" cy="1136675"/>
            </a:xfrm>
            <a:custGeom>
              <a:avLst/>
              <a:gdLst/>
              <a:ahLst/>
              <a:cxnLst/>
              <a:rect l="l" t="t" r="r" b="b"/>
              <a:pathLst>
                <a:path w="1" h="45467" fill="none" extrusionOk="0">
                  <a:moveTo>
                    <a:pt x="1" y="0"/>
                  </a:moveTo>
                  <a:lnTo>
                    <a:pt x="1" y="45467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5" name="Google Shape;1445;p30"/>
            <p:cNvSpPr/>
            <p:nvPr/>
          </p:nvSpPr>
          <p:spPr>
            <a:xfrm>
              <a:off x="2348575" y="2999450"/>
              <a:ext cx="799500" cy="507575"/>
            </a:xfrm>
            <a:custGeom>
              <a:avLst/>
              <a:gdLst/>
              <a:ahLst/>
              <a:cxnLst/>
              <a:rect l="l" t="t" r="r" b="b"/>
              <a:pathLst>
                <a:path w="31980" h="20303" fill="none" extrusionOk="0">
                  <a:moveTo>
                    <a:pt x="0" y="1"/>
                  </a:moveTo>
                  <a:lnTo>
                    <a:pt x="31979" y="1"/>
                  </a:lnTo>
                  <a:lnTo>
                    <a:pt x="31979" y="20303"/>
                  </a:lnTo>
                  <a:lnTo>
                    <a:pt x="0" y="15866"/>
                  </a:lnTo>
                  <a:close/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6" name="Google Shape;1446;p30"/>
            <p:cNvSpPr/>
            <p:nvPr/>
          </p:nvSpPr>
          <p:spPr>
            <a:xfrm>
              <a:off x="2348575" y="2999450"/>
              <a:ext cx="50600" cy="396675"/>
            </a:xfrm>
            <a:custGeom>
              <a:avLst/>
              <a:gdLst/>
              <a:ahLst/>
              <a:cxnLst/>
              <a:rect l="l" t="t" r="r" b="b"/>
              <a:pathLst>
                <a:path w="2024" h="15867" fill="none" extrusionOk="0">
                  <a:moveTo>
                    <a:pt x="2023" y="1"/>
                  </a:moveTo>
                  <a:lnTo>
                    <a:pt x="2023" y="15547"/>
                  </a:lnTo>
                  <a:lnTo>
                    <a:pt x="0" y="15866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7" name="Google Shape;1447;p30"/>
            <p:cNvSpPr/>
            <p:nvPr/>
          </p:nvSpPr>
          <p:spPr>
            <a:xfrm>
              <a:off x="2399150" y="3388100"/>
              <a:ext cx="748925" cy="98525"/>
            </a:xfrm>
            <a:custGeom>
              <a:avLst/>
              <a:gdLst/>
              <a:ahLst/>
              <a:cxnLst/>
              <a:rect l="l" t="t" r="r" b="b"/>
              <a:pathLst>
                <a:path w="29957" h="3941" fill="none" extrusionOk="0">
                  <a:moveTo>
                    <a:pt x="0" y="1"/>
                  </a:moveTo>
                  <a:lnTo>
                    <a:pt x="29956" y="3940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8" name="Google Shape;1448;p30"/>
            <p:cNvSpPr/>
            <p:nvPr/>
          </p:nvSpPr>
          <p:spPr>
            <a:xfrm>
              <a:off x="2424000" y="2999450"/>
              <a:ext cx="724075" cy="457900"/>
            </a:xfrm>
            <a:custGeom>
              <a:avLst/>
              <a:gdLst/>
              <a:ahLst/>
              <a:cxnLst/>
              <a:rect l="l" t="t" r="r" b="b"/>
              <a:pathLst>
                <a:path w="28963" h="18316" fill="none" extrusionOk="0">
                  <a:moveTo>
                    <a:pt x="0" y="1"/>
                  </a:moveTo>
                  <a:lnTo>
                    <a:pt x="0" y="14908"/>
                  </a:lnTo>
                  <a:lnTo>
                    <a:pt x="28962" y="18315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9" name="Google Shape;1449;p30"/>
            <p:cNvSpPr/>
            <p:nvPr/>
          </p:nvSpPr>
          <p:spPr>
            <a:xfrm>
              <a:off x="2748750" y="2999450"/>
              <a:ext cx="25" cy="410875"/>
            </a:xfrm>
            <a:custGeom>
              <a:avLst/>
              <a:gdLst/>
              <a:ahLst/>
              <a:cxnLst/>
              <a:rect l="l" t="t" r="r" b="b"/>
              <a:pathLst>
                <a:path w="1" h="16435" fill="none" extrusionOk="0">
                  <a:moveTo>
                    <a:pt x="1" y="1"/>
                  </a:moveTo>
                  <a:lnTo>
                    <a:pt x="1" y="16434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0" name="Google Shape;1450;p30"/>
            <p:cNvSpPr/>
            <p:nvPr/>
          </p:nvSpPr>
          <p:spPr>
            <a:xfrm>
              <a:off x="2808200" y="2999450"/>
              <a:ext cx="25" cy="415300"/>
            </a:xfrm>
            <a:custGeom>
              <a:avLst/>
              <a:gdLst/>
              <a:ahLst/>
              <a:cxnLst/>
              <a:rect l="l" t="t" r="r" b="b"/>
              <a:pathLst>
                <a:path w="1" h="16612" fill="none" extrusionOk="0">
                  <a:moveTo>
                    <a:pt x="1" y="16612"/>
                  </a:moveTo>
                  <a:lnTo>
                    <a:pt x="1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1" name="Google Shape;1451;p30"/>
            <p:cNvSpPr/>
            <p:nvPr/>
          </p:nvSpPr>
          <p:spPr>
            <a:xfrm>
              <a:off x="2786025" y="2999450"/>
              <a:ext cx="25" cy="415300"/>
            </a:xfrm>
            <a:custGeom>
              <a:avLst/>
              <a:gdLst/>
              <a:ahLst/>
              <a:cxnLst/>
              <a:rect l="l" t="t" r="r" b="b"/>
              <a:pathLst>
                <a:path w="1" h="16612" fill="none" extrusionOk="0">
                  <a:moveTo>
                    <a:pt x="0" y="1"/>
                  </a:moveTo>
                  <a:lnTo>
                    <a:pt x="0" y="16612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2" name="Google Shape;1452;p30"/>
            <p:cNvSpPr/>
            <p:nvPr/>
          </p:nvSpPr>
          <p:spPr>
            <a:xfrm>
              <a:off x="2424000" y="2999450"/>
              <a:ext cx="17775" cy="372700"/>
            </a:xfrm>
            <a:custGeom>
              <a:avLst/>
              <a:gdLst/>
              <a:ahLst/>
              <a:cxnLst/>
              <a:rect l="l" t="t" r="r" b="b"/>
              <a:pathLst>
                <a:path w="711" h="14908" fill="none" extrusionOk="0">
                  <a:moveTo>
                    <a:pt x="0" y="14908"/>
                  </a:moveTo>
                  <a:lnTo>
                    <a:pt x="710" y="14908"/>
                  </a:lnTo>
                  <a:lnTo>
                    <a:pt x="710" y="1"/>
                  </a:lnTo>
                </a:path>
              </a:pathLst>
            </a:custGeom>
            <a:noFill/>
            <a:ln w="5325" cap="rnd" cmpd="sng">
              <a:solidFill>
                <a:schemeClr val="dk1"/>
              </a:solidFill>
              <a:prstDash val="solid"/>
              <a:miter lim="354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38B0F3C8-6176-1983-E1FD-28452C832081}"/>
              </a:ext>
            </a:extLst>
          </p:cNvPr>
          <p:cNvSpPr txBox="1"/>
          <p:nvPr/>
        </p:nvSpPr>
        <p:spPr>
          <a:xfrm>
            <a:off x="8719950" y="4693228"/>
            <a:ext cx="324633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7190956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erci de votre attention - YouTube">
            <a:extLst>
              <a:ext uri="{FF2B5EF4-FFF2-40B4-BE49-F238E27FC236}">
                <a16:creationId xmlns:a16="http://schemas.microsoft.com/office/drawing/2014/main" id="{707A0CC7-674E-410B-A9F9-FCBACD388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11" y="207168"/>
            <a:ext cx="8772525" cy="4729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72ADF3E9-2B0A-A0A3-A044-87A14635ED27}"/>
              </a:ext>
            </a:extLst>
          </p:cNvPr>
          <p:cNvSpPr txBox="1"/>
          <p:nvPr/>
        </p:nvSpPr>
        <p:spPr>
          <a:xfrm>
            <a:off x="8719950" y="4693228"/>
            <a:ext cx="324633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411365617"/>
      </p:ext>
    </p:extLst>
  </p:cSld>
  <p:clrMapOvr>
    <a:masterClrMapping/>
  </p:clrMapOvr>
</p:sld>
</file>

<file path=ppt/theme/theme1.xml><?xml version="1.0" encoding="utf-8"?>
<a:theme xmlns:a="http://schemas.openxmlformats.org/drawingml/2006/main" name="Engineering Aesthetic Business Plan by Slidesgo">
  <a:themeElements>
    <a:clrScheme name="Simple Light">
      <a:dk1>
        <a:srgbClr val="131313"/>
      </a:dk1>
      <a:lt1>
        <a:srgbClr val="FFFFFF"/>
      </a:lt1>
      <a:dk2>
        <a:srgbClr val="E4E4E4"/>
      </a:dk2>
      <a:lt2>
        <a:srgbClr val="B5B5B5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3131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408</TotalTime>
  <Words>238</Words>
  <Application>Microsoft Office PowerPoint</Application>
  <PresentationFormat>Affichage à l'écran (16:9)</PresentationFormat>
  <Paragraphs>79</Paragraphs>
  <Slides>25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1" baseType="lpstr">
      <vt:lpstr>Quattrocento</vt:lpstr>
      <vt:lpstr>Arial</vt:lpstr>
      <vt:lpstr>Aboreto</vt:lpstr>
      <vt:lpstr>Calibri Light</vt:lpstr>
      <vt:lpstr>Times New Roman</vt:lpstr>
      <vt:lpstr>Engineering Aesthetic Business Plan by Slidesgo</vt:lpstr>
      <vt:lpstr>Etude Economique et Modélisation 3D d’un Projet de construction d’une VILLA individuelle.</vt:lpstr>
      <vt:lpstr>Sommaire</vt:lpstr>
      <vt:lpstr>PRESENTATION DU PROJET</vt:lpstr>
      <vt:lpstr>Présentation PowerPoint</vt:lpstr>
      <vt:lpstr>Descente des charges </vt:lpstr>
      <vt:lpstr>Règlements de base, données d’entrées et exemple d’un plancher :</vt:lpstr>
      <vt:lpstr>Présentation PowerPoint</vt:lpstr>
      <vt:lpstr>Modélisation  robot </vt:lpstr>
      <vt:lpstr>Présentation PowerPoint</vt:lpstr>
      <vt:lpstr>Vérification de coffrage et calculs de ferraillage  (une poutre , un poteau , une semelle )</vt:lpstr>
      <vt:lpstr>POUTRE</vt:lpstr>
      <vt:lpstr>POTEAU</vt:lpstr>
      <vt:lpstr>SEMELLE</vt:lpstr>
      <vt:lpstr>Devis quantitatif  et  devis estimatif</vt:lpstr>
      <vt:lpstr>DEVIS QUANTITAF</vt:lpstr>
      <vt:lpstr>DEVIS ESTIMATIF</vt:lpstr>
      <vt:lpstr>Méthodologie, planning et pic  </vt:lpstr>
      <vt:lpstr>Présentation PowerPoint</vt:lpstr>
      <vt:lpstr>Présentation PowerPoint</vt:lpstr>
      <vt:lpstr>Modélisation 3D ET RENDU VIDEO</vt:lpstr>
      <vt:lpstr>Présentation PowerPoint</vt:lpstr>
      <vt:lpstr>Présentation PowerPoint</vt:lpstr>
      <vt:lpstr>Présentation PowerPoint</vt:lpstr>
      <vt:lpstr>CONCLUSION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Etude Economique et Modélisation 3D d’un Projet de construction d’une maison individuelle.</dc:title>
  <dc:creator>HP</dc:creator>
  <cp:lastModifiedBy>Reda</cp:lastModifiedBy>
  <cp:revision>26</cp:revision>
  <dcterms:modified xsi:type="dcterms:W3CDTF">2024-05-12T16:07:41Z</dcterms:modified>
</cp:coreProperties>
</file>